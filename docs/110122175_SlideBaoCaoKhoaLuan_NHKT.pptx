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7" r:id="rId2"/>
    <p:sldId id="292" r:id="rId3"/>
    <p:sldId id="293" r:id="rId4"/>
    <p:sldId id="385" r:id="rId5"/>
    <p:sldId id="356" r:id="rId6"/>
    <p:sldId id="357" r:id="rId7"/>
    <p:sldId id="358" r:id="rId8"/>
    <p:sldId id="359" r:id="rId9"/>
    <p:sldId id="361" r:id="rId10"/>
    <p:sldId id="383" r:id="rId11"/>
    <p:sldId id="366" r:id="rId12"/>
    <p:sldId id="368" r:id="rId13"/>
    <p:sldId id="369" r:id="rId14"/>
    <p:sldId id="371" r:id="rId15"/>
    <p:sldId id="373" r:id="rId16"/>
    <p:sldId id="382" r:id="rId17"/>
    <p:sldId id="377" r:id="rId18"/>
    <p:sldId id="379" r:id="rId19"/>
    <p:sldId id="381" r:id="rId20"/>
    <p:sldId id="386" r:id="rId21"/>
  </p:sldIdLst>
  <p:sldSz cx="9144000" cy="5143500" type="screen16x9"/>
  <p:notesSz cx="6858000" cy="9144000"/>
  <p:embeddedFontLst>
    <p:embeddedFont>
      <p:font typeface="Inter" panose="020B0604020202020204" charset="0"/>
      <p:regular r:id="rId24"/>
      <p:bold r:id="rId25"/>
    </p:embeddedFont>
    <p:embeddedFont>
      <p:font typeface="Noto Sans Bold" panose="020B0802040504020204"/>
      <p:bold r:id="rId26"/>
    </p:embeddedFont>
  </p:embeddedFontLst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0" userDrawn="1">
          <p15:clr>
            <a:srgbClr val="A4A3A4"/>
          </p15:clr>
        </p15:guide>
        <p15:guide id="2" pos="3737" userDrawn="1">
          <p15:clr>
            <a:srgbClr val="A4A3A4"/>
          </p15:clr>
        </p15:guide>
        <p15:guide id="3" pos="1494" userDrawn="1">
          <p15:clr>
            <a:srgbClr val="A4A3A4"/>
          </p15:clr>
        </p15:guide>
        <p15:guide id="4" pos="2894" userDrawn="1">
          <p15:clr>
            <a:srgbClr val="A4A3A4"/>
          </p15:clr>
        </p15:guide>
        <p15:guide id="5" orient="horz" pos="1470" userDrawn="1">
          <p15:clr>
            <a:srgbClr val="A4A3A4"/>
          </p15:clr>
        </p15:guide>
        <p15:guide id="6" orient="horz" pos="24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62338"/>
    <a:srgbClr val="FEE3C7"/>
    <a:srgbClr val="D6FBFF"/>
    <a:srgbClr val="CFE5FE"/>
    <a:srgbClr val="FEEB97"/>
    <a:srgbClr val="95F4FF"/>
    <a:srgbClr val="E6FCFF"/>
    <a:srgbClr val="FED853"/>
    <a:srgbClr val="FFB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56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49" y="62"/>
      </p:cViewPr>
      <p:guideLst>
        <p:guide orient="horz" pos="1070"/>
        <p:guide pos="3737"/>
        <p:guide pos="1494"/>
        <p:guide pos="2894"/>
        <p:guide orient="horz" pos="1470"/>
        <p:guide orient="horz" pos="24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image" Target="../media/image13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image" Target="../media/image1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66905-05F6-4782-867D-82465A2E5AE3}" type="doc">
      <dgm:prSet loTypeId="urn:microsoft.com/office/officeart/2005/8/layout/target3" loCatId="list" qsTypeId="urn:microsoft.com/office/officeart/2005/8/quickstyle/simple2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1460CD20-8DF1-4045-AD79-8D61B321F591}">
      <dgm:prSet phldrT="[Text]"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 sz="19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Ngành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nhà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đang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đẩy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mạnh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chuyển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đổi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số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CA1348CF-CBED-4DA4-B228-205C48FD29C7}" type="parTrans" cxnId="{39D9C658-729F-4681-9EB0-CC8F7464BFDB}">
      <dgm:prSet/>
      <dgm:spPr/>
      <dgm:t>
        <a:bodyPr/>
        <a:lstStyle/>
        <a:p>
          <a:endParaRPr lang="en-US" sz="2500"/>
        </a:p>
      </dgm:t>
    </dgm:pt>
    <dgm:pt modelId="{27346889-273F-4019-81C1-B0C8ED5BA488}" type="sibTrans" cxnId="{39D9C658-729F-4681-9EB0-CC8F7464BFDB}">
      <dgm:prSet/>
      <dgm:spPr/>
      <dgm:t>
        <a:bodyPr/>
        <a:lstStyle/>
        <a:p>
          <a:endParaRPr lang="en-US" sz="2500"/>
        </a:p>
      </dgm:t>
    </dgm:pt>
    <dgm:pt modelId="{DB794B1D-39B3-4CC7-8A43-3ABAD2C35B2D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Nhiều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nhà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vẫn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thủ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dễ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sai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sót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AFB82FB0-E6E6-4EB2-A061-F2B040DD7F3C}" type="parTrans" cxnId="{EF4E2CAD-2AB6-48EF-B76F-29C91FE50F35}">
      <dgm:prSet/>
      <dgm:spPr/>
      <dgm:t>
        <a:bodyPr/>
        <a:lstStyle/>
        <a:p>
          <a:endParaRPr lang="en-US"/>
        </a:p>
      </dgm:t>
    </dgm:pt>
    <dgm:pt modelId="{8EFA8AB6-AE5A-4293-A089-AEB62F307948}" type="sibTrans" cxnId="{EF4E2CAD-2AB6-48EF-B76F-29C91FE50F35}">
      <dgm:prSet/>
      <dgm:spPr/>
      <dgm:t>
        <a:bodyPr/>
        <a:lstStyle/>
        <a:p>
          <a:endParaRPr lang="en-US"/>
        </a:p>
      </dgm:t>
    </dgm:pt>
    <dgm:pt modelId="{BCECC55B-7E65-4A85-A071-0D7B6B34F858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 sz="19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Nhu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cầu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cá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nhân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trải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nghiệm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khách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ngày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càng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tăng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D5C4A0F3-1204-4CD7-9115-0FA608CA10A9}" type="parTrans" cxnId="{051F7909-E1D7-401B-9544-9E67CC7A23A6}">
      <dgm:prSet/>
      <dgm:spPr/>
      <dgm:t>
        <a:bodyPr/>
        <a:lstStyle/>
        <a:p>
          <a:endParaRPr lang="en-US"/>
        </a:p>
      </dgm:t>
    </dgm:pt>
    <dgm:pt modelId="{64E4E404-FEA1-44AE-94E5-F63856B0DF87}" type="sibTrans" cxnId="{051F7909-E1D7-401B-9544-9E67CC7A23A6}">
      <dgm:prSet/>
      <dgm:spPr/>
      <dgm:t>
        <a:bodyPr/>
        <a:lstStyle/>
        <a:p>
          <a:endParaRPr lang="en-US"/>
        </a:p>
      </dgm:t>
    </dgm:pt>
    <dgm:pt modelId="{BE1C1489-AD9B-4F46-B827-4F00F8C9AA7E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 sz="19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Xây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dựng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gợi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ý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món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dirty="0" err="1">
              <a:latin typeface="Arial" panose="020B0604020202020204" pitchFamily="34" charset="0"/>
              <a:cs typeface="Arial" panose="020B0604020202020204" pitchFamily="34" charset="0"/>
            </a:rPr>
            <a:t>ăn</a:t>
          </a:r>
          <a:r>
            <a:rPr lang="en-US" altLang="en-US" sz="19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C56F24C2-122C-40C6-9CFC-9532AAC2F1C2}" type="parTrans" cxnId="{5F30A0F9-83B5-4313-A9F4-492B5303C5FA}">
      <dgm:prSet/>
      <dgm:spPr/>
      <dgm:t>
        <a:bodyPr/>
        <a:lstStyle/>
        <a:p>
          <a:endParaRPr lang="en-US"/>
        </a:p>
      </dgm:t>
    </dgm:pt>
    <dgm:pt modelId="{A1F65449-8A6C-4059-BA89-416A34AB0917}" type="sibTrans" cxnId="{5F30A0F9-83B5-4313-A9F4-492B5303C5FA}">
      <dgm:prSet/>
      <dgm:spPr/>
      <dgm:t>
        <a:bodyPr/>
        <a:lstStyle/>
        <a:p>
          <a:endParaRPr lang="en-US"/>
        </a:p>
      </dgm:t>
    </dgm:pt>
    <dgm:pt modelId="{3A8BE3B7-14B6-4285-97AF-B9AA2802AE32}" type="pres">
      <dgm:prSet presAssocID="{50166905-05F6-4782-867D-82465A2E5AE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3DBC0BC-FDBE-44ED-BDC0-5C33D467A85D}" type="pres">
      <dgm:prSet presAssocID="{1460CD20-8DF1-4045-AD79-8D61B321F591}" presName="circle1" presStyleLbl="node1" presStyleIdx="0" presStyleCnt="4"/>
      <dgm:spPr/>
    </dgm:pt>
    <dgm:pt modelId="{335220C1-6097-4F6A-BC1C-C64306461ED0}" type="pres">
      <dgm:prSet presAssocID="{1460CD20-8DF1-4045-AD79-8D61B321F591}" presName="space" presStyleCnt="0"/>
      <dgm:spPr/>
    </dgm:pt>
    <dgm:pt modelId="{16789E7B-66EA-4057-A170-EBE5BB0E9E77}" type="pres">
      <dgm:prSet presAssocID="{1460CD20-8DF1-4045-AD79-8D61B321F591}" presName="rect1" presStyleLbl="alignAcc1" presStyleIdx="0" presStyleCnt="4"/>
      <dgm:spPr/>
    </dgm:pt>
    <dgm:pt modelId="{38813A7F-A5BC-43E3-8B62-50728CF3EF89}" type="pres">
      <dgm:prSet presAssocID="{DB794B1D-39B3-4CC7-8A43-3ABAD2C35B2D}" presName="vertSpace2" presStyleLbl="node1" presStyleIdx="0" presStyleCnt="4"/>
      <dgm:spPr/>
    </dgm:pt>
    <dgm:pt modelId="{8AB729F0-6055-4FE2-8FF7-A5699696FED3}" type="pres">
      <dgm:prSet presAssocID="{DB794B1D-39B3-4CC7-8A43-3ABAD2C35B2D}" presName="circle2" presStyleLbl="node1" presStyleIdx="1" presStyleCnt="4"/>
      <dgm:spPr/>
    </dgm:pt>
    <dgm:pt modelId="{E52992E6-0A0B-4703-BE4C-8431A6D76142}" type="pres">
      <dgm:prSet presAssocID="{DB794B1D-39B3-4CC7-8A43-3ABAD2C35B2D}" presName="rect2" presStyleLbl="alignAcc1" presStyleIdx="1" presStyleCnt="4"/>
      <dgm:spPr/>
    </dgm:pt>
    <dgm:pt modelId="{554B371B-D218-4196-B909-50B257C78027}" type="pres">
      <dgm:prSet presAssocID="{BCECC55B-7E65-4A85-A071-0D7B6B34F858}" presName="vertSpace3" presStyleLbl="node1" presStyleIdx="1" presStyleCnt="4"/>
      <dgm:spPr/>
    </dgm:pt>
    <dgm:pt modelId="{03B6873E-C5E9-490B-B025-1F483E8A39B8}" type="pres">
      <dgm:prSet presAssocID="{BCECC55B-7E65-4A85-A071-0D7B6B34F858}" presName="circle3" presStyleLbl="node1" presStyleIdx="2" presStyleCnt="4"/>
      <dgm:spPr/>
    </dgm:pt>
    <dgm:pt modelId="{8931E32D-27B6-4B83-9B1C-2767CD93222C}" type="pres">
      <dgm:prSet presAssocID="{BCECC55B-7E65-4A85-A071-0D7B6B34F858}" presName="rect3" presStyleLbl="alignAcc1" presStyleIdx="2" presStyleCnt="4"/>
      <dgm:spPr/>
    </dgm:pt>
    <dgm:pt modelId="{0D5FA269-8E38-4C90-8B33-99B42CB36C99}" type="pres">
      <dgm:prSet presAssocID="{BE1C1489-AD9B-4F46-B827-4F00F8C9AA7E}" presName="vertSpace4" presStyleLbl="node1" presStyleIdx="2" presStyleCnt="4"/>
      <dgm:spPr/>
    </dgm:pt>
    <dgm:pt modelId="{15B31987-4B11-40C5-9049-F1E798F5911B}" type="pres">
      <dgm:prSet presAssocID="{BE1C1489-AD9B-4F46-B827-4F00F8C9AA7E}" presName="circle4" presStyleLbl="node1" presStyleIdx="3" presStyleCnt="4"/>
      <dgm:spPr/>
    </dgm:pt>
    <dgm:pt modelId="{FCD06F73-2D7A-4B37-8431-22F472FB5144}" type="pres">
      <dgm:prSet presAssocID="{BE1C1489-AD9B-4F46-B827-4F00F8C9AA7E}" presName="rect4" presStyleLbl="alignAcc1" presStyleIdx="3" presStyleCnt="4"/>
      <dgm:spPr/>
    </dgm:pt>
    <dgm:pt modelId="{332E2945-DC3C-4243-AF7E-E450B6451577}" type="pres">
      <dgm:prSet presAssocID="{1460CD20-8DF1-4045-AD79-8D61B321F591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B3018C86-0D8D-4F8F-9EC9-203A5CE19277}" type="pres">
      <dgm:prSet presAssocID="{DB794B1D-39B3-4CC7-8A43-3ABAD2C35B2D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3BEA5184-45DC-4514-9136-0F900A5A16B5}" type="pres">
      <dgm:prSet presAssocID="{BCECC55B-7E65-4A85-A071-0D7B6B34F858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5D812CB7-018A-4748-82D7-C59A4407A9C1}" type="pres">
      <dgm:prSet presAssocID="{BE1C1489-AD9B-4F46-B827-4F00F8C9AA7E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051F7909-E1D7-401B-9544-9E67CC7A23A6}" srcId="{50166905-05F6-4782-867D-82465A2E5AE3}" destId="{BCECC55B-7E65-4A85-A071-0D7B6B34F858}" srcOrd="2" destOrd="0" parTransId="{D5C4A0F3-1204-4CD7-9115-0FA608CA10A9}" sibTransId="{64E4E404-FEA1-44AE-94E5-F63856B0DF87}"/>
    <dgm:cxn modelId="{A9FE463F-0F2C-4B3E-8C3A-FBC1892DE1F7}" type="presOf" srcId="{1460CD20-8DF1-4045-AD79-8D61B321F591}" destId="{332E2945-DC3C-4243-AF7E-E450B6451577}" srcOrd="1" destOrd="0" presId="urn:microsoft.com/office/officeart/2005/8/layout/target3"/>
    <dgm:cxn modelId="{BD574347-54C3-4E0B-A941-C7B102C5CFAF}" type="presOf" srcId="{BCECC55B-7E65-4A85-A071-0D7B6B34F858}" destId="{8931E32D-27B6-4B83-9B1C-2767CD93222C}" srcOrd="0" destOrd="0" presId="urn:microsoft.com/office/officeart/2005/8/layout/target3"/>
    <dgm:cxn modelId="{3520D053-FDF1-4766-83C7-DA1F6F6F6EEC}" type="presOf" srcId="{BE1C1489-AD9B-4F46-B827-4F00F8C9AA7E}" destId="{FCD06F73-2D7A-4B37-8431-22F472FB5144}" srcOrd="0" destOrd="0" presId="urn:microsoft.com/office/officeart/2005/8/layout/target3"/>
    <dgm:cxn modelId="{39D9C658-729F-4681-9EB0-CC8F7464BFDB}" srcId="{50166905-05F6-4782-867D-82465A2E5AE3}" destId="{1460CD20-8DF1-4045-AD79-8D61B321F591}" srcOrd="0" destOrd="0" parTransId="{CA1348CF-CBED-4DA4-B228-205C48FD29C7}" sibTransId="{27346889-273F-4019-81C1-B0C8ED5BA488}"/>
    <dgm:cxn modelId="{9675067A-2396-424C-8109-F6F619591C86}" type="presOf" srcId="{50166905-05F6-4782-867D-82465A2E5AE3}" destId="{3A8BE3B7-14B6-4285-97AF-B9AA2802AE32}" srcOrd="0" destOrd="0" presId="urn:microsoft.com/office/officeart/2005/8/layout/target3"/>
    <dgm:cxn modelId="{E588BD84-A59D-446B-BDC8-88D3AF2F0280}" type="presOf" srcId="{1460CD20-8DF1-4045-AD79-8D61B321F591}" destId="{16789E7B-66EA-4057-A170-EBE5BB0E9E77}" srcOrd="0" destOrd="0" presId="urn:microsoft.com/office/officeart/2005/8/layout/target3"/>
    <dgm:cxn modelId="{4C0095A8-4BE6-4EA9-AA0B-9C53ECCDBF66}" type="presOf" srcId="{BE1C1489-AD9B-4F46-B827-4F00F8C9AA7E}" destId="{5D812CB7-018A-4748-82D7-C59A4407A9C1}" srcOrd="1" destOrd="0" presId="urn:microsoft.com/office/officeart/2005/8/layout/target3"/>
    <dgm:cxn modelId="{EF4E2CAD-2AB6-48EF-B76F-29C91FE50F35}" srcId="{50166905-05F6-4782-867D-82465A2E5AE3}" destId="{DB794B1D-39B3-4CC7-8A43-3ABAD2C35B2D}" srcOrd="1" destOrd="0" parTransId="{AFB82FB0-E6E6-4EB2-A061-F2B040DD7F3C}" sibTransId="{8EFA8AB6-AE5A-4293-A089-AEB62F307948}"/>
    <dgm:cxn modelId="{8C1FE2C5-81F6-4EC1-8514-8D1E1EC1D3EE}" type="presOf" srcId="{BCECC55B-7E65-4A85-A071-0D7B6B34F858}" destId="{3BEA5184-45DC-4514-9136-0F900A5A16B5}" srcOrd="1" destOrd="0" presId="urn:microsoft.com/office/officeart/2005/8/layout/target3"/>
    <dgm:cxn modelId="{5DF34FD2-C9F3-4E1E-AC6D-FC2B162C76EE}" type="presOf" srcId="{DB794B1D-39B3-4CC7-8A43-3ABAD2C35B2D}" destId="{E52992E6-0A0B-4703-BE4C-8431A6D76142}" srcOrd="0" destOrd="0" presId="urn:microsoft.com/office/officeart/2005/8/layout/target3"/>
    <dgm:cxn modelId="{7CE1EBF1-973B-4769-A778-0A84691D359F}" type="presOf" srcId="{DB794B1D-39B3-4CC7-8A43-3ABAD2C35B2D}" destId="{B3018C86-0D8D-4F8F-9EC9-203A5CE19277}" srcOrd="1" destOrd="0" presId="urn:microsoft.com/office/officeart/2005/8/layout/target3"/>
    <dgm:cxn modelId="{5F30A0F9-83B5-4313-A9F4-492B5303C5FA}" srcId="{50166905-05F6-4782-867D-82465A2E5AE3}" destId="{BE1C1489-AD9B-4F46-B827-4F00F8C9AA7E}" srcOrd="3" destOrd="0" parTransId="{C56F24C2-122C-40C6-9CFC-9532AAC2F1C2}" sibTransId="{A1F65449-8A6C-4059-BA89-416A34AB0917}"/>
    <dgm:cxn modelId="{306CD5CC-F535-4F23-B91E-E1D0D7875837}" type="presParOf" srcId="{3A8BE3B7-14B6-4285-97AF-B9AA2802AE32}" destId="{03DBC0BC-FDBE-44ED-BDC0-5C33D467A85D}" srcOrd="0" destOrd="0" presId="urn:microsoft.com/office/officeart/2005/8/layout/target3"/>
    <dgm:cxn modelId="{CB337878-4EEA-4A40-A3F2-796A0571BFB7}" type="presParOf" srcId="{3A8BE3B7-14B6-4285-97AF-B9AA2802AE32}" destId="{335220C1-6097-4F6A-BC1C-C64306461ED0}" srcOrd="1" destOrd="0" presId="urn:microsoft.com/office/officeart/2005/8/layout/target3"/>
    <dgm:cxn modelId="{9793B751-0832-4AAC-A57C-55B1751DF833}" type="presParOf" srcId="{3A8BE3B7-14B6-4285-97AF-B9AA2802AE32}" destId="{16789E7B-66EA-4057-A170-EBE5BB0E9E77}" srcOrd="2" destOrd="0" presId="urn:microsoft.com/office/officeart/2005/8/layout/target3"/>
    <dgm:cxn modelId="{298A3A56-5F20-44A9-8A1E-E82C77E09F46}" type="presParOf" srcId="{3A8BE3B7-14B6-4285-97AF-B9AA2802AE32}" destId="{38813A7F-A5BC-43E3-8B62-50728CF3EF89}" srcOrd="3" destOrd="0" presId="urn:microsoft.com/office/officeart/2005/8/layout/target3"/>
    <dgm:cxn modelId="{01C1603D-08BC-46F5-BA36-6A72A223B23A}" type="presParOf" srcId="{3A8BE3B7-14B6-4285-97AF-B9AA2802AE32}" destId="{8AB729F0-6055-4FE2-8FF7-A5699696FED3}" srcOrd="4" destOrd="0" presId="urn:microsoft.com/office/officeart/2005/8/layout/target3"/>
    <dgm:cxn modelId="{5B7CAA58-E63A-4322-835D-E099E882BC1A}" type="presParOf" srcId="{3A8BE3B7-14B6-4285-97AF-B9AA2802AE32}" destId="{E52992E6-0A0B-4703-BE4C-8431A6D76142}" srcOrd="5" destOrd="0" presId="urn:microsoft.com/office/officeart/2005/8/layout/target3"/>
    <dgm:cxn modelId="{E9B5ED9C-5DF5-44D3-9FC6-846EDD0A57F0}" type="presParOf" srcId="{3A8BE3B7-14B6-4285-97AF-B9AA2802AE32}" destId="{554B371B-D218-4196-B909-50B257C78027}" srcOrd="6" destOrd="0" presId="urn:microsoft.com/office/officeart/2005/8/layout/target3"/>
    <dgm:cxn modelId="{E5892F7A-3BF6-4454-8703-AEB4C401F14A}" type="presParOf" srcId="{3A8BE3B7-14B6-4285-97AF-B9AA2802AE32}" destId="{03B6873E-C5E9-490B-B025-1F483E8A39B8}" srcOrd="7" destOrd="0" presId="urn:microsoft.com/office/officeart/2005/8/layout/target3"/>
    <dgm:cxn modelId="{0B24CD6D-C051-4124-A3FB-41616662A275}" type="presParOf" srcId="{3A8BE3B7-14B6-4285-97AF-B9AA2802AE32}" destId="{8931E32D-27B6-4B83-9B1C-2767CD93222C}" srcOrd="8" destOrd="0" presId="urn:microsoft.com/office/officeart/2005/8/layout/target3"/>
    <dgm:cxn modelId="{BBF7F8B7-7DDD-45F3-B8FA-1222BEA95819}" type="presParOf" srcId="{3A8BE3B7-14B6-4285-97AF-B9AA2802AE32}" destId="{0D5FA269-8E38-4C90-8B33-99B42CB36C99}" srcOrd="9" destOrd="0" presId="urn:microsoft.com/office/officeart/2005/8/layout/target3"/>
    <dgm:cxn modelId="{F4C5C8FC-950E-4958-8FB9-2A80C60C449E}" type="presParOf" srcId="{3A8BE3B7-14B6-4285-97AF-B9AA2802AE32}" destId="{15B31987-4B11-40C5-9049-F1E798F5911B}" srcOrd="10" destOrd="0" presId="urn:microsoft.com/office/officeart/2005/8/layout/target3"/>
    <dgm:cxn modelId="{528D8411-6798-4933-B6ED-5DA02C4DA601}" type="presParOf" srcId="{3A8BE3B7-14B6-4285-97AF-B9AA2802AE32}" destId="{FCD06F73-2D7A-4B37-8431-22F472FB5144}" srcOrd="11" destOrd="0" presId="urn:microsoft.com/office/officeart/2005/8/layout/target3"/>
    <dgm:cxn modelId="{6C499573-6E3E-4627-B0C7-2BB89BA8F2B1}" type="presParOf" srcId="{3A8BE3B7-14B6-4285-97AF-B9AA2802AE32}" destId="{332E2945-DC3C-4243-AF7E-E450B6451577}" srcOrd="12" destOrd="0" presId="urn:microsoft.com/office/officeart/2005/8/layout/target3"/>
    <dgm:cxn modelId="{3E1ACD6A-26B2-4BFF-9527-6ABD5ADFBE73}" type="presParOf" srcId="{3A8BE3B7-14B6-4285-97AF-B9AA2802AE32}" destId="{B3018C86-0D8D-4F8F-9EC9-203A5CE19277}" srcOrd="13" destOrd="0" presId="urn:microsoft.com/office/officeart/2005/8/layout/target3"/>
    <dgm:cxn modelId="{CFE7277C-7C8B-4EE2-86B9-448AFB9405C2}" type="presParOf" srcId="{3A8BE3B7-14B6-4285-97AF-B9AA2802AE32}" destId="{3BEA5184-45DC-4514-9136-0F900A5A16B5}" srcOrd="14" destOrd="0" presId="urn:microsoft.com/office/officeart/2005/8/layout/target3"/>
    <dgm:cxn modelId="{1E5C11AA-EF89-4D4D-A611-9EFE1D2152AF}" type="presParOf" srcId="{3A8BE3B7-14B6-4285-97AF-B9AA2802AE32}" destId="{5D812CB7-018A-4748-82D7-C59A4407A9C1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166905-05F6-4782-867D-82465A2E5AE3}" type="doc">
      <dgm:prSet loTypeId="urn:microsoft.com/office/officeart/2008/layout/PictureStrips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60CD20-8DF1-4045-AD79-8D61B321F591}">
      <dgm:prSet phldrT="[Text]"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Xây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dựng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website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nhà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CA1348CF-CBED-4DA4-B228-205C48FD29C7}" type="parTrans" cxnId="{21BFD05A-7674-4F80-B447-9F1F778584B3}">
      <dgm:prSet/>
      <dgm:spPr/>
      <dgm:t>
        <a:bodyPr/>
        <a:lstStyle/>
        <a:p>
          <a:endParaRPr lang="en-US" sz="2500"/>
        </a:p>
      </dgm:t>
    </dgm:pt>
    <dgm:pt modelId="{27346889-273F-4019-81C1-B0C8ED5BA488}" type="sibTrans" cxnId="{21BFD05A-7674-4F80-B447-9F1F778584B3}">
      <dgm:prSet/>
      <dgm:spPr/>
      <dgm:t>
        <a:bodyPr/>
        <a:lstStyle/>
        <a:p>
          <a:endParaRPr lang="en-US" sz="2500"/>
        </a:p>
      </dgm:t>
    </dgm:pt>
    <dgm:pt modelId="{DB794B1D-39B3-4CC7-8A43-3ABAD2C35B2D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Quản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món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ăn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đơn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dirty="0" err="1">
              <a:latin typeface="Arial" panose="020B0604020202020204" pitchFamily="34" charset="0"/>
              <a:cs typeface="Arial" panose="020B0604020202020204" pitchFamily="34" charset="0"/>
            </a:rPr>
            <a:t>khách</a:t>
          </a:r>
          <a:r>
            <a:rPr lang="en-US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altLang="en-US" sz="1800" b="0" dirty="0">
              <a:latin typeface="Arial" panose="020B0604020202020204" pitchFamily="34" charset="0"/>
              <a:cs typeface="Arial" panose="020B0604020202020204" pitchFamily="34" charset="0"/>
            </a:rPr>
            <a:t>hàng.</a:t>
          </a:r>
          <a:endParaRPr lang="en-US" altLang="en-US" sz="18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B82FB0-E6E6-4EB2-A061-F2B040DD7F3C}" type="parTrans" cxnId="{E9537FB9-7275-4E45-AB2B-F86E33C3DCCC}">
      <dgm:prSet/>
      <dgm:spPr/>
      <dgm:t>
        <a:bodyPr/>
        <a:lstStyle/>
        <a:p>
          <a:endParaRPr lang="en-US"/>
        </a:p>
      </dgm:t>
    </dgm:pt>
    <dgm:pt modelId="{8EFA8AB6-AE5A-4293-A089-AEB62F307948}" type="sibTrans" cxnId="{E9537FB9-7275-4E45-AB2B-F86E33C3DCCC}">
      <dgm:prSet/>
      <dgm:spPr/>
      <dgm:t>
        <a:bodyPr/>
        <a:lstStyle/>
        <a:p>
          <a:endParaRPr lang="en-US"/>
        </a:p>
      </dgm:t>
    </dgm:pt>
    <dgm:pt modelId="{BCECC55B-7E65-4A85-A071-0D7B6B34F858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gợi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ý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món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ăn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cá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nhân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altLang="en-US" sz="1900" b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D5C4A0F3-1204-4CD7-9115-0FA608CA10A9}" type="parTrans" cxnId="{B711FD7E-A356-48AA-872D-460966F58E62}">
      <dgm:prSet/>
      <dgm:spPr/>
      <dgm:t>
        <a:bodyPr/>
        <a:lstStyle/>
        <a:p>
          <a:endParaRPr lang="en-US"/>
        </a:p>
      </dgm:t>
    </dgm:pt>
    <dgm:pt modelId="{64E4E404-FEA1-44AE-94E5-F63856B0DF87}" type="sibTrans" cxnId="{B711FD7E-A356-48AA-872D-460966F58E62}">
      <dgm:prSet/>
      <dgm:spPr/>
      <dgm:t>
        <a:bodyPr/>
        <a:lstStyle/>
        <a:p>
          <a:endParaRPr lang="en-US"/>
        </a:p>
      </dgm:t>
    </dgm:pt>
    <dgm:pt modelId="{50D481CF-D6AF-4F79-B0D0-562E0786FDF4}" type="pres">
      <dgm:prSet presAssocID="{50166905-05F6-4782-867D-82465A2E5AE3}" presName="Name0" presStyleCnt="0">
        <dgm:presLayoutVars>
          <dgm:dir/>
          <dgm:resizeHandles val="exact"/>
        </dgm:presLayoutVars>
      </dgm:prSet>
      <dgm:spPr/>
    </dgm:pt>
    <dgm:pt modelId="{3B671397-01F1-4795-A6CE-F424050BDD9F}" type="pres">
      <dgm:prSet presAssocID="{1460CD20-8DF1-4045-AD79-8D61B321F591}" presName="composite" presStyleCnt="0"/>
      <dgm:spPr/>
    </dgm:pt>
    <dgm:pt modelId="{3832DB8D-54FA-48ED-9F33-1CA0C03B6CAB}" type="pres">
      <dgm:prSet presAssocID="{1460CD20-8DF1-4045-AD79-8D61B321F591}" presName="rect1" presStyleLbl="trAlignAcc1" presStyleIdx="0" presStyleCnt="3">
        <dgm:presLayoutVars>
          <dgm:bulletEnabled val="1"/>
        </dgm:presLayoutVars>
      </dgm:prSet>
      <dgm:spPr/>
    </dgm:pt>
    <dgm:pt modelId="{25D57F7B-D4B7-43D7-84A7-3AFDDE3D455C}" type="pres">
      <dgm:prSet presAssocID="{1460CD20-8DF1-4045-AD79-8D61B321F591}" presName="rect2" presStyleLbl="fgImgPlace1" presStyleIdx="0" presStyleCnt="3"/>
      <dgm:spPr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5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17000" r="-17000"/>
          </a:stretch>
        </a:blipFill>
      </dgm:spPr>
    </dgm:pt>
    <dgm:pt modelId="{415EEC46-5C65-45D9-9EBC-A38FB46070E7}" type="pres">
      <dgm:prSet presAssocID="{27346889-273F-4019-81C1-B0C8ED5BA488}" presName="sibTrans" presStyleCnt="0"/>
      <dgm:spPr/>
    </dgm:pt>
    <dgm:pt modelId="{C478BA9C-6EFF-48DE-8081-F4942A3ACD95}" type="pres">
      <dgm:prSet presAssocID="{DB794B1D-39B3-4CC7-8A43-3ABAD2C35B2D}" presName="composite" presStyleCnt="0"/>
      <dgm:spPr/>
    </dgm:pt>
    <dgm:pt modelId="{EA0521F6-30A8-4A80-B73B-4D5489F2634E}" type="pres">
      <dgm:prSet presAssocID="{DB794B1D-39B3-4CC7-8A43-3ABAD2C35B2D}" presName="rect1" presStyleLbl="trAlignAcc1" presStyleIdx="1" presStyleCnt="3">
        <dgm:presLayoutVars>
          <dgm:bulletEnabled val="1"/>
        </dgm:presLayoutVars>
      </dgm:prSet>
      <dgm:spPr/>
    </dgm:pt>
    <dgm:pt modelId="{78B1ACD0-8171-4310-BA3C-01F8C8476698}" type="pres">
      <dgm:prSet presAssocID="{DB794B1D-39B3-4CC7-8A43-3ABAD2C35B2D}" presName="rect2" presStyleLbl="fgImgPlace1" presStyleIdx="1" presStyleCnt="3"/>
      <dgm:spPr>
        <a:blipFill>
          <a:blip xmlns:r="http://schemas.openxmlformats.org/officeDocument/2006/relationships" r:embed="rId2">
            <a:duotone>
              <a:schemeClr val="accent5">
                <a:hueOff val="-3364820"/>
                <a:satOff val="-11474"/>
                <a:lumOff val="-1911"/>
                <a:alphaOff val="0"/>
                <a:shade val="20000"/>
                <a:satMod val="200000"/>
              </a:schemeClr>
              <a:schemeClr val="accent5">
                <a:hueOff val="-3364820"/>
                <a:satOff val="-11474"/>
                <a:lumOff val="-1911"/>
                <a:alphaOff val="0"/>
                <a:tint val="12000"/>
                <a:satMod val="190000"/>
              </a:schemeClr>
            </a:duotone>
          </a:blip>
          <a:srcRect/>
          <a:stretch>
            <a:fillRect l="-43000" r="-43000"/>
          </a:stretch>
        </a:blipFill>
      </dgm:spPr>
    </dgm:pt>
    <dgm:pt modelId="{23B4A149-E987-410B-B8CD-40F97C7F8141}" type="pres">
      <dgm:prSet presAssocID="{8EFA8AB6-AE5A-4293-A089-AEB62F307948}" presName="sibTrans" presStyleCnt="0"/>
      <dgm:spPr/>
    </dgm:pt>
    <dgm:pt modelId="{82D9BD0F-5A9B-4BC6-AEFA-ABD81D7BB511}" type="pres">
      <dgm:prSet presAssocID="{BCECC55B-7E65-4A85-A071-0D7B6B34F858}" presName="composite" presStyleCnt="0"/>
      <dgm:spPr/>
    </dgm:pt>
    <dgm:pt modelId="{13094E6A-27A7-44F6-AC49-6146144A601A}" type="pres">
      <dgm:prSet presAssocID="{BCECC55B-7E65-4A85-A071-0D7B6B34F858}" presName="rect1" presStyleLbl="trAlignAcc1" presStyleIdx="2" presStyleCnt="3">
        <dgm:presLayoutVars>
          <dgm:bulletEnabled val="1"/>
        </dgm:presLayoutVars>
      </dgm:prSet>
      <dgm:spPr/>
    </dgm:pt>
    <dgm:pt modelId="{C5B54F29-0914-4CD9-AFC9-6C7FA5A7B47F}" type="pres">
      <dgm:prSet presAssocID="{BCECC55B-7E65-4A85-A071-0D7B6B34F858}" presName="rect2" presStyleLbl="fgImgPlace1" presStyleIdx="2" presStyleCnt="3"/>
      <dgm:spPr>
        <a:blipFill>
          <a:blip xmlns:r="http://schemas.openxmlformats.org/officeDocument/2006/relationships" r:embed="rId3">
            <a:duotone>
              <a:schemeClr val="accent5">
                <a:hueOff val="-6729641"/>
                <a:satOff val="-22947"/>
                <a:lumOff val="-3823"/>
                <a:alphaOff val="0"/>
                <a:shade val="20000"/>
                <a:satMod val="200000"/>
              </a:schemeClr>
              <a:schemeClr val="accent5">
                <a:hueOff val="-6729641"/>
                <a:satOff val="-22947"/>
                <a:lumOff val="-3823"/>
                <a:alphaOff val="0"/>
                <a:tint val="12000"/>
                <a:satMod val="190000"/>
              </a:schemeClr>
            </a:duotone>
          </a:blip>
          <a:srcRect/>
          <a:stretch>
            <a:fillRect l="-26000" r="-26000"/>
          </a:stretch>
        </a:blipFill>
      </dgm:spPr>
    </dgm:pt>
  </dgm:ptLst>
  <dgm:cxnLst>
    <dgm:cxn modelId="{9B140625-50A8-4369-9A91-1D2A3937423F}" type="presOf" srcId="{DB794B1D-39B3-4CC7-8A43-3ABAD2C35B2D}" destId="{EA0521F6-30A8-4A80-B73B-4D5489F2634E}" srcOrd="0" destOrd="0" presId="urn:microsoft.com/office/officeart/2008/layout/PictureStrips"/>
    <dgm:cxn modelId="{94E8E23E-74F3-4B2E-B5C2-5A1CA1F6E5D9}" type="presOf" srcId="{50166905-05F6-4782-867D-82465A2E5AE3}" destId="{50D481CF-D6AF-4F79-B0D0-562E0786FDF4}" srcOrd="0" destOrd="0" presId="urn:microsoft.com/office/officeart/2008/layout/PictureStrips"/>
    <dgm:cxn modelId="{1605C645-62D3-4C78-889F-53F15A72097B}" type="presOf" srcId="{BCECC55B-7E65-4A85-A071-0D7B6B34F858}" destId="{13094E6A-27A7-44F6-AC49-6146144A601A}" srcOrd="0" destOrd="0" presId="urn:microsoft.com/office/officeart/2008/layout/PictureStrips"/>
    <dgm:cxn modelId="{21BFD05A-7674-4F80-B447-9F1F778584B3}" srcId="{50166905-05F6-4782-867D-82465A2E5AE3}" destId="{1460CD20-8DF1-4045-AD79-8D61B321F591}" srcOrd="0" destOrd="0" parTransId="{CA1348CF-CBED-4DA4-B228-205C48FD29C7}" sibTransId="{27346889-273F-4019-81C1-B0C8ED5BA488}"/>
    <dgm:cxn modelId="{B711FD7E-A356-48AA-872D-460966F58E62}" srcId="{50166905-05F6-4782-867D-82465A2E5AE3}" destId="{BCECC55B-7E65-4A85-A071-0D7B6B34F858}" srcOrd="2" destOrd="0" parTransId="{D5C4A0F3-1204-4CD7-9115-0FA608CA10A9}" sibTransId="{64E4E404-FEA1-44AE-94E5-F63856B0DF87}"/>
    <dgm:cxn modelId="{8DF07C97-45D9-4B5D-BDA9-445EA25C0A29}" type="presOf" srcId="{1460CD20-8DF1-4045-AD79-8D61B321F591}" destId="{3832DB8D-54FA-48ED-9F33-1CA0C03B6CAB}" srcOrd="0" destOrd="0" presId="urn:microsoft.com/office/officeart/2008/layout/PictureStrips"/>
    <dgm:cxn modelId="{E9537FB9-7275-4E45-AB2B-F86E33C3DCCC}" srcId="{50166905-05F6-4782-867D-82465A2E5AE3}" destId="{DB794B1D-39B3-4CC7-8A43-3ABAD2C35B2D}" srcOrd="1" destOrd="0" parTransId="{AFB82FB0-E6E6-4EB2-A061-F2B040DD7F3C}" sibTransId="{8EFA8AB6-AE5A-4293-A089-AEB62F307948}"/>
    <dgm:cxn modelId="{CB46AB3A-2AF7-465D-9EB5-15DCFA109944}" type="presParOf" srcId="{50D481CF-D6AF-4F79-B0D0-562E0786FDF4}" destId="{3B671397-01F1-4795-A6CE-F424050BDD9F}" srcOrd="0" destOrd="0" presId="urn:microsoft.com/office/officeart/2008/layout/PictureStrips"/>
    <dgm:cxn modelId="{142D4E49-C753-4E69-8656-F332ABBD7B9A}" type="presParOf" srcId="{3B671397-01F1-4795-A6CE-F424050BDD9F}" destId="{3832DB8D-54FA-48ED-9F33-1CA0C03B6CAB}" srcOrd="0" destOrd="0" presId="urn:microsoft.com/office/officeart/2008/layout/PictureStrips"/>
    <dgm:cxn modelId="{22D1D869-B914-4CE2-8AE1-071B7727AE82}" type="presParOf" srcId="{3B671397-01F1-4795-A6CE-F424050BDD9F}" destId="{25D57F7B-D4B7-43D7-84A7-3AFDDE3D455C}" srcOrd="1" destOrd="0" presId="urn:microsoft.com/office/officeart/2008/layout/PictureStrips"/>
    <dgm:cxn modelId="{78F4DFC8-474C-4FD1-9FF7-8C63CB2D9276}" type="presParOf" srcId="{50D481CF-D6AF-4F79-B0D0-562E0786FDF4}" destId="{415EEC46-5C65-45D9-9EBC-A38FB46070E7}" srcOrd="1" destOrd="0" presId="urn:microsoft.com/office/officeart/2008/layout/PictureStrips"/>
    <dgm:cxn modelId="{975998AF-AF12-4E6C-B681-7621837F0BC0}" type="presParOf" srcId="{50D481CF-D6AF-4F79-B0D0-562E0786FDF4}" destId="{C478BA9C-6EFF-48DE-8081-F4942A3ACD95}" srcOrd="2" destOrd="0" presId="urn:microsoft.com/office/officeart/2008/layout/PictureStrips"/>
    <dgm:cxn modelId="{F09A98B3-0703-4227-A626-505ECAD4A6FC}" type="presParOf" srcId="{C478BA9C-6EFF-48DE-8081-F4942A3ACD95}" destId="{EA0521F6-30A8-4A80-B73B-4D5489F2634E}" srcOrd="0" destOrd="0" presId="urn:microsoft.com/office/officeart/2008/layout/PictureStrips"/>
    <dgm:cxn modelId="{5527E2FB-1854-4A75-95FB-AE168228CAE3}" type="presParOf" srcId="{C478BA9C-6EFF-48DE-8081-F4942A3ACD95}" destId="{78B1ACD0-8171-4310-BA3C-01F8C8476698}" srcOrd="1" destOrd="0" presId="urn:microsoft.com/office/officeart/2008/layout/PictureStrips"/>
    <dgm:cxn modelId="{E343832F-C648-4B4E-B58D-F67B8E242FAA}" type="presParOf" srcId="{50D481CF-D6AF-4F79-B0D0-562E0786FDF4}" destId="{23B4A149-E987-410B-B8CD-40F97C7F8141}" srcOrd="3" destOrd="0" presId="urn:microsoft.com/office/officeart/2008/layout/PictureStrips"/>
    <dgm:cxn modelId="{4830FC2F-5BE5-49D7-9079-E8B907DD8788}" type="presParOf" srcId="{50D481CF-D6AF-4F79-B0D0-562E0786FDF4}" destId="{82D9BD0F-5A9B-4BC6-AEFA-ABD81D7BB511}" srcOrd="4" destOrd="0" presId="urn:microsoft.com/office/officeart/2008/layout/PictureStrips"/>
    <dgm:cxn modelId="{CA21FA19-733F-48AD-A805-7E559BDD419D}" type="presParOf" srcId="{82D9BD0F-5A9B-4BC6-AEFA-ABD81D7BB511}" destId="{13094E6A-27A7-44F6-AC49-6146144A601A}" srcOrd="0" destOrd="0" presId="urn:microsoft.com/office/officeart/2008/layout/PictureStrips"/>
    <dgm:cxn modelId="{23A4C2C1-767C-4A43-892C-E46A1479DA09}" type="presParOf" srcId="{82D9BD0F-5A9B-4BC6-AEFA-ABD81D7BB511}" destId="{C5B54F29-0914-4CD9-AFC9-6C7FA5A7B47F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46B16D-8B1D-4F4A-B49E-77939EFD4974}" type="doc">
      <dgm:prSet loTypeId="urn:microsoft.com/office/officeart/2008/layout/VerticalCurvedList" loCatId="list" qsTypeId="urn:microsoft.com/office/officeart/2005/8/quickstyle/3d2" qsCatId="3D" csTypeId="urn:microsoft.com/office/officeart/2005/8/colors/colorful5" csCatId="colorful" phldr="1"/>
      <dgm:spPr/>
    </dgm:pt>
    <dgm:pt modelId="{8D7A5E37-5847-49F2-9159-AC477E9B284E}">
      <dgm:prSet phldrT="[Text]" phldr="0" custT="1"/>
      <dgm:spPr/>
      <dgm:t>
        <a:bodyPr vert="horz" wrap="square"/>
        <a:lstStyle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b="0" dirty="0"/>
            <a:t>Nghiên cứu lý thuyết</a:t>
          </a:r>
        </a:p>
      </dgm:t>
    </dgm:pt>
    <dgm:pt modelId="{1519CF52-1C6E-4CAD-B9AD-7FAE5BDA13D8}" type="parTrans" cxnId="{CE28518A-A323-4DF2-9DA5-A67FF9895F13}">
      <dgm:prSet/>
      <dgm:spPr/>
      <dgm:t>
        <a:bodyPr/>
        <a:lstStyle/>
        <a:p>
          <a:endParaRPr lang="en-US"/>
        </a:p>
      </dgm:t>
    </dgm:pt>
    <dgm:pt modelId="{541C0EE0-1A3A-4175-A84E-5E2AED5AEB32}" type="sibTrans" cxnId="{CE28518A-A323-4DF2-9DA5-A67FF9895F13}">
      <dgm:prSet/>
      <dgm:spPr/>
      <dgm:t>
        <a:bodyPr/>
        <a:lstStyle/>
        <a:p>
          <a:endParaRPr lang="en-US"/>
        </a:p>
      </dgm:t>
    </dgm:pt>
    <dgm:pt modelId="{55F44657-C8C5-431E-80F9-7FC81C36E5D3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dirty="0"/>
            <a:t>Thực nghiệm</a:t>
          </a:r>
        </a:p>
      </dgm:t>
    </dgm:pt>
    <dgm:pt modelId="{1522CCDA-4D3B-4832-9DDF-4E0F395FF4AB}" type="parTrans" cxnId="{05817163-4D5B-4658-9310-23A72EB84F1D}">
      <dgm:prSet/>
      <dgm:spPr/>
      <dgm:t>
        <a:bodyPr/>
        <a:lstStyle/>
        <a:p>
          <a:endParaRPr lang="en-US"/>
        </a:p>
      </dgm:t>
    </dgm:pt>
    <dgm:pt modelId="{0329E535-72D8-459A-A7A7-EC3BE70163DC}" type="sibTrans" cxnId="{05817163-4D5B-4658-9310-23A72EB84F1D}">
      <dgm:prSet/>
      <dgm:spPr/>
      <dgm:t>
        <a:bodyPr/>
        <a:lstStyle/>
        <a:p>
          <a:endParaRPr lang="en-US"/>
        </a:p>
      </dgm:t>
    </dgm:pt>
    <dgm:pt modelId="{E2F8C06A-5DD5-4B82-8A84-FFFFBD037152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dirty="0"/>
            <a:t>Khảo sát</a:t>
          </a:r>
        </a:p>
      </dgm:t>
    </dgm:pt>
    <dgm:pt modelId="{A2EBBF39-6E37-4F4E-B949-E08FB5462B79}" type="parTrans" cxnId="{4B27D546-8E77-4C26-A6D0-ACE9BD1D6B52}">
      <dgm:prSet/>
      <dgm:spPr/>
      <dgm:t>
        <a:bodyPr/>
        <a:lstStyle/>
        <a:p>
          <a:endParaRPr lang="en-US"/>
        </a:p>
      </dgm:t>
    </dgm:pt>
    <dgm:pt modelId="{66BAE653-02EE-419C-8058-5CAE5EFE5212}" type="sibTrans" cxnId="{4B27D546-8E77-4C26-A6D0-ACE9BD1D6B52}">
      <dgm:prSet/>
      <dgm:spPr/>
      <dgm:t>
        <a:bodyPr/>
        <a:lstStyle/>
        <a:p>
          <a:endParaRPr lang="en-US"/>
        </a:p>
      </dgm:t>
    </dgm:pt>
    <dgm:pt modelId="{F27C0EDD-7FB1-40FB-9020-FDCBBE00C747}" type="pres">
      <dgm:prSet presAssocID="{8C46B16D-8B1D-4F4A-B49E-77939EFD4974}" presName="Name0" presStyleCnt="0">
        <dgm:presLayoutVars>
          <dgm:chMax val="7"/>
          <dgm:chPref val="7"/>
          <dgm:dir/>
        </dgm:presLayoutVars>
      </dgm:prSet>
      <dgm:spPr/>
    </dgm:pt>
    <dgm:pt modelId="{A00D68A5-AC07-49AF-B4BA-93CF30FF1001}" type="pres">
      <dgm:prSet presAssocID="{8C46B16D-8B1D-4F4A-B49E-77939EFD4974}" presName="Name1" presStyleCnt="0"/>
      <dgm:spPr/>
    </dgm:pt>
    <dgm:pt modelId="{EC7C6494-4C39-46E0-8AF1-8E5BAEABFF55}" type="pres">
      <dgm:prSet presAssocID="{8C46B16D-8B1D-4F4A-B49E-77939EFD4974}" presName="cycle" presStyleCnt="0"/>
      <dgm:spPr/>
    </dgm:pt>
    <dgm:pt modelId="{5EADC682-6953-4FE1-A7A5-993BA41ED61A}" type="pres">
      <dgm:prSet presAssocID="{8C46B16D-8B1D-4F4A-B49E-77939EFD4974}" presName="srcNode" presStyleLbl="node1" presStyleIdx="0" presStyleCnt="3"/>
      <dgm:spPr/>
    </dgm:pt>
    <dgm:pt modelId="{E5629F76-9B37-4433-8A94-596A38F7DEA4}" type="pres">
      <dgm:prSet presAssocID="{8C46B16D-8B1D-4F4A-B49E-77939EFD4974}" presName="conn" presStyleLbl="parChTrans1D2" presStyleIdx="0" presStyleCnt="1"/>
      <dgm:spPr/>
    </dgm:pt>
    <dgm:pt modelId="{75ED7C2E-F2E8-4743-88DB-D0784440044A}" type="pres">
      <dgm:prSet presAssocID="{8C46B16D-8B1D-4F4A-B49E-77939EFD4974}" presName="extraNode" presStyleLbl="node1" presStyleIdx="0" presStyleCnt="3"/>
      <dgm:spPr/>
    </dgm:pt>
    <dgm:pt modelId="{EB112CBD-24CB-4749-8BCF-7097FAB1B680}" type="pres">
      <dgm:prSet presAssocID="{8C46B16D-8B1D-4F4A-B49E-77939EFD4974}" presName="dstNode" presStyleLbl="node1" presStyleIdx="0" presStyleCnt="3"/>
      <dgm:spPr/>
    </dgm:pt>
    <dgm:pt modelId="{FA548E16-3D1A-4F2A-A52B-944A4DEF8E3F}" type="pres">
      <dgm:prSet presAssocID="{8D7A5E37-5847-49F2-9159-AC477E9B284E}" presName="text_1" presStyleLbl="node1" presStyleIdx="0" presStyleCnt="3">
        <dgm:presLayoutVars>
          <dgm:bulletEnabled val="1"/>
        </dgm:presLayoutVars>
      </dgm:prSet>
      <dgm:spPr/>
    </dgm:pt>
    <dgm:pt modelId="{47648CB3-39BE-4744-B909-AEACC749606D}" type="pres">
      <dgm:prSet presAssocID="{8D7A5E37-5847-49F2-9159-AC477E9B284E}" presName="accent_1" presStyleCnt="0"/>
      <dgm:spPr/>
    </dgm:pt>
    <dgm:pt modelId="{BD2DA7DE-7514-4F31-A20F-6F113200A812}" type="pres">
      <dgm:prSet presAssocID="{8D7A5E37-5847-49F2-9159-AC477E9B284E}" presName="accentRepeatNode" presStyleLbl="solidFgAcc1" presStyleIdx="0" presStyleCnt="3"/>
      <dgm:spPr/>
    </dgm:pt>
    <dgm:pt modelId="{C64B9B12-BB1A-4C24-975E-DF8D86E04732}" type="pres">
      <dgm:prSet presAssocID="{55F44657-C8C5-431E-80F9-7FC81C36E5D3}" presName="text_2" presStyleLbl="node1" presStyleIdx="1" presStyleCnt="3">
        <dgm:presLayoutVars>
          <dgm:bulletEnabled val="1"/>
        </dgm:presLayoutVars>
      </dgm:prSet>
      <dgm:spPr/>
    </dgm:pt>
    <dgm:pt modelId="{A5D3F31A-0F50-4622-B899-B6B6D2FCE1C8}" type="pres">
      <dgm:prSet presAssocID="{55F44657-C8C5-431E-80F9-7FC81C36E5D3}" presName="accent_2" presStyleCnt="0"/>
      <dgm:spPr/>
    </dgm:pt>
    <dgm:pt modelId="{C1540CDB-D910-4C8B-85C1-5E99C13E61A7}" type="pres">
      <dgm:prSet presAssocID="{55F44657-C8C5-431E-80F9-7FC81C36E5D3}" presName="accentRepeatNode" presStyleLbl="solidFgAcc1" presStyleIdx="1" presStyleCnt="3"/>
      <dgm:spPr/>
    </dgm:pt>
    <dgm:pt modelId="{64558019-058C-424A-B0B3-1D27B732D688}" type="pres">
      <dgm:prSet presAssocID="{E2F8C06A-5DD5-4B82-8A84-FFFFBD037152}" presName="text_3" presStyleLbl="node1" presStyleIdx="2" presStyleCnt="3">
        <dgm:presLayoutVars>
          <dgm:bulletEnabled val="1"/>
        </dgm:presLayoutVars>
      </dgm:prSet>
      <dgm:spPr/>
    </dgm:pt>
    <dgm:pt modelId="{05F80A84-2BD8-47F4-9EBF-112D6129F4EF}" type="pres">
      <dgm:prSet presAssocID="{E2F8C06A-5DD5-4B82-8A84-FFFFBD037152}" presName="accent_3" presStyleCnt="0"/>
      <dgm:spPr/>
    </dgm:pt>
    <dgm:pt modelId="{A241B770-6945-42E4-9791-0FDD64EF59FC}" type="pres">
      <dgm:prSet presAssocID="{E2F8C06A-5DD5-4B82-8A84-FFFFBD037152}" presName="accentRepeatNode" presStyleLbl="solidFgAcc1" presStyleIdx="2" presStyleCnt="3"/>
      <dgm:spPr/>
    </dgm:pt>
  </dgm:ptLst>
  <dgm:cxnLst>
    <dgm:cxn modelId="{3FF65505-C1B4-4C62-B348-318E5F362641}" type="presOf" srcId="{541C0EE0-1A3A-4175-A84E-5E2AED5AEB32}" destId="{E5629F76-9B37-4433-8A94-596A38F7DEA4}" srcOrd="0" destOrd="0" presId="urn:microsoft.com/office/officeart/2008/layout/VerticalCurvedList"/>
    <dgm:cxn modelId="{DF9C5706-B07F-4BE8-BE00-87441762A259}" type="presOf" srcId="{8C46B16D-8B1D-4F4A-B49E-77939EFD4974}" destId="{F27C0EDD-7FB1-40FB-9020-FDCBBE00C747}" srcOrd="0" destOrd="0" presId="urn:microsoft.com/office/officeart/2008/layout/VerticalCurvedList"/>
    <dgm:cxn modelId="{2524DE09-7BBC-45CE-B959-CB6F5E38A1B9}" type="presOf" srcId="{E2F8C06A-5DD5-4B82-8A84-FFFFBD037152}" destId="{64558019-058C-424A-B0B3-1D27B732D688}" srcOrd="0" destOrd="0" presId="urn:microsoft.com/office/officeart/2008/layout/VerticalCurvedList"/>
    <dgm:cxn modelId="{05817163-4D5B-4658-9310-23A72EB84F1D}" srcId="{8C46B16D-8B1D-4F4A-B49E-77939EFD4974}" destId="{55F44657-C8C5-431E-80F9-7FC81C36E5D3}" srcOrd="1" destOrd="0" parTransId="{1522CCDA-4D3B-4832-9DDF-4E0F395FF4AB}" sibTransId="{0329E535-72D8-459A-A7A7-EC3BE70163DC}"/>
    <dgm:cxn modelId="{4B27D546-8E77-4C26-A6D0-ACE9BD1D6B52}" srcId="{8C46B16D-8B1D-4F4A-B49E-77939EFD4974}" destId="{E2F8C06A-5DD5-4B82-8A84-FFFFBD037152}" srcOrd="2" destOrd="0" parTransId="{A2EBBF39-6E37-4F4E-B949-E08FB5462B79}" sibTransId="{66BAE653-02EE-419C-8058-5CAE5EFE5212}"/>
    <dgm:cxn modelId="{CE28518A-A323-4DF2-9DA5-A67FF9895F13}" srcId="{8C46B16D-8B1D-4F4A-B49E-77939EFD4974}" destId="{8D7A5E37-5847-49F2-9159-AC477E9B284E}" srcOrd="0" destOrd="0" parTransId="{1519CF52-1C6E-4CAD-B9AD-7FAE5BDA13D8}" sibTransId="{541C0EE0-1A3A-4175-A84E-5E2AED5AEB32}"/>
    <dgm:cxn modelId="{2405B1EA-6A08-4D80-95D1-4C9FECA4D2D8}" type="presOf" srcId="{55F44657-C8C5-431E-80F9-7FC81C36E5D3}" destId="{C64B9B12-BB1A-4C24-975E-DF8D86E04732}" srcOrd="0" destOrd="0" presId="urn:microsoft.com/office/officeart/2008/layout/VerticalCurvedList"/>
    <dgm:cxn modelId="{657284FE-AE17-4956-A7B9-54EED7920759}" type="presOf" srcId="{8D7A5E37-5847-49F2-9159-AC477E9B284E}" destId="{FA548E16-3D1A-4F2A-A52B-944A4DEF8E3F}" srcOrd="0" destOrd="0" presId="urn:microsoft.com/office/officeart/2008/layout/VerticalCurvedList"/>
    <dgm:cxn modelId="{C6EE0DDD-9737-4490-98ED-37EFEAC462CE}" type="presParOf" srcId="{F27C0EDD-7FB1-40FB-9020-FDCBBE00C747}" destId="{A00D68A5-AC07-49AF-B4BA-93CF30FF1001}" srcOrd="0" destOrd="0" presId="urn:microsoft.com/office/officeart/2008/layout/VerticalCurvedList"/>
    <dgm:cxn modelId="{29AB3973-32DC-461B-B7EE-102D2A118123}" type="presParOf" srcId="{A00D68A5-AC07-49AF-B4BA-93CF30FF1001}" destId="{EC7C6494-4C39-46E0-8AF1-8E5BAEABFF55}" srcOrd="0" destOrd="0" presId="urn:microsoft.com/office/officeart/2008/layout/VerticalCurvedList"/>
    <dgm:cxn modelId="{96559CD6-356A-4F69-B8B7-DEFA96B2A2DC}" type="presParOf" srcId="{EC7C6494-4C39-46E0-8AF1-8E5BAEABFF55}" destId="{5EADC682-6953-4FE1-A7A5-993BA41ED61A}" srcOrd="0" destOrd="0" presId="urn:microsoft.com/office/officeart/2008/layout/VerticalCurvedList"/>
    <dgm:cxn modelId="{18B3A095-3C29-48EB-99A8-2F786F68C741}" type="presParOf" srcId="{EC7C6494-4C39-46E0-8AF1-8E5BAEABFF55}" destId="{E5629F76-9B37-4433-8A94-596A38F7DEA4}" srcOrd="1" destOrd="0" presId="urn:microsoft.com/office/officeart/2008/layout/VerticalCurvedList"/>
    <dgm:cxn modelId="{32F2D05E-51BD-4BA2-9F06-F6530504E855}" type="presParOf" srcId="{EC7C6494-4C39-46E0-8AF1-8E5BAEABFF55}" destId="{75ED7C2E-F2E8-4743-88DB-D0784440044A}" srcOrd="2" destOrd="0" presId="urn:microsoft.com/office/officeart/2008/layout/VerticalCurvedList"/>
    <dgm:cxn modelId="{DBE0A559-F8EE-46F0-A512-422D4A424AF6}" type="presParOf" srcId="{EC7C6494-4C39-46E0-8AF1-8E5BAEABFF55}" destId="{EB112CBD-24CB-4749-8BCF-7097FAB1B680}" srcOrd="3" destOrd="0" presId="urn:microsoft.com/office/officeart/2008/layout/VerticalCurvedList"/>
    <dgm:cxn modelId="{C59D9C7B-12D3-4889-972C-A6B4460D7349}" type="presParOf" srcId="{A00D68A5-AC07-49AF-B4BA-93CF30FF1001}" destId="{FA548E16-3D1A-4F2A-A52B-944A4DEF8E3F}" srcOrd="1" destOrd="0" presId="urn:microsoft.com/office/officeart/2008/layout/VerticalCurvedList"/>
    <dgm:cxn modelId="{9D63C8D2-8F3D-4613-AA69-2225C00F53ED}" type="presParOf" srcId="{A00D68A5-AC07-49AF-B4BA-93CF30FF1001}" destId="{47648CB3-39BE-4744-B909-AEACC749606D}" srcOrd="2" destOrd="0" presId="urn:microsoft.com/office/officeart/2008/layout/VerticalCurvedList"/>
    <dgm:cxn modelId="{82C1734A-93FF-4B9B-8991-C48D5DB1D86A}" type="presParOf" srcId="{47648CB3-39BE-4744-B909-AEACC749606D}" destId="{BD2DA7DE-7514-4F31-A20F-6F113200A812}" srcOrd="0" destOrd="0" presId="urn:microsoft.com/office/officeart/2008/layout/VerticalCurvedList"/>
    <dgm:cxn modelId="{D72ACCF3-2CC3-4F6F-B810-1E5F8B1D2F0B}" type="presParOf" srcId="{A00D68A5-AC07-49AF-B4BA-93CF30FF1001}" destId="{C64B9B12-BB1A-4C24-975E-DF8D86E04732}" srcOrd="3" destOrd="0" presId="urn:microsoft.com/office/officeart/2008/layout/VerticalCurvedList"/>
    <dgm:cxn modelId="{B804E4D1-76EF-411B-9554-96DC902C7B57}" type="presParOf" srcId="{A00D68A5-AC07-49AF-B4BA-93CF30FF1001}" destId="{A5D3F31A-0F50-4622-B899-B6B6D2FCE1C8}" srcOrd="4" destOrd="0" presId="urn:microsoft.com/office/officeart/2008/layout/VerticalCurvedList"/>
    <dgm:cxn modelId="{CE279D61-CFBD-4958-9FD8-CF48D225014C}" type="presParOf" srcId="{A5D3F31A-0F50-4622-B899-B6B6D2FCE1C8}" destId="{C1540CDB-D910-4C8B-85C1-5E99C13E61A7}" srcOrd="0" destOrd="0" presId="urn:microsoft.com/office/officeart/2008/layout/VerticalCurvedList"/>
    <dgm:cxn modelId="{E427ADA2-64A7-414A-875F-B870AEB17F8F}" type="presParOf" srcId="{A00D68A5-AC07-49AF-B4BA-93CF30FF1001}" destId="{64558019-058C-424A-B0B3-1D27B732D688}" srcOrd="5" destOrd="0" presId="urn:microsoft.com/office/officeart/2008/layout/VerticalCurvedList"/>
    <dgm:cxn modelId="{971AB8DE-9388-402A-ACF1-2E8953CC0010}" type="presParOf" srcId="{A00D68A5-AC07-49AF-B4BA-93CF30FF1001}" destId="{05F80A84-2BD8-47F4-9EBF-112D6129F4EF}" srcOrd="6" destOrd="0" presId="urn:microsoft.com/office/officeart/2008/layout/VerticalCurvedList"/>
    <dgm:cxn modelId="{01585B0F-C654-4BA4-9B0E-05C7B703BDFA}" type="presParOf" srcId="{05F80A84-2BD8-47F4-9EBF-112D6129F4EF}" destId="{A241B770-6945-42E4-9791-0FDD64EF59F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BC0BC-FDBE-44ED-BDC0-5C33D467A85D}">
      <dsp:nvSpPr>
        <dsp:cNvPr id="0" name=""/>
        <dsp:cNvSpPr/>
      </dsp:nvSpPr>
      <dsp:spPr>
        <a:xfrm>
          <a:off x="0" y="0"/>
          <a:ext cx="3678555" cy="3678555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789E7B-66EA-4057-A170-EBE5BB0E9E77}">
      <dsp:nvSpPr>
        <dsp:cNvPr id="0" name=""/>
        <dsp:cNvSpPr/>
      </dsp:nvSpPr>
      <dsp:spPr>
        <a:xfrm>
          <a:off x="1839277" y="0"/>
          <a:ext cx="6738937" cy="3678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Ngành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nhà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đang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đẩy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mạnh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chuyển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đổi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số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839277" y="0"/>
        <a:ext cx="6738937" cy="781692"/>
      </dsp:txXfrm>
    </dsp:sp>
    <dsp:sp modelId="{8AB729F0-6055-4FE2-8FF7-A5699696FED3}">
      <dsp:nvSpPr>
        <dsp:cNvPr id="0" name=""/>
        <dsp:cNvSpPr/>
      </dsp:nvSpPr>
      <dsp:spPr>
        <a:xfrm>
          <a:off x="482810" y="781692"/>
          <a:ext cx="2712934" cy="2712934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2992E6-0A0B-4703-BE4C-8431A6D76142}">
      <dsp:nvSpPr>
        <dsp:cNvPr id="0" name=""/>
        <dsp:cNvSpPr/>
      </dsp:nvSpPr>
      <dsp:spPr>
        <a:xfrm>
          <a:off x="1839277" y="781692"/>
          <a:ext cx="6738937" cy="27129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Nhiều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nhà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vẫn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thủ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dễ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sai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sót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839277" y="781692"/>
        <a:ext cx="6738937" cy="781692"/>
      </dsp:txXfrm>
    </dsp:sp>
    <dsp:sp modelId="{03B6873E-C5E9-490B-B025-1F483E8A39B8}">
      <dsp:nvSpPr>
        <dsp:cNvPr id="0" name=""/>
        <dsp:cNvSpPr/>
      </dsp:nvSpPr>
      <dsp:spPr>
        <a:xfrm>
          <a:off x="965620" y="1563385"/>
          <a:ext cx="1747313" cy="1747313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31E32D-27B6-4B83-9B1C-2767CD93222C}">
      <dsp:nvSpPr>
        <dsp:cNvPr id="0" name=""/>
        <dsp:cNvSpPr/>
      </dsp:nvSpPr>
      <dsp:spPr>
        <a:xfrm>
          <a:off x="1839277" y="1563385"/>
          <a:ext cx="6738937" cy="174731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Nhu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cầu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cá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nhân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trải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nghiệm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khách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ngày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càng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tăng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839277" y="1563385"/>
        <a:ext cx="6738937" cy="781692"/>
      </dsp:txXfrm>
    </dsp:sp>
    <dsp:sp modelId="{15B31987-4B11-40C5-9049-F1E798F5911B}">
      <dsp:nvSpPr>
        <dsp:cNvPr id="0" name=""/>
        <dsp:cNvSpPr/>
      </dsp:nvSpPr>
      <dsp:spPr>
        <a:xfrm>
          <a:off x="1448431" y="2345078"/>
          <a:ext cx="781692" cy="781692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D06F73-2D7A-4B37-8431-22F472FB5144}">
      <dsp:nvSpPr>
        <dsp:cNvPr id="0" name=""/>
        <dsp:cNvSpPr/>
      </dsp:nvSpPr>
      <dsp:spPr>
        <a:xfrm>
          <a:off x="1839277" y="2345078"/>
          <a:ext cx="6738937" cy="78169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Xây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dựng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kết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gợi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ý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món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kern="1200" dirty="0" err="1">
              <a:latin typeface="Arial" panose="020B0604020202020204" pitchFamily="34" charset="0"/>
              <a:cs typeface="Arial" panose="020B0604020202020204" pitchFamily="34" charset="0"/>
            </a:rPr>
            <a:t>ăn</a:t>
          </a:r>
          <a:r>
            <a:rPr lang="en-US" alt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839277" y="2345078"/>
        <a:ext cx="6738937" cy="7816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2DB8D-54FA-48ED-9F33-1CA0C03B6CAB}">
      <dsp:nvSpPr>
        <dsp:cNvPr id="0" name=""/>
        <dsp:cNvSpPr/>
      </dsp:nvSpPr>
      <dsp:spPr>
        <a:xfrm>
          <a:off x="171617" y="474957"/>
          <a:ext cx="4028142" cy="125879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624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Xây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dựng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website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quản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nhà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71617" y="474957"/>
        <a:ext cx="4028142" cy="1258794"/>
      </dsp:txXfrm>
    </dsp:sp>
    <dsp:sp modelId="{25D57F7B-D4B7-43D7-84A7-3AFDDE3D455C}">
      <dsp:nvSpPr>
        <dsp:cNvPr id="0" name=""/>
        <dsp:cNvSpPr/>
      </dsp:nvSpPr>
      <dsp:spPr>
        <a:xfrm>
          <a:off x="3777" y="293131"/>
          <a:ext cx="881156" cy="132173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5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17000" r="-17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A0521F6-30A8-4A80-B73B-4D5489F2634E}">
      <dsp:nvSpPr>
        <dsp:cNvPr id="0" name=""/>
        <dsp:cNvSpPr/>
      </dsp:nvSpPr>
      <dsp:spPr>
        <a:xfrm>
          <a:off x="4544298" y="474957"/>
          <a:ext cx="4028142" cy="125879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624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Quản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lý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món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ăn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đơn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khách</a:t>
          </a:r>
          <a:r>
            <a:rPr lang="en-US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alt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hàng.</a:t>
          </a:r>
          <a:endParaRPr lang="en-US" altLang="en-US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44298" y="474957"/>
        <a:ext cx="4028142" cy="1258794"/>
      </dsp:txXfrm>
    </dsp:sp>
    <dsp:sp modelId="{78B1ACD0-8171-4310-BA3C-01F8C8476698}">
      <dsp:nvSpPr>
        <dsp:cNvPr id="0" name=""/>
        <dsp:cNvSpPr/>
      </dsp:nvSpPr>
      <dsp:spPr>
        <a:xfrm>
          <a:off x="4376458" y="293131"/>
          <a:ext cx="881156" cy="1321734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5">
                <a:hueOff val="-3364820"/>
                <a:satOff val="-11474"/>
                <a:lumOff val="-1911"/>
                <a:alphaOff val="0"/>
                <a:shade val="20000"/>
                <a:satMod val="200000"/>
              </a:schemeClr>
              <a:schemeClr val="accent5">
                <a:hueOff val="-3364820"/>
                <a:satOff val="-11474"/>
                <a:lumOff val="-1911"/>
                <a:alphaOff val="0"/>
                <a:tint val="12000"/>
                <a:satMod val="190000"/>
              </a:schemeClr>
            </a:duotone>
          </a:blip>
          <a:srcRect/>
          <a:stretch>
            <a:fillRect l="-43000" r="-43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3094E6A-27A7-44F6-AC49-6146144A601A}">
      <dsp:nvSpPr>
        <dsp:cNvPr id="0" name=""/>
        <dsp:cNvSpPr/>
      </dsp:nvSpPr>
      <dsp:spPr>
        <a:xfrm>
          <a:off x="2357957" y="2059640"/>
          <a:ext cx="4028142" cy="125879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624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Tích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gợi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ý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món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ăn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cá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nhân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US" sz="1900" b="0" kern="1200" dirty="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en-US" altLang="en-US" sz="1900" b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357957" y="2059640"/>
        <a:ext cx="4028142" cy="1258794"/>
      </dsp:txXfrm>
    </dsp:sp>
    <dsp:sp modelId="{C5B54F29-0914-4CD9-AFC9-6C7FA5A7B47F}">
      <dsp:nvSpPr>
        <dsp:cNvPr id="0" name=""/>
        <dsp:cNvSpPr/>
      </dsp:nvSpPr>
      <dsp:spPr>
        <a:xfrm>
          <a:off x="2190118" y="1877814"/>
          <a:ext cx="881156" cy="1321734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5">
                <a:hueOff val="-6729641"/>
                <a:satOff val="-22947"/>
                <a:lumOff val="-3823"/>
                <a:alphaOff val="0"/>
                <a:shade val="20000"/>
                <a:satMod val="200000"/>
              </a:schemeClr>
              <a:schemeClr val="accent5">
                <a:hueOff val="-6729641"/>
                <a:satOff val="-22947"/>
                <a:lumOff val="-3823"/>
                <a:alphaOff val="0"/>
                <a:tint val="12000"/>
                <a:satMod val="190000"/>
              </a:schemeClr>
            </a:duotone>
          </a:blip>
          <a:srcRect/>
          <a:stretch>
            <a:fillRect l="-26000" r="-2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29F76-9B37-4433-8A94-596A38F7DEA4}">
      <dsp:nvSpPr>
        <dsp:cNvPr id="0" name=""/>
        <dsp:cNvSpPr/>
      </dsp:nvSpPr>
      <dsp:spPr>
        <a:xfrm>
          <a:off x="-3879500" y="-595734"/>
          <a:ext cx="4623643" cy="4623643"/>
        </a:xfrm>
        <a:prstGeom prst="blockArc">
          <a:avLst>
            <a:gd name="adj1" fmla="val 18900000"/>
            <a:gd name="adj2" fmla="val 2700000"/>
            <a:gd name="adj3" fmla="val 467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548E16-3D1A-4F2A-A52B-944A4DEF8E3F}">
      <dsp:nvSpPr>
        <dsp:cNvPr id="0" name=""/>
        <dsp:cNvSpPr/>
      </dsp:nvSpPr>
      <dsp:spPr>
        <a:xfrm>
          <a:off x="478542" y="343217"/>
          <a:ext cx="5272766" cy="68643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4858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0" kern="1200" dirty="0"/>
            <a:t>Nghiên cứu lý thuyết</a:t>
          </a:r>
        </a:p>
      </dsp:txBody>
      <dsp:txXfrm>
        <a:off x="478542" y="343217"/>
        <a:ext cx="5272766" cy="686435"/>
      </dsp:txXfrm>
    </dsp:sp>
    <dsp:sp modelId="{BD2DA7DE-7514-4F31-A20F-6F113200A812}">
      <dsp:nvSpPr>
        <dsp:cNvPr id="0" name=""/>
        <dsp:cNvSpPr/>
      </dsp:nvSpPr>
      <dsp:spPr>
        <a:xfrm>
          <a:off x="49520" y="257413"/>
          <a:ext cx="858043" cy="858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64B9B12-BB1A-4C24-975E-DF8D86E04732}">
      <dsp:nvSpPr>
        <dsp:cNvPr id="0" name=""/>
        <dsp:cNvSpPr/>
      </dsp:nvSpPr>
      <dsp:spPr>
        <a:xfrm>
          <a:off x="728061" y="1372869"/>
          <a:ext cx="5023246" cy="686435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485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/>
            <a:t>Thực nghiệm</a:t>
          </a:r>
        </a:p>
      </dsp:txBody>
      <dsp:txXfrm>
        <a:off x="728061" y="1372869"/>
        <a:ext cx="5023246" cy="686435"/>
      </dsp:txXfrm>
    </dsp:sp>
    <dsp:sp modelId="{C1540CDB-D910-4C8B-85C1-5E99C13E61A7}">
      <dsp:nvSpPr>
        <dsp:cNvPr id="0" name=""/>
        <dsp:cNvSpPr/>
      </dsp:nvSpPr>
      <dsp:spPr>
        <a:xfrm>
          <a:off x="299039" y="1287065"/>
          <a:ext cx="858043" cy="858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4558019-058C-424A-B0B3-1D27B732D688}">
      <dsp:nvSpPr>
        <dsp:cNvPr id="0" name=""/>
        <dsp:cNvSpPr/>
      </dsp:nvSpPr>
      <dsp:spPr>
        <a:xfrm>
          <a:off x="478542" y="2402522"/>
          <a:ext cx="5272766" cy="686435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485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/>
            <a:t>Khảo sát</a:t>
          </a:r>
        </a:p>
      </dsp:txBody>
      <dsp:txXfrm>
        <a:off x="478542" y="2402522"/>
        <a:ext cx="5272766" cy="686435"/>
      </dsp:txXfrm>
    </dsp:sp>
    <dsp:sp modelId="{A241B770-6945-42E4-9791-0FDD64EF59FC}">
      <dsp:nvSpPr>
        <dsp:cNvPr id="0" name=""/>
        <dsp:cNvSpPr/>
      </dsp:nvSpPr>
      <dsp:spPr>
        <a:xfrm>
          <a:off x="49520" y="2316718"/>
          <a:ext cx="858043" cy="858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F7AC6-7B88-4C0D-9CE4-E3F03B100657}" type="datetimeFigureOut">
              <a:rPr lang="zh-CN" altLang="en-US" smtClean="0"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2026/7/7</a:t>
            </a:fld>
            <a:endParaRPr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FE3CF-17BE-4283-A791-47AE4609DC10}" type="slidenum">
              <a:rPr lang="zh-CN" altLang="en-US" smtClean="0"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‹#›</a:t>
            </a:fld>
            <a:endParaRPr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D16E6429-8007-47C4-B61D-98E853C9794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6130D010-47F9-48FB-B413-A13F6C8DF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: 圆角 2"/>
          <p:cNvSpPr/>
          <p:nvPr userDrawn="1"/>
        </p:nvSpPr>
        <p:spPr>
          <a:xfrm>
            <a:off x="184484" y="810126"/>
            <a:ext cx="8767011" cy="4178969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3810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Inter" panose="020005030000000200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: 圆角 2"/>
          <p:cNvSpPr/>
          <p:nvPr userDrawn="1"/>
        </p:nvSpPr>
        <p:spPr>
          <a:xfrm>
            <a:off x="184484" y="810126"/>
            <a:ext cx="8767011" cy="4178969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3810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4" name="矩形: 圆角 3"/>
          <p:cNvSpPr/>
          <p:nvPr userDrawn="1"/>
        </p:nvSpPr>
        <p:spPr>
          <a:xfrm>
            <a:off x="814734" y="1286359"/>
            <a:ext cx="7493430" cy="1542082"/>
          </a:xfrm>
          <a:prstGeom prst="roundRect">
            <a:avLst>
              <a:gd name="adj" fmla="val 11427"/>
            </a:avLst>
          </a:prstGeom>
          <a:solidFill>
            <a:srgbClr val="E6FCFF"/>
          </a:solidFill>
          <a:ln w="19050" cap="rnd">
            <a:solidFill>
              <a:srgbClr val="062338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835836" y="3171430"/>
            <a:ext cx="7493430" cy="1542082"/>
          </a:xfrm>
          <a:prstGeom prst="roundRect">
            <a:avLst>
              <a:gd name="adj" fmla="val 11427"/>
            </a:avLst>
          </a:prstGeom>
          <a:solidFill>
            <a:srgbClr val="D6FBFF"/>
          </a:solidFill>
          <a:ln w="19050" cap="rnd">
            <a:solidFill>
              <a:srgbClr val="062338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990599" y="1402773"/>
            <a:ext cx="2292927" cy="1309255"/>
          </a:xfrm>
          <a:prstGeom prst="roundRect">
            <a:avLst>
              <a:gd name="adj" fmla="val 12963"/>
            </a:avLst>
          </a:prstGeom>
          <a:solidFill>
            <a:srgbClr val="E6FCFF"/>
          </a:solidFill>
          <a:ln w="19050" cap="rnd">
            <a:solidFill>
              <a:srgbClr val="062338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zh-CN" altLang="en-US" sz="1800">
                <a:solidFill>
                  <a:schemeClr val="lt1"/>
                </a:solidFill>
                <a:ea typeface="汉仪旗黑-55S" panose="00020600040101010101" pitchFamily="18" charset="-122"/>
              </a:defRPr>
            </a:lvl1pPr>
          </a:lstStyle>
          <a:p>
            <a:pPr marL="0" lvl="0" algn="ctr" defTabSz="914400"/>
            <a:endParaRPr lang="zh-CN" altLang="en-US"/>
          </a:p>
        </p:txBody>
      </p:sp>
      <p:sp>
        <p:nvSpPr>
          <p:cNvPr id="9" name="图片占位符 5"/>
          <p:cNvSpPr>
            <a:spLocks noGrp="1"/>
          </p:cNvSpPr>
          <p:nvPr>
            <p:ph type="pic" sz="quarter" idx="11"/>
          </p:nvPr>
        </p:nvSpPr>
        <p:spPr>
          <a:xfrm>
            <a:off x="990599" y="3287844"/>
            <a:ext cx="2292927" cy="1309255"/>
          </a:xfrm>
          <a:prstGeom prst="roundRect">
            <a:avLst>
              <a:gd name="adj" fmla="val 12963"/>
            </a:avLst>
          </a:prstGeom>
          <a:solidFill>
            <a:srgbClr val="E6FCFF"/>
          </a:solidFill>
          <a:ln w="19050" cap="rnd">
            <a:solidFill>
              <a:srgbClr val="062338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zh-CN" altLang="en-US" sz="1800">
                <a:solidFill>
                  <a:schemeClr val="lt1"/>
                </a:solidFill>
                <a:ea typeface="汉仪旗黑-55S" panose="00020600040101010101" pitchFamily="18" charset="-122"/>
              </a:defRPr>
            </a:lvl1pPr>
          </a:lstStyle>
          <a:p>
            <a:pPr marL="0"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67318C1C-C672-4301-8089-A21B59FAFCE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0122ABE1-DC63-4442-8AD1-F6B398F9D8D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Inter" panose="02000503000000020004" charset="0"/>
          <a:ea typeface="G8321 Bold" panose="00000805000000000000" charset="0"/>
          <a:cs typeface="Inter" panose="0200050300000002000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Inter" panose="02000503000000020004" charset="0"/>
          <a:ea typeface="Inter" panose="02000503000000020004" charset="0"/>
          <a:cs typeface="Inter" panose="0200050300000002000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charset="0"/>
          <a:ea typeface="Inter" panose="02000503000000020004" charset="0"/>
          <a:cs typeface="Inter" panose="0200050300000002000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Inter" panose="02000503000000020004" charset="0"/>
          <a:ea typeface="Inter" panose="02000503000000020004" charset="0"/>
          <a:cs typeface="Inter" panose="0200050300000002000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Inter" panose="02000503000000020004" charset="0"/>
          <a:ea typeface="Inter" panose="02000503000000020004" charset="0"/>
          <a:cs typeface="Inter" panose="0200050300000002000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Inter" panose="02000503000000020004" charset="0"/>
          <a:ea typeface="Inter" panose="02000503000000020004" charset="0"/>
          <a:cs typeface="Inter" panose="0200050300000002000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jpe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13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3.xml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11" Type="http://schemas.openxmlformats.org/officeDocument/2006/relationships/image" Target="../media/image20.png"/><Relationship Id="rId5" Type="http://schemas.openxmlformats.org/officeDocument/2006/relationships/diagramData" Target="../diagrams/data3.xml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image" Target="../media/image11.png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image" Target="../media/image12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image" Target="../media/image2.png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4.bin"/><Relationship Id="rId18" Type="http://schemas.openxmlformats.org/officeDocument/2006/relationships/image" Target="../media/image29.jpeg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3.jpeg"/><Relationship Id="rId17" Type="http://schemas.openxmlformats.org/officeDocument/2006/relationships/image" Target="../media/image28.png"/><Relationship Id="rId2" Type="http://schemas.openxmlformats.org/officeDocument/2006/relationships/tags" Target="../tags/tag30.xml"/><Relationship Id="rId16" Type="http://schemas.openxmlformats.org/officeDocument/2006/relationships/image" Target="../media/image27.jpe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12.png"/><Relationship Id="rId5" Type="http://schemas.openxmlformats.org/officeDocument/2006/relationships/tags" Target="../tags/tag33.xml"/><Relationship Id="rId15" Type="http://schemas.openxmlformats.org/officeDocument/2006/relationships/image" Target="../media/image26.bin"/><Relationship Id="rId10" Type="http://schemas.openxmlformats.org/officeDocument/2006/relationships/image" Target="../media/image2.png"/><Relationship Id="rId19" Type="http://schemas.openxmlformats.org/officeDocument/2006/relationships/image" Target="../media/image30.png"/><Relationship Id="rId4" Type="http://schemas.openxmlformats.org/officeDocument/2006/relationships/tags" Target="../tags/tag32.xml"/><Relationship Id="rId9" Type="http://schemas.openxmlformats.org/officeDocument/2006/relationships/image" Target="../media/image4.png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.png"/><Relationship Id="rId7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image" Target="../media/image11.png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image" Target="../media/image12.png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image" Target="../media/image2.png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image" Target="../media/image12.pn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2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4.png"/><Relationship Id="rId5" Type="http://schemas.openxmlformats.org/officeDocument/2006/relationships/tags" Target="../tags/tag58.xml"/><Relationship Id="rId10" Type="http://schemas.openxmlformats.org/officeDocument/2006/relationships/image" Target="../media/image11.png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image" Target="../media/image11.png"/><Relationship Id="rId3" Type="http://schemas.openxmlformats.org/officeDocument/2006/relationships/tags" Target="../tags/tag64.xml"/><Relationship Id="rId21" Type="http://schemas.openxmlformats.org/officeDocument/2006/relationships/image" Target="../media/image12.png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image" Target="../media/image2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19" Type="http://schemas.openxmlformats.org/officeDocument/2006/relationships/image" Target="../media/image4.png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image" Target="../media/image12.png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image" Target="../media/image2.png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image" Target="../media/image4.png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image" Target="../media/image11.png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3" name="组合 2562"/>
          <p:cNvGrpSpPr/>
          <p:nvPr/>
        </p:nvGrpSpPr>
        <p:grpSpPr>
          <a:xfrm>
            <a:off x="7534605" y="2884601"/>
            <a:ext cx="1364070" cy="1939059"/>
            <a:chOff x="6742113" y="1930401"/>
            <a:chExt cx="1770063" cy="2516188"/>
          </a:xfrm>
        </p:grpSpPr>
        <p:sp>
          <p:nvSpPr>
            <p:cNvPr id="2510" name="Freeform 158"/>
            <p:cNvSpPr/>
            <p:nvPr/>
          </p:nvSpPr>
          <p:spPr bwMode="auto">
            <a:xfrm>
              <a:off x="7389813" y="1938338"/>
              <a:ext cx="1122363" cy="2033588"/>
            </a:xfrm>
            <a:custGeom>
              <a:avLst/>
              <a:gdLst>
                <a:gd name="T0" fmla="*/ 287 w 298"/>
                <a:gd name="T1" fmla="*/ 195 h 539"/>
                <a:gd name="T2" fmla="*/ 297 w 298"/>
                <a:gd name="T3" fmla="*/ 246 h 539"/>
                <a:gd name="T4" fmla="*/ 285 w 298"/>
                <a:gd name="T5" fmla="*/ 340 h 539"/>
                <a:gd name="T6" fmla="*/ 235 w 298"/>
                <a:gd name="T7" fmla="*/ 436 h 539"/>
                <a:gd name="T8" fmla="*/ 194 w 298"/>
                <a:gd name="T9" fmla="*/ 477 h 539"/>
                <a:gd name="T10" fmla="*/ 139 w 298"/>
                <a:gd name="T11" fmla="*/ 517 h 539"/>
                <a:gd name="T12" fmla="*/ 74 w 298"/>
                <a:gd name="T13" fmla="*/ 534 h 539"/>
                <a:gd name="T14" fmla="*/ 40 w 298"/>
                <a:gd name="T15" fmla="*/ 532 h 539"/>
                <a:gd name="T16" fmla="*/ 33 w 298"/>
                <a:gd name="T17" fmla="*/ 521 h 539"/>
                <a:gd name="T18" fmla="*/ 99 w 298"/>
                <a:gd name="T19" fmla="*/ 511 h 539"/>
                <a:gd name="T20" fmla="*/ 20 w 298"/>
                <a:gd name="T21" fmla="*/ 516 h 539"/>
                <a:gd name="T22" fmla="*/ 11 w 298"/>
                <a:gd name="T23" fmla="*/ 511 h 539"/>
                <a:gd name="T24" fmla="*/ 1 w 298"/>
                <a:gd name="T25" fmla="*/ 505 h 539"/>
                <a:gd name="T26" fmla="*/ 65 w 298"/>
                <a:gd name="T27" fmla="*/ 503 h 539"/>
                <a:gd name="T28" fmla="*/ 141 w 298"/>
                <a:gd name="T29" fmla="*/ 471 h 539"/>
                <a:gd name="T30" fmla="*/ 176 w 298"/>
                <a:gd name="T31" fmla="*/ 442 h 539"/>
                <a:gd name="T32" fmla="*/ 212 w 298"/>
                <a:gd name="T33" fmla="*/ 409 h 539"/>
                <a:gd name="T34" fmla="*/ 239 w 298"/>
                <a:gd name="T35" fmla="*/ 366 h 539"/>
                <a:gd name="T36" fmla="*/ 263 w 298"/>
                <a:gd name="T37" fmla="*/ 255 h 539"/>
                <a:gd name="T38" fmla="*/ 255 w 298"/>
                <a:gd name="T39" fmla="*/ 235 h 539"/>
                <a:gd name="T40" fmla="*/ 242 w 298"/>
                <a:gd name="T41" fmla="*/ 169 h 539"/>
                <a:gd name="T42" fmla="*/ 209 w 298"/>
                <a:gd name="T43" fmla="*/ 106 h 539"/>
                <a:gd name="T44" fmla="*/ 168 w 298"/>
                <a:gd name="T45" fmla="*/ 70 h 539"/>
                <a:gd name="T46" fmla="*/ 128 w 298"/>
                <a:gd name="T47" fmla="*/ 39 h 539"/>
                <a:gd name="T48" fmla="*/ 118 w 298"/>
                <a:gd name="T49" fmla="*/ 35 h 539"/>
                <a:gd name="T50" fmla="*/ 98 w 298"/>
                <a:gd name="T51" fmla="*/ 21 h 539"/>
                <a:gd name="T52" fmla="*/ 125 w 298"/>
                <a:gd name="T53" fmla="*/ 1 h 539"/>
                <a:gd name="T54" fmla="*/ 131 w 298"/>
                <a:gd name="T55" fmla="*/ 4 h 539"/>
                <a:gd name="T56" fmla="*/ 116 w 298"/>
                <a:gd name="T57" fmla="*/ 20 h 539"/>
                <a:gd name="T58" fmla="*/ 143 w 298"/>
                <a:gd name="T59" fmla="*/ 35 h 539"/>
                <a:gd name="T60" fmla="*/ 172 w 298"/>
                <a:gd name="T61" fmla="*/ 61 h 539"/>
                <a:gd name="T62" fmla="*/ 211 w 298"/>
                <a:gd name="T63" fmla="*/ 93 h 539"/>
                <a:gd name="T64" fmla="*/ 226 w 298"/>
                <a:gd name="T65" fmla="*/ 107 h 539"/>
                <a:gd name="T66" fmla="*/ 238 w 298"/>
                <a:gd name="T67" fmla="*/ 127 h 539"/>
                <a:gd name="T68" fmla="*/ 262 w 298"/>
                <a:gd name="T69" fmla="*/ 181 h 539"/>
                <a:gd name="T70" fmla="*/ 270 w 298"/>
                <a:gd name="T71" fmla="*/ 259 h 539"/>
                <a:gd name="T72" fmla="*/ 255 w 298"/>
                <a:gd name="T73" fmla="*/ 346 h 539"/>
                <a:gd name="T74" fmla="*/ 219 w 298"/>
                <a:gd name="T75" fmla="*/ 417 h 539"/>
                <a:gd name="T76" fmla="*/ 197 w 298"/>
                <a:gd name="T77" fmla="*/ 453 h 539"/>
                <a:gd name="T78" fmla="*/ 253 w 298"/>
                <a:gd name="T79" fmla="*/ 381 h 539"/>
                <a:gd name="T80" fmla="*/ 283 w 298"/>
                <a:gd name="T81" fmla="*/ 291 h 539"/>
                <a:gd name="T82" fmla="*/ 281 w 298"/>
                <a:gd name="T83" fmla="*/ 189 h 539"/>
                <a:gd name="T84" fmla="*/ 272 w 298"/>
                <a:gd name="T85" fmla="*/ 158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98" h="539">
                  <a:moveTo>
                    <a:pt x="272" y="158"/>
                  </a:moveTo>
                  <a:cubicBezTo>
                    <a:pt x="275" y="164"/>
                    <a:pt x="276" y="171"/>
                    <a:pt x="280" y="177"/>
                  </a:cubicBezTo>
                  <a:cubicBezTo>
                    <a:pt x="284" y="182"/>
                    <a:pt x="285" y="189"/>
                    <a:pt x="287" y="195"/>
                  </a:cubicBezTo>
                  <a:cubicBezTo>
                    <a:pt x="289" y="200"/>
                    <a:pt x="291" y="205"/>
                    <a:pt x="291" y="210"/>
                  </a:cubicBezTo>
                  <a:cubicBezTo>
                    <a:pt x="291" y="216"/>
                    <a:pt x="292" y="221"/>
                    <a:pt x="294" y="227"/>
                  </a:cubicBezTo>
                  <a:cubicBezTo>
                    <a:pt x="296" y="233"/>
                    <a:pt x="297" y="240"/>
                    <a:pt x="297" y="246"/>
                  </a:cubicBezTo>
                  <a:cubicBezTo>
                    <a:pt x="298" y="258"/>
                    <a:pt x="298" y="269"/>
                    <a:pt x="297" y="280"/>
                  </a:cubicBezTo>
                  <a:cubicBezTo>
                    <a:pt x="296" y="292"/>
                    <a:pt x="294" y="303"/>
                    <a:pt x="292" y="315"/>
                  </a:cubicBezTo>
                  <a:cubicBezTo>
                    <a:pt x="291" y="324"/>
                    <a:pt x="289" y="332"/>
                    <a:pt x="285" y="340"/>
                  </a:cubicBezTo>
                  <a:cubicBezTo>
                    <a:pt x="279" y="350"/>
                    <a:pt x="275" y="361"/>
                    <a:pt x="273" y="372"/>
                  </a:cubicBezTo>
                  <a:cubicBezTo>
                    <a:pt x="269" y="390"/>
                    <a:pt x="259" y="404"/>
                    <a:pt x="249" y="418"/>
                  </a:cubicBezTo>
                  <a:cubicBezTo>
                    <a:pt x="245" y="425"/>
                    <a:pt x="239" y="430"/>
                    <a:pt x="235" y="436"/>
                  </a:cubicBezTo>
                  <a:cubicBezTo>
                    <a:pt x="229" y="445"/>
                    <a:pt x="220" y="451"/>
                    <a:pt x="214" y="459"/>
                  </a:cubicBezTo>
                  <a:cubicBezTo>
                    <a:pt x="211" y="464"/>
                    <a:pt x="206" y="469"/>
                    <a:pt x="200" y="472"/>
                  </a:cubicBezTo>
                  <a:cubicBezTo>
                    <a:pt x="198" y="473"/>
                    <a:pt x="196" y="475"/>
                    <a:pt x="194" y="477"/>
                  </a:cubicBezTo>
                  <a:cubicBezTo>
                    <a:pt x="191" y="483"/>
                    <a:pt x="184" y="484"/>
                    <a:pt x="179" y="489"/>
                  </a:cubicBezTo>
                  <a:cubicBezTo>
                    <a:pt x="172" y="495"/>
                    <a:pt x="164" y="499"/>
                    <a:pt x="157" y="507"/>
                  </a:cubicBezTo>
                  <a:cubicBezTo>
                    <a:pt x="153" y="513"/>
                    <a:pt x="145" y="514"/>
                    <a:pt x="139" y="517"/>
                  </a:cubicBezTo>
                  <a:cubicBezTo>
                    <a:pt x="128" y="523"/>
                    <a:pt x="116" y="527"/>
                    <a:pt x="103" y="529"/>
                  </a:cubicBezTo>
                  <a:cubicBezTo>
                    <a:pt x="95" y="531"/>
                    <a:pt x="88" y="534"/>
                    <a:pt x="79" y="533"/>
                  </a:cubicBezTo>
                  <a:cubicBezTo>
                    <a:pt x="78" y="533"/>
                    <a:pt x="76" y="533"/>
                    <a:pt x="74" y="534"/>
                  </a:cubicBezTo>
                  <a:cubicBezTo>
                    <a:pt x="65" y="539"/>
                    <a:pt x="55" y="538"/>
                    <a:pt x="45" y="539"/>
                  </a:cubicBezTo>
                  <a:cubicBezTo>
                    <a:pt x="44" y="537"/>
                    <a:pt x="42" y="536"/>
                    <a:pt x="42" y="533"/>
                  </a:cubicBezTo>
                  <a:cubicBezTo>
                    <a:pt x="42" y="532"/>
                    <a:pt x="41" y="531"/>
                    <a:pt x="40" y="532"/>
                  </a:cubicBezTo>
                  <a:cubicBezTo>
                    <a:pt x="37" y="533"/>
                    <a:pt x="35" y="531"/>
                    <a:pt x="32" y="529"/>
                  </a:cubicBezTo>
                  <a:cubicBezTo>
                    <a:pt x="30" y="528"/>
                    <a:pt x="29" y="527"/>
                    <a:pt x="32" y="526"/>
                  </a:cubicBezTo>
                  <a:cubicBezTo>
                    <a:pt x="34" y="525"/>
                    <a:pt x="31" y="522"/>
                    <a:pt x="33" y="521"/>
                  </a:cubicBezTo>
                  <a:cubicBezTo>
                    <a:pt x="42" y="520"/>
                    <a:pt x="50" y="521"/>
                    <a:pt x="59" y="520"/>
                  </a:cubicBezTo>
                  <a:cubicBezTo>
                    <a:pt x="64" y="519"/>
                    <a:pt x="69" y="519"/>
                    <a:pt x="74" y="517"/>
                  </a:cubicBezTo>
                  <a:cubicBezTo>
                    <a:pt x="83" y="514"/>
                    <a:pt x="93" y="513"/>
                    <a:pt x="99" y="511"/>
                  </a:cubicBezTo>
                  <a:cubicBezTo>
                    <a:pt x="91" y="514"/>
                    <a:pt x="79" y="514"/>
                    <a:pt x="68" y="515"/>
                  </a:cubicBezTo>
                  <a:cubicBezTo>
                    <a:pt x="54" y="516"/>
                    <a:pt x="41" y="514"/>
                    <a:pt x="28" y="515"/>
                  </a:cubicBezTo>
                  <a:cubicBezTo>
                    <a:pt x="25" y="515"/>
                    <a:pt x="23" y="515"/>
                    <a:pt x="20" y="516"/>
                  </a:cubicBezTo>
                  <a:cubicBezTo>
                    <a:pt x="17" y="516"/>
                    <a:pt x="15" y="517"/>
                    <a:pt x="12" y="516"/>
                  </a:cubicBezTo>
                  <a:cubicBezTo>
                    <a:pt x="10" y="515"/>
                    <a:pt x="10" y="514"/>
                    <a:pt x="10" y="512"/>
                  </a:cubicBezTo>
                  <a:cubicBezTo>
                    <a:pt x="11" y="512"/>
                    <a:pt x="11" y="512"/>
                    <a:pt x="11" y="511"/>
                  </a:cubicBezTo>
                  <a:cubicBezTo>
                    <a:pt x="13" y="511"/>
                    <a:pt x="13" y="508"/>
                    <a:pt x="14" y="507"/>
                  </a:cubicBezTo>
                  <a:cubicBezTo>
                    <a:pt x="10" y="509"/>
                    <a:pt x="6" y="508"/>
                    <a:pt x="1" y="507"/>
                  </a:cubicBezTo>
                  <a:cubicBezTo>
                    <a:pt x="1" y="507"/>
                    <a:pt x="0" y="506"/>
                    <a:pt x="1" y="505"/>
                  </a:cubicBezTo>
                  <a:cubicBezTo>
                    <a:pt x="7" y="504"/>
                    <a:pt x="13" y="504"/>
                    <a:pt x="19" y="505"/>
                  </a:cubicBezTo>
                  <a:cubicBezTo>
                    <a:pt x="25" y="506"/>
                    <a:pt x="31" y="506"/>
                    <a:pt x="38" y="506"/>
                  </a:cubicBezTo>
                  <a:cubicBezTo>
                    <a:pt x="47" y="508"/>
                    <a:pt x="56" y="505"/>
                    <a:pt x="65" y="503"/>
                  </a:cubicBezTo>
                  <a:cubicBezTo>
                    <a:pt x="85" y="498"/>
                    <a:pt x="103" y="490"/>
                    <a:pt x="122" y="482"/>
                  </a:cubicBezTo>
                  <a:cubicBezTo>
                    <a:pt x="129" y="480"/>
                    <a:pt x="135" y="476"/>
                    <a:pt x="141" y="472"/>
                  </a:cubicBezTo>
                  <a:cubicBezTo>
                    <a:pt x="141" y="472"/>
                    <a:pt x="141" y="471"/>
                    <a:pt x="141" y="471"/>
                  </a:cubicBezTo>
                  <a:cubicBezTo>
                    <a:pt x="148" y="470"/>
                    <a:pt x="150" y="465"/>
                    <a:pt x="153" y="461"/>
                  </a:cubicBezTo>
                  <a:cubicBezTo>
                    <a:pt x="157" y="456"/>
                    <a:pt x="162" y="452"/>
                    <a:pt x="167" y="449"/>
                  </a:cubicBezTo>
                  <a:cubicBezTo>
                    <a:pt x="170" y="447"/>
                    <a:pt x="173" y="444"/>
                    <a:pt x="176" y="442"/>
                  </a:cubicBezTo>
                  <a:cubicBezTo>
                    <a:pt x="187" y="436"/>
                    <a:pt x="195" y="426"/>
                    <a:pt x="204" y="417"/>
                  </a:cubicBezTo>
                  <a:cubicBezTo>
                    <a:pt x="205" y="415"/>
                    <a:pt x="206" y="414"/>
                    <a:pt x="208" y="413"/>
                  </a:cubicBezTo>
                  <a:cubicBezTo>
                    <a:pt x="210" y="412"/>
                    <a:pt x="211" y="411"/>
                    <a:pt x="212" y="409"/>
                  </a:cubicBezTo>
                  <a:cubicBezTo>
                    <a:pt x="213" y="408"/>
                    <a:pt x="214" y="408"/>
                    <a:pt x="215" y="407"/>
                  </a:cubicBezTo>
                  <a:cubicBezTo>
                    <a:pt x="217" y="403"/>
                    <a:pt x="223" y="401"/>
                    <a:pt x="224" y="396"/>
                  </a:cubicBezTo>
                  <a:cubicBezTo>
                    <a:pt x="229" y="386"/>
                    <a:pt x="235" y="377"/>
                    <a:pt x="239" y="366"/>
                  </a:cubicBezTo>
                  <a:cubicBezTo>
                    <a:pt x="245" y="353"/>
                    <a:pt x="249" y="339"/>
                    <a:pt x="253" y="325"/>
                  </a:cubicBezTo>
                  <a:cubicBezTo>
                    <a:pt x="255" y="318"/>
                    <a:pt x="255" y="310"/>
                    <a:pt x="257" y="303"/>
                  </a:cubicBezTo>
                  <a:cubicBezTo>
                    <a:pt x="263" y="288"/>
                    <a:pt x="263" y="271"/>
                    <a:pt x="263" y="255"/>
                  </a:cubicBezTo>
                  <a:cubicBezTo>
                    <a:pt x="262" y="253"/>
                    <a:pt x="262" y="251"/>
                    <a:pt x="262" y="248"/>
                  </a:cubicBezTo>
                  <a:cubicBezTo>
                    <a:pt x="263" y="244"/>
                    <a:pt x="262" y="240"/>
                    <a:pt x="257" y="239"/>
                  </a:cubicBezTo>
                  <a:cubicBezTo>
                    <a:pt x="256" y="238"/>
                    <a:pt x="255" y="236"/>
                    <a:pt x="255" y="235"/>
                  </a:cubicBezTo>
                  <a:cubicBezTo>
                    <a:pt x="253" y="229"/>
                    <a:pt x="252" y="223"/>
                    <a:pt x="250" y="217"/>
                  </a:cubicBezTo>
                  <a:cubicBezTo>
                    <a:pt x="249" y="210"/>
                    <a:pt x="247" y="204"/>
                    <a:pt x="247" y="197"/>
                  </a:cubicBezTo>
                  <a:cubicBezTo>
                    <a:pt x="246" y="188"/>
                    <a:pt x="243" y="178"/>
                    <a:pt x="242" y="169"/>
                  </a:cubicBezTo>
                  <a:cubicBezTo>
                    <a:pt x="241" y="157"/>
                    <a:pt x="237" y="147"/>
                    <a:pt x="232" y="136"/>
                  </a:cubicBezTo>
                  <a:cubicBezTo>
                    <a:pt x="230" y="131"/>
                    <a:pt x="226" y="126"/>
                    <a:pt x="222" y="122"/>
                  </a:cubicBezTo>
                  <a:cubicBezTo>
                    <a:pt x="217" y="117"/>
                    <a:pt x="213" y="111"/>
                    <a:pt x="209" y="106"/>
                  </a:cubicBezTo>
                  <a:cubicBezTo>
                    <a:pt x="207" y="102"/>
                    <a:pt x="204" y="101"/>
                    <a:pt x="202" y="99"/>
                  </a:cubicBezTo>
                  <a:cubicBezTo>
                    <a:pt x="198" y="95"/>
                    <a:pt x="194" y="91"/>
                    <a:pt x="190" y="86"/>
                  </a:cubicBezTo>
                  <a:cubicBezTo>
                    <a:pt x="184" y="79"/>
                    <a:pt x="176" y="74"/>
                    <a:pt x="168" y="70"/>
                  </a:cubicBezTo>
                  <a:cubicBezTo>
                    <a:pt x="162" y="66"/>
                    <a:pt x="156" y="63"/>
                    <a:pt x="152" y="57"/>
                  </a:cubicBezTo>
                  <a:cubicBezTo>
                    <a:pt x="151" y="55"/>
                    <a:pt x="151" y="54"/>
                    <a:pt x="150" y="52"/>
                  </a:cubicBezTo>
                  <a:cubicBezTo>
                    <a:pt x="144" y="46"/>
                    <a:pt x="137" y="40"/>
                    <a:pt x="128" y="39"/>
                  </a:cubicBezTo>
                  <a:cubicBezTo>
                    <a:pt x="126" y="38"/>
                    <a:pt x="123" y="39"/>
                    <a:pt x="122" y="37"/>
                  </a:cubicBezTo>
                  <a:cubicBezTo>
                    <a:pt x="122" y="37"/>
                    <a:pt x="122" y="37"/>
                    <a:pt x="122" y="36"/>
                  </a:cubicBezTo>
                  <a:cubicBezTo>
                    <a:pt x="120" y="36"/>
                    <a:pt x="119" y="36"/>
                    <a:pt x="118" y="35"/>
                  </a:cubicBezTo>
                  <a:cubicBezTo>
                    <a:pt x="116" y="33"/>
                    <a:pt x="114" y="32"/>
                    <a:pt x="111" y="32"/>
                  </a:cubicBezTo>
                  <a:cubicBezTo>
                    <a:pt x="106" y="31"/>
                    <a:pt x="102" y="27"/>
                    <a:pt x="98" y="24"/>
                  </a:cubicBezTo>
                  <a:cubicBezTo>
                    <a:pt x="98" y="23"/>
                    <a:pt x="98" y="22"/>
                    <a:pt x="98" y="21"/>
                  </a:cubicBezTo>
                  <a:cubicBezTo>
                    <a:pt x="99" y="14"/>
                    <a:pt x="104" y="8"/>
                    <a:pt x="110" y="2"/>
                  </a:cubicBezTo>
                  <a:cubicBezTo>
                    <a:pt x="111" y="1"/>
                    <a:pt x="113" y="1"/>
                    <a:pt x="115" y="1"/>
                  </a:cubicBezTo>
                  <a:cubicBezTo>
                    <a:pt x="118" y="0"/>
                    <a:pt x="121" y="0"/>
                    <a:pt x="125" y="1"/>
                  </a:cubicBezTo>
                  <a:cubicBezTo>
                    <a:pt x="128" y="1"/>
                    <a:pt x="131" y="1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3" y="4"/>
                    <a:pt x="132" y="4"/>
                    <a:pt x="131" y="4"/>
                  </a:cubicBezTo>
                  <a:cubicBezTo>
                    <a:pt x="126" y="4"/>
                    <a:pt x="122" y="3"/>
                    <a:pt x="117" y="4"/>
                  </a:cubicBezTo>
                  <a:cubicBezTo>
                    <a:pt x="112" y="4"/>
                    <a:pt x="109" y="8"/>
                    <a:pt x="108" y="13"/>
                  </a:cubicBezTo>
                  <a:cubicBezTo>
                    <a:pt x="108" y="16"/>
                    <a:pt x="111" y="19"/>
                    <a:pt x="116" y="20"/>
                  </a:cubicBezTo>
                  <a:cubicBezTo>
                    <a:pt x="122" y="22"/>
                    <a:pt x="127" y="25"/>
                    <a:pt x="133" y="28"/>
                  </a:cubicBezTo>
                  <a:cubicBezTo>
                    <a:pt x="135" y="30"/>
                    <a:pt x="137" y="33"/>
                    <a:pt x="141" y="34"/>
                  </a:cubicBezTo>
                  <a:cubicBezTo>
                    <a:pt x="142" y="34"/>
                    <a:pt x="142" y="35"/>
                    <a:pt x="143" y="35"/>
                  </a:cubicBezTo>
                  <a:cubicBezTo>
                    <a:pt x="146" y="37"/>
                    <a:pt x="146" y="41"/>
                    <a:pt x="150" y="42"/>
                  </a:cubicBezTo>
                  <a:cubicBezTo>
                    <a:pt x="156" y="46"/>
                    <a:pt x="161" y="50"/>
                    <a:pt x="165" y="56"/>
                  </a:cubicBezTo>
                  <a:cubicBezTo>
                    <a:pt x="167" y="58"/>
                    <a:pt x="170" y="60"/>
                    <a:pt x="172" y="61"/>
                  </a:cubicBezTo>
                  <a:cubicBezTo>
                    <a:pt x="181" y="62"/>
                    <a:pt x="186" y="69"/>
                    <a:pt x="192" y="74"/>
                  </a:cubicBezTo>
                  <a:cubicBezTo>
                    <a:pt x="199" y="79"/>
                    <a:pt x="204" y="86"/>
                    <a:pt x="210" y="92"/>
                  </a:cubicBezTo>
                  <a:cubicBezTo>
                    <a:pt x="211" y="92"/>
                    <a:pt x="211" y="92"/>
                    <a:pt x="211" y="93"/>
                  </a:cubicBezTo>
                  <a:cubicBezTo>
                    <a:pt x="212" y="94"/>
                    <a:pt x="213" y="96"/>
                    <a:pt x="214" y="97"/>
                  </a:cubicBezTo>
                  <a:cubicBezTo>
                    <a:pt x="217" y="101"/>
                    <a:pt x="221" y="103"/>
                    <a:pt x="225" y="106"/>
                  </a:cubicBezTo>
                  <a:cubicBezTo>
                    <a:pt x="226" y="106"/>
                    <a:pt x="226" y="106"/>
                    <a:pt x="226" y="107"/>
                  </a:cubicBezTo>
                  <a:cubicBezTo>
                    <a:pt x="228" y="112"/>
                    <a:pt x="231" y="115"/>
                    <a:pt x="234" y="119"/>
                  </a:cubicBezTo>
                  <a:cubicBezTo>
                    <a:pt x="234" y="119"/>
                    <a:pt x="234" y="120"/>
                    <a:pt x="235" y="120"/>
                  </a:cubicBezTo>
                  <a:cubicBezTo>
                    <a:pt x="236" y="122"/>
                    <a:pt x="236" y="125"/>
                    <a:pt x="238" y="127"/>
                  </a:cubicBezTo>
                  <a:cubicBezTo>
                    <a:pt x="239" y="128"/>
                    <a:pt x="239" y="129"/>
                    <a:pt x="240" y="130"/>
                  </a:cubicBezTo>
                  <a:cubicBezTo>
                    <a:pt x="242" y="135"/>
                    <a:pt x="244" y="141"/>
                    <a:pt x="247" y="147"/>
                  </a:cubicBezTo>
                  <a:cubicBezTo>
                    <a:pt x="253" y="158"/>
                    <a:pt x="257" y="170"/>
                    <a:pt x="262" y="181"/>
                  </a:cubicBezTo>
                  <a:cubicBezTo>
                    <a:pt x="264" y="186"/>
                    <a:pt x="264" y="191"/>
                    <a:pt x="265" y="196"/>
                  </a:cubicBezTo>
                  <a:cubicBezTo>
                    <a:pt x="267" y="208"/>
                    <a:pt x="271" y="219"/>
                    <a:pt x="270" y="232"/>
                  </a:cubicBezTo>
                  <a:cubicBezTo>
                    <a:pt x="270" y="241"/>
                    <a:pt x="270" y="250"/>
                    <a:pt x="270" y="259"/>
                  </a:cubicBezTo>
                  <a:cubicBezTo>
                    <a:pt x="270" y="262"/>
                    <a:pt x="271" y="265"/>
                    <a:pt x="271" y="269"/>
                  </a:cubicBezTo>
                  <a:cubicBezTo>
                    <a:pt x="272" y="288"/>
                    <a:pt x="266" y="305"/>
                    <a:pt x="261" y="323"/>
                  </a:cubicBezTo>
                  <a:cubicBezTo>
                    <a:pt x="259" y="331"/>
                    <a:pt x="258" y="339"/>
                    <a:pt x="255" y="346"/>
                  </a:cubicBezTo>
                  <a:cubicBezTo>
                    <a:pt x="255" y="347"/>
                    <a:pt x="254" y="348"/>
                    <a:pt x="254" y="349"/>
                  </a:cubicBezTo>
                  <a:cubicBezTo>
                    <a:pt x="252" y="352"/>
                    <a:pt x="251" y="355"/>
                    <a:pt x="250" y="357"/>
                  </a:cubicBezTo>
                  <a:cubicBezTo>
                    <a:pt x="241" y="378"/>
                    <a:pt x="231" y="398"/>
                    <a:pt x="219" y="417"/>
                  </a:cubicBezTo>
                  <a:cubicBezTo>
                    <a:pt x="211" y="429"/>
                    <a:pt x="203" y="440"/>
                    <a:pt x="194" y="451"/>
                  </a:cubicBezTo>
                  <a:cubicBezTo>
                    <a:pt x="193" y="452"/>
                    <a:pt x="192" y="453"/>
                    <a:pt x="191" y="455"/>
                  </a:cubicBezTo>
                  <a:cubicBezTo>
                    <a:pt x="194" y="456"/>
                    <a:pt x="196" y="454"/>
                    <a:pt x="197" y="453"/>
                  </a:cubicBezTo>
                  <a:cubicBezTo>
                    <a:pt x="206" y="445"/>
                    <a:pt x="215" y="439"/>
                    <a:pt x="221" y="429"/>
                  </a:cubicBezTo>
                  <a:cubicBezTo>
                    <a:pt x="223" y="425"/>
                    <a:pt x="226" y="422"/>
                    <a:pt x="229" y="420"/>
                  </a:cubicBezTo>
                  <a:cubicBezTo>
                    <a:pt x="240" y="409"/>
                    <a:pt x="246" y="395"/>
                    <a:pt x="253" y="381"/>
                  </a:cubicBezTo>
                  <a:cubicBezTo>
                    <a:pt x="256" y="374"/>
                    <a:pt x="259" y="367"/>
                    <a:pt x="263" y="360"/>
                  </a:cubicBezTo>
                  <a:cubicBezTo>
                    <a:pt x="268" y="352"/>
                    <a:pt x="269" y="343"/>
                    <a:pt x="271" y="334"/>
                  </a:cubicBezTo>
                  <a:cubicBezTo>
                    <a:pt x="275" y="320"/>
                    <a:pt x="279" y="305"/>
                    <a:pt x="283" y="291"/>
                  </a:cubicBezTo>
                  <a:cubicBezTo>
                    <a:pt x="285" y="281"/>
                    <a:pt x="287" y="271"/>
                    <a:pt x="287" y="261"/>
                  </a:cubicBezTo>
                  <a:cubicBezTo>
                    <a:pt x="288" y="248"/>
                    <a:pt x="287" y="234"/>
                    <a:pt x="286" y="220"/>
                  </a:cubicBezTo>
                  <a:cubicBezTo>
                    <a:pt x="285" y="210"/>
                    <a:pt x="283" y="199"/>
                    <a:pt x="281" y="189"/>
                  </a:cubicBezTo>
                  <a:cubicBezTo>
                    <a:pt x="279" y="183"/>
                    <a:pt x="276" y="177"/>
                    <a:pt x="274" y="171"/>
                  </a:cubicBezTo>
                  <a:cubicBezTo>
                    <a:pt x="273" y="167"/>
                    <a:pt x="271" y="163"/>
                    <a:pt x="272" y="159"/>
                  </a:cubicBezTo>
                  <a:cubicBezTo>
                    <a:pt x="272" y="159"/>
                    <a:pt x="272" y="158"/>
                    <a:pt x="272" y="158"/>
                  </a:cubicBezTo>
                  <a:close/>
                </a:path>
              </a:pathLst>
            </a:custGeom>
            <a:solidFill>
              <a:srgbClr val="FEE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1" name="Freeform 159"/>
            <p:cNvSpPr/>
            <p:nvPr/>
          </p:nvSpPr>
          <p:spPr bwMode="auto">
            <a:xfrm>
              <a:off x="7115175" y="2201863"/>
              <a:ext cx="565150" cy="457200"/>
            </a:xfrm>
            <a:custGeom>
              <a:avLst/>
              <a:gdLst>
                <a:gd name="T0" fmla="*/ 37 w 150"/>
                <a:gd name="T1" fmla="*/ 13 h 121"/>
                <a:gd name="T2" fmla="*/ 61 w 150"/>
                <a:gd name="T3" fmla="*/ 11 h 121"/>
                <a:gd name="T4" fmla="*/ 67 w 150"/>
                <a:gd name="T5" fmla="*/ 10 h 121"/>
                <a:gd name="T6" fmla="*/ 95 w 150"/>
                <a:gd name="T7" fmla="*/ 1 h 121"/>
                <a:gd name="T8" fmla="*/ 116 w 150"/>
                <a:gd name="T9" fmla="*/ 1 h 121"/>
                <a:gd name="T10" fmla="*/ 123 w 150"/>
                <a:gd name="T11" fmla="*/ 14 h 121"/>
                <a:gd name="T12" fmla="*/ 119 w 150"/>
                <a:gd name="T13" fmla="*/ 22 h 121"/>
                <a:gd name="T14" fmla="*/ 112 w 150"/>
                <a:gd name="T15" fmla="*/ 36 h 121"/>
                <a:gd name="T16" fmla="*/ 113 w 150"/>
                <a:gd name="T17" fmla="*/ 43 h 121"/>
                <a:gd name="T18" fmla="*/ 128 w 150"/>
                <a:gd name="T19" fmla="*/ 55 h 121"/>
                <a:gd name="T20" fmla="*/ 139 w 150"/>
                <a:gd name="T21" fmla="*/ 63 h 121"/>
                <a:gd name="T22" fmla="*/ 143 w 150"/>
                <a:gd name="T23" fmla="*/ 66 h 121"/>
                <a:gd name="T24" fmla="*/ 146 w 150"/>
                <a:gd name="T25" fmla="*/ 70 h 121"/>
                <a:gd name="T26" fmla="*/ 130 w 150"/>
                <a:gd name="T27" fmla="*/ 95 h 121"/>
                <a:gd name="T28" fmla="*/ 83 w 150"/>
                <a:gd name="T29" fmla="*/ 98 h 121"/>
                <a:gd name="T30" fmla="*/ 68 w 150"/>
                <a:gd name="T31" fmla="*/ 99 h 121"/>
                <a:gd name="T32" fmla="*/ 63 w 150"/>
                <a:gd name="T33" fmla="*/ 105 h 121"/>
                <a:gd name="T34" fmla="*/ 60 w 150"/>
                <a:gd name="T35" fmla="*/ 121 h 121"/>
                <a:gd name="T36" fmla="*/ 48 w 150"/>
                <a:gd name="T37" fmla="*/ 96 h 121"/>
                <a:gd name="T38" fmla="*/ 75 w 150"/>
                <a:gd name="T39" fmla="*/ 75 h 121"/>
                <a:gd name="T40" fmla="*/ 85 w 150"/>
                <a:gd name="T41" fmla="*/ 87 h 121"/>
                <a:gd name="T42" fmla="*/ 110 w 150"/>
                <a:gd name="T43" fmla="*/ 86 h 121"/>
                <a:gd name="T44" fmla="*/ 132 w 150"/>
                <a:gd name="T45" fmla="*/ 73 h 121"/>
                <a:gd name="T46" fmla="*/ 120 w 150"/>
                <a:gd name="T47" fmla="*/ 65 h 121"/>
                <a:gd name="T48" fmla="*/ 100 w 150"/>
                <a:gd name="T49" fmla="*/ 58 h 121"/>
                <a:gd name="T50" fmla="*/ 98 w 150"/>
                <a:gd name="T51" fmla="*/ 40 h 121"/>
                <a:gd name="T52" fmla="*/ 91 w 150"/>
                <a:gd name="T53" fmla="*/ 32 h 121"/>
                <a:gd name="T54" fmla="*/ 85 w 150"/>
                <a:gd name="T55" fmla="*/ 27 h 121"/>
                <a:gd name="T56" fmla="*/ 68 w 150"/>
                <a:gd name="T57" fmla="*/ 16 h 121"/>
                <a:gd name="T58" fmla="*/ 35 w 150"/>
                <a:gd name="T59" fmla="*/ 17 h 121"/>
                <a:gd name="T60" fmla="*/ 25 w 150"/>
                <a:gd name="T61" fmla="*/ 26 h 121"/>
                <a:gd name="T62" fmla="*/ 15 w 150"/>
                <a:gd name="T63" fmla="*/ 25 h 121"/>
                <a:gd name="T64" fmla="*/ 9 w 150"/>
                <a:gd name="T65" fmla="*/ 32 h 121"/>
                <a:gd name="T66" fmla="*/ 4 w 150"/>
                <a:gd name="T67" fmla="*/ 33 h 121"/>
                <a:gd name="T68" fmla="*/ 0 w 150"/>
                <a:gd name="T69" fmla="*/ 26 h 121"/>
                <a:gd name="T70" fmla="*/ 1 w 150"/>
                <a:gd name="T71" fmla="*/ 24 h 121"/>
                <a:gd name="T72" fmla="*/ 18 w 150"/>
                <a:gd name="T73" fmla="*/ 17 h 121"/>
                <a:gd name="T74" fmla="*/ 25 w 150"/>
                <a:gd name="T75" fmla="*/ 15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0" h="121">
                  <a:moveTo>
                    <a:pt x="32" y="14"/>
                  </a:moveTo>
                  <a:cubicBezTo>
                    <a:pt x="34" y="13"/>
                    <a:pt x="36" y="13"/>
                    <a:pt x="37" y="13"/>
                  </a:cubicBezTo>
                  <a:cubicBezTo>
                    <a:pt x="43" y="12"/>
                    <a:pt x="48" y="12"/>
                    <a:pt x="53" y="12"/>
                  </a:cubicBezTo>
                  <a:cubicBezTo>
                    <a:pt x="56" y="12"/>
                    <a:pt x="59" y="13"/>
                    <a:pt x="61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4" y="12"/>
                    <a:pt x="65" y="10"/>
                    <a:pt x="67" y="10"/>
                  </a:cubicBezTo>
                  <a:cubicBezTo>
                    <a:pt x="74" y="5"/>
                    <a:pt x="82" y="4"/>
                    <a:pt x="90" y="2"/>
                  </a:cubicBezTo>
                  <a:cubicBezTo>
                    <a:pt x="92" y="1"/>
                    <a:pt x="93" y="2"/>
                    <a:pt x="95" y="1"/>
                  </a:cubicBezTo>
                  <a:cubicBezTo>
                    <a:pt x="100" y="1"/>
                    <a:pt x="105" y="0"/>
                    <a:pt x="110" y="0"/>
                  </a:cubicBezTo>
                  <a:cubicBezTo>
                    <a:pt x="112" y="1"/>
                    <a:pt x="114" y="0"/>
                    <a:pt x="116" y="1"/>
                  </a:cubicBezTo>
                  <a:cubicBezTo>
                    <a:pt x="123" y="3"/>
                    <a:pt x="125" y="6"/>
                    <a:pt x="123" y="13"/>
                  </a:cubicBezTo>
                  <a:cubicBezTo>
                    <a:pt x="123" y="13"/>
                    <a:pt x="123" y="13"/>
                    <a:pt x="123" y="14"/>
                  </a:cubicBezTo>
                  <a:cubicBezTo>
                    <a:pt x="120" y="15"/>
                    <a:pt x="117" y="17"/>
                    <a:pt x="120" y="20"/>
                  </a:cubicBezTo>
                  <a:cubicBezTo>
                    <a:pt x="120" y="21"/>
                    <a:pt x="120" y="22"/>
                    <a:pt x="119" y="22"/>
                  </a:cubicBezTo>
                  <a:cubicBezTo>
                    <a:pt x="114" y="25"/>
                    <a:pt x="112" y="29"/>
                    <a:pt x="112" y="35"/>
                  </a:cubicBezTo>
                  <a:cubicBezTo>
                    <a:pt x="112" y="36"/>
                    <a:pt x="112" y="36"/>
                    <a:pt x="112" y="36"/>
                  </a:cubicBezTo>
                  <a:cubicBezTo>
                    <a:pt x="112" y="38"/>
                    <a:pt x="111" y="39"/>
                    <a:pt x="112" y="41"/>
                  </a:cubicBezTo>
                  <a:cubicBezTo>
                    <a:pt x="113" y="42"/>
                    <a:pt x="113" y="43"/>
                    <a:pt x="113" y="43"/>
                  </a:cubicBezTo>
                  <a:cubicBezTo>
                    <a:pt x="115" y="45"/>
                    <a:pt x="116" y="48"/>
                    <a:pt x="118" y="50"/>
                  </a:cubicBezTo>
                  <a:cubicBezTo>
                    <a:pt x="120" y="53"/>
                    <a:pt x="123" y="55"/>
                    <a:pt x="128" y="55"/>
                  </a:cubicBezTo>
                  <a:cubicBezTo>
                    <a:pt x="131" y="56"/>
                    <a:pt x="133" y="57"/>
                    <a:pt x="136" y="59"/>
                  </a:cubicBezTo>
                  <a:cubicBezTo>
                    <a:pt x="137" y="60"/>
                    <a:pt x="137" y="63"/>
                    <a:pt x="139" y="63"/>
                  </a:cubicBezTo>
                  <a:cubicBezTo>
                    <a:pt x="140" y="64"/>
                    <a:pt x="140" y="64"/>
                    <a:pt x="140" y="64"/>
                  </a:cubicBezTo>
                  <a:cubicBezTo>
                    <a:pt x="141" y="65"/>
                    <a:pt x="142" y="65"/>
                    <a:pt x="143" y="66"/>
                  </a:cubicBezTo>
                  <a:cubicBezTo>
                    <a:pt x="143" y="66"/>
                    <a:pt x="143" y="66"/>
                    <a:pt x="144" y="67"/>
                  </a:cubicBezTo>
                  <a:cubicBezTo>
                    <a:pt x="145" y="68"/>
                    <a:pt x="146" y="69"/>
                    <a:pt x="146" y="70"/>
                  </a:cubicBezTo>
                  <a:cubicBezTo>
                    <a:pt x="150" y="76"/>
                    <a:pt x="150" y="78"/>
                    <a:pt x="145" y="83"/>
                  </a:cubicBezTo>
                  <a:cubicBezTo>
                    <a:pt x="141" y="87"/>
                    <a:pt x="136" y="92"/>
                    <a:pt x="130" y="95"/>
                  </a:cubicBezTo>
                  <a:cubicBezTo>
                    <a:pt x="118" y="100"/>
                    <a:pt x="105" y="102"/>
                    <a:pt x="92" y="99"/>
                  </a:cubicBezTo>
                  <a:cubicBezTo>
                    <a:pt x="89" y="98"/>
                    <a:pt x="86" y="98"/>
                    <a:pt x="83" y="98"/>
                  </a:cubicBezTo>
                  <a:cubicBezTo>
                    <a:pt x="80" y="98"/>
                    <a:pt x="77" y="99"/>
                    <a:pt x="74" y="99"/>
                  </a:cubicBezTo>
                  <a:cubicBezTo>
                    <a:pt x="72" y="99"/>
                    <a:pt x="70" y="99"/>
                    <a:pt x="68" y="99"/>
                  </a:cubicBezTo>
                  <a:cubicBezTo>
                    <a:pt x="65" y="99"/>
                    <a:pt x="64" y="100"/>
                    <a:pt x="63" y="103"/>
                  </a:cubicBezTo>
                  <a:cubicBezTo>
                    <a:pt x="63" y="104"/>
                    <a:pt x="63" y="104"/>
                    <a:pt x="63" y="105"/>
                  </a:cubicBezTo>
                  <a:cubicBezTo>
                    <a:pt x="61" y="108"/>
                    <a:pt x="61" y="111"/>
                    <a:pt x="61" y="115"/>
                  </a:cubicBezTo>
                  <a:cubicBezTo>
                    <a:pt x="62" y="117"/>
                    <a:pt x="63" y="120"/>
                    <a:pt x="60" y="121"/>
                  </a:cubicBezTo>
                  <a:cubicBezTo>
                    <a:pt x="58" y="121"/>
                    <a:pt x="57" y="120"/>
                    <a:pt x="57" y="118"/>
                  </a:cubicBezTo>
                  <a:cubicBezTo>
                    <a:pt x="55" y="110"/>
                    <a:pt x="51" y="103"/>
                    <a:pt x="48" y="96"/>
                  </a:cubicBezTo>
                  <a:cubicBezTo>
                    <a:pt x="45" y="86"/>
                    <a:pt x="47" y="81"/>
                    <a:pt x="57" y="78"/>
                  </a:cubicBezTo>
                  <a:cubicBezTo>
                    <a:pt x="63" y="76"/>
                    <a:pt x="68" y="74"/>
                    <a:pt x="75" y="75"/>
                  </a:cubicBezTo>
                  <a:cubicBezTo>
                    <a:pt x="79" y="76"/>
                    <a:pt x="81" y="78"/>
                    <a:pt x="80" y="82"/>
                  </a:cubicBezTo>
                  <a:cubicBezTo>
                    <a:pt x="80" y="86"/>
                    <a:pt x="81" y="88"/>
                    <a:pt x="85" y="87"/>
                  </a:cubicBezTo>
                  <a:cubicBezTo>
                    <a:pt x="88" y="87"/>
                    <a:pt x="90" y="88"/>
                    <a:pt x="93" y="88"/>
                  </a:cubicBezTo>
                  <a:cubicBezTo>
                    <a:pt x="99" y="88"/>
                    <a:pt x="105" y="88"/>
                    <a:pt x="110" y="86"/>
                  </a:cubicBezTo>
                  <a:cubicBezTo>
                    <a:pt x="116" y="84"/>
                    <a:pt x="122" y="85"/>
                    <a:pt x="127" y="83"/>
                  </a:cubicBezTo>
                  <a:cubicBezTo>
                    <a:pt x="131" y="82"/>
                    <a:pt x="133" y="77"/>
                    <a:pt x="132" y="73"/>
                  </a:cubicBezTo>
                  <a:cubicBezTo>
                    <a:pt x="132" y="70"/>
                    <a:pt x="128" y="66"/>
                    <a:pt x="124" y="65"/>
                  </a:cubicBezTo>
                  <a:cubicBezTo>
                    <a:pt x="123" y="65"/>
                    <a:pt x="122" y="66"/>
                    <a:pt x="120" y="65"/>
                  </a:cubicBezTo>
                  <a:cubicBezTo>
                    <a:pt x="117" y="65"/>
                    <a:pt x="114" y="64"/>
                    <a:pt x="111" y="61"/>
                  </a:cubicBezTo>
                  <a:cubicBezTo>
                    <a:pt x="108" y="58"/>
                    <a:pt x="104" y="58"/>
                    <a:pt x="100" y="58"/>
                  </a:cubicBezTo>
                  <a:cubicBezTo>
                    <a:pt x="93" y="58"/>
                    <a:pt x="92" y="57"/>
                    <a:pt x="94" y="50"/>
                  </a:cubicBezTo>
                  <a:cubicBezTo>
                    <a:pt x="96" y="47"/>
                    <a:pt x="97" y="43"/>
                    <a:pt x="98" y="40"/>
                  </a:cubicBezTo>
                  <a:cubicBezTo>
                    <a:pt x="98" y="38"/>
                    <a:pt x="98" y="36"/>
                    <a:pt x="97" y="34"/>
                  </a:cubicBezTo>
                  <a:cubicBezTo>
                    <a:pt x="95" y="32"/>
                    <a:pt x="93" y="31"/>
                    <a:pt x="91" y="32"/>
                  </a:cubicBezTo>
                  <a:cubicBezTo>
                    <a:pt x="90" y="32"/>
                    <a:pt x="89" y="32"/>
                    <a:pt x="88" y="32"/>
                  </a:cubicBezTo>
                  <a:cubicBezTo>
                    <a:pt x="86" y="31"/>
                    <a:pt x="85" y="29"/>
                    <a:pt x="85" y="27"/>
                  </a:cubicBezTo>
                  <a:cubicBezTo>
                    <a:pt x="83" y="20"/>
                    <a:pt x="78" y="17"/>
                    <a:pt x="71" y="17"/>
                  </a:cubicBezTo>
                  <a:cubicBezTo>
                    <a:pt x="70" y="17"/>
                    <a:pt x="69" y="16"/>
                    <a:pt x="68" y="16"/>
                  </a:cubicBezTo>
                  <a:cubicBezTo>
                    <a:pt x="67" y="15"/>
                    <a:pt x="66" y="14"/>
                    <a:pt x="64" y="15"/>
                  </a:cubicBezTo>
                  <a:cubicBezTo>
                    <a:pt x="55" y="17"/>
                    <a:pt x="45" y="15"/>
                    <a:pt x="35" y="17"/>
                  </a:cubicBezTo>
                  <a:cubicBezTo>
                    <a:pt x="30" y="18"/>
                    <a:pt x="27" y="20"/>
                    <a:pt x="27" y="24"/>
                  </a:cubicBezTo>
                  <a:cubicBezTo>
                    <a:pt x="26" y="25"/>
                    <a:pt x="26" y="25"/>
                    <a:pt x="25" y="26"/>
                  </a:cubicBezTo>
                  <a:cubicBezTo>
                    <a:pt x="23" y="26"/>
                    <a:pt x="21" y="25"/>
                    <a:pt x="21" y="24"/>
                  </a:cubicBezTo>
                  <a:cubicBezTo>
                    <a:pt x="18" y="20"/>
                    <a:pt x="16" y="23"/>
                    <a:pt x="15" y="25"/>
                  </a:cubicBezTo>
                  <a:cubicBezTo>
                    <a:pt x="14" y="27"/>
                    <a:pt x="13" y="28"/>
                    <a:pt x="11" y="29"/>
                  </a:cubicBezTo>
                  <a:cubicBezTo>
                    <a:pt x="9" y="29"/>
                    <a:pt x="8" y="30"/>
                    <a:pt x="9" y="32"/>
                  </a:cubicBezTo>
                  <a:cubicBezTo>
                    <a:pt x="10" y="34"/>
                    <a:pt x="9" y="35"/>
                    <a:pt x="7" y="35"/>
                  </a:cubicBezTo>
                  <a:cubicBezTo>
                    <a:pt x="5" y="35"/>
                    <a:pt x="4" y="34"/>
                    <a:pt x="4" y="33"/>
                  </a:cubicBezTo>
                  <a:cubicBezTo>
                    <a:pt x="4" y="30"/>
                    <a:pt x="2" y="29"/>
                    <a:pt x="1" y="27"/>
                  </a:cubicBezTo>
                  <a:cubicBezTo>
                    <a:pt x="1" y="27"/>
                    <a:pt x="1" y="26"/>
                    <a:pt x="0" y="26"/>
                  </a:cubicBezTo>
                  <a:cubicBezTo>
                    <a:pt x="0" y="26"/>
                    <a:pt x="0" y="25"/>
                    <a:pt x="1" y="25"/>
                  </a:cubicBezTo>
                  <a:cubicBezTo>
                    <a:pt x="1" y="25"/>
                    <a:pt x="1" y="24"/>
                    <a:pt x="1" y="24"/>
                  </a:cubicBezTo>
                  <a:cubicBezTo>
                    <a:pt x="2" y="23"/>
                    <a:pt x="3" y="24"/>
                    <a:pt x="5" y="23"/>
                  </a:cubicBezTo>
                  <a:cubicBezTo>
                    <a:pt x="9" y="22"/>
                    <a:pt x="13" y="18"/>
                    <a:pt x="18" y="17"/>
                  </a:cubicBezTo>
                  <a:cubicBezTo>
                    <a:pt x="20" y="16"/>
                    <a:pt x="23" y="17"/>
                    <a:pt x="25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7" y="14"/>
                    <a:pt x="30" y="14"/>
                    <a:pt x="32" y="14"/>
                  </a:cubicBezTo>
                  <a:close/>
                </a:path>
              </a:pathLst>
            </a:custGeom>
            <a:solidFill>
              <a:srgbClr val="DEFE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2" name="Freeform 160"/>
            <p:cNvSpPr/>
            <p:nvPr/>
          </p:nvSpPr>
          <p:spPr bwMode="auto">
            <a:xfrm>
              <a:off x="7280275" y="4148138"/>
              <a:ext cx="471488" cy="147638"/>
            </a:xfrm>
            <a:custGeom>
              <a:avLst/>
              <a:gdLst>
                <a:gd name="T0" fmla="*/ 122 w 125"/>
                <a:gd name="T1" fmla="*/ 9 h 39"/>
                <a:gd name="T2" fmla="*/ 122 w 125"/>
                <a:gd name="T3" fmla="*/ 10 h 39"/>
                <a:gd name="T4" fmla="*/ 125 w 125"/>
                <a:gd name="T5" fmla="*/ 15 h 39"/>
                <a:gd name="T6" fmla="*/ 125 w 125"/>
                <a:gd name="T7" fmla="*/ 16 h 39"/>
                <a:gd name="T8" fmla="*/ 119 w 125"/>
                <a:gd name="T9" fmla="*/ 32 h 39"/>
                <a:gd name="T10" fmla="*/ 115 w 125"/>
                <a:gd name="T11" fmla="*/ 39 h 39"/>
                <a:gd name="T12" fmla="*/ 114 w 125"/>
                <a:gd name="T13" fmla="*/ 39 h 39"/>
                <a:gd name="T14" fmla="*/ 77 w 125"/>
                <a:gd name="T15" fmla="*/ 37 h 39"/>
                <a:gd name="T16" fmla="*/ 39 w 125"/>
                <a:gd name="T17" fmla="*/ 37 h 39"/>
                <a:gd name="T18" fmla="*/ 34 w 125"/>
                <a:gd name="T19" fmla="*/ 37 h 39"/>
                <a:gd name="T20" fmla="*/ 23 w 125"/>
                <a:gd name="T21" fmla="*/ 37 h 39"/>
                <a:gd name="T22" fmla="*/ 21 w 125"/>
                <a:gd name="T23" fmla="*/ 37 h 39"/>
                <a:gd name="T24" fmla="*/ 3 w 125"/>
                <a:gd name="T25" fmla="*/ 33 h 39"/>
                <a:gd name="T26" fmla="*/ 0 w 125"/>
                <a:gd name="T27" fmla="*/ 30 h 39"/>
                <a:gd name="T28" fmla="*/ 13 w 125"/>
                <a:gd name="T29" fmla="*/ 31 h 39"/>
                <a:gd name="T30" fmla="*/ 14 w 125"/>
                <a:gd name="T31" fmla="*/ 31 h 39"/>
                <a:gd name="T32" fmla="*/ 13 w 125"/>
                <a:gd name="T33" fmla="*/ 31 h 39"/>
                <a:gd name="T34" fmla="*/ 12 w 125"/>
                <a:gd name="T35" fmla="*/ 27 h 39"/>
                <a:gd name="T36" fmla="*/ 17 w 125"/>
                <a:gd name="T37" fmla="*/ 25 h 39"/>
                <a:gd name="T38" fmla="*/ 20 w 125"/>
                <a:gd name="T39" fmla="*/ 30 h 39"/>
                <a:gd name="T40" fmla="*/ 23 w 125"/>
                <a:gd name="T41" fmla="*/ 25 h 39"/>
                <a:gd name="T42" fmla="*/ 30 w 125"/>
                <a:gd name="T43" fmla="*/ 24 h 39"/>
                <a:gd name="T44" fmla="*/ 31 w 125"/>
                <a:gd name="T45" fmla="*/ 19 h 39"/>
                <a:gd name="T46" fmla="*/ 29 w 125"/>
                <a:gd name="T47" fmla="*/ 13 h 39"/>
                <a:gd name="T48" fmla="*/ 24 w 125"/>
                <a:gd name="T49" fmla="*/ 15 h 39"/>
                <a:gd name="T50" fmla="*/ 19 w 125"/>
                <a:gd name="T51" fmla="*/ 15 h 39"/>
                <a:gd name="T52" fmla="*/ 16 w 125"/>
                <a:gd name="T53" fmla="*/ 15 h 39"/>
                <a:gd name="T54" fmla="*/ 9 w 125"/>
                <a:gd name="T55" fmla="*/ 14 h 39"/>
                <a:gd name="T56" fmla="*/ 5 w 125"/>
                <a:gd name="T57" fmla="*/ 13 h 39"/>
                <a:gd name="T58" fmla="*/ 10 w 125"/>
                <a:gd name="T59" fmla="*/ 9 h 39"/>
                <a:gd name="T60" fmla="*/ 19 w 125"/>
                <a:gd name="T61" fmla="*/ 5 h 39"/>
                <a:gd name="T62" fmla="*/ 20 w 125"/>
                <a:gd name="T63" fmla="*/ 5 h 39"/>
                <a:gd name="T64" fmla="*/ 41 w 125"/>
                <a:gd name="T65" fmla="*/ 6 h 39"/>
                <a:gd name="T66" fmla="*/ 50 w 125"/>
                <a:gd name="T67" fmla="*/ 8 h 39"/>
                <a:gd name="T68" fmla="*/ 61 w 125"/>
                <a:gd name="T69" fmla="*/ 2 h 39"/>
                <a:gd name="T70" fmla="*/ 63 w 125"/>
                <a:gd name="T71" fmla="*/ 0 h 39"/>
                <a:gd name="T72" fmla="*/ 92 w 125"/>
                <a:gd name="T73" fmla="*/ 0 h 39"/>
                <a:gd name="T74" fmla="*/ 109 w 125"/>
                <a:gd name="T75" fmla="*/ 2 h 39"/>
                <a:gd name="T76" fmla="*/ 122 w 125"/>
                <a:gd name="T7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5" h="39">
                  <a:moveTo>
                    <a:pt x="122" y="9"/>
                  </a:moveTo>
                  <a:cubicBezTo>
                    <a:pt x="122" y="9"/>
                    <a:pt x="122" y="10"/>
                    <a:pt x="122" y="10"/>
                  </a:cubicBezTo>
                  <a:cubicBezTo>
                    <a:pt x="123" y="11"/>
                    <a:pt x="124" y="13"/>
                    <a:pt x="125" y="15"/>
                  </a:cubicBezTo>
                  <a:cubicBezTo>
                    <a:pt x="125" y="15"/>
                    <a:pt x="125" y="16"/>
                    <a:pt x="125" y="16"/>
                  </a:cubicBezTo>
                  <a:cubicBezTo>
                    <a:pt x="119" y="20"/>
                    <a:pt x="121" y="26"/>
                    <a:pt x="119" y="32"/>
                  </a:cubicBezTo>
                  <a:cubicBezTo>
                    <a:pt x="118" y="34"/>
                    <a:pt x="118" y="37"/>
                    <a:pt x="115" y="39"/>
                  </a:cubicBezTo>
                  <a:cubicBezTo>
                    <a:pt x="115" y="39"/>
                    <a:pt x="114" y="39"/>
                    <a:pt x="114" y="39"/>
                  </a:cubicBezTo>
                  <a:cubicBezTo>
                    <a:pt x="101" y="37"/>
                    <a:pt x="89" y="38"/>
                    <a:pt x="77" y="37"/>
                  </a:cubicBezTo>
                  <a:cubicBezTo>
                    <a:pt x="64" y="37"/>
                    <a:pt x="51" y="37"/>
                    <a:pt x="39" y="37"/>
                  </a:cubicBezTo>
                  <a:cubicBezTo>
                    <a:pt x="37" y="37"/>
                    <a:pt x="35" y="37"/>
                    <a:pt x="34" y="37"/>
                  </a:cubicBezTo>
                  <a:cubicBezTo>
                    <a:pt x="30" y="37"/>
                    <a:pt x="27" y="37"/>
                    <a:pt x="23" y="37"/>
                  </a:cubicBezTo>
                  <a:cubicBezTo>
                    <a:pt x="22" y="37"/>
                    <a:pt x="21" y="37"/>
                    <a:pt x="21" y="37"/>
                  </a:cubicBezTo>
                  <a:cubicBezTo>
                    <a:pt x="15" y="35"/>
                    <a:pt x="9" y="34"/>
                    <a:pt x="3" y="33"/>
                  </a:cubicBezTo>
                  <a:cubicBezTo>
                    <a:pt x="2" y="33"/>
                    <a:pt x="0" y="32"/>
                    <a:pt x="0" y="30"/>
                  </a:cubicBezTo>
                  <a:cubicBezTo>
                    <a:pt x="4" y="26"/>
                    <a:pt x="9" y="29"/>
                    <a:pt x="13" y="31"/>
                  </a:cubicBezTo>
                  <a:cubicBezTo>
                    <a:pt x="13" y="31"/>
                    <a:pt x="13" y="31"/>
                    <a:pt x="14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1" y="30"/>
                    <a:pt x="11" y="28"/>
                    <a:pt x="12" y="27"/>
                  </a:cubicBezTo>
                  <a:cubicBezTo>
                    <a:pt x="13" y="25"/>
                    <a:pt x="15" y="25"/>
                    <a:pt x="17" y="25"/>
                  </a:cubicBezTo>
                  <a:cubicBezTo>
                    <a:pt x="19" y="26"/>
                    <a:pt x="20" y="27"/>
                    <a:pt x="20" y="30"/>
                  </a:cubicBezTo>
                  <a:cubicBezTo>
                    <a:pt x="20" y="27"/>
                    <a:pt x="18" y="24"/>
                    <a:pt x="23" y="25"/>
                  </a:cubicBezTo>
                  <a:cubicBezTo>
                    <a:pt x="25" y="26"/>
                    <a:pt x="27" y="22"/>
                    <a:pt x="30" y="24"/>
                  </a:cubicBezTo>
                  <a:cubicBezTo>
                    <a:pt x="29" y="22"/>
                    <a:pt x="32" y="20"/>
                    <a:pt x="31" y="19"/>
                  </a:cubicBezTo>
                  <a:cubicBezTo>
                    <a:pt x="29" y="17"/>
                    <a:pt x="30" y="14"/>
                    <a:pt x="29" y="13"/>
                  </a:cubicBezTo>
                  <a:cubicBezTo>
                    <a:pt x="29" y="15"/>
                    <a:pt x="27" y="17"/>
                    <a:pt x="24" y="15"/>
                  </a:cubicBezTo>
                  <a:cubicBezTo>
                    <a:pt x="22" y="14"/>
                    <a:pt x="21" y="12"/>
                    <a:pt x="19" y="15"/>
                  </a:cubicBezTo>
                  <a:cubicBezTo>
                    <a:pt x="18" y="16"/>
                    <a:pt x="17" y="16"/>
                    <a:pt x="16" y="15"/>
                  </a:cubicBezTo>
                  <a:cubicBezTo>
                    <a:pt x="14" y="13"/>
                    <a:pt x="11" y="13"/>
                    <a:pt x="9" y="14"/>
                  </a:cubicBezTo>
                  <a:cubicBezTo>
                    <a:pt x="7" y="15"/>
                    <a:pt x="6" y="14"/>
                    <a:pt x="5" y="13"/>
                  </a:cubicBezTo>
                  <a:cubicBezTo>
                    <a:pt x="5" y="10"/>
                    <a:pt x="8" y="10"/>
                    <a:pt x="10" y="9"/>
                  </a:cubicBezTo>
                  <a:cubicBezTo>
                    <a:pt x="13" y="8"/>
                    <a:pt x="16" y="7"/>
                    <a:pt x="19" y="5"/>
                  </a:cubicBezTo>
                  <a:cubicBezTo>
                    <a:pt x="19" y="5"/>
                    <a:pt x="20" y="5"/>
                    <a:pt x="20" y="5"/>
                  </a:cubicBezTo>
                  <a:cubicBezTo>
                    <a:pt x="27" y="7"/>
                    <a:pt x="34" y="8"/>
                    <a:pt x="41" y="6"/>
                  </a:cubicBezTo>
                  <a:cubicBezTo>
                    <a:pt x="44" y="6"/>
                    <a:pt x="47" y="7"/>
                    <a:pt x="50" y="8"/>
                  </a:cubicBezTo>
                  <a:cubicBezTo>
                    <a:pt x="58" y="8"/>
                    <a:pt x="59" y="8"/>
                    <a:pt x="61" y="2"/>
                  </a:cubicBezTo>
                  <a:cubicBezTo>
                    <a:pt x="62" y="1"/>
                    <a:pt x="62" y="1"/>
                    <a:pt x="63" y="0"/>
                  </a:cubicBezTo>
                  <a:cubicBezTo>
                    <a:pt x="72" y="1"/>
                    <a:pt x="82" y="0"/>
                    <a:pt x="92" y="0"/>
                  </a:cubicBezTo>
                  <a:cubicBezTo>
                    <a:pt x="97" y="1"/>
                    <a:pt x="103" y="1"/>
                    <a:pt x="109" y="2"/>
                  </a:cubicBezTo>
                  <a:cubicBezTo>
                    <a:pt x="114" y="3"/>
                    <a:pt x="119" y="5"/>
                    <a:pt x="122" y="9"/>
                  </a:cubicBezTo>
                  <a:close/>
                </a:path>
              </a:pathLst>
            </a:custGeom>
            <a:solidFill>
              <a:srgbClr val="FEC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3" name="Freeform 161"/>
            <p:cNvSpPr/>
            <p:nvPr/>
          </p:nvSpPr>
          <p:spPr bwMode="auto">
            <a:xfrm>
              <a:off x="6756400" y="2884488"/>
              <a:ext cx="312738" cy="361950"/>
            </a:xfrm>
            <a:custGeom>
              <a:avLst/>
              <a:gdLst>
                <a:gd name="T0" fmla="*/ 3 w 83"/>
                <a:gd name="T1" fmla="*/ 11 h 96"/>
                <a:gd name="T2" fmla="*/ 12 w 83"/>
                <a:gd name="T3" fmla="*/ 3 h 96"/>
                <a:gd name="T4" fmla="*/ 19 w 83"/>
                <a:gd name="T5" fmla="*/ 3 h 96"/>
                <a:gd name="T6" fmla="*/ 23 w 83"/>
                <a:gd name="T7" fmla="*/ 28 h 96"/>
                <a:gd name="T8" fmla="*/ 26 w 83"/>
                <a:gd name="T9" fmla="*/ 49 h 96"/>
                <a:gd name="T10" fmla="*/ 37 w 83"/>
                <a:gd name="T11" fmla="*/ 56 h 96"/>
                <a:gd name="T12" fmla="*/ 57 w 83"/>
                <a:gd name="T13" fmla="*/ 55 h 96"/>
                <a:gd name="T14" fmla="*/ 70 w 83"/>
                <a:gd name="T15" fmla="*/ 39 h 96"/>
                <a:gd name="T16" fmla="*/ 82 w 83"/>
                <a:gd name="T17" fmla="*/ 44 h 96"/>
                <a:gd name="T18" fmla="*/ 81 w 83"/>
                <a:gd name="T19" fmla="*/ 47 h 96"/>
                <a:gd name="T20" fmla="*/ 83 w 83"/>
                <a:gd name="T21" fmla="*/ 55 h 96"/>
                <a:gd name="T22" fmla="*/ 78 w 83"/>
                <a:gd name="T23" fmla="*/ 56 h 96"/>
                <a:gd name="T24" fmla="*/ 78 w 83"/>
                <a:gd name="T25" fmla="*/ 59 h 96"/>
                <a:gd name="T26" fmla="*/ 70 w 83"/>
                <a:gd name="T27" fmla="*/ 56 h 96"/>
                <a:gd name="T28" fmla="*/ 69 w 83"/>
                <a:gd name="T29" fmla="*/ 60 h 96"/>
                <a:gd name="T30" fmla="*/ 74 w 83"/>
                <a:gd name="T31" fmla="*/ 76 h 96"/>
                <a:gd name="T32" fmla="*/ 74 w 83"/>
                <a:gd name="T33" fmla="*/ 77 h 96"/>
                <a:gd name="T34" fmla="*/ 79 w 83"/>
                <a:gd name="T35" fmla="*/ 76 h 96"/>
                <a:gd name="T36" fmla="*/ 75 w 83"/>
                <a:gd name="T37" fmla="*/ 84 h 96"/>
                <a:gd name="T38" fmla="*/ 69 w 83"/>
                <a:gd name="T39" fmla="*/ 80 h 96"/>
                <a:gd name="T40" fmla="*/ 70 w 83"/>
                <a:gd name="T41" fmla="*/ 73 h 96"/>
                <a:gd name="T42" fmla="*/ 62 w 83"/>
                <a:gd name="T43" fmla="*/ 75 h 96"/>
                <a:gd name="T44" fmla="*/ 68 w 83"/>
                <a:gd name="T45" fmla="*/ 81 h 96"/>
                <a:gd name="T46" fmla="*/ 66 w 83"/>
                <a:gd name="T47" fmla="*/ 92 h 96"/>
                <a:gd name="T48" fmla="*/ 54 w 83"/>
                <a:gd name="T49" fmla="*/ 88 h 96"/>
                <a:gd name="T50" fmla="*/ 43 w 83"/>
                <a:gd name="T51" fmla="*/ 85 h 96"/>
                <a:gd name="T52" fmla="*/ 11 w 83"/>
                <a:gd name="T53" fmla="*/ 30 h 96"/>
                <a:gd name="T54" fmla="*/ 20 w 83"/>
                <a:gd name="T55" fmla="*/ 76 h 96"/>
                <a:gd name="T56" fmla="*/ 19 w 83"/>
                <a:gd name="T57" fmla="*/ 89 h 96"/>
                <a:gd name="T58" fmla="*/ 17 w 83"/>
                <a:gd name="T59" fmla="*/ 83 h 96"/>
                <a:gd name="T60" fmla="*/ 15 w 83"/>
                <a:gd name="T61" fmla="*/ 79 h 96"/>
                <a:gd name="T62" fmla="*/ 9 w 83"/>
                <a:gd name="T63" fmla="*/ 69 h 96"/>
                <a:gd name="T64" fmla="*/ 6 w 83"/>
                <a:gd name="T65" fmla="*/ 58 h 96"/>
                <a:gd name="T66" fmla="*/ 4 w 83"/>
                <a:gd name="T67" fmla="*/ 48 h 96"/>
                <a:gd name="T68" fmla="*/ 1 w 83"/>
                <a:gd name="T69" fmla="*/ 35 h 96"/>
                <a:gd name="T70" fmla="*/ 1 w 83"/>
                <a:gd name="T71" fmla="*/ 2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96">
                  <a:moveTo>
                    <a:pt x="1" y="20"/>
                  </a:moveTo>
                  <a:cubicBezTo>
                    <a:pt x="0" y="17"/>
                    <a:pt x="1" y="14"/>
                    <a:pt x="3" y="11"/>
                  </a:cubicBezTo>
                  <a:cubicBezTo>
                    <a:pt x="3" y="10"/>
                    <a:pt x="3" y="10"/>
                    <a:pt x="4" y="9"/>
                  </a:cubicBezTo>
                  <a:cubicBezTo>
                    <a:pt x="8" y="9"/>
                    <a:pt x="11" y="7"/>
                    <a:pt x="12" y="3"/>
                  </a:cubicBezTo>
                  <a:cubicBezTo>
                    <a:pt x="13" y="2"/>
                    <a:pt x="13" y="0"/>
                    <a:pt x="15" y="0"/>
                  </a:cubicBezTo>
                  <a:cubicBezTo>
                    <a:pt x="17" y="0"/>
                    <a:pt x="18" y="2"/>
                    <a:pt x="19" y="3"/>
                  </a:cubicBezTo>
                  <a:cubicBezTo>
                    <a:pt x="23" y="9"/>
                    <a:pt x="22" y="15"/>
                    <a:pt x="23" y="22"/>
                  </a:cubicBezTo>
                  <a:cubicBezTo>
                    <a:pt x="23" y="24"/>
                    <a:pt x="23" y="26"/>
                    <a:pt x="23" y="28"/>
                  </a:cubicBezTo>
                  <a:cubicBezTo>
                    <a:pt x="23" y="29"/>
                    <a:pt x="23" y="29"/>
                    <a:pt x="23" y="30"/>
                  </a:cubicBezTo>
                  <a:cubicBezTo>
                    <a:pt x="22" y="37"/>
                    <a:pt x="24" y="43"/>
                    <a:pt x="26" y="49"/>
                  </a:cubicBezTo>
                  <a:cubicBezTo>
                    <a:pt x="27" y="54"/>
                    <a:pt x="31" y="54"/>
                    <a:pt x="35" y="55"/>
                  </a:cubicBezTo>
                  <a:cubicBezTo>
                    <a:pt x="36" y="55"/>
                    <a:pt x="36" y="56"/>
                    <a:pt x="37" y="56"/>
                  </a:cubicBezTo>
                  <a:cubicBezTo>
                    <a:pt x="38" y="58"/>
                    <a:pt x="41" y="59"/>
                    <a:pt x="44" y="58"/>
                  </a:cubicBezTo>
                  <a:cubicBezTo>
                    <a:pt x="48" y="57"/>
                    <a:pt x="53" y="58"/>
                    <a:pt x="57" y="55"/>
                  </a:cubicBezTo>
                  <a:cubicBezTo>
                    <a:pt x="60" y="50"/>
                    <a:pt x="65" y="47"/>
                    <a:pt x="67" y="41"/>
                  </a:cubicBezTo>
                  <a:cubicBezTo>
                    <a:pt x="68" y="40"/>
                    <a:pt x="69" y="40"/>
                    <a:pt x="70" y="39"/>
                  </a:cubicBezTo>
                  <a:cubicBezTo>
                    <a:pt x="73" y="38"/>
                    <a:pt x="76" y="37"/>
                    <a:pt x="77" y="42"/>
                  </a:cubicBezTo>
                  <a:cubicBezTo>
                    <a:pt x="78" y="43"/>
                    <a:pt x="81" y="43"/>
                    <a:pt x="82" y="44"/>
                  </a:cubicBezTo>
                  <a:cubicBezTo>
                    <a:pt x="83" y="45"/>
                    <a:pt x="83" y="45"/>
                    <a:pt x="83" y="46"/>
                  </a:cubicBezTo>
                  <a:cubicBezTo>
                    <a:pt x="83" y="47"/>
                    <a:pt x="82" y="47"/>
                    <a:pt x="81" y="47"/>
                  </a:cubicBezTo>
                  <a:cubicBezTo>
                    <a:pt x="79" y="47"/>
                    <a:pt x="82" y="47"/>
                    <a:pt x="81" y="48"/>
                  </a:cubicBezTo>
                  <a:cubicBezTo>
                    <a:pt x="82" y="50"/>
                    <a:pt x="83" y="52"/>
                    <a:pt x="83" y="55"/>
                  </a:cubicBezTo>
                  <a:cubicBezTo>
                    <a:pt x="83" y="56"/>
                    <a:pt x="82" y="57"/>
                    <a:pt x="80" y="57"/>
                  </a:cubicBezTo>
                  <a:cubicBezTo>
                    <a:pt x="79" y="58"/>
                    <a:pt x="78" y="57"/>
                    <a:pt x="78" y="56"/>
                  </a:cubicBezTo>
                  <a:cubicBezTo>
                    <a:pt x="77" y="54"/>
                    <a:pt x="76" y="54"/>
                    <a:pt x="74" y="52"/>
                  </a:cubicBezTo>
                  <a:cubicBezTo>
                    <a:pt x="76" y="55"/>
                    <a:pt x="79" y="57"/>
                    <a:pt x="78" y="59"/>
                  </a:cubicBezTo>
                  <a:cubicBezTo>
                    <a:pt x="77" y="61"/>
                    <a:pt x="73" y="59"/>
                    <a:pt x="71" y="59"/>
                  </a:cubicBezTo>
                  <a:cubicBezTo>
                    <a:pt x="69" y="59"/>
                    <a:pt x="69" y="57"/>
                    <a:pt x="70" y="56"/>
                  </a:cubicBezTo>
                  <a:cubicBezTo>
                    <a:pt x="69" y="57"/>
                    <a:pt x="70" y="58"/>
                    <a:pt x="69" y="59"/>
                  </a:cubicBezTo>
                  <a:cubicBezTo>
                    <a:pt x="69" y="60"/>
                    <a:pt x="68" y="60"/>
                    <a:pt x="69" y="60"/>
                  </a:cubicBezTo>
                  <a:cubicBezTo>
                    <a:pt x="71" y="61"/>
                    <a:pt x="73" y="64"/>
                    <a:pt x="75" y="67"/>
                  </a:cubicBezTo>
                  <a:cubicBezTo>
                    <a:pt x="76" y="70"/>
                    <a:pt x="77" y="73"/>
                    <a:pt x="74" y="76"/>
                  </a:cubicBezTo>
                  <a:cubicBezTo>
                    <a:pt x="73" y="77"/>
                    <a:pt x="74" y="78"/>
                    <a:pt x="73" y="79"/>
                  </a:cubicBezTo>
                  <a:cubicBezTo>
                    <a:pt x="74" y="78"/>
                    <a:pt x="74" y="77"/>
                    <a:pt x="74" y="77"/>
                  </a:cubicBezTo>
                  <a:cubicBezTo>
                    <a:pt x="75" y="75"/>
                    <a:pt x="75" y="74"/>
                    <a:pt x="77" y="74"/>
                  </a:cubicBezTo>
                  <a:cubicBezTo>
                    <a:pt x="78" y="74"/>
                    <a:pt x="79" y="75"/>
                    <a:pt x="79" y="76"/>
                  </a:cubicBezTo>
                  <a:cubicBezTo>
                    <a:pt x="80" y="77"/>
                    <a:pt x="79" y="78"/>
                    <a:pt x="78" y="79"/>
                  </a:cubicBezTo>
                  <a:cubicBezTo>
                    <a:pt x="77" y="81"/>
                    <a:pt x="76" y="82"/>
                    <a:pt x="75" y="84"/>
                  </a:cubicBezTo>
                  <a:cubicBezTo>
                    <a:pt x="74" y="85"/>
                    <a:pt x="73" y="87"/>
                    <a:pt x="71" y="86"/>
                  </a:cubicBezTo>
                  <a:cubicBezTo>
                    <a:pt x="69" y="85"/>
                    <a:pt x="66" y="83"/>
                    <a:pt x="69" y="80"/>
                  </a:cubicBezTo>
                  <a:cubicBezTo>
                    <a:pt x="69" y="80"/>
                    <a:pt x="69" y="79"/>
                    <a:pt x="69" y="79"/>
                  </a:cubicBezTo>
                  <a:cubicBezTo>
                    <a:pt x="68" y="77"/>
                    <a:pt x="67" y="75"/>
                    <a:pt x="70" y="73"/>
                  </a:cubicBezTo>
                  <a:cubicBezTo>
                    <a:pt x="71" y="72"/>
                    <a:pt x="70" y="70"/>
                    <a:pt x="69" y="69"/>
                  </a:cubicBezTo>
                  <a:cubicBezTo>
                    <a:pt x="68" y="74"/>
                    <a:pt x="67" y="76"/>
                    <a:pt x="62" y="75"/>
                  </a:cubicBezTo>
                  <a:cubicBezTo>
                    <a:pt x="65" y="76"/>
                    <a:pt x="66" y="78"/>
                    <a:pt x="69" y="79"/>
                  </a:cubicBezTo>
                  <a:cubicBezTo>
                    <a:pt x="69" y="80"/>
                    <a:pt x="69" y="81"/>
                    <a:pt x="68" y="81"/>
                  </a:cubicBezTo>
                  <a:cubicBezTo>
                    <a:pt x="64" y="82"/>
                    <a:pt x="65" y="85"/>
                    <a:pt x="66" y="87"/>
                  </a:cubicBezTo>
                  <a:cubicBezTo>
                    <a:pt x="67" y="89"/>
                    <a:pt x="69" y="91"/>
                    <a:pt x="66" y="92"/>
                  </a:cubicBezTo>
                  <a:cubicBezTo>
                    <a:pt x="64" y="93"/>
                    <a:pt x="63" y="96"/>
                    <a:pt x="60" y="93"/>
                  </a:cubicBezTo>
                  <a:cubicBezTo>
                    <a:pt x="58" y="91"/>
                    <a:pt x="56" y="90"/>
                    <a:pt x="54" y="88"/>
                  </a:cubicBezTo>
                  <a:cubicBezTo>
                    <a:pt x="52" y="86"/>
                    <a:pt x="49" y="86"/>
                    <a:pt x="46" y="87"/>
                  </a:cubicBezTo>
                  <a:cubicBezTo>
                    <a:pt x="44" y="87"/>
                    <a:pt x="43" y="86"/>
                    <a:pt x="43" y="85"/>
                  </a:cubicBezTo>
                  <a:cubicBezTo>
                    <a:pt x="32" y="74"/>
                    <a:pt x="26" y="60"/>
                    <a:pt x="18" y="48"/>
                  </a:cubicBezTo>
                  <a:cubicBezTo>
                    <a:pt x="14" y="42"/>
                    <a:pt x="13" y="36"/>
                    <a:pt x="11" y="30"/>
                  </a:cubicBezTo>
                  <a:cubicBezTo>
                    <a:pt x="8" y="37"/>
                    <a:pt x="12" y="44"/>
                    <a:pt x="13" y="51"/>
                  </a:cubicBezTo>
                  <a:cubicBezTo>
                    <a:pt x="15" y="60"/>
                    <a:pt x="18" y="68"/>
                    <a:pt x="20" y="76"/>
                  </a:cubicBezTo>
                  <a:cubicBezTo>
                    <a:pt x="21" y="80"/>
                    <a:pt x="23" y="83"/>
                    <a:pt x="22" y="88"/>
                  </a:cubicBezTo>
                  <a:cubicBezTo>
                    <a:pt x="22" y="89"/>
                    <a:pt x="21" y="89"/>
                    <a:pt x="19" y="89"/>
                  </a:cubicBezTo>
                  <a:cubicBezTo>
                    <a:pt x="19" y="88"/>
                    <a:pt x="19" y="87"/>
                    <a:pt x="19" y="87"/>
                  </a:cubicBezTo>
                  <a:cubicBezTo>
                    <a:pt x="18" y="86"/>
                    <a:pt x="18" y="84"/>
                    <a:pt x="17" y="83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6" y="82"/>
                    <a:pt x="16" y="80"/>
                    <a:pt x="15" y="79"/>
                  </a:cubicBezTo>
                  <a:cubicBezTo>
                    <a:pt x="14" y="77"/>
                    <a:pt x="13" y="75"/>
                    <a:pt x="11" y="72"/>
                  </a:cubicBezTo>
                  <a:cubicBezTo>
                    <a:pt x="11" y="71"/>
                    <a:pt x="10" y="70"/>
                    <a:pt x="9" y="69"/>
                  </a:cubicBezTo>
                  <a:cubicBezTo>
                    <a:pt x="9" y="67"/>
                    <a:pt x="8" y="64"/>
                    <a:pt x="7" y="63"/>
                  </a:cubicBezTo>
                  <a:cubicBezTo>
                    <a:pt x="5" y="61"/>
                    <a:pt x="7" y="60"/>
                    <a:pt x="6" y="58"/>
                  </a:cubicBezTo>
                  <a:cubicBezTo>
                    <a:pt x="5" y="58"/>
                    <a:pt x="4" y="57"/>
                    <a:pt x="5" y="56"/>
                  </a:cubicBezTo>
                  <a:cubicBezTo>
                    <a:pt x="7" y="53"/>
                    <a:pt x="5" y="51"/>
                    <a:pt x="4" y="48"/>
                  </a:cubicBezTo>
                  <a:cubicBezTo>
                    <a:pt x="2" y="47"/>
                    <a:pt x="4" y="45"/>
                    <a:pt x="3" y="44"/>
                  </a:cubicBezTo>
                  <a:cubicBezTo>
                    <a:pt x="1" y="41"/>
                    <a:pt x="1" y="38"/>
                    <a:pt x="1" y="35"/>
                  </a:cubicBezTo>
                  <a:cubicBezTo>
                    <a:pt x="0" y="33"/>
                    <a:pt x="0" y="31"/>
                    <a:pt x="1" y="29"/>
                  </a:cubicBezTo>
                  <a:cubicBezTo>
                    <a:pt x="1" y="29"/>
                    <a:pt x="1" y="28"/>
                    <a:pt x="1" y="27"/>
                  </a:cubicBezTo>
                  <a:cubicBezTo>
                    <a:pt x="0" y="25"/>
                    <a:pt x="0" y="22"/>
                    <a:pt x="1" y="20"/>
                  </a:cubicBezTo>
                  <a:close/>
                </a:path>
              </a:pathLst>
            </a:custGeom>
            <a:solidFill>
              <a:srgbClr val="B5D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4" name="Freeform 162"/>
            <p:cNvSpPr/>
            <p:nvPr/>
          </p:nvSpPr>
          <p:spPr bwMode="auto">
            <a:xfrm>
              <a:off x="6769100" y="3670301"/>
              <a:ext cx="417513" cy="255588"/>
            </a:xfrm>
            <a:custGeom>
              <a:avLst/>
              <a:gdLst>
                <a:gd name="T0" fmla="*/ 31 w 111"/>
                <a:gd name="T1" fmla="*/ 46 h 68"/>
                <a:gd name="T2" fmla="*/ 24 w 111"/>
                <a:gd name="T3" fmla="*/ 42 h 68"/>
                <a:gd name="T4" fmla="*/ 13 w 111"/>
                <a:gd name="T5" fmla="*/ 37 h 68"/>
                <a:gd name="T6" fmla="*/ 11 w 111"/>
                <a:gd name="T7" fmla="*/ 36 h 68"/>
                <a:gd name="T8" fmla="*/ 8 w 111"/>
                <a:gd name="T9" fmla="*/ 33 h 68"/>
                <a:gd name="T10" fmla="*/ 3 w 111"/>
                <a:gd name="T11" fmla="*/ 31 h 68"/>
                <a:gd name="T12" fmla="*/ 2 w 111"/>
                <a:gd name="T13" fmla="*/ 27 h 68"/>
                <a:gd name="T14" fmla="*/ 3 w 111"/>
                <a:gd name="T15" fmla="*/ 16 h 68"/>
                <a:gd name="T16" fmla="*/ 16 w 111"/>
                <a:gd name="T17" fmla="*/ 0 h 68"/>
                <a:gd name="T18" fmla="*/ 23 w 111"/>
                <a:gd name="T19" fmla="*/ 0 h 68"/>
                <a:gd name="T20" fmla="*/ 30 w 111"/>
                <a:gd name="T21" fmla="*/ 5 h 68"/>
                <a:gd name="T22" fmla="*/ 37 w 111"/>
                <a:gd name="T23" fmla="*/ 9 h 68"/>
                <a:gd name="T24" fmla="*/ 42 w 111"/>
                <a:gd name="T25" fmla="*/ 10 h 68"/>
                <a:gd name="T26" fmla="*/ 48 w 111"/>
                <a:gd name="T27" fmla="*/ 18 h 68"/>
                <a:gd name="T28" fmla="*/ 41 w 111"/>
                <a:gd name="T29" fmla="*/ 18 h 68"/>
                <a:gd name="T30" fmla="*/ 40 w 111"/>
                <a:gd name="T31" fmla="*/ 25 h 68"/>
                <a:gd name="T32" fmla="*/ 43 w 111"/>
                <a:gd name="T33" fmla="*/ 33 h 68"/>
                <a:gd name="T34" fmla="*/ 50 w 111"/>
                <a:gd name="T35" fmla="*/ 38 h 68"/>
                <a:gd name="T36" fmla="*/ 51 w 111"/>
                <a:gd name="T37" fmla="*/ 39 h 68"/>
                <a:gd name="T38" fmla="*/ 65 w 111"/>
                <a:gd name="T39" fmla="*/ 45 h 68"/>
                <a:gd name="T40" fmla="*/ 91 w 111"/>
                <a:gd name="T41" fmla="*/ 53 h 68"/>
                <a:gd name="T42" fmla="*/ 103 w 111"/>
                <a:gd name="T43" fmla="*/ 55 h 68"/>
                <a:gd name="T44" fmla="*/ 109 w 111"/>
                <a:gd name="T45" fmla="*/ 57 h 68"/>
                <a:gd name="T46" fmla="*/ 111 w 111"/>
                <a:gd name="T47" fmla="*/ 59 h 68"/>
                <a:gd name="T48" fmla="*/ 110 w 111"/>
                <a:gd name="T49" fmla="*/ 61 h 68"/>
                <a:gd name="T50" fmla="*/ 99 w 111"/>
                <a:gd name="T51" fmla="*/ 65 h 68"/>
                <a:gd name="T52" fmla="*/ 95 w 111"/>
                <a:gd name="T53" fmla="*/ 67 h 68"/>
                <a:gd name="T54" fmla="*/ 90 w 111"/>
                <a:gd name="T55" fmla="*/ 65 h 68"/>
                <a:gd name="T56" fmla="*/ 86 w 111"/>
                <a:gd name="T57" fmla="*/ 61 h 68"/>
                <a:gd name="T58" fmla="*/ 88 w 111"/>
                <a:gd name="T59" fmla="*/ 63 h 68"/>
                <a:gd name="T60" fmla="*/ 90 w 111"/>
                <a:gd name="T61" fmla="*/ 67 h 68"/>
                <a:gd name="T62" fmla="*/ 86 w 111"/>
                <a:gd name="T63" fmla="*/ 68 h 68"/>
                <a:gd name="T64" fmla="*/ 82 w 111"/>
                <a:gd name="T65" fmla="*/ 66 h 68"/>
                <a:gd name="T66" fmla="*/ 64 w 111"/>
                <a:gd name="T67" fmla="*/ 61 h 68"/>
                <a:gd name="T68" fmla="*/ 62 w 111"/>
                <a:gd name="T69" fmla="*/ 59 h 68"/>
                <a:gd name="T70" fmla="*/ 56 w 111"/>
                <a:gd name="T71" fmla="*/ 56 h 68"/>
                <a:gd name="T72" fmla="*/ 52 w 111"/>
                <a:gd name="T73" fmla="*/ 55 h 68"/>
                <a:gd name="T74" fmla="*/ 44 w 111"/>
                <a:gd name="T75" fmla="*/ 52 h 68"/>
                <a:gd name="T76" fmla="*/ 40 w 111"/>
                <a:gd name="T77" fmla="*/ 50 h 68"/>
                <a:gd name="T78" fmla="*/ 31 w 111"/>
                <a:gd name="T79" fmla="*/ 4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1" h="68">
                  <a:moveTo>
                    <a:pt x="31" y="46"/>
                  </a:moveTo>
                  <a:cubicBezTo>
                    <a:pt x="29" y="44"/>
                    <a:pt x="26" y="44"/>
                    <a:pt x="24" y="42"/>
                  </a:cubicBezTo>
                  <a:cubicBezTo>
                    <a:pt x="20" y="41"/>
                    <a:pt x="17" y="38"/>
                    <a:pt x="13" y="37"/>
                  </a:cubicBezTo>
                  <a:cubicBezTo>
                    <a:pt x="12" y="37"/>
                    <a:pt x="12" y="37"/>
                    <a:pt x="11" y="36"/>
                  </a:cubicBezTo>
                  <a:cubicBezTo>
                    <a:pt x="10" y="36"/>
                    <a:pt x="9" y="35"/>
                    <a:pt x="8" y="33"/>
                  </a:cubicBezTo>
                  <a:cubicBezTo>
                    <a:pt x="6" y="33"/>
                    <a:pt x="5" y="32"/>
                    <a:pt x="3" y="31"/>
                  </a:cubicBezTo>
                  <a:cubicBezTo>
                    <a:pt x="2" y="30"/>
                    <a:pt x="1" y="28"/>
                    <a:pt x="2" y="27"/>
                  </a:cubicBezTo>
                  <a:cubicBezTo>
                    <a:pt x="3" y="23"/>
                    <a:pt x="5" y="20"/>
                    <a:pt x="3" y="16"/>
                  </a:cubicBezTo>
                  <a:cubicBezTo>
                    <a:pt x="0" y="10"/>
                    <a:pt x="9" y="0"/>
                    <a:pt x="16" y="0"/>
                  </a:cubicBezTo>
                  <a:cubicBezTo>
                    <a:pt x="18" y="0"/>
                    <a:pt x="21" y="0"/>
                    <a:pt x="23" y="0"/>
                  </a:cubicBezTo>
                  <a:cubicBezTo>
                    <a:pt x="26" y="0"/>
                    <a:pt x="29" y="1"/>
                    <a:pt x="30" y="5"/>
                  </a:cubicBezTo>
                  <a:cubicBezTo>
                    <a:pt x="32" y="7"/>
                    <a:pt x="33" y="10"/>
                    <a:pt x="37" y="9"/>
                  </a:cubicBezTo>
                  <a:cubicBezTo>
                    <a:pt x="39" y="10"/>
                    <a:pt x="40" y="10"/>
                    <a:pt x="42" y="10"/>
                  </a:cubicBezTo>
                  <a:cubicBezTo>
                    <a:pt x="44" y="12"/>
                    <a:pt x="48" y="14"/>
                    <a:pt x="48" y="18"/>
                  </a:cubicBezTo>
                  <a:cubicBezTo>
                    <a:pt x="46" y="22"/>
                    <a:pt x="44" y="17"/>
                    <a:pt x="41" y="18"/>
                  </a:cubicBezTo>
                  <a:cubicBezTo>
                    <a:pt x="42" y="20"/>
                    <a:pt x="40" y="23"/>
                    <a:pt x="40" y="25"/>
                  </a:cubicBezTo>
                  <a:cubicBezTo>
                    <a:pt x="40" y="28"/>
                    <a:pt x="42" y="30"/>
                    <a:pt x="43" y="33"/>
                  </a:cubicBezTo>
                  <a:cubicBezTo>
                    <a:pt x="45" y="36"/>
                    <a:pt x="48" y="36"/>
                    <a:pt x="50" y="38"/>
                  </a:cubicBezTo>
                  <a:cubicBezTo>
                    <a:pt x="51" y="38"/>
                    <a:pt x="51" y="39"/>
                    <a:pt x="51" y="39"/>
                  </a:cubicBezTo>
                  <a:cubicBezTo>
                    <a:pt x="55" y="42"/>
                    <a:pt x="60" y="44"/>
                    <a:pt x="65" y="45"/>
                  </a:cubicBezTo>
                  <a:cubicBezTo>
                    <a:pt x="74" y="47"/>
                    <a:pt x="83" y="49"/>
                    <a:pt x="91" y="53"/>
                  </a:cubicBezTo>
                  <a:cubicBezTo>
                    <a:pt x="95" y="54"/>
                    <a:pt x="99" y="55"/>
                    <a:pt x="103" y="55"/>
                  </a:cubicBezTo>
                  <a:cubicBezTo>
                    <a:pt x="105" y="56"/>
                    <a:pt x="107" y="56"/>
                    <a:pt x="109" y="57"/>
                  </a:cubicBezTo>
                  <a:cubicBezTo>
                    <a:pt x="110" y="57"/>
                    <a:pt x="111" y="58"/>
                    <a:pt x="111" y="59"/>
                  </a:cubicBezTo>
                  <a:cubicBezTo>
                    <a:pt x="111" y="60"/>
                    <a:pt x="111" y="61"/>
                    <a:pt x="110" y="61"/>
                  </a:cubicBezTo>
                  <a:cubicBezTo>
                    <a:pt x="105" y="60"/>
                    <a:pt x="102" y="63"/>
                    <a:pt x="99" y="65"/>
                  </a:cubicBezTo>
                  <a:cubicBezTo>
                    <a:pt x="98" y="66"/>
                    <a:pt x="96" y="67"/>
                    <a:pt x="95" y="67"/>
                  </a:cubicBezTo>
                  <a:cubicBezTo>
                    <a:pt x="93" y="68"/>
                    <a:pt x="91" y="68"/>
                    <a:pt x="90" y="65"/>
                  </a:cubicBezTo>
                  <a:cubicBezTo>
                    <a:pt x="90" y="63"/>
                    <a:pt x="88" y="62"/>
                    <a:pt x="86" y="61"/>
                  </a:cubicBezTo>
                  <a:cubicBezTo>
                    <a:pt x="86" y="63"/>
                    <a:pt x="87" y="62"/>
                    <a:pt x="88" y="63"/>
                  </a:cubicBezTo>
                  <a:cubicBezTo>
                    <a:pt x="90" y="64"/>
                    <a:pt x="90" y="65"/>
                    <a:pt x="90" y="67"/>
                  </a:cubicBezTo>
                  <a:cubicBezTo>
                    <a:pt x="89" y="68"/>
                    <a:pt x="88" y="68"/>
                    <a:pt x="86" y="68"/>
                  </a:cubicBezTo>
                  <a:cubicBezTo>
                    <a:pt x="85" y="67"/>
                    <a:pt x="83" y="67"/>
                    <a:pt x="82" y="66"/>
                  </a:cubicBezTo>
                  <a:cubicBezTo>
                    <a:pt x="76" y="63"/>
                    <a:pt x="70" y="62"/>
                    <a:pt x="64" y="61"/>
                  </a:cubicBezTo>
                  <a:cubicBezTo>
                    <a:pt x="63" y="61"/>
                    <a:pt x="62" y="60"/>
                    <a:pt x="62" y="59"/>
                  </a:cubicBezTo>
                  <a:cubicBezTo>
                    <a:pt x="60" y="59"/>
                    <a:pt x="58" y="58"/>
                    <a:pt x="56" y="56"/>
                  </a:cubicBezTo>
                  <a:cubicBezTo>
                    <a:pt x="55" y="56"/>
                    <a:pt x="53" y="56"/>
                    <a:pt x="52" y="55"/>
                  </a:cubicBezTo>
                  <a:cubicBezTo>
                    <a:pt x="50" y="53"/>
                    <a:pt x="46" y="54"/>
                    <a:pt x="44" y="52"/>
                  </a:cubicBezTo>
                  <a:cubicBezTo>
                    <a:pt x="42" y="51"/>
                    <a:pt x="41" y="51"/>
                    <a:pt x="40" y="50"/>
                  </a:cubicBezTo>
                  <a:cubicBezTo>
                    <a:pt x="38" y="47"/>
                    <a:pt x="34" y="48"/>
                    <a:pt x="31" y="46"/>
                  </a:cubicBezTo>
                  <a:close/>
                </a:path>
              </a:pathLst>
            </a:custGeom>
            <a:solidFill>
              <a:srgbClr val="FEDF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5" name="Freeform 163"/>
            <p:cNvSpPr/>
            <p:nvPr/>
          </p:nvSpPr>
          <p:spPr bwMode="auto">
            <a:xfrm>
              <a:off x="7016750" y="4284663"/>
              <a:ext cx="312738" cy="153988"/>
            </a:xfrm>
            <a:custGeom>
              <a:avLst/>
              <a:gdLst>
                <a:gd name="T0" fmla="*/ 0 w 83"/>
                <a:gd name="T1" fmla="*/ 10 h 41"/>
                <a:gd name="T2" fmla="*/ 14 w 83"/>
                <a:gd name="T3" fmla="*/ 1 h 41"/>
                <a:gd name="T4" fmla="*/ 24 w 83"/>
                <a:gd name="T5" fmla="*/ 1 h 41"/>
                <a:gd name="T6" fmla="*/ 27 w 83"/>
                <a:gd name="T7" fmla="*/ 0 h 41"/>
                <a:gd name="T8" fmla="*/ 41 w 83"/>
                <a:gd name="T9" fmla="*/ 2 h 41"/>
                <a:gd name="T10" fmla="*/ 44 w 83"/>
                <a:gd name="T11" fmla="*/ 6 h 41"/>
                <a:gd name="T12" fmla="*/ 45 w 83"/>
                <a:gd name="T13" fmla="*/ 8 h 41"/>
                <a:gd name="T14" fmla="*/ 44 w 83"/>
                <a:gd name="T15" fmla="*/ 20 h 41"/>
                <a:gd name="T16" fmla="*/ 53 w 83"/>
                <a:gd name="T17" fmla="*/ 17 h 41"/>
                <a:gd name="T18" fmla="*/ 57 w 83"/>
                <a:gd name="T19" fmla="*/ 18 h 41"/>
                <a:gd name="T20" fmla="*/ 59 w 83"/>
                <a:gd name="T21" fmla="*/ 17 h 41"/>
                <a:gd name="T22" fmla="*/ 60 w 83"/>
                <a:gd name="T23" fmla="*/ 17 h 41"/>
                <a:gd name="T24" fmla="*/ 59 w 83"/>
                <a:gd name="T25" fmla="*/ 17 h 41"/>
                <a:gd name="T26" fmla="*/ 54 w 83"/>
                <a:gd name="T27" fmla="*/ 13 h 41"/>
                <a:gd name="T28" fmla="*/ 56 w 83"/>
                <a:gd name="T29" fmla="*/ 10 h 41"/>
                <a:gd name="T30" fmla="*/ 66 w 83"/>
                <a:gd name="T31" fmla="*/ 3 h 41"/>
                <a:gd name="T32" fmla="*/ 71 w 83"/>
                <a:gd name="T33" fmla="*/ 3 h 41"/>
                <a:gd name="T34" fmla="*/ 74 w 83"/>
                <a:gd name="T35" fmla="*/ 4 h 41"/>
                <a:gd name="T36" fmla="*/ 76 w 83"/>
                <a:gd name="T37" fmla="*/ 10 h 41"/>
                <a:gd name="T38" fmla="*/ 76 w 83"/>
                <a:gd name="T39" fmla="*/ 12 h 41"/>
                <a:gd name="T40" fmla="*/ 75 w 83"/>
                <a:gd name="T41" fmla="*/ 16 h 41"/>
                <a:gd name="T42" fmla="*/ 75 w 83"/>
                <a:gd name="T43" fmla="*/ 27 h 41"/>
                <a:gd name="T44" fmla="*/ 83 w 83"/>
                <a:gd name="T45" fmla="*/ 32 h 41"/>
                <a:gd name="T46" fmla="*/ 83 w 83"/>
                <a:gd name="T47" fmla="*/ 33 h 41"/>
                <a:gd name="T48" fmla="*/ 76 w 83"/>
                <a:gd name="T49" fmla="*/ 33 h 41"/>
                <a:gd name="T50" fmla="*/ 81 w 83"/>
                <a:gd name="T51" fmla="*/ 36 h 41"/>
                <a:gd name="T52" fmla="*/ 81 w 83"/>
                <a:gd name="T53" fmla="*/ 38 h 41"/>
                <a:gd name="T54" fmla="*/ 71 w 83"/>
                <a:gd name="T55" fmla="*/ 40 h 41"/>
                <a:gd name="T56" fmla="*/ 58 w 83"/>
                <a:gd name="T57" fmla="*/ 38 h 41"/>
                <a:gd name="T58" fmla="*/ 34 w 83"/>
                <a:gd name="T59" fmla="*/ 40 h 41"/>
                <a:gd name="T60" fmla="*/ 33 w 83"/>
                <a:gd name="T61" fmla="*/ 39 h 41"/>
                <a:gd name="T62" fmla="*/ 34 w 83"/>
                <a:gd name="T63" fmla="*/ 34 h 41"/>
                <a:gd name="T64" fmla="*/ 36 w 83"/>
                <a:gd name="T65" fmla="*/ 31 h 41"/>
                <a:gd name="T66" fmla="*/ 35 w 83"/>
                <a:gd name="T67" fmla="*/ 31 h 41"/>
                <a:gd name="T68" fmla="*/ 23 w 83"/>
                <a:gd name="T69" fmla="*/ 33 h 41"/>
                <a:gd name="T70" fmla="*/ 18 w 83"/>
                <a:gd name="T71" fmla="*/ 33 h 41"/>
                <a:gd name="T72" fmla="*/ 14 w 83"/>
                <a:gd name="T73" fmla="*/ 34 h 41"/>
                <a:gd name="T74" fmla="*/ 11 w 83"/>
                <a:gd name="T75" fmla="*/ 33 h 41"/>
                <a:gd name="T76" fmla="*/ 12 w 83"/>
                <a:gd name="T77" fmla="*/ 23 h 41"/>
                <a:gd name="T78" fmla="*/ 16 w 83"/>
                <a:gd name="T79" fmla="*/ 21 h 41"/>
                <a:gd name="T80" fmla="*/ 21 w 83"/>
                <a:gd name="T81" fmla="*/ 20 h 41"/>
                <a:gd name="T82" fmla="*/ 21 w 83"/>
                <a:gd name="T83" fmla="*/ 18 h 41"/>
                <a:gd name="T84" fmla="*/ 16 w 83"/>
                <a:gd name="T85" fmla="*/ 19 h 41"/>
                <a:gd name="T86" fmla="*/ 10 w 83"/>
                <a:gd name="T87" fmla="*/ 18 h 41"/>
                <a:gd name="T88" fmla="*/ 0 w 83"/>
                <a:gd name="T89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3" h="41">
                  <a:moveTo>
                    <a:pt x="0" y="10"/>
                  </a:moveTo>
                  <a:cubicBezTo>
                    <a:pt x="2" y="4"/>
                    <a:pt x="5" y="1"/>
                    <a:pt x="14" y="1"/>
                  </a:cubicBezTo>
                  <a:cubicBezTo>
                    <a:pt x="17" y="1"/>
                    <a:pt x="21" y="1"/>
                    <a:pt x="24" y="1"/>
                  </a:cubicBezTo>
                  <a:cubicBezTo>
                    <a:pt x="25" y="0"/>
                    <a:pt x="26" y="0"/>
                    <a:pt x="27" y="0"/>
                  </a:cubicBezTo>
                  <a:cubicBezTo>
                    <a:pt x="32" y="0"/>
                    <a:pt x="36" y="0"/>
                    <a:pt x="41" y="2"/>
                  </a:cubicBezTo>
                  <a:cubicBezTo>
                    <a:pt x="42" y="4"/>
                    <a:pt x="42" y="5"/>
                    <a:pt x="44" y="6"/>
                  </a:cubicBezTo>
                  <a:cubicBezTo>
                    <a:pt x="45" y="6"/>
                    <a:pt x="46" y="7"/>
                    <a:pt x="45" y="8"/>
                  </a:cubicBezTo>
                  <a:cubicBezTo>
                    <a:pt x="43" y="11"/>
                    <a:pt x="45" y="16"/>
                    <a:pt x="44" y="20"/>
                  </a:cubicBezTo>
                  <a:cubicBezTo>
                    <a:pt x="47" y="20"/>
                    <a:pt x="50" y="19"/>
                    <a:pt x="53" y="17"/>
                  </a:cubicBezTo>
                  <a:cubicBezTo>
                    <a:pt x="54" y="17"/>
                    <a:pt x="56" y="18"/>
                    <a:pt x="57" y="18"/>
                  </a:cubicBezTo>
                  <a:cubicBezTo>
                    <a:pt x="58" y="19"/>
                    <a:pt x="59" y="18"/>
                    <a:pt x="59" y="17"/>
                  </a:cubicBezTo>
                  <a:cubicBezTo>
                    <a:pt x="60" y="17"/>
                    <a:pt x="59" y="17"/>
                    <a:pt x="60" y="17"/>
                  </a:cubicBezTo>
                  <a:cubicBezTo>
                    <a:pt x="60" y="17"/>
                    <a:pt x="59" y="17"/>
                    <a:pt x="59" y="17"/>
                  </a:cubicBezTo>
                  <a:cubicBezTo>
                    <a:pt x="57" y="17"/>
                    <a:pt x="55" y="15"/>
                    <a:pt x="54" y="13"/>
                  </a:cubicBezTo>
                  <a:cubicBezTo>
                    <a:pt x="53" y="11"/>
                    <a:pt x="54" y="9"/>
                    <a:pt x="56" y="10"/>
                  </a:cubicBezTo>
                  <a:cubicBezTo>
                    <a:pt x="61" y="11"/>
                    <a:pt x="63" y="6"/>
                    <a:pt x="66" y="3"/>
                  </a:cubicBezTo>
                  <a:cubicBezTo>
                    <a:pt x="68" y="3"/>
                    <a:pt x="70" y="3"/>
                    <a:pt x="71" y="3"/>
                  </a:cubicBezTo>
                  <a:cubicBezTo>
                    <a:pt x="72" y="3"/>
                    <a:pt x="73" y="4"/>
                    <a:pt x="74" y="4"/>
                  </a:cubicBezTo>
                  <a:cubicBezTo>
                    <a:pt x="75" y="6"/>
                    <a:pt x="75" y="8"/>
                    <a:pt x="76" y="10"/>
                  </a:cubicBezTo>
                  <a:cubicBezTo>
                    <a:pt x="76" y="10"/>
                    <a:pt x="76" y="11"/>
                    <a:pt x="76" y="12"/>
                  </a:cubicBezTo>
                  <a:cubicBezTo>
                    <a:pt x="75" y="13"/>
                    <a:pt x="74" y="14"/>
                    <a:pt x="75" y="16"/>
                  </a:cubicBezTo>
                  <a:cubicBezTo>
                    <a:pt x="77" y="20"/>
                    <a:pt x="75" y="24"/>
                    <a:pt x="75" y="27"/>
                  </a:cubicBezTo>
                  <a:cubicBezTo>
                    <a:pt x="77" y="29"/>
                    <a:pt x="82" y="26"/>
                    <a:pt x="83" y="32"/>
                  </a:cubicBezTo>
                  <a:cubicBezTo>
                    <a:pt x="83" y="32"/>
                    <a:pt x="83" y="32"/>
                    <a:pt x="83" y="33"/>
                  </a:cubicBezTo>
                  <a:cubicBezTo>
                    <a:pt x="80" y="34"/>
                    <a:pt x="78" y="32"/>
                    <a:pt x="76" y="33"/>
                  </a:cubicBezTo>
                  <a:cubicBezTo>
                    <a:pt x="78" y="33"/>
                    <a:pt x="80" y="33"/>
                    <a:pt x="81" y="36"/>
                  </a:cubicBezTo>
                  <a:cubicBezTo>
                    <a:pt x="81" y="36"/>
                    <a:pt x="81" y="37"/>
                    <a:pt x="81" y="38"/>
                  </a:cubicBezTo>
                  <a:cubicBezTo>
                    <a:pt x="78" y="41"/>
                    <a:pt x="74" y="39"/>
                    <a:pt x="71" y="40"/>
                  </a:cubicBezTo>
                  <a:cubicBezTo>
                    <a:pt x="67" y="39"/>
                    <a:pt x="62" y="39"/>
                    <a:pt x="58" y="38"/>
                  </a:cubicBezTo>
                  <a:cubicBezTo>
                    <a:pt x="50" y="37"/>
                    <a:pt x="42" y="38"/>
                    <a:pt x="34" y="40"/>
                  </a:cubicBezTo>
                  <a:cubicBezTo>
                    <a:pt x="34" y="40"/>
                    <a:pt x="34" y="40"/>
                    <a:pt x="33" y="39"/>
                  </a:cubicBezTo>
                  <a:cubicBezTo>
                    <a:pt x="33" y="37"/>
                    <a:pt x="35" y="36"/>
                    <a:pt x="34" y="34"/>
                  </a:cubicBezTo>
                  <a:cubicBezTo>
                    <a:pt x="33" y="33"/>
                    <a:pt x="34" y="32"/>
                    <a:pt x="36" y="31"/>
                  </a:cubicBezTo>
                  <a:cubicBezTo>
                    <a:pt x="36" y="31"/>
                    <a:pt x="35" y="31"/>
                    <a:pt x="35" y="31"/>
                  </a:cubicBezTo>
                  <a:cubicBezTo>
                    <a:pt x="33" y="30"/>
                    <a:pt x="25" y="32"/>
                    <a:pt x="23" y="33"/>
                  </a:cubicBezTo>
                  <a:cubicBezTo>
                    <a:pt x="21" y="33"/>
                    <a:pt x="20" y="34"/>
                    <a:pt x="18" y="33"/>
                  </a:cubicBezTo>
                  <a:cubicBezTo>
                    <a:pt x="17" y="33"/>
                    <a:pt x="15" y="32"/>
                    <a:pt x="14" y="34"/>
                  </a:cubicBezTo>
                  <a:cubicBezTo>
                    <a:pt x="13" y="34"/>
                    <a:pt x="11" y="34"/>
                    <a:pt x="11" y="33"/>
                  </a:cubicBezTo>
                  <a:cubicBezTo>
                    <a:pt x="12" y="29"/>
                    <a:pt x="11" y="26"/>
                    <a:pt x="12" y="23"/>
                  </a:cubicBezTo>
                  <a:cubicBezTo>
                    <a:pt x="13" y="20"/>
                    <a:pt x="14" y="21"/>
                    <a:pt x="16" y="21"/>
                  </a:cubicBezTo>
                  <a:cubicBezTo>
                    <a:pt x="18" y="21"/>
                    <a:pt x="20" y="22"/>
                    <a:pt x="21" y="20"/>
                  </a:cubicBezTo>
                  <a:cubicBezTo>
                    <a:pt x="21" y="20"/>
                    <a:pt x="21" y="18"/>
                    <a:pt x="21" y="18"/>
                  </a:cubicBezTo>
                  <a:cubicBezTo>
                    <a:pt x="19" y="17"/>
                    <a:pt x="18" y="18"/>
                    <a:pt x="16" y="19"/>
                  </a:cubicBezTo>
                  <a:cubicBezTo>
                    <a:pt x="14" y="20"/>
                    <a:pt x="11" y="20"/>
                    <a:pt x="10" y="18"/>
                  </a:cubicBezTo>
                  <a:cubicBezTo>
                    <a:pt x="7" y="14"/>
                    <a:pt x="3" y="13"/>
                    <a:pt x="0" y="1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6" name="Freeform 164"/>
            <p:cNvSpPr/>
            <p:nvPr/>
          </p:nvSpPr>
          <p:spPr bwMode="auto">
            <a:xfrm>
              <a:off x="6764338" y="2273301"/>
              <a:ext cx="444500" cy="531813"/>
            </a:xfrm>
            <a:custGeom>
              <a:avLst/>
              <a:gdLst>
                <a:gd name="T0" fmla="*/ 94 w 118"/>
                <a:gd name="T1" fmla="*/ 7 h 141"/>
                <a:gd name="T2" fmla="*/ 98 w 118"/>
                <a:gd name="T3" fmla="*/ 15 h 141"/>
                <a:gd name="T4" fmla="*/ 100 w 118"/>
                <a:gd name="T5" fmla="*/ 12 h 141"/>
                <a:gd name="T6" fmla="*/ 101 w 118"/>
                <a:gd name="T7" fmla="*/ 9 h 141"/>
                <a:gd name="T8" fmla="*/ 109 w 118"/>
                <a:gd name="T9" fmla="*/ 3 h 141"/>
                <a:gd name="T10" fmla="*/ 113 w 118"/>
                <a:gd name="T11" fmla="*/ 3 h 141"/>
                <a:gd name="T12" fmla="*/ 118 w 118"/>
                <a:gd name="T13" fmla="*/ 6 h 141"/>
                <a:gd name="T14" fmla="*/ 114 w 118"/>
                <a:gd name="T15" fmla="*/ 9 h 141"/>
                <a:gd name="T16" fmla="*/ 106 w 118"/>
                <a:gd name="T17" fmla="*/ 16 h 141"/>
                <a:gd name="T18" fmla="*/ 98 w 118"/>
                <a:gd name="T19" fmla="*/ 38 h 141"/>
                <a:gd name="T20" fmla="*/ 94 w 118"/>
                <a:gd name="T21" fmla="*/ 42 h 141"/>
                <a:gd name="T22" fmla="*/ 70 w 118"/>
                <a:gd name="T23" fmla="*/ 43 h 141"/>
                <a:gd name="T24" fmla="*/ 60 w 118"/>
                <a:gd name="T25" fmla="*/ 48 h 141"/>
                <a:gd name="T26" fmla="*/ 51 w 118"/>
                <a:gd name="T27" fmla="*/ 55 h 141"/>
                <a:gd name="T28" fmla="*/ 41 w 118"/>
                <a:gd name="T29" fmla="*/ 63 h 141"/>
                <a:gd name="T30" fmla="*/ 23 w 118"/>
                <a:gd name="T31" fmla="*/ 88 h 141"/>
                <a:gd name="T32" fmla="*/ 20 w 118"/>
                <a:gd name="T33" fmla="*/ 92 h 141"/>
                <a:gd name="T34" fmla="*/ 12 w 118"/>
                <a:gd name="T35" fmla="*/ 100 h 141"/>
                <a:gd name="T36" fmla="*/ 8 w 118"/>
                <a:gd name="T37" fmla="*/ 109 h 141"/>
                <a:gd name="T38" fmla="*/ 7 w 118"/>
                <a:gd name="T39" fmla="*/ 125 h 141"/>
                <a:gd name="T40" fmla="*/ 4 w 118"/>
                <a:gd name="T41" fmla="*/ 137 h 141"/>
                <a:gd name="T42" fmla="*/ 1 w 118"/>
                <a:gd name="T43" fmla="*/ 139 h 141"/>
                <a:gd name="T44" fmla="*/ 3 w 118"/>
                <a:gd name="T45" fmla="*/ 131 h 141"/>
                <a:gd name="T46" fmla="*/ 3 w 118"/>
                <a:gd name="T47" fmla="*/ 124 h 141"/>
                <a:gd name="T48" fmla="*/ 3 w 118"/>
                <a:gd name="T49" fmla="*/ 123 h 141"/>
                <a:gd name="T50" fmla="*/ 3 w 118"/>
                <a:gd name="T51" fmla="*/ 115 h 141"/>
                <a:gd name="T52" fmla="*/ 8 w 118"/>
                <a:gd name="T53" fmla="*/ 100 h 141"/>
                <a:gd name="T54" fmla="*/ 10 w 118"/>
                <a:gd name="T55" fmla="*/ 95 h 141"/>
                <a:gd name="T56" fmla="*/ 13 w 118"/>
                <a:gd name="T57" fmla="*/ 90 h 141"/>
                <a:gd name="T58" fmla="*/ 14 w 118"/>
                <a:gd name="T59" fmla="*/ 86 h 141"/>
                <a:gd name="T60" fmla="*/ 14 w 118"/>
                <a:gd name="T61" fmla="*/ 86 h 141"/>
                <a:gd name="T62" fmla="*/ 17 w 118"/>
                <a:gd name="T63" fmla="*/ 82 h 141"/>
                <a:gd name="T64" fmla="*/ 19 w 118"/>
                <a:gd name="T65" fmla="*/ 79 h 141"/>
                <a:gd name="T66" fmla="*/ 21 w 118"/>
                <a:gd name="T67" fmla="*/ 74 h 141"/>
                <a:gd name="T68" fmla="*/ 28 w 118"/>
                <a:gd name="T69" fmla="*/ 66 h 141"/>
                <a:gd name="T70" fmla="*/ 31 w 118"/>
                <a:gd name="T71" fmla="*/ 62 h 141"/>
                <a:gd name="T72" fmla="*/ 35 w 118"/>
                <a:gd name="T73" fmla="*/ 59 h 141"/>
                <a:gd name="T74" fmla="*/ 42 w 118"/>
                <a:gd name="T75" fmla="*/ 47 h 141"/>
                <a:gd name="T76" fmla="*/ 43 w 118"/>
                <a:gd name="T77" fmla="*/ 46 h 141"/>
                <a:gd name="T78" fmla="*/ 45 w 118"/>
                <a:gd name="T79" fmla="*/ 45 h 141"/>
                <a:gd name="T80" fmla="*/ 58 w 118"/>
                <a:gd name="T81" fmla="*/ 36 h 141"/>
                <a:gd name="T82" fmla="*/ 72 w 118"/>
                <a:gd name="T83" fmla="*/ 24 h 141"/>
                <a:gd name="T84" fmla="*/ 85 w 118"/>
                <a:gd name="T85" fmla="*/ 13 h 141"/>
                <a:gd name="T86" fmla="*/ 94 w 118"/>
                <a:gd name="T87" fmla="*/ 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8" h="141">
                  <a:moveTo>
                    <a:pt x="94" y="7"/>
                  </a:moveTo>
                  <a:cubicBezTo>
                    <a:pt x="96" y="9"/>
                    <a:pt x="99" y="11"/>
                    <a:pt x="98" y="15"/>
                  </a:cubicBezTo>
                  <a:cubicBezTo>
                    <a:pt x="102" y="14"/>
                    <a:pt x="102" y="14"/>
                    <a:pt x="100" y="12"/>
                  </a:cubicBezTo>
                  <a:cubicBezTo>
                    <a:pt x="100" y="11"/>
                    <a:pt x="99" y="9"/>
                    <a:pt x="101" y="9"/>
                  </a:cubicBezTo>
                  <a:cubicBezTo>
                    <a:pt x="106" y="10"/>
                    <a:pt x="108" y="5"/>
                    <a:pt x="109" y="3"/>
                  </a:cubicBezTo>
                  <a:cubicBezTo>
                    <a:pt x="111" y="0"/>
                    <a:pt x="112" y="2"/>
                    <a:pt x="113" y="3"/>
                  </a:cubicBezTo>
                  <a:cubicBezTo>
                    <a:pt x="114" y="4"/>
                    <a:pt x="116" y="5"/>
                    <a:pt x="118" y="6"/>
                  </a:cubicBezTo>
                  <a:cubicBezTo>
                    <a:pt x="118" y="9"/>
                    <a:pt x="115" y="9"/>
                    <a:pt x="114" y="9"/>
                  </a:cubicBezTo>
                  <a:cubicBezTo>
                    <a:pt x="110" y="10"/>
                    <a:pt x="108" y="12"/>
                    <a:pt x="106" y="16"/>
                  </a:cubicBezTo>
                  <a:cubicBezTo>
                    <a:pt x="103" y="23"/>
                    <a:pt x="99" y="30"/>
                    <a:pt x="98" y="38"/>
                  </a:cubicBezTo>
                  <a:cubicBezTo>
                    <a:pt x="98" y="40"/>
                    <a:pt x="96" y="41"/>
                    <a:pt x="94" y="42"/>
                  </a:cubicBezTo>
                  <a:cubicBezTo>
                    <a:pt x="86" y="42"/>
                    <a:pt x="78" y="41"/>
                    <a:pt x="70" y="43"/>
                  </a:cubicBezTo>
                  <a:cubicBezTo>
                    <a:pt x="66" y="44"/>
                    <a:pt x="63" y="45"/>
                    <a:pt x="60" y="48"/>
                  </a:cubicBezTo>
                  <a:cubicBezTo>
                    <a:pt x="57" y="50"/>
                    <a:pt x="54" y="53"/>
                    <a:pt x="51" y="55"/>
                  </a:cubicBezTo>
                  <a:cubicBezTo>
                    <a:pt x="46" y="56"/>
                    <a:pt x="43" y="60"/>
                    <a:pt x="41" y="63"/>
                  </a:cubicBezTo>
                  <a:cubicBezTo>
                    <a:pt x="34" y="70"/>
                    <a:pt x="26" y="78"/>
                    <a:pt x="23" y="88"/>
                  </a:cubicBezTo>
                  <a:cubicBezTo>
                    <a:pt x="23" y="90"/>
                    <a:pt x="22" y="91"/>
                    <a:pt x="20" y="92"/>
                  </a:cubicBezTo>
                  <a:cubicBezTo>
                    <a:pt x="15" y="92"/>
                    <a:pt x="13" y="95"/>
                    <a:pt x="12" y="100"/>
                  </a:cubicBezTo>
                  <a:cubicBezTo>
                    <a:pt x="12" y="103"/>
                    <a:pt x="10" y="106"/>
                    <a:pt x="8" y="109"/>
                  </a:cubicBezTo>
                  <a:cubicBezTo>
                    <a:pt x="6" y="114"/>
                    <a:pt x="7" y="120"/>
                    <a:pt x="7" y="125"/>
                  </a:cubicBezTo>
                  <a:cubicBezTo>
                    <a:pt x="6" y="129"/>
                    <a:pt x="6" y="133"/>
                    <a:pt x="4" y="137"/>
                  </a:cubicBezTo>
                  <a:cubicBezTo>
                    <a:pt x="4" y="138"/>
                    <a:pt x="3" y="141"/>
                    <a:pt x="1" y="139"/>
                  </a:cubicBezTo>
                  <a:cubicBezTo>
                    <a:pt x="1" y="137"/>
                    <a:pt x="2" y="134"/>
                    <a:pt x="3" y="131"/>
                  </a:cubicBezTo>
                  <a:cubicBezTo>
                    <a:pt x="5" y="129"/>
                    <a:pt x="0" y="126"/>
                    <a:pt x="3" y="124"/>
                  </a:cubicBezTo>
                  <a:cubicBezTo>
                    <a:pt x="3" y="124"/>
                    <a:pt x="3" y="123"/>
                    <a:pt x="3" y="123"/>
                  </a:cubicBezTo>
                  <a:cubicBezTo>
                    <a:pt x="2" y="121"/>
                    <a:pt x="2" y="118"/>
                    <a:pt x="3" y="115"/>
                  </a:cubicBezTo>
                  <a:cubicBezTo>
                    <a:pt x="4" y="110"/>
                    <a:pt x="6" y="105"/>
                    <a:pt x="8" y="100"/>
                  </a:cubicBezTo>
                  <a:cubicBezTo>
                    <a:pt x="10" y="99"/>
                    <a:pt x="10" y="97"/>
                    <a:pt x="10" y="95"/>
                  </a:cubicBezTo>
                  <a:cubicBezTo>
                    <a:pt x="11" y="94"/>
                    <a:pt x="12" y="92"/>
                    <a:pt x="13" y="90"/>
                  </a:cubicBezTo>
                  <a:cubicBezTo>
                    <a:pt x="14" y="89"/>
                    <a:pt x="13" y="87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5" y="85"/>
                    <a:pt x="15" y="83"/>
                    <a:pt x="17" y="82"/>
                  </a:cubicBezTo>
                  <a:cubicBezTo>
                    <a:pt x="18" y="81"/>
                    <a:pt x="18" y="80"/>
                    <a:pt x="19" y="79"/>
                  </a:cubicBezTo>
                  <a:cubicBezTo>
                    <a:pt x="20" y="78"/>
                    <a:pt x="20" y="76"/>
                    <a:pt x="21" y="74"/>
                  </a:cubicBezTo>
                  <a:cubicBezTo>
                    <a:pt x="24" y="72"/>
                    <a:pt x="26" y="69"/>
                    <a:pt x="28" y="66"/>
                  </a:cubicBezTo>
                  <a:cubicBezTo>
                    <a:pt x="29" y="64"/>
                    <a:pt x="30" y="62"/>
                    <a:pt x="31" y="62"/>
                  </a:cubicBezTo>
                  <a:cubicBezTo>
                    <a:pt x="32" y="61"/>
                    <a:pt x="33" y="60"/>
                    <a:pt x="35" y="59"/>
                  </a:cubicBezTo>
                  <a:cubicBezTo>
                    <a:pt x="37" y="55"/>
                    <a:pt x="39" y="51"/>
                    <a:pt x="42" y="47"/>
                  </a:cubicBezTo>
                  <a:cubicBezTo>
                    <a:pt x="42" y="47"/>
                    <a:pt x="43" y="47"/>
                    <a:pt x="43" y="46"/>
                  </a:cubicBezTo>
                  <a:cubicBezTo>
                    <a:pt x="43" y="46"/>
                    <a:pt x="44" y="45"/>
                    <a:pt x="45" y="45"/>
                  </a:cubicBezTo>
                  <a:cubicBezTo>
                    <a:pt x="50" y="43"/>
                    <a:pt x="53" y="38"/>
                    <a:pt x="58" y="36"/>
                  </a:cubicBezTo>
                  <a:cubicBezTo>
                    <a:pt x="62" y="31"/>
                    <a:pt x="67" y="28"/>
                    <a:pt x="72" y="24"/>
                  </a:cubicBezTo>
                  <a:cubicBezTo>
                    <a:pt x="76" y="21"/>
                    <a:pt x="82" y="18"/>
                    <a:pt x="85" y="13"/>
                  </a:cubicBezTo>
                  <a:cubicBezTo>
                    <a:pt x="87" y="10"/>
                    <a:pt x="91" y="9"/>
                    <a:pt x="94" y="7"/>
                  </a:cubicBezTo>
                  <a:close/>
                </a:path>
              </a:pathLst>
            </a:custGeom>
            <a:solidFill>
              <a:srgbClr val="DBFE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7" name="Freeform 165"/>
            <p:cNvSpPr/>
            <p:nvPr/>
          </p:nvSpPr>
          <p:spPr bwMode="auto">
            <a:xfrm>
              <a:off x="7104063" y="4144963"/>
              <a:ext cx="252413" cy="158750"/>
            </a:xfrm>
            <a:custGeom>
              <a:avLst/>
              <a:gdLst>
                <a:gd name="T0" fmla="*/ 18 w 67"/>
                <a:gd name="T1" fmla="*/ 41 h 42"/>
                <a:gd name="T2" fmla="*/ 4 w 67"/>
                <a:gd name="T3" fmla="*/ 38 h 42"/>
                <a:gd name="T4" fmla="*/ 1 w 67"/>
                <a:gd name="T5" fmla="*/ 35 h 42"/>
                <a:gd name="T6" fmla="*/ 2 w 67"/>
                <a:gd name="T7" fmla="*/ 26 h 42"/>
                <a:gd name="T8" fmla="*/ 3 w 67"/>
                <a:gd name="T9" fmla="*/ 21 h 42"/>
                <a:gd name="T10" fmla="*/ 13 w 67"/>
                <a:gd name="T11" fmla="*/ 9 h 42"/>
                <a:gd name="T12" fmla="*/ 21 w 67"/>
                <a:gd name="T13" fmla="*/ 9 h 42"/>
                <a:gd name="T14" fmla="*/ 28 w 67"/>
                <a:gd name="T15" fmla="*/ 9 h 42"/>
                <a:gd name="T16" fmla="*/ 33 w 67"/>
                <a:gd name="T17" fmla="*/ 7 h 42"/>
                <a:gd name="T18" fmla="*/ 40 w 67"/>
                <a:gd name="T19" fmla="*/ 6 h 42"/>
                <a:gd name="T20" fmla="*/ 40 w 67"/>
                <a:gd name="T21" fmla="*/ 6 h 42"/>
                <a:gd name="T22" fmla="*/ 46 w 67"/>
                <a:gd name="T23" fmla="*/ 5 h 42"/>
                <a:gd name="T24" fmla="*/ 51 w 67"/>
                <a:gd name="T25" fmla="*/ 5 h 42"/>
                <a:gd name="T26" fmla="*/ 60 w 67"/>
                <a:gd name="T27" fmla="*/ 5 h 42"/>
                <a:gd name="T28" fmla="*/ 63 w 67"/>
                <a:gd name="T29" fmla="*/ 2 h 42"/>
                <a:gd name="T30" fmla="*/ 64 w 67"/>
                <a:gd name="T31" fmla="*/ 0 h 42"/>
                <a:gd name="T32" fmla="*/ 65 w 67"/>
                <a:gd name="T33" fmla="*/ 6 h 42"/>
                <a:gd name="T34" fmla="*/ 64 w 67"/>
                <a:gd name="T35" fmla="*/ 9 h 42"/>
                <a:gd name="T36" fmla="*/ 52 w 67"/>
                <a:gd name="T37" fmla="*/ 14 h 42"/>
                <a:gd name="T38" fmla="*/ 42 w 67"/>
                <a:gd name="T39" fmla="*/ 16 h 42"/>
                <a:gd name="T40" fmla="*/ 37 w 67"/>
                <a:gd name="T41" fmla="*/ 20 h 42"/>
                <a:gd name="T42" fmla="*/ 41 w 67"/>
                <a:gd name="T43" fmla="*/ 26 h 42"/>
                <a:gd name="T44" fmla="*/ 47 w 67"/>
                <a:gd name="T45" fmla="*/ 30 h 42"/>
                <a:gd name="T46" fmla="*/ 50 w 67"/>
                <a:gd name="T47" fmla="*/ 33 h 42"/>
                <a:gd name="T48" fmla="*/ 67 w 67"/>
                <a:gd name="T49" fmla="*/ 37 h 42"/>
                <a:gd name="T50" fmla="*/ 64 w 67"/>
                <a:gd name="T51" fmla="*/ 38 h 42"/>
                <a:gd name="T52" fmla="*/ 63 w 67"/>
                <a:gd name="T53" fmla="*/ 38 h 42"/>
                <a:gd name="T54" fmla="*/ 59 w 67"/>
                <a:gd name="T55" fmla="*/ 39 h 42"/>
                <a:gd name="T56" fmla="*/ 50 w 67"/>
                <a:gd name="T57" fmla="*/ 39 h 42"/>
                <a:gd name="T58" fmla="*/ 45 w 67"/>
                <a:gd name="T59" fmla="*/ 40 h 42"/>
                <a:gd name="T60" fmla="*/ 43 w 67"/>
                <a:gd name="T61" fmla="*/ 40 h 42"/>
                <a:gd name="T62" fmla="*/ 41 w 67"/>
                <a:gd name="T63" fmla="*/ 40 h 42"/>
                <a:gd name="T64" fmla="*/ 38 w 67"/>
                <a:gd name="T65" fmla="*/ 41 h 42"/>
                <a:gd name="T66" fmla="*/ 35 w 67"/>
                <a:gd name="T67" fmla="*/ 41 h 42"/>
                <a:gd name="T68" fmla="*/ 29 w 67"/>
                <a:gd name="T69" fmla="*/ 42 h 42"/>
                <a:gd name="T70" fmla="*/ 22 w 67"/>
                <a:gd name="T71" fmla="*/ 41 h 42"/>
                <a:gd name="T72" fmla="*/ 21 w 67"/>
                <a:gd name="T73" fmla="*/ 42 h 42"/>
                <a:gd name="T74" fmla="*/ 18 w 67"/>
                <a:gd name="T75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7" h="42">
                  <a:moveTo>
                    <a:pt x="18" y="41"/>
                  </a:moveTo>
                  <a:cubicBezTo>
                    <a:pt x="14" y="38"/>
                    <a:pt x="9" y="38"/>
                    <a:pt x="4" y="38"/>
                  </a:cubicBezTo>
                  <a:cubicBezTo>
                    <a:pt x="2" y="38"/>
                    <a:pt x="1" y="36"/>
                    <a:pt x="1" y="35"/>
                  </a:cubicBezTo>
                  <a:cubicBezTo>
                    <a:pt x="0" y="32"/>
                    <a:pt x="1" y="29"/>
                    <a:pt x="2" y="26"/>
                  </a:cubicBezTo>
                  <a:cubicBezTo>
                    <a:pt x="3" y="25"/>
                    <a:pt x="2" y="22"/>
                    <a:pt x="3" y="21"/>
                  </a:cubicBezTo>
                  <a:cubicBezTo>
                    <a:pt x="5" y="16"/>
                    <a:pt x="6" y="10"/>
                    <a:pt x="13" y="9"/>
                  </a:cubicBezTo>
                  <a:cubicBezTo>
                    <a:pt x="16" y="9"/>
                    <a:pt x="18" y="9"/>
                    <a:pt x="21" y="9"/>
                  </a:cubicBezTo>
                  <a:cubicBezTo>
                    <a:pt x="23" y="8"/>
                    <a:pt x="26" y="8"/>
                    <a:pt x="28" y="9"/>
                  </a:cubicBezTo>
                  <a:cubicBezTo>
                    <a:pt x="29" y="8"/>
                    <a:pt x="31" y="8"/>
                    <a:pt x="33" y="7"/>
                  </a:cubicBezTo>
                  <a:cubicBezTo>
                    <a:pt x="35" y="6"/>
                    <a:pt x="38" y="7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2" y="5"/>
                    <a:pt x="44" y="7"/>
                    <a:pt x="46" y="5"/>
                  </a:cubicBezTo>
                  <a:cubicBezTo>
                    <a:pt x="48" y="5"/>
                    <a:pt x="49" y="5"/>
                    <a:pt x="51" y="5"/>
                  </a:cubicBezTo>
                  <a:cubicBezTo>
                    <a:pt x="54" y="4"/>
                    <a:pt x="57" y="5"/>
                    <a:pt x="60" y="5"/>
                  </a:cubicBezTo>
                  <a:cubicBezTo>
                    <a:pt x="62" y="5"/>
                    <a:pt x="63" y="4"/>
                    <a:pt x="63" y="2"/>
                  </a:cubicBezTo>
                  <a:cubicBezTo>
                    <a:pt x="63" y="2"/>
                    <a:pt x="63" y="1"/>
                    <a:pt x="64" y="0"/>
                  </a:cubicBezTo>
                  <a:cubicBezTo>
                    <a:pt x="66" y="2"/>
                    <a:pt x="66" y="4"/>
                    <a:pt x="65" y="6"/>
                  </a:cubicBezTo>
                  <a:cubicBezTo>
                    <a:pt x="66" y="8"/>
                    <a:pt x="65" y="8"/>
                    <a:pt x="64" y="9"/>
                  </a:cubicBezTo>
                  <a:cubicBezTo>
                    <a:pt x="60" y="11"/>
                    <a:pt x="55" y="11"/>
                    <a:pt x="52" y="14"/>
                  </a:cubicBezTo>
                  <a:cubicBezTo>
                    <a:pt x="49" y="16"/>
                    <a:pt x="46" y="16"/>
                    <a:pt x="42" y="16"/>
                  </a:cubicBezTo>
                  <a:cubicBezTo>
                    <a:pt x="40" y="17"/>
                    <a:pt x="38" y="17"/>
                    <a:pt x="37" y="20"/>
                  </a:cubicBezTo>
                  <a:cubicBezTo>
                    <a:pt x="37" y="23"/>
                    <a:pt x="39" y="24"/>
                    <a:pt x="41" y="26"/>
                  </a:cubicBezTo>
                  <a:cubicBezTo>
                    <a:pt x="43" y="27"/>
                    <a:pt x="46" y="27"/>
                    <a:pt x="47" y="30"/>
                  </a:cubicBezTo>
                  <a:cubicBezTo>
                    <a:pt x="47" y="32"/>
                    <a:pt x="49" y="33"/>
                    <a:pt x="50" y="33"/>
                  </a:cubicBezTo>
                  <a:cubicBezTo>
                    <a:pt x="56" y="34"/>
                    <a:pt x="62" y="35"/>
                    <a:pt x="67" y="37"/>
                  </a:cubicBezTo>
                  <a:cubicBezTo>
                    <a:pt x="66" y="38"/>
                    <a:pt x="65" y="38"/>
                    <a:pt x="64" y="38"/>
                  </a:cubicBezTo>
                  <a:cubicBezTo>
                    <a:pt x="64" y="38"/>
                    <a:pt x="64" y="38"/>
                    <a:pt x="63" y="38"/>
                  </a:cubicBezTo>
                  <a:cubicBezTo>
                    <a:pt x="62" y="38"/>
                    <a:pt x="60" y="38"/>
                    <a:pt x="59" y="39"/>
                  </a:cubicBezTo>
                  <a:cubicBezTo>
                    <a:pt x="56" y="40"/>
                    <a:pt x="53" y="40"/>
                    <a:pt x="50" y="39"/>
                  </a:cubicBezTo>
                  <a:cubicBezTo>
                    <a:pt x="48" y="39"/>
                    <a:pt x="47" y="39"/>
                    <a:pt x="45" y="40"/>
                  </a:cubicBezTo>
                  <a:cubicBezTo>
                    <a:pt x="44" y="40"/>
                    <a:pt x="43" y="40"/>
                    <a:pt x="43" y="40"/>
                  </a:cubicBezTo>
                  <a:cubicBezTo>
                    <a:pt x="42" y="40"/>
                    <a:pt x="42" y="40"/>
                    <a:pt x="41" y="40"/>
                  </a:cubicBezTo>
                  <a:cubicBezTo>
                    <a:pt x="40" y="40"/>
                    <a:pt x="39" y="40"/>
                    <a:pt x="38" y="41"/>
                  </a:cubicBezTo>
                  <a:cubicBezTo>
                    <a:pt x="37" y="41"/>
                    <a:pt x="36" y="41"/>
                    <a:pt x="35" y="41"/>
                  </a:cubicBezTo>
                  <a:cubicBezTo>
                    <a:pt x="33" y="41"/>
                    <a:pt x="31" y="41"/>
                    <a:pt x="29" y="42"/>
                  </a:cubicBezTo>
                  <a:cubicBezTo>
                    <a:pt x="26" y="41"/>
                    <a:pt x="24" y="40"/>
                    <a:pt x="22" y="41"/>
                  </a:cubicBezTo>
                  <a:cubicBezTo>
                    <a:pt x="21" y="41"/>
                    <a:pt x="21" y="41"/>
                    <a:pt x="21" y="42"/>
                  </a:cubicBezTo>
                  <a:cubicBezTo>
                    <a:pt x="20" y="42"/>
                    <a:pt x="19" y="42"/>
                    <a:pt x="18" y="41"/>
                  </a:cubicBezTo>
                  <a:close/>
                </a:path>
              </a:pathLst>
            </a:custGeom>
            <a:solidFill>
              <a:srgbClr val="FEE2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8" name="Freeform 166"/>
            <p:cNvSpPr/>
            <p:nvPr/>
          </p:nvSpPr>
          <p:spPr bwMode="auto">
            <a:xfrm>
              <a:off x="7008813" y="3887788"/>
              <a:ext cx="446088" cy="109538"/>
            </a:xfrm>
            <a:custGeom>
              <a:avLst/>
              <a:gdLst>
                <a:gd name="T0" fmla="*/ 0 w 118"/>
                <a:gd name="T1" fmla="*/ 3 h 29"/>
                <a:gd name="T2" fmla="*/ 10 w 118"/>
                <a:gd name="T3" fmla="*/ 4 h 29"/>
                <a:gd name="T4" fmla="*/ 25 w 118"/>
                <a:gd name="T5" fmla="*/ 9 h 29"/>
                <a:gd name="T6" fmla="*/ 21 w 118"/>
                <a:gd name="T7" fmla="*/ 1 h 29"/>
                <a:gd name="T8" fmla="*/ 28 w 118"/>
                <a:gd name="T9" fmla="*/ 8 h 29"/>
                <a:gd name="T10" fmla="*/ 34 w 118"/>
                <a:gd name="T11" fmla="*/ 7 h 29"/>
                <a:gd name="T12" fmla="*/ 39 w 118"/>
                <a:gd name="T13" fmla="*/ 2 h 29"/>
                <a:gd name="T14" fmla="*/ 44 w 118"/>
                <a:gd name="T15" fmla="*/ 2 h 29"/>
                <a:gd name="T16" fmla="*/ 47 w 118"/>
                <a:gd name="T17" fmla="*/ 1 h 29"/>
                <a:gd name="T18" fmla="*/ 49 w 118"/>
                <a:gd name="T19" fmla="*/ 1 h 29"/>
                <a:gd name="T20" fmla="*/ 53 w 118"/>
                <a:gd name="T21" fmla="*/ 1 h 29"/>
                <a:gd name="T22" fmla="*/ 55 w 118"/>
                <a:gd name="T23" fmla="*/ 2 h 29"/>
                <a:gd name="T24" fmla="*/ 106 w 118"/>
                <a:gd name="T25" fmla="*/ 8 h 29"/>
                <a:gd name="T26" fmla="*/ 109 w 118"/>
                <a:gd name="T27" fmla="*/ 8 h 29"/>
                <a:gd name="T28" fmla="*/ 111 w 118"/>
                <a:gd name="T29" fmla="*/ 10 h 29"/>
                <a:gd name="T30" fmla="*/ 111 w 118"/>
                <a:gd name="T31" fmla="*/ 13 h 29"/>
                <a:gd name="T32" fmla="*/ 108 w 118"/>
                <a:gd name="T33" fmla="*/ 13 h 29"/>
                <a:gd name="T34" fmla="*/ 106 w 118"/>
                <a:gd name="T35" fmla="*/ 13 h 29"/>
                <a:gd name="T36" fmla="*/ 114 w 118"/>
                <a:gd name="T37" fmla="*/ 12 h 29"/>
                <a:gd name="T38" fmla="*/ 116 w 118"/>
                <a:gd name="T39" fmla="*/ 11 h 29"/>
                <a:gd name="T40" fmla="*/ 116 w 118"/>
                <a:gd name="T41" fmla="*/ 18 h 29"/>
                <a:gd name="T42" fmla="*/ 113 w 118"/>
                <a:gd name="T43" fmla="*/ 20 h 29"/>
                <a:gd name="T44" fmla="*/ 107 w 118"/>
                <a:gd name="T45" fmla="*/ 21 h 29"/>
                <a:gd name="T46" fmla="*/ 109 w 118"/>
                <a:gd name="T47" fmla="*/ 25 h 29"/>
                <a:gd name="T48" fmla="*/ 99 w 118"/>
                <a:gd name="T49" fmla="*/ 27 h 29"/>
                <a:gd name="T50" fmla="*/ 93 w 118"/>
                <a:gd name="T51" fmla="*/ 28 h 29"/>
                <a:gd name="T52" fmla="*/ 92 w 118"/>
                <a:gd name="T53" fmla="*/ 27 h 29"/>
                <a:gd name="T54" fmla="*/ 79 w 118"/>
                <a:gd name="T55" fmla="*/ 22 h 29"/>
                <a:gd name="T56" fmla="*/ 63 w 118"/>
                <a:gd name="T57" fmla="*/ 20 h 29"/>
                <a:gd name="T58" fmla="*/ 59 w 118"/>
                <a:gd name="T59" fmla="*/ 20 h 29"/>
                <a:gd name="T60" fmla="*/ 50 w 118"/>
                <a:gd name="T61" fmla="*/ 19 h 29"/>
                <a:gd name="T62" fmla="*/ 27 w 118"/>
                <a:gd name="T63" fmla="*/ 13 h 29"/>
                <a:gd name="T64" fmla="*/ 25 w 118"/>
                <a:gd name="T65" fmla="*/ 12 h 29"/>
                <a:gd name="T66" fmla="*/ 21 w 118"/>
                <a:gd name="T67" fmla="*/ 11 h 29"/>
                <a:gd name="T68" fmla="*/ 15 w 118"/>
                <a:gd name="T69" fmla="*/ 9 h 29"/>
                <a:gd name="T70" fmla="*/ 9 w 118"/>
                <a:gd name="T71" fmla="*/ 6 h 29"/>
                <a:gd name="T72" fmla="*/ 2 w 118"/>
                <a:gd name="T73" fmla="*/ 4 h 29"/>
                <a:gd name="T74" fmla="*/ 0 w 118"/>
                <a:gd name="T7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8" h="29">
                  <a:moveTo>
                    <a:pt x="0" y="3"/>
                  </a:moveTo>
                  <a:cubicBezTo>
                    <a:pt x="4" y="0"/>
                    <a:pt x="6" y="4"/>
                    <a:pt x="10" y="4"/>
                  </a:cubicBezTo>
                  <a:cubicBezTo>
                    <a:pt x="15" y="4"/>
                    <a:pt x="19" y="9"/>
                    <a:pt x="25" y="9"/>
                  </a:cubicBezTo>
                  <a:cubicBezTo>
                    <a:pt x="26" y="5"/>
                    <a:pt x="18" y="6"/>
                    <a:pt x="21" y="1"/>
                  </a:cubicBezTo>
                  <a:cubicBezTo>
                    <a:pt x="23" y="4"/>
                    <a:pt x="27" y="3"/>
                    <a:pt x="28" y="8"/>
                  </a:cubicBezTo>
                  <a:cubicBezTo>
                    <a:pt x="28" y="10"/>
                    <a:pt x="32" y="8"/>
                    <a:pt x="34" y="7"/>
                  </a:cubicBezTo>
                  <a:cubicBezTo>
                    <a:pt x="36" y="6"/>
                    <a:pt x="38" y="4"/>
                    <a:pt x="39" y="2"/>
                  </a:cubicBezTo>
                  <a:cubicBezTo>
                    <a:pt x="40" y="1"/>
                    <a:pt x="43" y="1"/>
                    <a:pt x="44" y="2"/>
                  </a:cubicBezTo>
                  <a:cubicBezTo>
                    <a:pt x="46" y="3"/>
                    <a:pt x="46" y="2"/>
                    <a:pt x="47" y="1"/>
                  </a:cubicBezTo>
                  <a:cubicBezTo>
                    <a:pt x="48" y="1"/>
                    <a:pt x="48" y="1"/>
                    <a:pt x="49" y="1"/>
                  </a:cubicBezTo>
                  <a:cubicBezTo>
                    <a:pt x="50" y="1"/>
                    <a:pt x="52" y="1"/>
                    <a:pt x="53" y="1"/>
                  </a:cubicBezTo>
                  <a:cubicBezTo>
                    <a:pt x="54" y="2"/>
                    <a:pt x="54" y="2"/>
                    <a:pt x="55" y="2"/>
                  </a:cubicBezTo>
                  <a:cubicBezTo>
                    <a:pt x="72" y="6"/>
                    <a:pt x="89" y="9"/>
                    <a:pt x="106" y="8"/>
                  </a:cubicBezTo>
                  <a:cubicBezTo>
                    <a:pt x="107" y="8"/>
                    <a:pt x="108" y="8"/>
                    <a:pt x="109" y="8"/>
                  </a:cubicBezTo>
                  <a:cubicBezTo>
                    <a:pt x="110" y="9"/>
                    <a:pt x="110" y="9"/>
                    <a:pt x="111" y="10"/>
                  </a:cubicBezTo>
                  <a:cubicBezTo>
                    <a:pt x="111" y="11"/>
                    <a:pt x="112" y="12"/>
                    <a:pt x="111" y="13"/>
                  </a:cubicBezTo>
                  <a:cubicBezTo>
                    <a:pt x="110" y="14"/>
                    <a:pt x="109" y="13"/>
                    <a:pt x="108" y="13"/>
                  </a:cubicBezTo>
                  <a:cubicBezTo>
                    <a:pt x="108" y="13"/>
                    <a:pt x="107" y="12"/>
                    <a:pt x="106" y="13"/>
                  </a:cubicBezTo>
                  <a:cubicBezTo>
                    <a:pt x="109" y="14"/>
                    <a:pt x="112" y="14"/>
                    <a:pt x="114" y="12"/>
                  </a:cubicBezTo>
                  <a:cubicBezTo>
                    <a:pt x="115" y="11"/>
                    <a:pt x="116" y="10"/>
                    <a:pt x="116" y="11"/>
                  </a:cubicBezTo>
                  <a:cubicBezTo>
                    <a:pt x="118" y="14"/>
                    <a:pt x="116" y="16"/>
                    <a:pt x="116" y="18"/>
                  </a:cubicBezTo>
                  <a:cubicBezTo>
                    <a:pt x="116" y="20"/>
                    <a:pt x="114" y="20"/>
                    <a:pt x="113" y="20"/>
                  </a:cubicBezTo>
                  <a:cubicBezTo>
                    <a:pt x="111" y="19"/>
                    <a:pt x="109" y="20"/>
                    <a:pt x="107" y="21"/>
                  </a:cubicBezTo>
                  <a:cubicBezTo>
                    <a:pt x="108" y="22"/>
                    <a:pt x="111" y="22"/>
                    <a:pt x="109" y="25"/>
                  </a:cubicBezTo>
                  <a:cubicBezTo>
                    <a:pt x="106" y="26"/>
                    <a:pt x="102" y="26"/>
                    <a:pt x="99" y="27"/>
                  </a:cubicBezTo>
                  <a:cubicBezTo>
                    <a:pt x="97" y="27"/>
                    <a:pt x="95" y="29"/>
                    <a:pt x="93" y="28"/>
                  </a:cubicBezTo>
                  <a:cubicBezTo>
                    <a:pt x="93" y="28"/>
                    <a:pt x="92" y="27"/>
                    <a:pt x="92" y="27"/>
                  </a:cubicBezTo>
                  <a:cubicBezTo>
                    <a:pt x="88" y="26"/>
                    <a:pt x="82" y="26"/>
                    <a:pt x="79" y="22"/>
                  </a:cubicBezTo>
                  <a:cubicBezTo>
                    <a:pt x="74" y="22"/>
                    <a:pt x="69" y="20"/>
                    <a:pt x="63" y="20"/>
                  </a:cubicBezTo>
                  <a:cubicBezTo>
                    <a:pt x="62" y="19"/>
                    <a:pt x="60" y="21"/>
                    <a:pt x="59" y="20"/>
                  </a:cubicBezTo>
                  <a:cubicBezTo>
                    <a:pt x="56" y="19"/>
                    <a:pt x="53" y="20"/>
                    <a:pt x="50" y="19"/>
                  </a:cubicBezTo>
                  <a:cubicBezTo>
                    <a:pt x="42" y="18"/>
                    <a:pt x="35" y="14"/>
                    <a:pt x="27" y="13"/>
                  </a:cubicBezTo>
                  <a:cubicBezTo>
                    <a:pt x="26" y="13"/>
                    <a:pt x="26" y="12"/>
                    <a:pt x="25" y="12"/>
                  </a:cubicBezTo>
                  <a:cubicBezTo>
                    <a:pt x="24" y="12"/>
                    <a:pt x="22" y="12"/>
                    <a:pt x="21" y="11"/>
                  </a:cubicBezTo>
                  <a:cubicBezTo>
                    <a:pt x="19" y="10"/>
                    <a:pt x="17" y="10"/>
                    <a:pt x="15" y="9"/>
                  </a:cubicBezTo>
                  <a:cubicBezTo>
                    <a:pt x="13" y="8"/>
                    <a:pt x="11" y="7"/>
                    <a:pt x="9" y="6"/>
                  </a:cubicBezTo>
                  <a:cubicBezTo>
                    <a:pt x="7" y="5"/>
                    <a:pt x="4" y="5"/>
                    <a:pt x="2" y="4"/>
                  </a:cubicBezTo>
                  <a:cubicBezTo>
                    <a:pt x="1" y="4"/>
                    <a:pt x="1" y="3"/>
                    <a:pt x="0" y="3"/>
                  </a:cubicBezTo>
                  <a:close/>
                </a:path>
              </a:pathLst>
            </a:custGeom>
            <a:solidFill>
              <a:srgbClr val="FEE2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19" name="Freeform 167"/>
            <p:cNvSpPr/>
            <p:nvPr/>
          </p:nvSpPr>
          <p:spPr bwMode="auto">
            <a:xfrm>
              <a:off x="6742113" y="2617788"/>
              <a:ext cx="128588" cy="398463"/>
            </a:xfrm>
            <a:custGeom>
              <a:avLst/>
              <a:gdLst>
                <a:gd name="T0" fmla="*/ 7 w 34"/>
                <a:gd name="T1" fmla="*/ 48 h 106"/>
                <a:gd name="T2" fmla="*/ 11 w 34"/>
                <a:gd name="T3" fmla="*/ 35 h 106"/>
                <a:gd name="T4" fmla="*/ 12 w 34"/>
                <a:gd name="T5" fmla="*/ 22 h 106"/>
                <a:gd name="T6" fmla="*/ 13 w 34"/>
                <a:gd name="T7" fmla="*/ 18 h 106"/>
                <a:gd name="T8" fmla="*/ 17 w 34"/>
                <a:gd name="T9" fmla="*/ 7 h 106"/>
                <a:gd name="T10" fmla="*/ 26 w 34"/>
                <a:gd name="T11" fmla="*/ 0 h 106"/>
                <a:gd name="T12" fmla="*/ 28 w 34"/>
                <a:gd name="T13" fmla="*/ 4 h 106"/>
                <a:gd name="T14" fmla="*/ 32 w 34"/>
                <a:gd name="T15" fmla="*/ 10 h 106"/>
                <a:gd name="T16" fmla="*/ 34 w 34"/>
                <a:gd name="T17" fmla="*/ 12 h 106"/>
                <a:gd name="T18" fmla="*/ 29 w 34"/>
                <a:gd name="T19" fmla="*/ 19 h 106"/>
                <a:gd name="T20" fmla="*/ 18 w 34"/>
                <a:gd name="T21" fmla="*/ 44 h 106"/>
                <a:gd name="T22" fmla="*/ 17 w 34"/>
                <a:gd name="T23" fmla="*/ 50 h 106"/>
                <a:gd name="T24" fmla="*/ 22 w 34"/>
                <a:gd name="T25" fmla="*/ 57 h 106"/>
                <a:gd name="T26" fmla="*/ 29 w 34"/>
                <a:gd name="T27" fmla="*/ 63 h 106"/>
                <a:gd name="T28" fmla="*/ 30 w 34"/>
                <a:gd name="T29" fmla="*/ 66 h 106"/>
                <a:gd name="T30" fmla="*/ 33 w 34"/>
                <a:gd name="T31" fmla="*/ 75 h 106"/>
                <a:gd name="T32" fmla="*/ 32 w 34"/>
                <a:gd name="T33" fmla="*/ 92 h 106"/>
                <a:gd name="T34" fmla="*/ 31 w 34"/>
                <a:gd name="T35" fmla="*/ 106 h 106"/>
                <a:gd name="T36" fmla="*/ 26 w 34"/>
                <a:gd name="T37" fmla="*/ 101 h 106"/>
                <a:gd name="T38" fmla="*/ 26 w 34"/>
                <a:gd name="T39" fmla="*/ 99 h 106"/>
                <a:gd name="T40" fmla="*/ 26 w 34"/>
                <a:gd name="T41" fmla="*/ 89 h 106"/>
                <a:gd name="T42" fmla="*/ 26 w 34"/>
                <a:gd name="T43" fmla="*/ 78 h 106"/>
                <a:gd name="T44" fmla="*/ 24 w 34"/>
                <a:gd name="T45" fmla="*/ 71 h 106"/>
                <a:gd name="T46" fmla="*/ 14 w 34"/>
                <a:gd name="T47" fmla="*/ 72 h 106"/>
                <a:gd name="T48" fmla="*/ 11 w 34"/>
                <a:gd name="T49" fmla="*/ 76 h 106"/>
                <a:gd name="T50" fmla="*/ 8 w 34"/>
                <a:gd name="T51" fmla="*/ 81 h 106"/>
                <a:gd name="T52" fmla="*/ 7 w 34"/>
                <a:gd name="T53" fmla="*/ 82 h 106"/>
                <a:gd name="T54" fmla="*/ 3 w 34"/>
                <a:gd name="T55" fmla="*/ 81 h 106"/>
                <a:gd name="T56" fmla="*/ 2 w 34"/>
                <a:gd name="T57" fmla="*/ 74 h 106"/>
                <a:gd name="T58" fmla="*/ 2 w 34"/>
                <a:gd name="T59" fmla="*/ 69 h 106"/>
                <a:gd name="T60" fmla="*/ 3 w 34"/>
                <a:gd name="T61" fmla="*/ 64 h 106"/>
                <a:gd name="T62" fmla="*/ 7 w 34"/>
                <a:gd name="T63" fmla="*/ 4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106">
                  <a:moveTo>
                    <a:pt x="7" y="48"/>
                  </a:moveTo>
                  <a:cubicBezTo>
                    <a:pt x="11" y="45"/>
                    <a:pt x="10" y="39"/>
                    <a:pt x="11" y="35"/>
                  </a:cubicBezTo>
                  <a:cubicBezTo>
                    <a:pt x="13" y="30"/>
                    <a:pt x="10" y="26"/>
                    <a:pt x="12" y="22"/>
                  </a:cubicBezTo>
                  <a:cubicBezTo>
                    <a:pt x="12" y="21"/>
                    <a:pt x="12" y="20"/>
                    <a:pt x="13" y="18"/>
                  </a:cubicBezTo>
                  <a:cubicBezTo>
                    <a:pt x="15" y="15"/>
                    <a:pt x="17" y="12"/>
                    <a:pt x="17" y="7"/>
                  </a:cubicBezTo>
                  <a:cubicBezTo>
                    <a:pt x="18" y="2"/>
                    <a:pt x="21" y="0"/>
                    <a:pt x="26" y="0"/>
                  </a:cubicBezTo>
                  <a:cubicBezTo>
                    <a:pt x="28" y="0"/>
                    <a:pt x="29" y="2"/>
                    <a:pt x="28" y="4"/>
                  </a:cubicBezTo>
                  <a:cubicBezTo>
                    <a:pt x="27" y="7"/>
                    <a:pt x="29" y="10"/>
                    <a:pt x="32" y="10"/>
                  </a:cubicBezTo>
                  <a:cubicBezTo>
                    <a:pt x="33" y="10"/>
                    <a:pt x="34" y="11"/>
                    <a:pt x="34" y="12"/>
                  </a:cubicBezTo>
                  <a:cubicBezTo>
                    <a:pt x="31" y="14"/>
                    <a:pt x="26" y="14"/>
                    <a:pt x="29" y="19"/>
                  </a:cubicBezTo>
                  <a:cubicBezTo>
                    <a:pt x="24" y="27"/>
                    <a:pt x="21" y="35"/>
                    <a:pt x="18" y="44"/>
                  </a:cubicBezTo>
                  <a:cubicBezTo>
                    <a:pt x="18" y="46"/>
                    <a:pt x="17" y="48"/>
                    <a:pt x="17" y="50"/>
                  </a:cubicBezTo>
                  <a:cubicBezTo>
                    <a:pt x="16" y="55"/>
                    <a:pt x="17" y="56"/>
                    <a:pt x="22" y="57"/>
                  </a:cubicBezTo>
                  <a:cubicBezTo>
                    <a:pt x="26" y="57"/>
                    <a:pt x="29" y="58"/>
                    <a:pt x="29" y="63"/>
                  </a:cubicBezTo>
                  <a:cubicBezTo>
                    <a:pt x="29" y="64"/>
                    <a:pt x="29" y="65"/>
                    <a:pt x="30" y="66"/>
                  </a:cubicBezTo>
                  <a:cubicBezTo>
                    <a:pt x="33" y="68"/>
                    <a:pt x="34" y="72"/>
                    <a:pt x="33" y="75"/>
                  </a:cubicBezTo>
                  <a:cubicBezTo>
                    <a:pt x="30" y="81"/>
                    <a:pt x="34" y="87"/>
                    <a:pt x="32" y="92"/>
                  </a:cubicBezTo>
                  <a:cubicBezTo>
                    <a:pt x="31" y="97"/>
                    <a:pt x="32" y="101"/>
                    <a:pt x="31" y="106"/>
                  </a:cubicBezTo>
                  <a:cubicBezTo>
                    <a:pt x="28" y="106"/>
                    <a:pt x="27" y="103"/>
                    <a:pt x="26" y="101"/>
                  </a:cubicBezTo>
                  <a:cubicBezTo>
                    <a:pt x="26" y="101"/>
                    <a:pt x="26" y="100"/>
                    <a:pt x="26" y="99"/>
                  </a:cubicBezTo>
                  <a:cubicBezTo>
                    <a:pt x="27" y="96"/>
                    <a:pt x="29" y="93"/>
                    <a:pt x="26" y="89"/>
                  </a:cubicBezTo>
                  <a:cubicBezTo>
                    <a:pt x="26" y="85"/>
                    <a:pt x="26" y="82"/>
                    <a:pt x="26" y="78"/>
                  </a:cubicBezTo>
                  <a:cubicBezTo>
                    <a:pt x="26" y="75"/>
                    <a:pt x="28" y="72"/>
                    <a:pt x="24" y="71"/>
                  </a:cubicBezTo>
                  <a:cubicBezTo>
                    <a:pt x="21" y="69"/>
                    <a:pt x="17" y="69"/>
                    <a:pt x="14" y="72"/>
                  </a:cubicBezTo>
                  <a:cubicBezTo>
                    <a:pt x="12" y="73"/>
                    <a:pt x="11" y="74"/>
                    <a:pt x="11" y="76"/>
                  </a:cubicBezTo>
                  <a:cubicBezTo>
                    <a:pt x="10" y="78"/>
                    <a:pt x="9" y="80"/>
                    <a:pt x="8" y="81"/>
                  </a:cubicBezTo>
                  <a:cubicBezTo>
                    <a:pt x="7" y="81"/>
                    <a:pt x="7" y="82"/>
                    <a:pt x="7" y="82"/>
                  </a:cubicBezTo>
                  <a:cubicBezTo>
                    <a:pt x="5" y="82"/>
                    <a:pt x="4" y="82"/>
                    <a:pt x="3" y="81"/>
                  </a:cubicBezTo>
                  <a:cubicBezTo>
                    <a:pt x="1" y="79"/>
                    <a:pt x="1" y="77"/>
                    <a:pt x="2" y="74"/>
                  </a:cubicBezTo>
                  <a:cubicBezTo>
                    <a:pt x="1" y="72"/>
                    <a:pt x="0" y="71"/>
                    <a:pt x="2" y="69"/>
                  </a:cubicBezTo>
                  <a:cubicBezTo>
                    <a:pt x="3" y="67"/>
                    <a:pt x="2" y="65"/>
                    <a:pt x="3" y="64"/>
                  </a:cubicBezTo>
                  <a:cubicBezTo>
                    <a:pt x="4" y="59"/>
                    <a:pt x="5" y="54"/>
                    <a:pt x="7" y="48"/>
                  </a:cubicBezTo>
                  <a:close/>
                </a:path>
              </a:pathLst>
            </a:custGeom>
            <a:solidFill>
              <a:srgbClr val="D6F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0" name="Freeform 168"/>
            <p:cNvSpPr/>
            <p:nvPr/>
          </p:nvSpPr>
          <p:spPr bwMode="auto">
            <a:xfrm>
              <a:off x="7718425" y="2130426"/>
              <a:ext cx="247650" cy="238125"/>
            </a:xfrm>
            <a:custGeom>
              <a:avLst/>
              <a:gdLst>
                <a:gd name="T0" fmla="*/ 64 w 66"/>
                <a:gd name="T1" fmla="*/ 1 h 63"/>
                <a:gd name="T2" fmla="*/ 65 w 66"/>
                <a:gd name="T3" fmla="*/ 6 h 63"/>
                <a:gd name="T4" fmla="*/ 56 w 66"/>
                <a:gd name="T5" fmla="*/ 23 h 63"/>
                <a:gd name="T6" fmla="*/ 41 w 66"/>
                <a:gd name="T7" fmla="*/ 52 h 63"/>
                <a:gd name="T8" fmla="*/ 33 w 66"/>
                <a:gd name="T9" fmla="*/ 62 h 63"/>
                <a:gd name="T10" fmla="*/ 30 w 66"/>
                <a:gd name="T11" fmla="*/ 62 h 63"/>
                <a:gd name="T12" fmla="*/ 22 w 66"/>
                <a:gd name="T13" fmla="*/ 62 h 63"/>
                <a:gd name="T14" fmla="*/ 22 w 66"/>
                <a:gd name="T15" fmla="*/ 59 h 63"/>
                <a:gd name="T16" fmla="*/ 24 w 66"/>
                <a:gd name="T17" fmla="*/ 59 h 63"/>
                <a:gd name="T18" fmla="*/ 29 w 66"/>
                <a:gd name="T19" fmla="*/ 59 h 63"/>
                <a:gd name="T20" fmla="*/ 25 w 66"/>
                <a:gd name="T21" fmla="*/ 56 h 63"/>
                <a:gd name="T22" fmla="*/ 18 w 66"/>
                <a:gd name="T23" fmla="*/ 49 h 63"/>
                <a:gd name="T24" fmla="*/ 10 w 66"/>
                <a:gd name="T25" fmla="*/ 45 h 63"/>
                <a:gd name="T26" fmla="*/ 3 w 66"/>
                <a:gd name="T27" fmla="*/ 46 h 63"/>
                <a:gd name="T28" fmla="*/ 2 w 66"/>
                <a:gd name="T29" fmla="*/ 40 h 63"/>
                <a:gd name="T30" fmla="*/ 25 w 66"/>
                <a:gd name="T31" fmla="*/ 5 h 63"/>
                <a:gd name="T32" fmla="*/ 28 w 66"/>
                <a:gd name="T33" fmla="*/ 11 h 63"/>
                <a:gd name="T34" fmla="*/ 29 w 66"/>
                <a:gd name="T35" fmla="*/ 13 h 63"/>
                <a:gd name="T36" fmla="*/ 28 w 66"/>
                <a:gd name="T37" fmla="*/ 19 h 63"/>
                <a:gd name="T38" fmla="*/ 26 w 66"/>
                <a:gd name="T39" fmla="*/ 22 h 63"/>
                <a:gd name="T40" fmla="*/ 20 w 66"/>
                <a:gd name="T41" fmla="*/ 26 h 63"/>
                <a:gd name="T42" fmla="*/ 17 w 66"/>
                <a:gd name="T43" fmla="*/ 24 h 63"/>
                <a:gd name="T44" fmla="*/ 17 w 66"/>
                <a:gd name="T45" fmla="*/ 24 h 63"/>
                <a:gd name="T46" fmla="*/ 13 w 66"/>
                <a:gd name="T47" fmla="*/ 35 h 63"/>
                <a:gd name="T48" fmla="*/ 18 w 66"/>
                <a:gd name="T49" fmla="*/ 39 h 63"/>
                <a:gd name="T50" fmla="*/ 18 w 66"/>
                <a:gd name="T51" fmla="*/ 39 h 63"/>
                <a:gd name="T52" fmla="*/ 18 w 66"/>
                <a:gd name="T53" fmla="*/ 39 h 63"/>
                <a:gd name="T54" fmla="*/ 13 w 66"/>
                <a:gd name="T55" fmla="*/ 35 h 63"/>
                <a:gd name="T56" fmla="*/ 17 w 66"/>
                <a:gd name="T57" fmla="*/ 34 h 63"/>
                <a:gd name="T58" fmla="*/ 18 w 66"/>
                <a:gd name="T59" fmla="*/ 30 h 63"/>
                <a:gd name="T60" fmla="*/ 23 w 66"/>
                <a:gd name="T61" fmla="*/ 23 h 63"/>
                <a:gd name="T62" fmla="*/ 26 w 66"/>
                <a:gd name="T63" fmla="*/ 27 h 63"/>
                <a:gd name="T64" fmla="*/ 26 w 66"/>
                <a:gd name="T65" fmla="*/ 30 h 63"/>
                <a:gd name="T66" fmla="*/ 24 w 66"/>
                <a:gd name="T67" fmla="*/ 36 h 63"/>
                <a:gd name="T68" fmla="*/ 29 w 66"/>
                <a:gd name="T69" fmla="*/ 43 h 63"/>
                <a:gd name="T70" fmla="*/ 39 w 66"/>
                <a:gd name="T71" fmla="*/ 37 h 63"/>
                <a:gd name="T72" fmla="*/ 49 w 66"/>
                <a:gd name="T73" fmla="*/ 16 h 63"/>
                <a:gd name="T74" fmla="*/ 57 w 66"/>
                <a:gd name="T75" fmla="*/ 0 h 63"/>
                <a:gd name="T76" fmla="*/ 64 w 66"/>
                <a:gd name="T77" fmla="*/ 4 h 63"/>
                <a:gd name="T78" fmla="*/ 64 w 66"/>
                <a:gd name="T79" fmla="*/ 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6" h="63">
                  <a:moveTo>
                    <a:pt x="64" y="1"/>
                  </a:moveTo>
                  <a:cubicBezTo>
                    <a:pt x="66" y="2"/>
                    <a:pt x="65" y="4"/>
                    <a:pt x="65" y="6"/>
                  </a:cubicBezTo>
                  <a:cubicBezTo>
                    <a:pt x="65" y="13"/>
                    <a:pt x="60" y="18"/>
                    <a:pt x="56" y="23"/>
                  </a:cubicBezTo>
                  <a:cubicBezTo>
                    <a:pt x="51" y="33"/>
                    <a:pt x="44" y="42"/>
                    <a:pt x="41" y="52"/>
                  </a:cubicBezTo>
                  <a:cubicBezTo>
                    <a:pt x="39" y="56"/>
                    <a:pt x="37" y="59"/>
                    <a:pt x="33" y="62"/>
                  </a:cubicBezTo>
                  <a:cubicBezTo>
                    <a:pt x="32" y="62"/>
                    <a:pt x="31" y="62"/>
                    <a:pt x="30" y="62"/>
                  </a:cubicBezTo>
                  <a:cubicBezTo>
                    <a:pt x="27" y="61"/>
                    <a:pt x="24" y="63"/>
                    <a:pt x="22" y="62"/>
                  </a:cubicBezTo>
                  <a:cubicBezTo>
                    <a:pt x="20" y="60"/>
                    <a:pt x="22" y="60"/>
                    <a:pt x="22" y="59"/>
                  </a:cubicBezTo>
                  <a:cubicBezTo>
                    <a:pt x="23" y="59"/>
                    <a:pt x="23" y="59"/>
                    <a:pt x="24" y="59"/>
                  </a:cubicBezTo>
                  <a:cubicBezTo>
                    <a:pt x="25" y="58"/>
                    <a:pt x="27" y="58"/>
                    <a:pt x="29" y="59"/>
                  </a:cubicBezTo>
                  <a:cubicBezTo>
                    <a:pt x="28" y="58"/>
                    <a:pt x="26" y="57"/>
                    <a:pt x="25" y="56"/>
                  </a:cubicBezTo>
                  <a:cubicBezTo>
                    <a:pt x="25" y="52"/>
                    <a:pt x="21" y="51"/>
                    <a:pt x="18" y="49"/>
                  </a:cubicBezTo>
                  <a:cubicBezTo>
                    <a:pt x="16" y="48"/>
                    <a:pt x="13" y="47"/>
                    <a:pt x="10" y="45"/>
                  </a:cubicBezTo>
                  <a:cubicBezTo>
                    <a:pt x="7" y="44"/>
                    <a:pt x="5" y="44"/>
                    <a:pt x="3" y="46"/>
                  </a:cubicBezTo>
                  <a:cubicBezTo>
                    <a:pt x="1" y="45"/>
                    <a:pt x="0" y="43"/>
                    <a:pt x="2" y="40"/>
                  </a:cubicBezTo>
                  <a:cubicBezTo>
                    <a:pt x="10" y="29"/>
                    <a:pt x="16" y="16"/>
                    <a:pt x="25" y="5"/>
                  </a:cubicBezTo>
                  <a:cubicBezTo>
                    <a:pt x="26" y="7"/>
                    <a:pt x="26" y="9"/>
                    <a:pt x="28" y="11"/>
                  </a:cubicBezTo>
                  <a:cubicBezTo>
                    <a:pt x="29" y="11"/>
                    <a:pt x="29" y="12"/>
                    <a:pt x="29" y="13"/>
                  </a:cubicBezTo>
                  <a:cubicBezTo>
                    <a:pt x="28" y="15"/>
                    <a:pt x="26" y="17"/>
                    <a:pt x="28" y="19"/>
                  </a:cubicBezTo>
                  <a:cubicBezTo>
                    <a:pt x="29" y="20"/>
                    <a:pt x="27" y="21"/>
                    <a:pt x="26" y="22"/>
                  </a:cubicBezTo>
                  <a:cubicBezTo>
                    <a:pt x="24" y="24"/>
                    <a:pt x="21" y="23"/>
                    <a:pt x="20" y="26"/>
                  </a:cubicBezTo>
                  <a:cubicBezTo>
                    <a:pt x="19" y="28"/>
                    <a:pt x="18" y="24"/>
                    <a:pt x="17" y="24"/>
                  </a:cubicBezTo>
                  <a:cubicBezTo>
                    <a:pt x="17" y="25"/>
                    <a:pt x="17" y="24"/>
                    <a:pt x="17" y="24"/>
                  </a:cubicBezTo>
                  <a:cubicBezTo>
                    <a:pt x="19" y="29"/>
                    <a:pt x="17" y="33"/>
                    <a:pt x="13" y="35"/>
                  </a:cubicBezTo>
                  <a:cubicBezTo>
                    <a:pt x="12" y="39"/>
                    <a:pt x="14" y="41"/>
                    <a:pt x="18" y="39"/>
                  </a:cubicBezTo>
                  <a:cubicBezTo>
                    <a:pt x="19" y="39"/>
                    <a:pt x="18" y="38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3" y="39"/>
                    <a:pt x="13" y="39"/>
                    <a:pt x="13" y="35"/>
                  </a:cubicBezTo>
                  <a:cubicBezTo>
                    <a:pt x="14" y="34"/>
                    <a:pt x="16" y="34"/>
                    <a:pt x="17" y="34"/>
                  </a:cubicBezTo>
                  <a:cubicBezTo>
                    <a:pt x="18" y="33"/>
                    <a:pt x="21" y="32"/>
                    <a:pt x="18" y="30"/>
                  </a:cubicBezTo>
                  <a:cubicBezTo>
                    <a:pt x="17" y="29"/>
                    <a:pt x="21" y="24"/>
                    <a:pt x="23" y="23"/>
                  </a:cubicBezTo>
                  <a:cubicBezTo>
                    <a:pt x="26" y="23"/>
                    <a:pt x="26" y="25"/>
                    <a:pt x="26" y="27"/>
                  </a:cubicBezTo>
                  <a:cubicBezTo>
                    <a:pt x="26" y="28"/>
                    <a:pt x="26" y="29"/>
                    <a:pt x="26" y="30"/>
                  </a:cubicBezTo>
                  <a:cubicBezTo>
                    <a:pt x="26" y="32"/>
                    <a:pt x="25" y="34"/>
                    <a:pt x="24" y="36"/>
                  </a:cubicBezTo>
                  <a:cubicBezTo>
                    <a:pt x="22" y="41"/>
                    <a:pt x="24" y="43"/>
                    <a:pt x="29" y="43"/>
                  </a:cubicBezTo>
                  <a:cubicBezTo>
                    <a:pt x="33" y="42"/>
                    <a:pt x="38" y="41"/>
                    <a:pt x="39" y="37"/>
                  </a:cubicBezTo>
                  <a:cubicBezTo>
                    <a:pt x="42" y="29"/>
                    <a:pt x="47" y="24"/>
                    <a:pt x="49" y="16"/>
                  </a:cubicBezTo>
                  <a:cubicBezTo>
                    <a:pt x="51" y="11"/>
                    <a:pt x="54" y="5"/>
                    <a:pt x="57" y="0"/>
                  </a:cubicBezTo>
                  <a:cubicBezTo>
                    <a:pt x="61" y="0"/>
                    <a:pt x="61" y="4"/>
                    <a:pt x="64" y="4"/>
                  </a:cubicBezTo>
                  <a:cubicBezTo>
                    <a:pt x="63" y="3"/>
                    <a:pt x="63" y="2"/>
                    <a:pt x="64" y="1"/>
                  </a:cubicBez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1" name="Freeform 169"/>
            <p:cNvSpPr/>
            <p:nvPr/>
          </p:nvSpPr>
          <p:spPr bwMode="auto">
            <a:xfrm>
              <a:off x="6967538" y="3397251"/>
              <a:ext cx="317500" cy="174625"/>
            </a:xfrm>
            <a:custGeom>
              <a:avLst/>
              <a:gdLst>
                <a:gd name="T0" fmla="*/ 9 w 84"/>
                <a:gd name="T1" fmla="*/ 10 h 46"/>
                <a:gd name="T2" fmla="*/ 0 w 84"/>
                <a:gd name="T3" fmla="*/ 2 h 46"/>
                <a:gd name="T4" fmla="*/ 3 w 84"/>
                <a:gd name="T5" fmla="*/ 1 h 46"/>
                <a:gd name="T6" fmla="*/ 11 w 84"/>
                <a:gd name="T7" fmla="*/ 6 h 46"/>
                <a:gd name="T8" fmla="*/ 12 w 84"/>
                <a:gd name="T9" fmla="*/ 7 h 46"/>
                <a:gd name="T10" fmla="*/ 24 w 84"/>
                <a:gd name="T11" fmla="*/ 15 h 46"/>
                <a:gd name="T12" fmla="*/ 33 w 84"/>
                <a:gd name="T13" fmla="*/ 19 h 46"/>
                <a:gd name="T14" fmla="*/ 42 w 84"/>
                <a:gd name="T15" fmla="*/ 22 h 46"/>
                <a:gd name="T16" fmla="*/ 70 w 84"/>
                <a:gd name="T17" fmla="*/ 26 h 46"/>
                <a:gd name="T18" fmla="*/ 81 w 84"/>
                <a:gd name="T19" fmla="*/ 25 h 46"/>
                <a:gd name="T20" fmla="*/ 74 w 84"/>
                <a:gd name="T21" fmla="*/ 41 h 46"/>
                <a:gd name="T22" fmla="*/ 73 w 84"/>
                <a:gd name="T23" fmla="*/ 41 h 46"/>
                <a:gd name="T24" fmla="*/ 68 w 84"/>
                <a:gd name="T25" fmla="*/ 42 h 46"/>
                <a:gd name="T26" fmla="*/ 65 w 84"/>
                <a:gd name="T27" fmla="*/ 35 h 46"/>
                <a:gd name="T28" fmla="*/ 75 w 84"/>
                <a:gd name="T29" fmla="*/ 34 h 46"/>
                <a:gd name="T30" fmla="*/ 66 w 84"/>
                <a:gd name="T31" fmla="*/ 34 h 46"/>
                <a:gd name="T32" fmla="*/ 61 w 84"/>
                <a:gd name="T33" fmla="*/ 33 h 46"/>
                <a:gd name="T34" fmla="*/ 65 w 84"/>
                <a:gd name="T35" fmla="*/ 39 h 46"/>
                <a:gd name="T36" fmla="*/ 58 w 84"/>
                <a:gd name="T37" fmla="*/ 45 h 46"/>
                <a:gd name="T38" fmla="*/ 57 w 84"/>
                <a:gd name="T39" fmla="*/ 44 h 46"/>
                <a:gd name="T40" fmla="*/ 48 w 84"/>
                <a:gd name="T41" fmla="*/ 41 h 46"/>
                <a:gd name="T42" fmla="*/ 46 w 84"/>
                <a:gd name="T43" fmla="*/ 40 h 46"/>
                <a:gd name="T44" fmla="*/ 29 w 84"/>
                <a:gd name="T45" fmla="*/ 26 h 46"/>
                <a:gd name="T46" fmla="*/ 24 w 84"/>
                <a:gd name="T47" fmla="*/ 24 h 46"/>
                <a:gd name="T48" fmla="*/ 22 w 84"/>
                <a:gd name="T49" fmla="*/ 22 h 46"/>
                <a:gd name="T50" fmla="*/ 18 w 84"/>
                <a:gd name="T51" fmla="*/ 20 h 46"/>
                <a:gd name="T52" fmla="*/ 13 w 84"/>
                <a:gd name="T53" fmla="*/ 13 h 46"/>
                <a:gd name="T54" fmla="*/ 9 w 84"/>
                <a:gd name="T55" fmla="*/ 1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4" h="46">
                  <a:moveTo>
                    <a:pt x="9" y="10"/>
                  </a:moveTo>
                  <a:cubicBezTo>
                    <a:pt x="6" y="8"/>
                    <a:pt x="2" y="6"/>
                    <a:pt x="0" y="2"/>
                  </a:cubicBezTo>
                  <a:cubicBezTo>
                    <a:pt x="1" y="0"/>
                    <a:pt x="2" y="1"/>
                    <a:pt x="3" y="1"/>
                  </a:cubicBezTo>
                  <a:cubicBezTo>
                    <a:pt x="6" y="2"/>
                    <a:pt x="9" y="4"/>
                    <a:pt x="11" y="6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5" y="10"/>
                    <a:pt x="19" y="14"/>
                    <a:pt x="24" y="15"/>
                  </a:cubicBezTo>
                  <a:cubicBezTo>
                    <a:pt x="27" y="15"/>
                    <a:pt x="30" y="18"/>
                    <a:pt x="33" y="19"/>
                  </a:cubicBezTo>
                  <a:cubicBezTo>
                    <a:pt x="36" y="20"/>
                    <a:pt x="39" y="21"/>
                    <a:pt x="42" y="22"/>
                  </a:cubicBezTo>
                  <a:cubicBezTo>
                    <a:pt x="51" y="25"/>
                    <a:pt x="61" y="25"/>
                    <a:pt x="70" y="26"/>
                  </a:cubicBezTo>
                  <a:cubicBezTo>
                    <a:pt x="74" y="27"/>
                    <a:pt x="77" y="26"/>
                    <a:pt x="81" y="25"/>
                  </a:cubicBezTo>
                  <a:cubicBezTo>
                    <a:pt x="84" y="33"/>
                    <a:pt x="81" y="39"/>
                    <a:pt x="74" y="41"/>
                  </a:cubicBezTo>
                  <a:cubicBezTo>
                    <a:pt x="73" y="41"/>
                    <a:pt x="74" y="41"/>
                    <a:pt x="73" y="41"/>
                  </a:cubicBezTo>
                  <a:cubicBezTo>
                    <a:pt x="71" y="41"/>
                    <a:pt x="70" y="44"/>
                    <a:pt x="68" y="42"/>
                  </a:cubicBezTo>
                  <a:cubicBezTo>
                    <a:pt x="66" y="40"/>
                    <a:pt x="65" y="38"/>
                    <a:pt x="65" y="35"/>
                  </a:cubicBezTo>
                  <a:cubicBezTo>
                    <a:pt x="69" y="32"/>
                    <a:pt x="72" y="35"/>
                    <a:pt x="75" y="34"/>
                  </a:cubicBezTo>
                  <a:cubicBezTo>
                    <a:pt x="74" y="31"/>
                    <a:pt x="70" y="31"/>
                    <a:pt x="66" y="34"/>
                  </a:cubicBezTo>
                  <a:cubicBezTo>
                    <a:pt x="64" y="36"/>
                    <a:pt x="63" y="33"/>
                    <a:pt x="61" y="33"/>
                  </a:cubicBezTo>
                  <a:cubicBezTo>
                    <a:pt x="63" y="35"/>
                    <a:pt x="66" y="37"/>
                    <a:pt x="65" y="39"/>
                  </a:cubicBezTo>
                  <a:cubicBezTo>
                    <a:pt x="63" y="42"/>
                    <a:pt x="62" y="46"/>
                    <a:pt x="58" y="45"/>
                  </a:cubicBezTo>
                  <a:cubicBezTo>
                    <a:pt x="57" y="45"/>
                    <a:pt x="57" y="44"/>
                    <a:pt x="57" y="44"/>
                  </a:cubicBezTo>
                  <a:cubicBezTo>
                    <a:pt x="55" y="41"/>
                    <a:pt x="51" y="43"/>
                    <a:pt x="48" y="41"/>
                  </a:cubicBezTo>
                  <a:cubicBezTo>
                    <a:pt x="48" y="41"/>
                    <a:pt x="47" y="40"/>
                    <a:pt x="46" y="40"/>
                  </a:cubicBezTo>
                  <a:cubicBezTo>
                    <a:pt x="41" y="35"/>
                    <a:pt x="36" y="29"/>
                    <a:pt x="29" y="26"/>
                  </a:cubicBezTo>
                  <a:cubicBezTo>
                    <a:pt x="27" y="25"/>
                    <a:pt x="25" y="25"/>
                    <a:pt x="24" y="24"/>
                  </a:cubicBezTo>
                  <a:cubicBezTo>
                    <a:pt x="23" y="23"/>
                    <a:pt x="22" y="23"/>
                    <a:pt x="22" y="22"/>
                  </a:cubicBezTo>
                  <a:cubicBezTo>
                    <a:pt x="20" y="21"/>
                    <a:pt x="19" y="21"/>
                    <a:pt x="18" y="20"/>
                  </a:cubicBezTo>
                  <a:cubicBezTo>
                    <a:pt x="16" y="18"/>
                    <a:pt x="14" y="15"/>
                    <a:pt x="13" y="13"/>
                  </a:cubicBezTo>
                  <a:cubicBezTo>
                    <a:pt x="11" y="13"/>
                    <a:pt x="10" y="12"/>
                    <a:pt x="9" y="10"/>
                  </a:cubicBezTo>
                  <a:close/>
                </a:path>
              </a:pathLst>
            </a:custGeom>
            <a:solidFill>
              <a:srgbClr val="BED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2" name="Freeform 170"/>
            <p:cNvSpPr/>
            <p:nvPr/>
          </p:nvSpPr>
          <p:spPr bwMode="auto">
            <a:xfrm>
              <a:off x="8083550" y="2073276"/>
              <a:ext cx="331788" cy="460375"/>
            </a:xfrm>
            <a:custGeom>
              <a:avLst/>
              <a:gdLst>
                <a:gd name="T0" fmla="*/ 27 w 88"/>
                <a:gd name="T1" fmla="*/ 19 h 122"/>
                <a:gd name="T2" fmla="*/ 37 w 88"/>
                <a:gd name="T3" fmla="*/ 31 h 122"/>
                <a:gd name="T4" fmla="*/ 55 w 88"/>
                <a:gd name="T5" fmla="*/ 51 h 122"/>
                <a:gd name="T6" fmla="*/ 61 w 88"/>
                <a:gd name="T7" fmla="*/ 59 h 122"/>
                <a:gd name="T8" fmla="*/ 73 w 88"/>
                <a:gd name="T9" fmla="*/ 78 h 122"/>
                <a:gd name="T10" fmla="*/ 77 w 88"/>
                <a:gd name="T11" fmla="*/ 85 h 122"/>
                <a:gd name="T12" fmla="*/ 88 w 88"/>
                <a:gd name="T13" fmla="*/ 122 h 122"/>
                <a:gd name="T14" fmla="*/ 88 w 88"/>
                <a:gd name="T15" fmla="*/ 122 h 122"/>
                <a:gd name="T16" fmla="*/ 83 w 88"/>
                <a:gd name="T17" fmla="*/ 115 h 122"/>
                <a:gd name="T18" fmla="*/ 74 w 88"/>
                <a:gd name="T19" fmla="*/ 95 h 122"/>
                <a:gd name="T20" fmla="*/ 70 w 88"/>
                <a:gd name="T21" fmla="*/ 85 h 122"/>
                <a:gd name="T22" fmla="*/ 57 w 88"/>
                <a:gd name="T23" fmla="*/ 65 h 122"/>
                <a:gd name="T24" fmla="*/ 38 w 88"/>
                <a:gd name="T25" fmla="*/ 41 h 122"/>
                <a:gd name="T26" fmla="*/ 17 w 88"/>
                <a:gd name="T27" fmla="*/ 17 h 122"/>
                <a:gd name="T28" fmla="*/ 8 w 88"/>
                <a:gd name="T29" fmla="*/ 9 h 122"/>
                <a:gd name="T30" fmla="*/ 0 w 88"/>
                <a:gd name="T31" fmla="*/ 3 h 122"/>
                <a:gd name="T32" fmla="*/ 0 w 88"/>
                <a:gd name="T33" fmla="*/ 2 h 122"/>
                <a:gd name="T34" fmla="*/ 0 w 88"/>
                <a:gd name="T35" fmla="*/ 1 h 122"/>
                <a:gd name="T36" fmla="*/ 0 w 88"/>
                <a:gd name="T37" fmla="*/ 0 h 122"/>
                <a:gd name="T38" fmla="*/ 12 w 88"/>
                <a:gd name="T39" fmla="*/ 7 h 122"/>
                <a:gd name="T40" fmla="*/ 25 w 88"/>
                <a:gd name="T41" fmla="*/ 15 h 122"/>
                <a:gd name="T42" fmla="*/ 27 w 88"/>
                <a:gd name="T43" fmla="*/ 1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8" h="122">
                  <a:moveTo>
                    <a:pt x="27" y="19"/>
                  </a:moveTo>
                  <a:cubicBezTo>
                    <a:pt x="31" y="22"/>
                    <a:pt x="34" y="27"/>
                    <a:pt x="37" y="31"/>
                  </a:cubicBezTo>
                  <a:cubicBezTo>
                    <a:pt x="42" y="39"/>
                    <a:pt x="48" y="46"/>
                    <a:pt x="55" y="51"/>
                  </a:cubicBezTo>
                  <a:cubicBezTo>
                    <a:pt x="58" y="53"/>
                    <a:pt x="60" y="56"/>
                    <a:pt x="61" y="59"/>
                  </a:cubicBezTo>
                  <a:cubicBezTo>
                    <a:pt x="65" y="65"/>
                    <a:pt x="69" y="72"/>
                    <a:pt x="73" y="78"/>
                  </a:cubicBezTo>
                  <a:cubicBezTo>
                    <a:pt x="75" y="80"/>
                    <a:pt x="75" y="83"/>
                    <a:pt x="77" y="85"/>
                  </a:cubicBezTo>
                  <a:cubicBezTo>
                    <a:pt x="81" y="97"/>
                    <a:pt x="85" y="110"/>
                    <a:pt x="88" y="122"/>
                  </a:cubicBezTo>
                  <a:cubicBezTo>
                    <a:pt x="88" y="122"/>
                    <a:pt x="88" y="122"/>
                    <a:pt x="88" y="122"/>
                  </a:cubicBezTo>
                  <a:cubicBezTo>
                    <a:pt x="84" y="122"/>
                    <a:pt x="83" y="118"/>
                    <a:pt x="83" y="115"/>
                  </a:cubicBezTo>
                  <a:cubicBezTo>
                    <a:pt x="81" y="108"/>
                    <a:pt x="78" y="101"/>
                    <a:pt x="74" y="95"/>
                  </a:cubicBezTo>
                  <a:cubicBezTo>
                    <a:pt x="72" y="92"/>
                    <a:pt x="72" y="88"/>
                    <a:pt x="70" y="85"/>
                  </a:cubicBezTo>
                  <a:cubicBezTo>
                    <a:pt x="67" y="78"/>
                    <a:pt x="63" y="71"/>
                    <a:pt x="57" y="65"/>
                  </a:cubicBezTo>
                  <a:cubicBezTo>
                    <a:pt x="50" y="57"/>
                    <a:pt x="45" y="49"/>
                    <a:pt x="38" y="41"/>
                  </a:cubicBezTo>
                  <a:cubicBezTo>
                    <a:pt x="31" y="32"/>
                    <a:pt x="24" y="25"/>
                    <a:pt x="17" y="17"/>
                  </a:cubicBezTo>
                  <a:cubicBezTo>
                    <a:pt x="14" y="14"/>
                    <a:pt x="11" y="12"/>
                    <a:pt x="8" y="9"/>
                  </a:cubicBezTo>
                  <a:cubicBezTo>
                    <a:pt x="5" y="7"/>
                    <a:pt x="3" y="6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5" y="2"/>
                    <a:pt x="9" y="4"/>
                    <a:pt x="12" y="7"/>
                  </a:cubicBezTo>
                  <a:cubicBezTo>
                    <a:pt x="16" y="10"/>
                    <a:pt x="21" y="12"/>
                    <a:pt x="25" y="15"/>
                  </a:cubicBezTo>
                  <a:cubicBezTo>
                    <a:pt x="26" y="16"/>
                    <a:pt x="26" y="18"/>
                    <a:pt x="27" y="19"/>
                  </a:cubicBezTo>
                  <a:close/>
                </a:path>
              </a:pathLst>
            </a:custGeom>
            <a:solidFill>
              <a:srgbClr val="FEE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3" name="Freeform 171"/>
            <p:cNvSpPr/>
            <p:nvPr/>
          </p:nvSpPr>
          <p:spPr bwMode="auto">
            <a:xfrm>
              <a:off x="6950075" y="3484563"/>
              <a:ext cx="161925" cy="166688"/>
            </a:xfrm>
            <a:custGeom>
              <a:avLst/>
              <a:gdLst>
                <a:gd name="T0" fmla="*/ 29 w 43"/>
                <a:gd name="T1" fmla="*/ 1 h 44"/>
                <a:gd name="T2" fmla="*/ 34 w 43"/>
                <a:gd name="T3" fmla="*/ 2 h 44"/>
                <a:gd name="T4" fmla="*/ 31 w 43"/>
                <a:gd name="T5" fmla="*/ 2 h 44"/>
                <a:gd name="T6" fmla="*/ 42 w 43"/>
                <a:gd name="T7" fmla="*/ 11 h 44"/>
                <a:gd name="T8" fmla="*/ 43 w 43"/>
                <a:gd name="T9" fmla="*/ 13 h 44"/>
                <a:gd name="T10" fmla="*/ 35 w 43"/>
                <a:gd name="T11" fmla="*/ 14 h 44"/>
                <a:gd name="T12" fmla="*/ 28 w 43"/>
                <a:gd name="T13" fmla="*/ 18 h 44"/>
                <a:gd name="T14" fmla="*/ 24 w 43"/>
                <a:gd name="T15" fmla="*/ 26 h 44"/>
                <a:gd name="T16" fmla="*/ 22 w 43"/>
                <a:gd name="T17" fmla="*/ 28 h 44"/>
                <a:gd name="T18" fmla="*/ 20 w 43"/>
                <a:gd name="T19" fmla="*/ 33 h 44"/>
                <a:gd name="T20" fmla="*/ 15 w 43"/>
                <a:gd name="T21" fmla="*/ 41 h 44"/>
                <a:gd name="T22" fmla="*/ 11 w 43"/>
                <a:gd name="T23" fmla="*/ 43 h 44"/>
                <a:gd name="T24" fmla="*/ 9 w 43"/>
                <a:gd name="T25" fmla="*/ 44 h 44"/>
                <a:gd name="T26" fmla="*/ 7 w 43"/>
                <a:gd name="T27" fmla="*/ 41 h 44"/>
                <a:gd name="T28" fmla="*/ 5 w 43"/>
                <a:gd name="T29" fmla="*/ 42 h 44"/>
                <a:gd name="T30" fmla="*/ 1 w 43"/>
                <a:gd name="T31" fmla="*/ 41 h 44"/>
                <a:gd name="T32" fmla="*/ 1 w 43"/>
                <a:gd name="T33" fmla="*/ 39 h 44"/>
                <a:gd name="T34" fmla="*/ 16 w 43"/>
                <a:gd name="T35" fmla="*/ 10 h 44"/>
                <a:gd name="T36" fmla="*/ 18 w 43"/>
                <a:gd name="T37" fmla="*/ 5 h 44"/>
                <a:gd name="T38" fmla="*/ 25 w 43"/>
                <a:gd name="T39" fmla="*/ 1 h 44"/>
                <a:gd name="T40" fmla="*/ 29 w 43"/>
                <a:gd name="T41" fmla="*/ 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3" h="44">
                  <a:moveTo>
                    <a:pt x="29" y="1"/>
                  </a:moveTo>
                  <a:cubicBezTo>
                    <a:pt x="31" y="1"/>
                    <a:pt x="33" y="0"/>
                    <a:pt x="34" y="2"/>
                  </a:cubicBezTo>
                  <a:cubicBezTo>
                    <a:pt x="33" y="3"/>
                    <a:pt x="32" y="3"/>
                    <a:pt x="31" y="2"/>
                  </a:cubicBezTo>
                  <a:cubicBezTo>
                    <a:pt x="36" y="4"/>
                    <a:pt x="38" y="9"/>
                    <a:pt x="42" y="11"/>
                  </a:cubicBezTo>
                  <a:cubicBezTo>
                    <a:pt x="43" y="11"/>
                    <a:pt x="43" y="12"/>
                    <a:pt x="43" y="13"/>
                  </a:cubicBezTo>
                  <a:cubicBezTo>
                    <a:pt x="40" y="14"/>
                    <a:pt x="38" y="14"/>
                    <a:pt x="35" y="14"/>
                  </a:cubicBezTo>
                  <a:cubicBezTo>
                    <a:pt x="32" y="14"/>
                    <a:pt x="30" y="15"/>
                    <a:pt x="28" y="18"/>
                  </a:cubicBezTo>
                  <a:cubicBezTo>
                    <a:pt x="27" y="21"/>
                    <a:pt x="25" y="23"/>
                    <a:pt x="24" y="26"/>
                  </a:cubicBezTo>
                  <a:cubicBezTo>
                    <a:pt x="23" y="26"/>
                    <a:pt x="23" y="27"/>
                    <a:pt x="22" y="28"/>
                  </a:cubicBezTo>
                  <a:cubicBezTo>
                    <a:pt x="22" y="29"/>
                    <a:pt x="21" y="31"/>
                    <a:pt x="20" y="33"/>
                  </a:cubicBezTo>
                  <a:cubicBezTo>
                    <a:pt x="19" y="36"/>
                    <a:pt x="18" y="39"/>
                    <a:pt x="15" y="41"/>
                  </a:cubicBezTo>
                  <a:cubicBezTo>
                    <a:pt x="14" y="42"/>
                    <a:pt x="13" y="42"/>
                    <a:pt x="11" y="43"/>
                  </a:cubicBezTo>
                  <a:cubicBezTo>
                    <a:pt x="11" y="43"/>
                    <a:pt x="10" y="44"/>
                    <a:pt x="9" y="44"/>
                  </a:cubicBezTo>
                  <a:cubicBezTo>
                    <a:pt x="7" y="44"/>
                    <a:pt x="7" y="43"/>
                    <a:pt x="7" y="41"/>
                  </a:cubicBezTo>
                  <a:cubicBezTo>
                    <a:pt x="6" y="41"/>
                    <a:pt x="6" y="42"/>
                    <a:pt x="5" y="42"/>
                  </a:cubicBezTo>
                  <a:cubicBezTo>
                    <a:pt x="4" y="43"/>
                    <a:pt x="2" y="42"/>
                    <a:pt x="1" y="41"/>
                  </a:cubicBezTo>
                  <a:cubicBezTo>
                    <a:pt x="1" y="41"/>
                    <a:pt x="0" y="40"/>
                    <a:pt x="1" y="39"/>
                  </a:cubicBezTo>
                  <a:cubicBezTo>
                    <a:pt x="6" y="30"/>
                    <a:pt x="12" y="20"/>
                    <a:pt x="16" y="10"/>
                  </a:cubicBezTo>
                  <a:cubicBezTo>
                    <a:pt x="17" y="9"/>
                    <a:pt x="17" y="7"/>
                    <a:pt x="18" y="5"/>
                  </a:cubicBezTo>
                  <a:cubicBezTo>
                    <a:pt x="19" y="2"/>
                    <a:pt x="22" y="1"/>
                    <a:pt x="25" y="1"/>
                  </a:cubicBezTo>
                  <a:cubicBezTo>
                    <a:pt x="26" y="1"/>
                    <a:pt x="27" y="2"/>
                    <a:pt x="29" y="1"/>
                  </a:cubicBez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4" name="Freeform 172"/>
            <p:cNvSpPr/>
            <p:nvPr/>
          </p:nvSpPr>
          <p:spPr bwMode="auto">
            <a:xfrm>
              <a:off x="7400925" y="3903663"/>
              <a:ext cx="161925" cy="90488"/>
            </a:xfrm>
            <a:custGeom>
              <a:avLst/>
              <a:gdLst>
                <a:gd name="T0" fmla="*/ 5 w 43"/>
                <a:gd name="T1" fmla="*/ 20 h 24"/>
                <a:gd name="T2" fmla="*/ 0 w 43"/>
                <a:gd name="T3" fmla="*/ 17 h 24"/>
                <a:gd name="T4" fmla="*/ 6 w 43"/>
                <a:gd name="T5" fmla="*/ 14 h 24"/>
                <a:gd name="T6" fmla="*/ 12 w 43"/>
                <a:gd name="T7" fmla="*/ 6 h 24"/>
                <a:gd name="T8" fmla="*/ 3 w 43"/>
                <a:gd name="T9" fmla="*/ 11 h 24"/>
                <a:gd name="T10" fmla="*/ 1 w 43"/>
                <a:gd name="T11" fmla="*/ 10 h 24"/>
                <a:gd name="T12" fmla="*/ 1 w 43"/>
                <a:gd name="T13" fmla="*/ 7 h 24"/>
                <a:gd name="T14" fmla="*/ 4 w 43"/>
                <a:gd name="T15" fmla="*/ 7 h 24"/>
                <a:gd name="T16" fmla="*/ 6 w 43"/>
                <a:gd name="T17" fmla="*/ 8 h 24"/>
                <a:gd name="T18" fmla="*/ 5 w 43"/>
                <a:gd name="T19" fmla="*/ 5 h 24"/>
                <a:gd name="T20" fmla="*/ 14 w 43"/>
                <a:gd name="T21" fmla="*/ 2 h 24"/>
                <a:gd name="T22" fmla="*/ 25 w 43"/>
                <a:gd name="T23" fmla="*/ 0 h 24"/>
                <a:gd name="T24" fmla="*/ 27 w 43"/>
                <a:gd name="T25" fmla="*/ 0 h 24"/>
                <a:gd name="T26" fmla="*/ 29 w 43"/>
                <a:gd name="T27" fmla="*/ 1 h 24"/>
                <a:gd name="T28" fmla="*/ 27 w 43"/>
                <a:gd name="T29" fmla="*/ 6 h 24"/>
                <a:gd name="T30" fmla="*/ 38 w 43"/>
                <a:gd name="T31" fmla="*/ 8 h 24"/>
                <a:gd name="T32" fmla="*/ 40 w 43"/>
                <a:gd name="T33" fmla="*/ 11 h 24"/>
                <a:gd name="T34" fmla="*/ 43 w 43"/>
                <a:gd name="T35" fmla="*/ 17 h 24"/>
                <a:gd name="T36" fmla="*/ 42 w 43"/>
                <a:gd name="T37" fmla="*/ 18 h 24"/>
                <a:gd name="T38" fmla="*/ 25 w 43"/>
                <a:gd name="T39" fmla="*/ 23 h 24"/>
                <a:gd name="T40" fmla="*/ 22 w 43"/>
                <a:gd name="T41" fmla="*/ 23 h 24"/>
                <a:gd name="T42" fmla="*/ 20 w 43"/>
                <a:gd name="T43" fmla="*/ 23 h 24"/>
                <a:gd name="T44" fmla="*/ 10 w 43"/>
                <a:gd name="T45" fmla="*/ 22 h 24"/>
                <a:gd name="T46" fmla="*/ 5 w 43"/>
                <a:gd name="T4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24">
                  <a:moveTo>
                    <a:pt x="5" y="20"/>
                  </a:moveTo>
                  <a:cubicBezTo>
                    <a:pt x="5" y="17"/>
                    <a:pt x="2" y="18"/>
                    <a:pt x="0" y="17"/>
                  </a:cubicBezTo>
                  <a:cubicBezTo>
                    <a:pt x="1" y="15"/>
                    <a:pt x="4" y="14"/>
                    <a:pt x="6" y="14"/>
                  </a:cubicBezTo>
                  <a:cubicBezTo>
                    <a:pt x="11" y="14"/>
                    <a:pt x="12" y="13"/>
                    <a:pt x="12" y="6"/>
                  </a:cubicBezTo>
                  <a:cubicBezTo>
                    <a:pt x="10" y="12"/>
                    <a:pt x="6" y="9"/>
                    <a:pt x="3" y="11"/>
                  </a:cubicBezTo>
                  <a:cubicBezTo>
                    <a:pt x="2" y="12"/>
                    <a:pt x="1" y="10"/>
                    <a:pt x="1" y="10"/>
                  </a:cubicBezTo>
                  <a:cubicBezTo>
                    <a:pt x="1" y="9"/>
                    <a:pt x="1" y="8"/>
                    <a:pt x="1" y="7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5" y="7"/>
                    <a:pt x="5" y="9"/>
                    <a:pt x="6" y="8"/>
                  </a:cubicBezTo>
                  <a:cubicBezTo>
                    <a:pt x="7" y="7"/>
                    <a:pt x="6" y="6"/>
                    <a:pt x="5" y="5"/>
                  </a:cubicBezTo>
                  <a:cubicBezTo>
                    <a:pt x="8" y="2"/>
                    <a:pt x="11" y="3"/>
                    <a:pt x="14" y="2"/>
                  </a:cubicBezTo>
                  <a:cubicBezTo>
                    <a:pt x="18" y="1"/>
                    <a:pt x="21" y="1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0"/>
                    <a:pt x="29" y="0"/>
                    <a:pt x="29" y="1"/>
                  </a:cubicBezTo>
                  <a:cubicBezTo>
                    <a:pt x="33" y="4"/>
                    <a:pt x="31" y="5"/>
                    <a:pt x="27" y="6"/>
                  </a:cubicBezTo>
                  <a:cubicBezTo>
                    <a:pt x="31" y="7"/>
                    <a:pt x="33" y="12"/>
                    <a:pt x="38" y="8"/>
                  </a:cubicBezTo>
                  <a:cubicBezTo>
                    <a:pt x="39" y="7"/>
                    <a:pt x="40" y="11"/>
                    <a:pt x="40" y="11"/>
                  </a:cubicBezTo>
                  <a:cubicBezTo>
                    <a:pt x="40" y="14"/>
                    <a:pt x="40" y="16"/>
                    <a:pt x="43" y="17"/>
                  </a:cubicBezTo>
                  <a:cubicBezTo>
                    <a:pt x="43" y="17"/>
                    <a:pt x="42" y="18"/>
                    <a:pt x="42" y="18"/>
                  </a:cubicBezTo>
                  <a:cubicBezTo>
                    <a:pt x="36" y="20"/>
                    <a:pt x="30" y="19"/>
                    <a:pt x="25" y="23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3"/>
                    <a:pt x="20" y="23"/>
                    <a:pt x="20" y="23"/>
                  </a:cubicBezTo>
                  <a:cubicBezTo>
                    <a:pt x="17" y="22"/>
                    <a:pt x="14" y="23"/>
                    <a:pt x="10" y="22"/>
                  </a:cubicBezTo>
                  <a:cubicBezTo>
                    <a:pt x="9" y="22"/>
                    <a:pt x="7" y="22"/>
                    <a:pt x="5" y="20"/>
                  </a:cubicBezTo>
                  <a:close/>
                </a:path>
              </a:pathLst>
            </a:custGeom>
            <a:solidFill>
              <a:srgbClr val="FEE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5" name="Freeform 173"/>
            <p:cNvSpPr/>
            <p:nvPr/>
          </p:nvSpPr>
          <p:spPr bwMode="auto">
            <a:xfrm>
              <a:off x="6915150" y="3627438"/>
              <a:ext cx="161925" cy="128588"/>
            </a:xfrm>
            <a:custGeom>
              <a:avLst/>
              <a:gdLst>
                <a:gd name="T0" fmla="*/ 10 w 43"/>
                <a:gd name="T1" fmla="*/ 1 h 34"/>
                <a:gd name="T2" fmla="*/ 16 w 43"/>
                <a:gd name="T3" fmla="*/ 2 h 34"/>
                <a:gd name="T4" fmla="*/ 16 w 43"/>
                <a:gd name="T5" fmla="*/ 2 h 34"/>
                <a:gd name="T6" fmla="*/ 24 w 43"/>
                <a:gd name="T7" fmla="*/ 3 h 34"/>
                <a:gd name="T8" fmla="*/ 19 w 43"/>
                <a:gd name="T9" fmla="*/ 13 h 34"/>
                <a:gd name="T10" fmla="*/ 23 w 43"/>
                <a:gd name="T11" fmla="*/ 19 h 34"/>
                <a:gd name="T12" fmla="*/ 43 w 43"/>
                <a:gd name="T13" fmla="*/ 17 h 34"/>
                <a:gd name="T14" fmla="*/ 43 w 43"/>
                <a:gd name="T15" fmla="*/ 19 h 34"/>
                <a:gd name="T16" fmla="*/ 32 w 43"/>
                <a:gd name="T17" fmla="*/ 34 h 34"/>
                <a:gd name="T18" fmla="*/ 30 w 43"/>
                <a:gd name="T19" fmla="*/ 34 h 34"/>
                <a:gd name="T20" fmla="*/ 26 w 43"/>
                <a:gd name="T21" fmla="*/ 33 h 34"/>
                <a:gd name="T22" fmla="*/ 16 w 43"/>
                <a:gd name="T23" fmla="*/ 31 h 34"/>
                <a:gd name="T24" fmla="*/ 14 w 43"/>
                <a:gd name="T25" fmla="*/ 27 h 34"/>
                <a:gd name="T26" fmla="*/ 13 w 43"/>
                <a:gd name="T27" fmla="*/ 25 h 34"/>
                <a:gd name="T28" fmla="*/ 12 w 43"/>
                <a:gd name="T29" fmla="*/ 21 h 34"/>
                <a:gd name="T30" fmla="*/ 4 w 43"/>
                <a:gd name="T31" fmla="*/ 20 h 34"/>
                <a:gd name="T32" fmla="*/ 1 w 43"/>
                <a:gd name="T33" fmla="*/ 19 h 34"/>
                <a:gd name="T34" fmla="*/ 2 w 43"/>
                <a:gd name="T35" fmla="*/ 16 h 34"/>
                <a:gd name="T36" fmla="*/ 4 w 43"/>
                <a:gd name="T37" fmla="*/ 12 h 34"/>
                <a:gd name="T38" fmla="*/ 10 w 43"/>
                <a:gd name="T39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34">
                  <a:moveTo>
                    <a:pt x="10" y="1"/>
                  </a:moveTo>
                  <a:cubicBezTo>
                    <a:pt x="12" y="2"/>
                    <a:pt x="13" y="5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8" y="9"/>
                    <a:pt x="22" y="0"/>
                    <a:pt x="24" y="3"/>
                  </a:cubicBezTo>
                  <a:cubicBezTo>
                    <a:pt x="23" y="7"/>
                    <a:pt x="20" y="9"/>
                    <a:pt x="19" y="13"/>
                  </a:cubicBezTo>
                  <a:cubicBezTo>
                    <a:pt x="18" y="17"/>
                    <a:pt x="19" y="18"/>
                    <a:pt x="23" y="19"/>
                  </a:cubicBezTo>
                  <a:cubicBezTo>
                    <a:pt x="30" y="21"/>
                    <a:pt x="36" y="19"/>
                    <a:pt x="43" y="17"/>
                  </a:cubicBezTo>
                  <a:cubicBezTo>
                    <a:pt x="43" y="18"/>
                    <a:pt x="43" y="18"/>
                    <a:pt x="43" y="19"/>
                  </a:cubicBezTo>
                  <a:cubicBezTo>
                    <a:pt x="42" y="26"/>
                    <a:pt x="39" y="32"/>
                    <a:pt x="32" y="34"/>
                  </a:cubicBezTo>
                  <a:cubicBezTo>
                    <a:pt x="31" y="34"/>
                    <a:pt x="30" y="34"/>
                    <a:pt x="30" y="34"/>
                  </a:cubicBezTo>
                  <a:cubicBezTo>
                    <a:pt x="28" y="34"/>
                    <a:pt x="27" y="34"/>
                    <a:pt x="26" y="33"/>
                  </a:cubicBezTo>
                  <a:cubicBezTo>
                    <a:pt x="23" y="30"/>
                    <a:pt x="19" y="32"/>
                    <a:pt x="16" y="31"/>
                  </a:cubicBezTo>
                  <a:cubicBezTo>
                    <a:pt x="14" y="30"/>
                    <a:pt x="14" y="28"/>
                    <a:pt x="14" y="27"/>
                  </a:cubicBezTo>
                  <a:cubicBezTo>
                    <a:pt x="14" y="26"/>
                    <a:pt x="14" y="26"/>
                    <a:pt x="13" y="25"/>
                  </a:cubicBezTo>
                  <a:cubicBezTo>
                    <a:pt x="10" y="23"/>
                    <a:pt x="10" y="23"/>
                    <a:pt x="12" y="21"/>
                  </a:cubicBezTo>
                  <a:cubicBezTo>
                    <a:pt x="9" y="20"/>
                    <a:pt x="7" y="18"/>
                    <a:pt x="4" y="20"/>
                  </a:cubicBezTo>
                  <a:cubicBezTo>
                    <a:pt x="3" y="21"/>
                    <a:pt x="2" y="20"/>
                    <a:pt x="1" y="19"/>
                  </a:cubicBezTo>
                  <a:cubicBezTo>
                    <a:pt x="0" y="18"/>
                    <a:pt x="1" y="17"/>
                    <a:pt x="2" y="16"/>
                  </a:cubicBezTo>
                  <a:cubicBezTo>
                    <a:pt x="3" y="15"/>
                    <a:pt x="3" y="13"/>
                    <a:pt x="4" y="12"/>
                  </a:cubicBezTo>
                  <a:cubicBezTo>
                    <a:pt x="6" y="8"/>
                    <a:pt x="7" y="4"/>
                    <a:pt x="10" y="1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6" name="Freeform 174"/>
            <p:cNvSpPr/>
            <p:nvPr/>
          </p:nvSpPr>
          <p:spPr bwMode="auto">
            <a:xfrm>
              <a:off x="7766050" y="2078038"/>
              <a:ext cx="147638" cy="188913"/>
            </a:xfrm>
            <a:custGeom>
              <a:avLst/>
              <a:gdLst>
                <a:gd name="T0" fmla="*/ 0 w 39"/>
                <a:gd name="T1" fmla="*/ 49 h 50"/>
                <a:gd name="T2" fmla="*/ 4 w 39"/>
                <a:gd name="T3" fmla="*/ 40 h 50"/>
                <a:gd name="T4" fmla="*/ 1 w 39"/>
                <a:gd name="T5" fmla="*/ 37 h 50"/>
                <a:gd name="T6" fmla="*/ 6 w 39"/>
                <a:gd name="T7" fmla="*/ 39 h 50"/>
                <a:gd name="T8" fmla="*/ 7 w 39"/>
                <a:gd name="T9" fmla="*/ 39 h 50"/>
                <a:gd name="T10" fmla="*/ 14 w 39"/>
                <a:gd name="T11" fmla="*/ 33 h 50"/>
                <a:gd name="T12" fmla="*/ 11 w 39"/>
                <a:gd name="T13" fmla="*/ 31 h 50"/>
                <a:gd name="T14" fmla="*/ 13 w 39"/>
                <a:gd name="T15" fmla="*/ 28 h 50"/>
                <a:gd name="T16" fmla="*/ 14 w 39"/>
                <a:gd name="T17" fmla="*/ 24 h 50"/>
                <a:gd name="T18" fmla="*/ 12 w 39"/>
                <a:gd name="T19" fmla="*/ 19 h 50"/>
                <a:gd name="T20" fmla="*/ 12 w 39"/>
                <a:gd name="T21" fmla="*/ 9 h 50"/>
                <a:gd name="T22" fmla="*/ 13 w 39"/>
                <a:gd name="T23" fmla="*/ 3 h 50"/>
                <a:gd name="T24" fmla="*/ 22 w 39"/>
                <a:gd name="T25" fmla="*/ 0 h 50"/>
                <a:gd name="T26" fmla="*/ 29 w 39"/>
                <a:gd name="T27" fmla="*/ 1 h 50"/>
                <a:gd name="T28" fmla="*/ 36 w 39"/>
                <a:gd name="T29" fmla="*/ 7 h 50"/>
                <a:gd name="T30" fmla="*/ 38 w 39"/>
                <a:gd name="T31" fmla="*/ 10 h 50"/>
                <a:gd name="T32" fmla="*/ 32 w 39"/>
                <a:gd name="T33" fmla="*/ 12 h 50"/>
                <a:gd name="T34" fmla="*/ 26 w 39"/>
                <a:gd name="T35" fmla="*/ 16 h 50"/>
                <a:gd name="T36" fmla="*/ 16 w 39"/>
                <a:gd name="T37" fmla="*/ 38 h 50"/>
                <a:gd name="T38" fmla="*/ 12 w 39"/>
                <a:gd name="T39" fmla="*/ 44 h 50"/>
                <a:gd name="T40" fmla="*/ 11 w 39"/>
                <a:gd name="T41" fmla="*/ 38 h 50"/>
                <a:gd name="T42" fmla="*/ 5 w 39"/>
                <a:gd name="T43" fmla="*/ 44 h 50"/>
                <a:gd name="T44" fmla="*/ 9 w 39"/>
                <a:gd name="T45" fmla="*/ 43 h 50"/>
                <a:gd name="T46" fmla="*/ 6 w 39"/>
                <a:gd name="T47" fmla="*/ 48 h 50"/>
                <a:gd name="T48" fmla="*/ 0 w 39"/>
                <a:gd name="T49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50">
                  <a:moveTo>
                    <a:pt x="0" y="49"/>
                  </a:moveTo>
                  <a:cubicBezTo>
                    <a:pt x="2" y="47"/>
                    <a:pt x="3" y="44"/>
                    <a:pt x="4" y="40"/>
                  </a:cubicBezTo>
                  <a:cubicBezTo>
                    <a:pt x="4" y="38"/>
                    <a:pt x="2" y="39"/>
                    <a:pt x="1" y="37"/>
                  </a:cubicBezTo>
                  <a:cubicBezTo>
                    <a:pt x="3" y="38"/>
                    <a:pt x="5" y="36"/>
                    <a:pt x="6" y="39"/>
                  </a:cubicBezTo>
                  <a:cubicBezTo>
                    <a:pt x="6" y="39"/>
                    <a:pt x="7" y="39"/>
                    <a:pt x="7" y="39"/>
                  </a:cubicBezTo>
                  <a:cubicBezTo>
                    <a:pt x="7" y="35"/>
                    <a:pt x="13" y="37"/>
                    <a:pt x="14" y="33"/>
                  </a:cubicBezTo>
                  <a:cubicBezTo>
                    <a:pt x="13" y="33"/>
                    <a:pt x="11" y="34"/>
                    <a:pt x="11" y="31"/>
                  </a:cubicBezTo>
                  <a:cubicBezTo>
                    <a:pt x="14" y="30"/>
                    <a:pt x="13" y="30"/>
                    <a:pt x="13" y="28"/>
                  </a:cubicBezTo>
                  <a:cubicBezTo>
                    <a:pt x="13" y="27"/>
                    <a:pt x="16" y="25"/>
                    <a:pt x="14" y="24"/>
                  </a:cubicBezTo>
                  <a:cubicBezTo>
                    <a:pt x="9" y="23"/>
                    <a:pt x="13" y="20"/>
                    <a:pt x="12" y="19"/>
                  </a:cubicBezTo>
                  <a:cubicBezTo>
                    <a:pt x="15" y="15"/>
                    <a:pt x="13" y="12"/>
                    <a:pt x="12" y="9"/>
                  </a:cubicBezTo>
                  <a:cubicBezTo>
                    <a:pt x="11" y="7"/>
                    <a:pt x="12" y="5"/>
                    <a:pt x="13" y="3"/>
                  </a:cubicBezTo>
                  <a:cubicBezTo>
                    <a:pt x="15" y="1"/>
                    <a:pt x="19" y="1"/>
                    <a:pt x="22" y="0"/>
                  </a:cubicBezTo>
                  <a:cubicBezTo>
                    <a:pt x="24" y="1"/>
                    <a:pt x="26" y="0"/>
                    <a:pt x="29" y="1"/>
                  </a:cubicBezTo>
                  <a:cubicBezTo>
                    <a:pt x="30" y="4"/>
                    <a:pt x="33" y="5"/>
                    <a:pt x="36" y="7"/>
                  </a:cubicBezTo>
                  <a:cubicBezTo>
                    <a:pt x="37" y="8"/>
                    <a:pt x="39" y="8"/>
                    <a:pt x="38" y="10"/>
                  </a:cubicBezTo>
                  <a:cubicBezTo>
                    <a:pt x="36" y="12"/>
                    <a:pt x="34" y="11"/>
                    <a:pt x="32" y="12"/>
                  </a:cubicBezTo>
                  <a:cubicBezTo>
                    <a:pt x="29" y="12"/>
                    <a:pt x="27" y="14"/>
                    <a:pt x="26" y="16"/>
                  </a:cubicBezTo>
                  <a:cubicBezTo>
                    <a:pt x="22" y="23"/>
                    <a:pt x="18" y="30"/>
                    <a:pt x="16" y="38"/>
                  </a:cubicBezTo>
                  <a:cubicBezTo>
                    <a:pt x="16" y="40"/>
                    <a:pt x="15" y="43"/>
                    <a:pt x="12" y="44"/>
                  </a:cubicBezTo>
                  <a:cubicBezTo>
                    <a:pt x="12" y="42"/>
                    <a:pt x="13" y="38"/>
                    <a:pt x="11" y="38"/>
                  </a:cubicBezTo>
                  <a:cubicBezTo>
                    <a:pt x="8" y="38"/>
                    <a:pt x="6" y="41"/>
                    <a:pt x="5" y="44"/>
                  </a:cubicBezTo>
                  <a:cubicBezTo>
                    <a:pt x="7" y="44"/>
                    <a:pt x="8" y="41"/>
                    <a:pt x="9" y="43"/>
                  </a:cubicBezTo>
                  <a:cubicBezTo>
                    <a:pt x="9" y="45"/>
                    <a:pt x="7" y="47"/>
                    <a:pt x="6" y="48"/>
                  </a:cubicBezTo>
                  <a:cubicBezTo>
                    <a:pt x="4" y="50"/>
                    <a:pt x="2" y="50"/>
                    <a:pt x="0" y="49"/>
                  </a:cubicBez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7" name="Freeform 175"/>
            <p:cNvSpPr/>
            <p:nvPr/>
          </p:nvSpPr>
          <p:spPr bwMode="auto">
            <a:xfrm>
              <a:off x="7710488" y="4287838"/>
              <a:ext cx="173038" cy="147638"/>
            </a:xfrm>
            <a:custGeom>
              <a:avLst/>
              <a:gdLst>
                <a:gd name="T0" fmla="*/ 1 w 46"/>
                <a:gd name="T1" fmla="*/ 1 h 39"/>
                <a:gd name="T2" fmla="*/ 2 w 46"/>
                <a:gd name="T3" fmla="*/ 1 h 39"/>
                <a:gd name="T4" fmla="*/ 4 w 46"/>
                <a:gd name="T5" fmla="*/ 0 h 39"/>
                <a:gd name="T6" fmla="*/ 7 w 46"/>
                <a:gd name="T7" fmla="*/ 2 h 39"/>
                <a:gd name="T8" fmla="*/ 28 w 46"/>
                <a:gd name="T9" fmla="*/ 1 h 39"/>
                <a:gd name="T10" fmla="*/ 38 w 46"/>
                <a:gd name="T11" fmla="*/ 7 h 39"/>
                <a:gd name="T12" fmla="*/ 41 w 46"/>
                <a:gd name="T13" fmla="*/ 11 h 39"/>
                <a:gd name="T14" fmla="*/ 42 w 46"/>
                <a:gd name="T15" fmla="*/ 16 h 39"/>
                <a:gd name="T16" fmla="*/ 36 w 46"/>
                <a:gd name="T17" fmla="*/ 35 h 39"/>
                <a:gd name="T18" fmla="*/ 35 w 46"/>
                <a:gd name="T19" fmla="*/ 36 h 39"/>
                <a:gd name="T20" fmla="*/ 28 w 46"/>
                <a:gd name="T21" fmla="*/ 39 h 39"/>
                <a:gd name="T22" fmla="*/ 16 w 46"/>
                <a:gd name="T23" fmla="*/ 39 h 39"/>
                <a:gd name="T24" fmla="*/ 15 w 46"/>
                <a:gd name="T25" fmla="*/ 39 h 39"/>
                <a:gd name="T26" fmla="*/ 8 w 46"/>
                <a:gd name="T27" fmla="*/ 39 h 39"/>
                <a:gd name="T28" fmla="*/ 10 w 46"/>
                <a:gd name="T29" fmla="*/ 36 h 39"/>
                <a:gd name="T30" fmla="*/ 14 w 46"/>
                <a:gd name="T31" fmla="*/ 35 h 39"/>
                <a:gd name="T32" fmla="*/ 16 w 46"/>
                <a:gd name="T33" fmla="*/ 34 h 39"/>
                <a:gd name="T34" fmla="*/ 22 w 46"/>
                <a:gd name="T35" fmla="*/ 34 h 39"/>
                <a:gd name="T36" fmla="*/ 23 w 46"/>
                <a:gd name="T37" fmla="*/ 33 h 39"/>
                <a:gd name="T38" fmla="*/ 25 w 46"/>
                <a:gd name="T39" fmla="*/ 34 h 39"/>
                <a:gd name="T40" fmla="*/ 25 w 46"/>
                <a:gd name="T41" fmla="*/ 34 h 39"/>
                <a:gd name="T42" fmla="*/ 26 w 46"/>
                <a:gd name="T43" fmla="*/ 31 h 39"/>
                <a:gd name="T44" fmla="*/ 27 w 46"/>
                <a:gd name="T45" fmla="*/ 30 h 39"/>
                <a:gd name="T46" fmla="*/ 37 w 46"/>
                <a:gd name="T47" fmla="*/ 30 h 39"/>
                <a:gd name="T48" fmla="*/ 32 w 46"/>
                <a:gd name="T49" fmla="*/ 31 h 39"/>
                <a:gd name="T50" fmla="*/ 28 w 46"/>
                <a:gd name="T51" fmla="*/ 31 h 39"/>
                <a:gd name="T52" fmla="*/ 28 w 46"/>
                <a:gd name="T53" fmla="*/ 28 h 39"/>
                <a:gd name="T54" fmla="*/ 28 w 46"/>
                <a:gd name="T55" fmla="*/ 25 h 39"/>
                <a:gd name="T56" fmla="*/ 29 w 46"/>
                <a:gd name="T57" fmla="*/ 20 h 39"/>
                <a:gd name="T58" fmla="*/ 24 w 46"/>
                <a:gd name="T59" fmla="*/ 6 h 39"/>
                <a:gd name="T60" fmla="*/ 7 w 46"/>
                <a:gd name="T61" fmla="*/ 5 h 39"/>
                <a:gd name="T62" fmla="*/ 1 w 46"/>
                <a:gd name="T63" fmla="*/ 3 h 39"/>
                <a:gd name="T64" fmla="*/ 1 w 46"/>
                <a:gd name="T65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" h="39">
                  <a:moveTo>
                    <a:pt x="1" y="1"/>
                  </a:moveTo>
                  <a:cubicBezTo>
                    <a:pt x="1" y="1"/>
                    <a:pt x="2" y="1"/>
                    <a:pt x="2" y="1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5" y="0"/>
                    <a:pt x="6" y="1"/>
                    <a:pt x="7" y="2"/>
                  </a:cubicBezTo>
                  <a:cubicBezTo>
                    <a:pt x="14" y="3"/>
                    <a:pt x="21" y="0"/>
                    <a:pt x="28" y="1"/>
                  </a:cubicBezTo>
                  <a:cubicBezTo>
                    <a:pt x="32" y="2"/>
                    <a:pt x="37" y="2"/>
                    <a:pt x="38" y="7"/>
                  </a:cubicBezTo>
                  <a:cubicBezTo>
                    <a:pt x="38" y="9"/>
                    <a:pt x="40" y="9"/>
                    <a:pt x="41" y="11"/>
                  </a:cubicBezTo>
                  <a:cubicBezTo>
                    <a:pt x="43" y="12"/>
                    <a:pt x="41" y="15"/>
                    <a:pt x="42" y="16"/>
                  </a:cubicBezTo>
                  <a:cubicBezTo>
                    <a:pt x="46" y="24"/>
                    <a:pt x="44" y="30"/>
                    <a:pt x="36" y="35"/>
                  </a:cubicBezTo>
                  <a:cubicBezTo>
                    <a:pt x="36" y="35"/>
                    <a:pt x="35" y="36"/>
                    <a:pt x="35" y="36"/>
                  </a:cubicBezTo>
                  <a:cubicBezTo>
                    <a:pt x="33" y="39"/>
                    <a:pt x="30" y="39"/>
                    <a:pt x="28" y="39"/>
                  </a:cubicBezTo>
                  <a:cubicBezTo>
                    <a:pt x="24" y="38"/>
                    <a:pt x="20" y="38"/>
                    <a:pt x="16" y="39"/>
                  </a:cubicBezTo>
                  <a:cubicBezTo>
                    <a:pt x="16" y="39"/>
                    <a:pt x="15" y="39"/>
                    <a:pt x="15" y="39"/>
                  </a:cubicBezTo>
                  <a:cubicBezTo>
                    <a:pt x="13" y="38"/>
                    <a:pt x="10" y="39"/>
                    <a:pt x="8" y="39"/>
                  </a:cubicBezTo>
                  <a:cubicBezTo>
                    <a:pt x="7" y="37"/>
                    <a:pt x="9" y="37"/>
                    <a:pt x="10" y="36"/>
                  </a:cubicBezTo>
                  <a:cubicBezTo>
                    <a:pt x="11" y="36"/>
                    <a:pt x="13" y="36"/>
                    <a:pt x="14" y="35"/>
                  </a:cubicBezTo>
                  <a:cubicBezTo>
                    <a:pt x="15" y="35"/>
                    <a:pt x="15" y="34"/>
                    <a:pt x="16" y="34"/>
                  </a:cubicBezTo>
                  <a:cubicBezTo>
                    <a:pt x="18" y="34"/>
                    <a:pt x="20" y="36"/>
                    <a:pt x="22" y="34"/>
                  </a:cubicBezTo>
                  <a:cubicBezTo>
                    <a:pt x="23" y="34"/>
                    <a:pt x="23" y="33"/>
                    <a:pt x="23" y="33"/>
                  </a:cubicBezTo>
                  <a:cubicBezTo>
                    <a:pt x="24" y="33"/>
                    <a:pt x="25" y="33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3"/>
                    <a:pt x="25" y="32"/>
                    <a:pt x="26" y="31"/>
                  </a:cubicBezTo>
                  <a:cubicBezTo>
                    <a:pt x="26" y="31"/>
                    <a:pt x="26" y="30"/>
                    <a:pt x="27" y="30"/>
                  </a:cubicBezTo>
                  <a:cubicBezTo>
                    <a:pt x="30" y="33"/>
                    <a:pt x="33" y="33"/>
                    <a:pt x="37" y="30"/>
                  </a:cubicBezTo>
                  <a:cubicBezTo>
                    <a:pt x="35" y="30"/>
                    <a:pt x="33" y="30"/>
                    <a:pt x="32" y="31"/>
                  </a:cubicBezTo>
                  <a:cubicBezTo>
                    <a:pt x="31" y="32"/>
                    <a:pt x="29" y="32"/>
                    <a:pt x="28" y="31"/>
                  </a:cubicBezTo>
                  <a:cubicBezTo>
                    <a:pt x="27" y="30"/>
                    <a:pt x="28" y="29"/>
                    <a:pt x="28" y="28"/>
                  </a:cubicBezTo>
                  <a:cubicBezTo>
                    <a:pt x="29" y="27"/>
                    <a:pt x="28" y="26"/>
                    <a:pt x="28" y="25"/>
                  </a:cubicBezTo>
                  <a:cubicBezTo>
                    <a:pt x="28" y="23"/>
                    <a:pt x="29" y="21"/>
                    <a:pt x="29" y="20"/>
                  </a:cubicBezTo>
                  <a:cubicBezTo>
                    <a:pt x="32" y="14"/>
                    <a:pt x="30" y="9"/>
                    <a:pt x="24" y="6"/>
                  </a:cubicBezTo>
                  <a:cubicBezTo>
                    <a:pt x="19" y="4"/>
                    <a:pt x="13" y="5"/>
                    <a:pt x="7" y="5"/>
                  </a:cubicBezTo>
                  <a:cubicBezTo>
                    <a:pt x="5" y="5"/>
                    <a:pt x="2" y="5"/>
                    <a:pt x="1" y="3"/>
                  </a:cubicBezTo>
                  <a:cubicBezTo>
                    <a:pt x="0" y="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8" name="Freeform 176"/>
            <p:cNvSpPr/>
            <p:nvPr/>
          </p:nvSpPr>
          <p:spPr bwMode="auto">
            <a:xfrm>
              <a:off x="7340600" y="3986213"/>
              <a:ext cx="98425" cy="180975"/>
            </a:xfrm>
            <a:custGeom>
              <a:avLst/>
              <a:gdLst>
                <a:gd name="T0" fmla="*/ 5 w 26"/>
                <a:gd name="T1" fmla="*/ 2 h 48"/>
                <a:gd name="T2" fmla="*/ 10 w 26"/>
                <a:gd name="T3" fmla="*/ 0 h 48"/>
                <a:gd name="T4" fmla="*/ 22 w 26"/>
                <a:gd name="T5" fmla="*/ 1 h 48"/>
                <a:gd name="T6" fmla="*/ 26 w 26"/>
                <a:gd name="T7" fmla="*/ 3 h 48"/>
                <a:gd name="T8" fmla="*/ 25 w 26"/>
                <a:gd name="T9" fmla="*/ 8 h 48"/>
                <a:gd name="T10" fmla="*/ 24 w 26"/>
                <a:gd name="T11" fmla="*/ 13 h 48"/>
                <a:gd name="T12" fmla="*/ 22 w 26"/>
                <a:gd name="T13" fmla="*/ 16 h 48"/>
                <a:gd name="T14" fmla="*/ 18 w 26"/>
                <a:gd name="T15" fmla="*/ 15 h 48"/>
                <a:gd name="T16" fmla="*/ 17 w 26"/>
                <a:gd name="T17" fmla="*/ 15 h 48"/>
                <a:gd name="T18" fmla="*/ 10 w 26"/>
                <a:gd name="T19" fmla="*/ 16 h 48"/>
                <a:gd name="T20" fmla="*/ 11 w 26"/>
                <a:gd name="T21" fmla="*/ 19 h 48"/>
                <a:gd name="T22" fmla="*/ 9 w 26"/>
                <a:gd name="T23" fmla="*/ 28 h 48"/>
                <a:gd name="T24" fmla="*/ 14 w 26"/>
                <a:gd name="T25" fmla="*/ 28 h 48"/>
                <a:gd name="T26" fmla="*/ 11 w 26"/>
                <a:gd name="T27" fmla="*/ 34 h 48"/>
                <a:gd name="T28" fmla="*/ 5 w 26"/>
                <a:gd name="T29" fmla="*/ 33 h 48"/>
                <a:gd name="T30" fmla="*/ 4 w 26"/>
                <a:gd name="T31" fmla="*/ 29 h 48"/>
                <a:gd name="T32" fmla="*/ 4 w 26"/>
                <a:gd name="T33" fmla="*/ 34 h 48"/>
                <a:gd name="T34" fmla="*/ 9 w 26"/>
                <a:gd name="T35" fmla="*/ 37 h 48"/>
                <a:gd name="T36" fmla="*/ 11 w 26"/>
                <a:gd name="T37" fmla="*/ 41 h 48"/>
                <a:gd name="T38" fmla="*/ 7 w 26"/>
                <a:gd name="T39" fmla="*/ 43 h 48"/>
                <a:gd name="T40" fmla="*/ 5 w 26"/>
                <a:gd name="T41" fmla="*/ 44 h 48"/>
                <a:gd name="T42" fmla="*/ 7 w 26"/>
                <a:gd name="T43" fmla="*/ 42 h 48"/>
                <a:gd name="T44" fmla="*/ 8 w 26"/>
                <a:gd name="T45" fmla="*/ 47 h 48"/>
                <a:gd name="T46" fmla="*/ 3 w 26"/>
                <a:gd name="T47" fmla="*/ 48 h 48"/>
                <a:gd name="T48" fmla="*/ 2 w 26"/>
                <a:gd name="T49" fmla="*/ 48 h 48"/>
                <a:gd name="T50" fmla="*/ 1 w 26"/>
                <a:gd name="T51" fmla="*/ 42 h 48"/>
                <a:gd name="T52" fmla="*/ 0 w 26"/>
                <a:gd name="T53" fmla="*/ 40 h 48"/>
                <a:gd name="T54" fmla="*/ 1 w 26"/>
                <a:gd name="T55" fmla="*/ 29 h 48"/>
                <a:gd name="T56" fmla="*/ 4 w 26"/>
                <a:gd name="T57" fmla="*/ 15 h 48"/>
                <a:gd name="T58" fmla="*/ 3 w 26"/>
                <a:gd name="T59" fmla="*/ 10 h 48"/>
                <a:gd name="T60" fmla="*/ 5 w 26"/>
                <a:gd name="T61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" h="48">
                  <a:moveTo>
                    <a:pt x="5" y="2"/>
                  </a:moveTo>
                  <a:cubicBezTo>
                    <a:pt x="7" y="1"/>
                    <a:pt x="8" y="0"/>
                    <a:pt x="10" y="0"/>
                  </a:cubicBezTo>
                  <a:cubicBezTo>
                    <a:pt x="14" y="4"/>
                    <a:pt x="18" y="1"/>
                    <a:pt x="22" y="1"/>
                  </a:cubicBezTo>
                  <a:cubicBezTo>
                    <a:pt x="24" y="1"/>
                    <a:pt x="25" y="1"/>
                    <a:pt x="26" y="3"/>
                  </a:cubicBezTo>
                  <a:cubicBezTo>
                    <a:pt x="26" y="5"/>
                    <a:pt x="26" y="6"/>
                    <a:pt x="25" y="8"/>
                  </a:cubicBezTo>
                  <a:cubicBezTo>
                    <a:pt x="25" y="10"/>
                    <a:pt x="24" y="11"/>
                    <a:pt x="24" y="13"/>
                  </a:cubicBezTo>
                  <a:cubicBezTo>
                    <a:pt x="24" y="14"/>
                    <a:pt x="24" y="15"/>
                    <a:pt x="22" y="16"/>
                  </a:cubicBezTo>
                  <a:cubicBezTo>
                    <a:pt x="21" y="16"/>
                    <a:pt x="19" y="17"/>
                    <a:pt x="18" y="15"/>
                  </a:cubicBezTo>
                  <a:cubicBezTo>
                    <a:pt x="17" y="14"/>
                    <a:pt x="17" y="15"/>
                    <a:pt x="17" y="15"/>
                  </a:cubicBezTo>
                  <a:cubicBezTo>
                    <a:pt x="15" y="17"/>
                    <a:pt x="13" y="18"/>
                    <a:pt x="10" y="16"/>
                  </a:cubicBezTo>
                  <a:cubicBezTo>
                    <a:pt x="9" y="18"/>
                    <a:pt x="11" y="18"/>
                    <a:pt x="11" y="19"/>
                  </a:cubicBezTo>
                  <a:cubicBezTo>
                    <a:pt x="10" y="22"/>
                    <a:pt x="7" y="24"/>
                    <a:pt x="9" y="28"/>
                  </a:cubicBezTo>
                  <a:cubicBezTo>
                    <a:pt x="11" y="28"/>
                    <a:pt x="13" y="25"/>
                    <a:pt x="14" y="28"/>
                  </a:cubicBezTo>
                  <a:cubicBezTo>
                    <a:pt x="15" y="31"/>
                    <a:pt x="13" y="33"/>
                    <a:pt x="11" y="34"/>
                  </a:cubicBezTo>
                  <a:cubicBezTo>
                    <a:pt x="8" y="36"/>
                    <a:pt x="6" y="35"/>
                    <a:pt x="5" y="33"/>
                  </a:cubicBezTo>
                  <a:cubicBezTo>
                    <a:pt x="4" y="32"/>
                    <a:pt x="4" y="31"/>
                    <a:pt x="4" y="29"/>
                  </a:cubicBezTo>
                  <a:cubicBezTo>
                    <a:pt x="4" y="31"/>
                    <a:pt x="4" y="33"/>
                    <a:pt x="4" y="34"/>
                  </a:cubicBezTo>
                  <a:cubicBezTo>
                    <a:pt x="6" y="34"/>
                    <a:pt x="8" y="35"/>
                    <a:pt x="9" y="37"/>
                  </a:cubicBezTo>
                  <a:cubicBezTo>
                    <a:pt x="11" y="38"/>
                    <a:pt x="11" y="40"/>
                    <a:pt x="11" y="41"/>
                  </a:cubicBezTo>
                  <a:cubicBezTo>
                    <a:pt x="10" y="43"/>
                    <a:pt x="8" y="42"/>
                    <a:pt x="7" y="43"/>
                  </a:cubicBezTo>
                  <a:cubicBezTo>
                    <a:pt x="6" y="43"/>
                    <a:pt x="6" y="43"/>
                    <a:pt x="5" y="44"/>
                  </a:cubicBezTo>
                  <a:cubicBezTo>
                    <a:pt x="6" y="43"/>
                    <a:pt x="7" y="43"/>
                    <a:pt x="7" y="42"/>
                  </a:cubicBezTo>
                  <a:cubicBezTo>
                    <a:pt x="11" y="44"/>
                    <a:pt x="11" y="44"/>
                    <a:pt x="8" y="47"/>
                  </a:cubicBezTo>
                  <a:cubicBezTo>
                    <a:pt x="7" y="48"/>
                    <a:pt x="5" y="48"/>
                    <a:pt x="3" y="48"/>
                  </a:cubicBezTo>
                  <a:cubicBezTo>
                    <a:pt x="3" y="48"/>
                    <a:pt x="3" y="48"/>
                    <a:pt x="2" y="48"/>
                  </a:cubicBezTo>
                  <a:cubicBezTo>
                    <a:pt x="2" y="46"/>
                    <a:pt x="1" y="44"/>
                    <a:pt x="1" y="42"/>
                  </a:cubicBezTo>
                  <a:cubicBezTo>
                    <a:pt x="0" y="42"/>
                    <a:pt x="0" y="41"/>
                    <a:pt x="0" y="40"/>
                  </a:cubicBezTo>
                  <a:cubicBezTo>
                    <a:pt x="1" y="36"/>
                    <a:pt x="0" y="33"/>
                    <a:pt x="1" y="29"/>
                  </a:cubicBezTo>
                  <a:cubicBezTo>
                    <a:pt x="1" y="24"/>
                    <a:pt x="1" y="19"/>
                    <a:pt x="4" y="15"/>
                  </a:cubicBezTo>
                  <a:cubicBezTo>
                    <a:pt x="5" y="14"/>
                    <a:pt x="4" y="11"/>
                    <a:pt x="3" y="10"/>
                  </a:cubicBezTo>
                  <a:cubicBezTo>
                    <a:pt x="2" y="7"/>
                    <a:pt x="2" y="4"/>
                    <a:pt x="5" y="2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29" name="Freeform 177"/>
            <p:cNvSpPr/>
            <p:nvPr/>
          </p:nvSpPr>
          <p:spPr bwMode="auto">
            <a:xfrm>
              <a:off x="7532688" y="2247901"/>
              <a:ext cx="128588" cy="127000"/>
            </a:xfrm>
            <a:custGeom>
              <a:avLst/>
              <a:gdLst>
                <a:gd name="T0" fmla="*/ 8 w 34"/>
                <a:gd name="T1" fmla="*/ 9 h 34"/>
                <a:gd name="T2" fmla="*/ 9 w 34"/>
                <a:gd name="T3" fmla="*/ 8 h 34"/>
                <a:gd name="T4" fmla="*/ 12 w 34"/>
                <a:gd name="T5" fmla="*/ 2 h 34"/>
                <a:gd name="T6" fmla="*/ 12 w 34"/>
                <a:gd name="T7" fmla="*/ 1 h 34"/>
                <a:gd name="T8" fmla="*/ 34 w 34"/>
                <a:gd name="T9" fmla="*/ 7 h 34"/>
                <a:gd name="T10" fmla="*/ 25 w 34"/>
                <a:gd name="T11" fmla="*/ 10 h 34"/>
                <a:gd name="T12" fmla="*/ 17 w 34"/>
                <a:gd name="T13" fmla="*/ 21 h 34"/>
                <a:gd name="T14" fmla="*/ 11 w 34"/>
                <a:gd name="T15" fmla="*/ 33 h 34"/>
                <a:gd name="T16" fmla="*/ 1 w 34"/>
                <a:gd name="T17" fmla="*/ 31 h 34"/>
                <a:gd name="T18" fmla="*/ 0 w 34"/>
                <a:gd name="T19" fmla="*/ 29 h 34"/>
                <a:gd name="T20" fmla="*/ 0 w 34"/>
                <a:gd name="T21" fmla="*/ 25 h 34"/>
                <a:gd name="T22" fmla="*/ 0 w 34"/>
                <a:gd name="T23" fmla="*/ 24 h 34"/>
                <a:gd name="T24" fmla="*/ 5 w 34"/>
                <a:gd name="T25" fmla="*/ 13 h 34"/>
                <a:gd name="T26" fmla="*/ 8 w 34"/>
                <a:gd name="T27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8" y="9"/>
                  </a:moveTo>
                  <a:cubicBezTo>
                    <a:pt x="8" y="9"/>
                    <a:pt x="8" y="9"/>
                    <a:pt x="9" y="8"/>
                  </a:cubicBezTo>
                  <a:cubicBezTo>
                    <a:pt x="8" y="5"/>
                    <a:pt x="10" y="3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0" y="0"/>
                    <a:pt x="27" y="4"/>
                    <a:pt x="34" y="7"/>
                  </a:cubicBezTo>
                  <a:cubicBezTo>
                    <a:pt x="31" y="9"/>
                    <a:pt x="28" y="10"/>
                    <a:pt x="25" y="10"/>
                  </a:cubicBezTo>
                  <a:cubicBezTo>
                    <a:pt x="20" y="12"/>
                    <a:pt x="18" y="14"/>
                    <a:pt x="17" y="21"/>
                  </a:cubicBezTo>
                  <a:cubicBezTo>
                    <a:pt x="15" y="25"/>
                    <a:pt x="15" y="30"/>
                    <a:pt x="11" y="33"/>
                  </a:cubicBezTo>
                  <a:cubicBezTo>
                    <a:pt x="7" y="34"/>
                    <a:pt x="4" y="34"/>
                    <a:pt x="1" y="31"/>
                  </a:cubicBezTo>
                  <a:cubicBezTo>
                    <a:pt x="1" y="31"/>
                    <a:pt x="1" y="30"/>
                    <a:pt x="0" y="29"/>
                  </a:cubicBezTo>
                  <a:cubicBezTo>
                    <a:pt x="0" y="28"/>
                    <a:pt x="0" y="26"/>
                    <a:pt x="0" y="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0"/>
                    <a:pt x="3" y="16"/>
                    <a:pt x="5" y="13"/>
                  </a:cubicBezTo>
                  <a:cubicBezTo>
                    <a:pt x="6" y="11"/>
                    <a:pt x="6" y="10"/>
                    <a:pt x="8" y="9"/>
                  </a:cubicBezTo>
                  <a:close/>
                </a:path>
              </a:pathLst>
            </a:custGeom>
            <a:solidFill>
              <a:srgbClr val="C6D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0" name="Freeform 178"/>
            <p:cNvSpPr/>
            <p:nvPr/>
          </p:nvSpPr>
          <p:spPr bwMode="auto">
            <a:xfrm>
              <a:off x="7424738" y="3990976"/>
              <a:ext cx="93663" cy="131763"/>
            </a:xfrm>
            <a:custGeom>
              <a:avLst/>
              <a:gdLst>
                <a:gd name="T0" fmla="*/ 2 w 25"/>
                <a:gd name="T1" fmla="*/ 7 h 35"/>
                <a:gd name="T2" fmla="*/ 3 w 25"/>
                <a:gd name="T3" fmla="*/ 2 h 35"/>
                <a:gd name="T4" fmla="*/ 5 w 25"/>
                <a:gd name="T5" fmla="*/ 0 h 35"/>
                <a:gd name="T6" fmla="*/ 17 w 25"/>
                <a:gd name="T7" fmla="*/ 0 h 35"/>
                <a:gd name="T8" fmla="*/ 19 w 25"/>
                <a:gd name="T9" fmla="*/ 0 h 35"/>
                <a:gd name="T10" fmla="*/ 23 w 25"/>
                <a:gd name="T11" fmla="*/ 3 h 35"/>
                <a:gd name="T12" fmla="*/ 20 w 25"/>
                <a:gd name="T13" fmla="*/ 7 h 35"/>
                <a:gd name="T14" fmla="*/ 20 w 25"/>
                <a:gd name="T15" fmla="*/ 8 h 35"/>
                <a:gd name="T16" fmla="*/ 20 w 25"/>
                <a:gd name="T17" fmla="*/ 11 h 35"/>
                <a:gd name="T18" fmla="*/ 7 w 25"/>
                <a:gd name="T19" fmla="*/ 13 h 35"/>
                <a:gd name="T20" fmla="*/ 21 w 25"/>
                <a:gd name="T21" fmla="*/ 11 h 35"/>
                <a:gd name="T22" fmla="*/ 24 w 25"/>
                <a:gd name="T23" fmla="*/ 17 h 35"/>
                <a:gd name="T24" fmla="*/ 20 w 25"/>
                <a:gd name="T25" fmla="*/ 19 h 35"/>
                <a:gd name="T26" fmla="*/ 18 w 25"/>
                <a:gd name="T27" fmla="*/ 20 h 35"/>
                <a:gd name="T28" fmla="*/ 17 w 25"/>
                <a:gd name="T29" fmla="*/ 21 h 35"/>
                <a:gd name="T30" fmla="*/ 14 w 25"/>
                <a:gd name="T31" fmla="*/ 19 h 35"/>
                <a:gd name="T32" fmla="*/ 15 w 25"/>
                <a:gd name="T33" fmla="*/ 22 h 35"/>
                <a:gd name="T34" fmla="*/ 17 w 25"/>
                <a:gd name="T35" fmla="*/ 23 h 35"/>
                <a:gd name="T36" fmla="*/ 17 w 25"/>
                <a:gd name="T37" fmla="*/ 21 h 35"/>
                <a:gd name="T38" fmla="*/ 18 w 25"/>
                <a:gd name="T39" fmla="*/ 20 h 35"/>
                <a:gd name="T40" fmla="*/ 23 w 25"/>
                <a:gd name="T41" fmla="*/ 26 h 35"/>
                <a:gd name="T42" fmla="*/ 23 w 25"/>
                <a:gd name="T43" fmla="*/ 28 h 35"/>
                <a:gd name="T44" fmla="*/ 10 w 25"/>
                <a:gd name="T45" fmla="*/ 31 h 35"/>
                <a:gd name="T46" fmla="*/ 8 w 25"/>
                <a:gd name="T47" fmla="*/ 26 h 35"/>
                <a:gd name="T48" fmla="*/ 6 w 25"/>
                <a:gd name="T49" fmla="*/ 25 h 35"/>
                <a:gd name="T50" fmla="*/ 1 w 25"/>
                <a:gd name="T51" fmla="*/ 20 h 35"/>
                <a:gd name="T52" fmla="*/ 1 w 25"/>
                <a:gd name="T53" fmla="*/ 19 h 35"/>
                <a:gd name="T54" fmla="*/ 3 w 25"/>
                <a:gd name="T55" fmla="*/ 16 h 35"/>
                <a:gd name="T56" fmla="*/ 1 w 25"/>
                <a:gd name="T57" fmla="*/ 16 h 35"/>
                <a:gd name="T58" fmla="*/ 0 w 25"/>
                <a:gd name="T59" fmla="*/ 15 h 35"/>
                <a:gd name="T60" fmla="*/ 1 w 25"/>
                <a:gd name="T61" fmla="*/ 12 h 35"/>
                <a:gd name="T62" fmla="*/ 2 w 25"/>
                <a:gd name="T63" fmla="*/ 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" h="35">
                  <a:moveTo>
                    <a:pt x="2" y="7"/>
                  </a:moveTo>
                  <a:cubicBezTo>
                    <a:pt x="3" y="5"/>
                    <a:pt x="3" y="4"/>
                    <a:pt x="3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9" y="2"/>
                    <a:pt x="13" y="1"/>
                    <a:pt x="17" y="0"/>
                  </a:cubicBezTo>
                  <a:cubicBezTo>
                    <a:pt x="17" y="0"/>
                    <a:pt x="18" y="0"/>
                    <a:pt x="19" y="0"/>
                  </a:cubicBezTo>
                  <a:cubicBezTo>
                    <a:pt x="21" y="0"/>
                    <a:pt x="23" y="1"/>
                    <a:pt x="23" y="3"/>
                  </a:cubicBezTo>
                  <a:cubicBezTo>
                    <a:pt x="25" y="6"/>
                    <a:pt x="23" y="7"/>
                    <a:pt x="20" y="7"/>
                  </a:cubicBezTo>
                  <a:cubicBezTo>
                    <a:pt x="19" y="7"/>
                    <a:pt x="19" y="7"/>
                    <a:pt x="20" y="8"/>
                  </a:cubicBezTo>
                  <a:cubicBezTo>
                    <a:pt x="20" y="9"/>
                    <a:pt x="20" y="10"/>
                    <a:pt x="20" y="11"/>
                  </a:cubicBezTo>
                  <a:cubicBezTo>
                    <a:pt x="16" y="11"/>
                    <a:pt x="11" y="9"/>
                    <a:pt x="7" y="13"/>
                  </a:cubicBezTo>
                  <a:cubicBezTo>
                    <a:pt x="9" y="14"/>
                    <a:pt x="15" y="14"/>
                    <a:pt x="21" y="11"/>
                  </a:cubicBezTo>
                  <a:cubicBezTo>
                    <a:pt x="25" y="12"/>
                    <a:pt x="24" y="15"/>
                    <a:pt x="24" y="17"/>
                  </a:cubicBezTo>
                  <a:cubicBezTo>
                    <a:pt x="24" y="19"/>
                    <a:pt x="22" y="19"/>
                    <a:pt x="20" y="19"/>
                  </a:cubicBezTo>
                  <a:cubicBezTo>
                    <a:pt x="19" y="19"/>
                    <a:pt x="18" y="19"/>
                    <a:pt x="18" y="20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1"/>
                    <a:pt x="15" y="20"/>
                    <a:pt x="14" y="19"/>
                  </a:cubicBezTo>
                  <a:cubicBezTo>
                    <a:pt x="15" y="20"/>
                    <a:pt x="15" y="21"/>
                    <a:pt x="15" y="22"/>
                  </a:cubicBezTo>
                  <a:cubicBezTo>
                    <a:pt x="16" y="23"/>
                    <a:pt x="16" y="23"/>
                    <a:pt x="17" y="23"/>
                  </a:cubicBezTo>
                  <a:cubicBezTo>
                    <a:pt x="17" y="23"/>
                    <a:pt x="17" y="22"/>
                    <a:pt x="17" y="21"/>
                  </a:cubicBezTo>
                  <a:cubicBezTo>
                    <a:pt x="17" y="21"/>
                    <a:pt x="17" y="21"/>
                    <a:pt x="18" y="20"/>
                  </a:cubicBezTo>
                  <a:cubicBezTo>
                    <a:pt x="23" y="20"/>
                    <a:pt x="24" y="21"/>
                    <a:pt x="23" y="26"/>
                  </a:cubicBezTo>
                  <a:cubicBezTo>
                    <a:pt x="23" y="27"/>
                    <a:pt x="23" y="28"/>
                    <a:pt x="23" y="28"/>
                  </a:cubicBezTo>
                  <a:cubicBezTo>
                    <a:pt x="19" y="34"/>
                    <a:pt x="15" y="35"/>
                    <a:pt x="10" y="31"/>
                  </a:cubicBezTo>
                  <a:cubicBezTo>
                    <a:pt x="9" y="30"/>
                    <a:pt x="6" y="29"/>
                    <a:pt x="8" y="26"/>
                  </a:cubicBezTo>
                  <a:cubicBezTo>
                    <a:pt x="8" y="25"/>
                    <a:pt x="7" y="25"/>
                    <a:pt x="6" y="25"/>
                  </a:cubicBezTo>
                  <a:cubicBezTo>
                    <a:pt x="3" y="25"/>
                    <a:pt x="1" y="23"/>
                    <a:pt x="1" y="20"/>
                  </a:cubicBezTo>
                  <a:cubicBezTo>
                    <a:pt x="1" y="20"/>
                    <a:pt x="1" y="19"/>
                    <a:pt x="1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10"/>
                    <a:pt x="4" y="9"/>
                    <a:pt x="2" y="7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1" name="Freeform 179"/>
            <p:cNvSpPr/>
            <p:nvPr/>
          </p:nvSpPr>
          <p:spPr bwMode="auto">
            <a:xfrm>
              <a:off x="7005638" y="4322763"/>
              <a:ext cx="158750" cy="112713"/>
            </a:xfrm>
            <a:custGeom>
              <a:avLst/>
              <a:gdLst>
                <a:gd name="T0" fmla="*/ 3 w 42"/>
                <a:gd name="T1" fmla="*/ 0 h 30"/>
                <a:gd name="T2" fmla="*/ 12 w 42"/>
                <a:gd name="T3" fmla="*/ 6 h 30"/>
                <a:gd name="T4" fmla="*/ 20 w 42"/>
                <a:gd name="T5" fmla="*/ 7 h 30"/>
                <a:gd name="T6" fmla="*/ 24 w 42"/>
                <a:gd name="T7" fmla="*/ 7 h 30"/>
                <a:gd name="T8" fmla="*/ 26 w 42"/>
                <a:gd name="T9" fmla="*/ 11 h 30"/>
                <a:gd name="T10" fmla="*/ 22 w 42"/>
                <a:gd name="T11" fmla="*/ 13 h 30"/>
                <a:gd name="T12" fmla="*/ 16 w 42"/>
                <a:gd name="T13" fmla="*/ 11 h 30"/>
                <a:gd name="T14" fmla="*/ 16 w 42"/>
                <a:gd name="T15" fmla="*/ 23 h 30"/>
                <a:gd name="T16" fmla="*/ 22 w 42"/>
                <a:gd name="T17" fmla="*/ 22 h 30"/>
                <a:gd name="T18" fmla="*/ 30 w 42"/>
                <a:gd name="T19" fmla="*/ 15 h 30"/>
                <a:gd name="T20" fmla="*/ 40 w 42"/>
                <a:gd name="T21" fmla="*/ 19 h 30"/>
                <a:gd name="T22" fmla="*/ 42 w 42"/>
                <a:gd name="T23" fmla="*/ 20 h 30"/>
                <a:gd name="T24" fmla="*/ 41 w 42"/>
                <a:gd name="T25" fmla="*/ 22 h 30"/>
                <a:gd name="T26" fmla="*/ 39 w 42"/>
                <a:gd name="T27" fmla="*/ 26 h 30"/>
                <a:gd name="T28" fmla="*/ 36 w 42"/>
                <a:gd name="T29" fmla="*/ 29 h 30"/>
                <a:gd name="T30" fmla="*/ 31 w 42"/>
                <a:gd name="T31" fmla="*/ 30 h 30"/>
                <a:gd name="T32" fmla="*/ 30 w 42"/>
                <a:gd name="T33" fmla="*/ 30 h 30"/>
                <a:gd name="T34" fmla="*/ 31 w 42"/>
                <a:gd name="T35" fmla="*/ 21 h 30"/>
                <a:gd name="T36" fmla="*/ 15 w 42"/>
                <a:gd name="T37" fmla="*/ 29 h 30"/>
                <a:gd name="T38" fmla="*/ 11 w 42"/>
                <a:gd name="T39" fmla="*/ 25 h 30"/>
                <a:gd name="T40" fmla="*/ 11 w 42"/>
                <a:gd name="T41" fmla="*/ 20 h 30"/>
                <a:gd name="T42" fmla="*/ 9 w 42"/>
                <a:gd name="T43" fmla="*/ 15 h 30"/>
                <a:gd name="T44" fmla="*/ 5 w 42"/>
                <a:gd name="T45" fmla="*/ 20 h 30"/>
                <a:gd name="T46" fmla="*/ 2 w 42"/>
                <a:gd name="T47" fmla="*/ 16 h 30"/>
                <a:gd name="T48" fmla="*/ 3 w 42"/>
                <a:gd name="T49" fmla="*/ 10 h 30"/>
                <a:gd name="T50" fmla="*/ 3 w 42"/>
                <a:gd name="T51" fmla="*/ 8 h 30"/>
                <a:gd name="T52" fmla="*/ 3 w 42"/>
                <a:gd name="T5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2" h="30">
                  <a:moveTo>
                    <a:pt x="3" y="0"/>
                  </a:moveTo>
                  <a:cubicBezTo>
                    <a:pt x="6" y="1"/>
                    <a:pt x="11" y="1"/>
                    <a:pt x="12" y="6"/>
                  </a:cubicBezTo>
                  <a:cubicBezTo>
                    <a:pt x="13" y="9"/>
                    <a:pt x="18" y="9"/>
                    <a:pt x="20" y="7"/>
                  </a:cubicBezTo>
                  <a:cubicBezTo>
                    <a:pt x="22" y="4"/>
                    <a:pt x="23" y="7"/>
                    <a:pt x="24" y="7"/>
                  </a:cubicBezTo>
                  <a:cubicBezTo>
                    <a:pt x="26" y="7"/>
                    <a:pt x="24" y="10"/>
                    <a:pt x="26" y="11"/>
                  </a:cubicBezTo>
                  <a:cubicBezTo>
                    <a:pt x="25" y="11"/>
                    <a:pt x="24" y="13"/>
                    <a:pt x="22" y="13"/>
                  </a:cubicBezTo>
                  <a:cubicBezTo>
                    <a:pt x="20" y="12"/>
                    <a:pt x="18" y="13"/>
                    <a:pt x="16" y="11"/>
                  </a:cubicBezTo>
                  <a:cubicBezTo>
                    <a:pt x="16" y="15"/>
                    <a:pt x="16" y="19"/>
                    <a:pt x="16" y="23"/>
                  </a:cubicBezTo>
                  <a:cubicBezTo>
                    <a:pt x="17" y="23"/>
                    <a:pt x="18" y="20"/>
                    <a:pt x="22" y="22"/>
                  </a:cubicBezTo>
                  <a:cubicBezTo>
                    <a:pt x="24" y="24"/>
                    <a:pt x="29" y="20"/>
                    <a:pt x="30" y="15"/>
                  </a:cubicBezTo>
                  <a:cubicBezTo>
                    <a:pt x="34" y="17"/>
                    <a:pt x="36" y="21"/>
                    <a:pt x="40" y="19"/>
                  </a:cubicBezTo>
                  <a:cubicBezTo>
                    <a:pt x="41" y="19"/>
                    <a:pt x="42" y="20"/>
                    <a:pt x="42" y="20"/>
                  </a:cubicBezTo>
                  <a:cubicBezTo>
                    <a:pt x="42" y="21"/>
                    <a:pt x="41" y="21"/>
                    <a:pt x="41" y="22"/>
                  </a:cubicBezTo>
                  <a:cubicBezTo>
                    <a:pt x="40" y="23"/>
                    <a:pt x="35" y="22"/>
                    <a:pt x="39" y="26"/>
                  </a:cubicBezTo>
                  <a:cubicBezTo>
                    <a:pt x="39" y="26"/>
                    <a:pt x="37" y="28"/>
                    <a:pt x="36" y="29"/>
                  </a:cubicBezTo>
                  <a:cubicBezTo>
                    <a:pt x="35" y="30"/>
                    <a:pt x="33" y="29"/>
                    <a:pt x="31" y="30"/>
                  </a:cubicBezTo>
                  <a:cubicBezTo>
                    <a:pt x="31" y="30"/>
                    <a:pt x="31" y="30"/>
                    <a:pt x="30" y="30"/>
                  </a:cubicBezTo>
                  <a:cubicBezTo>
                    <a:pt x="29" y="27"/>
                    <a:pt x="32" y="24"/>
                    <a:pt x="31" y="21"/>
                  </a:cubicBezTo>
                  <a:cubicBezTo>
                    <a:pt x="29" y="26"/>
                    <a:pt x="21" y="30"/>
                    <a:pt x="15" y="29"/>
                  </a:cubicBezTo>
                  <a:cubicBezTo>
                    <a:pt x="13" y="29"/>
                    <a:pt x="13" y="26"/>
                    <a:pt x="11" y="25"/>
                  </a:cubicBezTo>
                  <a:cubicBezTo>
                    <a:pt x="9" y="24"/>
                    <a:pt x="8" y="22"/>
                    <a:pt x="11" y="20"/>
                  </a:cubicBezTo>
                  <a:cubicBezTo>
                    <a:pt x="11" y="20"/>
                    <a:pt x="9" y="18"/>
                    <a:pt x="9" y="15"/>
                  </a:cubicBezTo>
                  <a:cubicBezTo>
                    <a:pt x="8" y="18"/>
                    <a:pt x="8" y="21"/>
                    <a:pt x="5" y="20"/>
                  </a:cubicBezTo>
                  <a:cubicBezTo>
                    <a:pt x="3" y="20"/>
                    <a:pt x="2" y="18"/>
                    <a:pt x="2" y="16"/>
                  </a:cubicBezTo>
                  <a:cubicBezTo>
                    <a:pt x="1" y="14"/>
                    <a:pt x="0" y="11"/>
                    <a:pt x="3" y="10"/>
                  </a:cubicBezTo>
                  <a:cubicBezTo>
                    <a:pt x="4" y="10"/>
                    <a:pt x="4" y="9"/>
                    <a:pt x="3" y="8"/>
                  </a:cubicBezTo>
                  <a:cubicBezTo>
                    <a:pt x="1" y="5"/>
                    <a:pt x="2" y="2"/>
                    <a:pt x="3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2" name="Freeform 180"/>
            <p:cNvSpPr/>
            <p:nvPr/>
          </p:nvSpPr>
          <p:spPr bwMode="auto">
            <a:xfrm>
              <a:off x="7386638" y="4081463"/>
              <a:ext cx="134938" cy="77788"/>
            </a:xfrm>
            <a:custGeom>
              <a:avLst/>
              <a:gdLst>
                <a:gd name="T0" fmla="*/ 20 w 36"/>
                <a:gd name="T1" fmla="*/ 7 h 21"/>
                <a:gd name="T2" fmla="*/ 32 w 36"/>
                <a:gd name="T3" fmla="*/ 4 h 21"/>
                <a:gd name="T4" fmla="*/ 34 w 36"/>
                <a:gd name="T5" fmla="*/ 2 h 21"/>
                <a:gd name="T6" fmla="*/ 35 w 36"/>
                <a:gd name="T7" fmla="*/ 17 h 21"/>
                <a:gd name="T8" fmla="*/ 34 w 36"/>
                <a:gd name="T9" fmla="*/ 18 h 21"/>
                <a:gd name="T10" fmla="*/ 17 w 36"/>
                <a:gd name="T11" fmla="*/ 19 h 21"/>
                <a:gd name="T12" fmla="*/ 13 w 36"/>
                <a:gd name="T13" fmla="*/ 18 h 21"/>
                <a:gd name="T14" fmla="*/ 14 w 36"/>
                <a:gd name="T15" fmla="*/ 16 h 21"/>
                <a:gd name="T16" fmla="*/ 12 w 36"/>
                <a:gd name="T17" fmla="*/ 18 h 21"/>
                <a:gd name="T18" fmla="*/ 3 w 36"/>
                <a:gd name="T19" fmla="*/ 21 h 21"/>
                <a:gd name="T20" fmla="*/ 1 w 36"/>
                <a:gd name="T21" fmla="*/ 20 h 21"/>
                <a:gd name="T22" fmla="*/ 2 w 36"/>
                <a:gd name="T23" fmla="*/ 15 h 21"/>
                <a:gd name="T24" fmla="*/ 3 w 36"/>
                <a:gd name="T25" fmla="*/ 4 h 21"/>
                <a:gd name="T26" fmla="*/ 6 w 36"/>
                <a:gd name="T27" fmla="*/ 0 h 21"/>
                <a:gd name="T28" fmla="*/ 7 w 36"/>
                <a:gd name="T29" fmla="*/ 0 h 21"/>
                <a:gd name="T30" fmla="*/ 11 w 36"/>
                <a:gd name="T31" fmla="*/ 1 h 21"/>
                <a:gd name="T32" fmla="*/ 16 w 36"/>
                <a:gd name="T33" fmla="*/ 3 h 21"/>
                <a:gd name="T34" fmla="*/ 20 w 3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21">
                  <a:moveTo>
                    <a:pt x="20" y="7"/>
                  </a:moveTo>
                  <a:cubicBezTo>
                    <a:pt x="25" y="10"/>
                    <a:pt x="28" y="9"/>
                    <a:pt x="32" y="4"/>
                  </a:cubicBezTo>
                  <a:cubicBezTo>
                    <a:pt x="33" y="4"/>
                    <a:pt x="32" y="2"/>
                    <a:pt x="34" y="2"/>
                  </a:cubicBezTo>
                  <a:cubicBezTo>
                    <a:pt x="35" y="7"/>
                    <a:pt x="35" y="12"/>
                    <a:pt x="35" y="17"/>
                  </a:cubicBezTo>
                  <a:cubicBezTo>
                    <a:pt x="36" y="17"/>
                    <a:pt x="35" y="18"/>
                    <a:pt x="34" y="18"/>
                  </a:cubicBezTo>
                  <a:cubicBezTo>
                    <a:pt x="29" y="19"/>
                    <a:pt x="23" y="19"/>
                    <a:pt x="17" y="19"/>
                  </a:cubicBezTo>
                  <a:cubicBezTo>
                    <a:pt x="16" y="20"/>
                    <a:pt x="14" y="20"/>
                    <a:pt x="13" y="18"/>
                  </a:cubicBezTo>
                  <a:cubicBezTo>
                    <a:pt x="13" y="17"/>
                    <a:pt x="13" y="17"/>
                    <a:pt x="14" y="16"/>
                  </a:cubicBezTo>
                  <a:cubicBezTo>
                    <a:pt x="13" y="17"/>
                    <a:pt x="12" y="17"/>
                    <a:pt x="12" y="18"/>
                  </a:cubicBezTo>
                  <a:cubicBezTo>
                    <a:pt x="9" y="21"/>
                    <a:pt x="6" y="20"/>
                    <a:pt x="3" y="21"/>
                  </a:cubicBezTo>
                  <a:cubicBezTo>
                    <a:pt x="2" y="21"/>
                    <a:pt x="2" y="21"/>
                    <a:pt x="1" y="20"/>
                  </a:cubicBezTo>
                  <a:cubicBezTo>
                    <a:pt x="0" y="18"/>
                    <a:pt x="1" y="16"/>
                    <a:pt x="2" y="15"/>
                  </a:cubicBezTo>
                  <a:cubicBezTo>
                    <a:pt x="3" y="10"/>
                    <a:pt x="3" y="8"/>
                    <a:pt x="3" y="4"/>
                  </a:cubicBezTo>
                  <a:cubicBezTo>
                    <a:pt x="2" y="2"/>
                    <a:pt x="4" y="1"/>
                    <a:pt x="6" y="0"/>
                  </a:cubicBezTo>
                  <a:cubicBezTo>
                    <a:pt x="6" y="0"/>
                    <a:pt x="7" y="0"/>
                    <a:pt x="7" y="0"/>
                  </a:cubicBezTo>
                  <a:cubicBezTo>
                    <a:pt x="8" y="2"/>
                    <a:pt x="9" y="2"/>
                    <a:pt x="11" y="1"/>
                  </a:cubicBezTo>
                  <a:cubicBezTo>
                    <a:pt x="13" y="1"/>
                    <a:pt x="15" y="1"/>
                    <a:pt x="16" y="3"/>
                  </a:cubicBezTo>
                  <a:cubicBezTo>
                    <a:pt x="16" y="5"/>
                    <a:pt x="19" y="5"/>
                    <a:pt x="20" y="7"/>
                  </a:cubicBez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3" name="Freeform 181"/>
            <p:cNvSpPr/>
            <p:nvPr/>
          </p:nvSpPr>
          <p:spPr bwMode="auto">
            <a:xfrm>
              <a:off x="7002463" y="4322763"/>
              <a:ext cx="127000" cy="120650"/>
            </a:xfrm>
            <a:custGeom>
              <a:avLst/>
              <a:gdLst>
                <a:gd name="T0" fmla="*/ 4 w 34"/>
                <a:gd name="T1" fmla="*/ 0 h 32"/>
                <a:gd name="T2" fmla="*/ 6 w 34"/>
                <a:gd name="T3" fmla="*/ 8 h 32"/>
                <a:gd name="T4" fmla="*/ 3 w 34"/>
                <a:gd name="T5" fmla="*/ 12 h 32"/>
                <a:gd name="T6" fmla="*/ 4 w 34"/>
                <a:gd name="T7" fmla="*/ 17 h 32"/>
                <a:gd name="T8" fmla="*/ 6 w 34"/>
                <a:gd name="T9" fmla="*/ 19 h 32"/>
                <a:gd name="T10" fmla="*/ 8 w 34"/>
                <a:gd name="T11" fmla="*/ 17 h 32"/>
                <a:gd name="T12" fmla="*/ 9 w 34"/>
                <a:gd name="T13" fmla="*/ 13 h 32"/>
                <a:gd name="T14" fmla="*/ 14 w 34"/>
                <a:gd name="T15" fmla="*/ 20 h 32"/>
                <a:gd name="T16" fmla="*/ 14 w 34"/>
                <a:gd name="T17" fmla="*/ 24 h 32"/>
                <a:gd name="T18" fmla="*/ 25 w 34"/>
                <a:gd name="T19" fmla="*/ 28 h 32"/>
                <a:gd name="T20" fmla="*/ 32 w 34"/>
                <a:gd name="T21" fmla="*/ 20 h 32"/>
                <a:gd name="T22" fmla="*/ 33 w 34"/>
                <a:gd name="T23" fmla="*/ 19 h 32"/>
                <a:gd name="T24" fmla="*/ 34 w 34"/>
                <a:gd name="T25" fmla="*/ 21 h 32"/>
                <a:gd name="T26" fmla="*/ 31 w 34"/>
                <a:gd name="T27" fmla="*/ 30 h 32"/>
                <a:gd name="T28" fmla="*/ 22 w 34"/>
                <a:gd name="T29" fmla="*/ 30 h 32"/>
                <a:gd name="T30" fmla="*/ 14 w 34"/>
                <a:gd name="T31" fmla="*/ 29 h 32"/>
                <a:gd name="T32" fmla="*/ 15 w 34"/>
                <a:gd name="T33" fmla="*/ 29 h 32"/>
                <a:gd name="T34" fmla="*/ 9 w 34"/>
                <a:gd name="T35" fmla="*/ 26 h 32"/>
                <a:gd name="T36" fmla="*/ 9 w 34"/>
                <a:gd name="T37" fmla="*/ 26 h 32"/>
                <a:gd name="T38" fmla="*/ 4 w 34"/>
                <a:gd name="T39" fmla="*/ 23 h 32"/>
                <a:gd name="T40" fmla="*/ 1 w 34"/>
                <a:gd name="T41" fmla="*/ 22 h 32"/>
                <a:gd name="T42" fmla="*/ 0 w 34"/>
                <a:gd name="T43" fmla="*/ 16 h 32"/>
                <a:gd name="T44" fmla="*/ 0 w 34"/>
                <a:gd name="T45" fmla="*/ 15 h 32"/>
                <a:gd name="T46" fmla="*/ 1 w 34"/>
                <a:gd name="T47" fmla="*/ 7 h 32"/>
                <a:gd name="T48" fmla="*/ 4 w 34"/>
                <a:gd name="T4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32">
                  <a:moveTo>
                    <a:pt x="4" y="0"/>
                  </a:moveTo>
                  <a:cubicBezTo>
                    <a:pt x="4" y="2"/>
                    <a:pt x="3" y="5"/>
                    <a:pt x="6" y="8"/>
                  </a:cubicBezTo>
                  <a:cubicBezTo>
                    <a:pt x="8" y="11"/>
                    <a:pt x="5" y="12"/>
                    <a:pt x="3" y="12"/>
                  </a:cubicBezTo>
                  <a:cubicBezTo>
                    <a:pt x="3" y="14"/>
                    <a:pt x="5" y="15"/>
                    <a:pt x="4" y="17"/>
                  </a:cubicBezTo>
                  <a:cubicBezTo>
                    <a:pt x="3" y="19"/>
                    <a:pt x="5" y="19"/>
                    <a:pt x="6" y="19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6"/>
                    <a:pt x="10" y="15"/>
                    <a:pt x="9" y="13"/>
                  </a:cubicBezTo>
                  <a:cubicBezTo>
                    <a:pt x="13" y="15"/>
                    <a:pt x="10" y="20"/>
                    <a:pt x="14" y="20"/>
                  </a:cubicBezTo>
                  <a:cubicBezTo>
                    <a:pt x="13" y="21"/>
                    <a:pt x="13" y="22"/>
                    <a:pt x="14" y="24"/>
                  </a:cubicBezTo>
                  <a:cubicBezTo>
                    <a:pt x="15" y="32"/>
                    <a:pt x="22" y="25"/>
                    <a:pt x="25" y="28"/>
                  </a:cubicBezTo>
                  <a:cubicBezTo>
                    <a:pt x="25" y="23"/>
                    <a:pt x="31" y="24"/>
                    <a:pt x="32" y="20"/>
                  </a:cubicBezTo>
                  <a:cubicBezTo>
                    <a:pt x="32" y="20"/>
                    <a:pt x="31" y="18"/>
                    <a:pt x="33" y="19"/>
                  </a:cubicBezTo>
                  <a:cubicBezTo>
                    <a:pt x="33" y="19"/>
                    <a:pt x="34" y="19"/>
                    <a:pt x="34" y="21"/>
                  </a:cubicBezTo>
                  <a:cubicBezTo>
                    <a:pt x="33" y="24"/>
                    <a:pt x="33" y="27"/>
                    <a:pt x="31" y="30"/>
                  </a:cubicBezTo>
                  <a:cubicBezTo>
                    <a:pt x="28" y="31"/>
                    <a:pt x="25" y="30"/>
                    <a:pt x="22" y="30"/>
                  </a:cubicBezTo>
                  <a:cubicBezTo>
                    <a:pt x="20" y="29"/>
                    <a:pt x="17" y="31"/>
                    <a:pt x="14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3" y="28"/>
                    <a:pt x="10" y="29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8" y="25"/>
                    <a:pt x="6" y="24"/>
                    <a:pt x="4" y="23"/>
                  </a:cubicBezTo>
                  <a:cubicBezTo>
                    <a:pt x="3" y="23"/>
                    <a:pt x="2" y="23"/>
                    <a:pt x="1" y="22"/>
                  </a:cubicBezTo>
                  <a:cubicBezTo>
                    <a:pt x="0" y="20"/>
                    <a:pt x="1" y="18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3"/>
                    <a:pt x="0" y="10"/>
                    <a:pt x="1" y="7"/>
                  </a:cubicBezTo>
                  <a:cubicBezTo>
                    <a:pt x="3" y="5"/>
                    <a:pt x="1" y="1"/>
                    <a:pt x="4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4" name="Freeform 182"/>
            <p:cNvSpPr/>
            <p:nvPr/>
          </p:nvSpPr>
          <p:spPr bwMode="auto">
            <a:xfrm>
              <a:off x="7532688" y="4413251"/>
              <a:ext cx="233363" cy="30163"/>
            </a:xfrm>
            <a:custGeom>
              <a:avLst/>
              <a:gdLst>
                <a:gd name="T0" fmla="*/ 62 w 62"/>
                <a:gd name="T1" fmla="*/ 2 h 8"/>
                <a:gd name="T2" fmla="*/ 55 w 62"/>
                <a:gd name="T3" fmla="*/ 5 h 8"/>
                <a:gd name="T4" fmla="*/ 51 w 62"/>
                <a:gd name="T5" fmla="*/ 6 h 8"/>
                <a:gd name="T6" fmla="*/ 42 w 62"/>
                <a:gd name="T7" fmla="*/ 6 h 8"/>
                <a:gd name="T8" fmla="*/ 31 w 62"/>
                <a:gd name="T9" fmla="*/ 7 h 8"/>
                <a:gd name="T10" fmla="*/ 29 w 62"/>
                <a:gd name="T11" fmla="*/ 7 h 8"/>
                <a:gd name="T12" fmla="*/ 25 w 62"/>
                <a:gd name="T13" fmla="*/ 7 h 8"/>
                <a:gd name="T14" fmla="*/ 25 w 62"/>
                <a:gd name="T15" fmla="*/ 7 h 8"/>
                <a:gd name="T16" fmla="*/ 24 w 62"/>
                <a:gd name="T17" fmla="*/ 7 h 8"/>
                <a:gd name="T18" fmla="*/ 16 w 62"/>
                <a:gd name="T19" fmla="*/ 7 h 8"/>
                <a:gd name="T20" fmla="*/ 16 w 62"/>
                <a:gd name="T21" fmla="*/ 7 h 8"/>
                <a:gd name="T22" fmla="*/ 9 w 62"/>
                <a:gd name="T23" fmla="*/ 6 h 8"/>
                <a:gd name="T24" fmla="*/ 0 w 62"/>
                <a:gd name="T25" fmla="*/ 5 h 8"/>
                <a:gd name="T26" fmla="*/ 0 w 62"/>
                <a:gd name="T27" fmla="*/ 4 h 8"/>
                <a:gd name="T28" fmla="*/ 13 w 62"/>
                <a:gd name="T29" fmla="*/ 2 h 8"/>
                <a:gd name="T30" fmla="*/ 14 w 62"/>
                <a:gd name="T31" fmla="*/ 3 h 8"/>
                <a:gd name="T32" fmla="*/ 23 w 62"/>
                <a:gd name="T33" fmla="*/ 1 h 8"/>
                <a:gd name="T34" fmla="*/ 50 w 62"/>
                <a:gd name="T35" fmla="*/ 0 h 8"/>
                <a:gd name="T36" fmla="*/ 54 w 62"/>
                <a:gd name="T37" fmla="*/ 1 h 8"/>
                <a:gd name="T38" fmla="*/ 57 w 62"/>
                <a:gd name="T39" fmla="*/ 1 h 8"/>
                <a:gd name="T40" fmla="*/ 62 w 62"/>
                <a:gd name="T4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2" h="8">
                  <a:moveTo>
                    <a:pt x="62" y="2"/>
                  </a:moveTo>
                  <a:cubicBezTo>
                    <a:pt x="60" y="5"/>
                    <a:pt x="57" y="3"/>
                    <a:pt x="55" y="5"/>
                  </a:cubicBezTo>
                  <a:cubicBezTo>
                    <a:pt x="54" y="6"/>
                    <a:pt x="52" y="5"/>
                    <a:pt x="51" y="6"/>
                  </a:cubicBezTo>
                  <a:cubicBezTo>
                    <a:pt x="48" y="6"/>
                    <a:pt x="45" y="6"/>
                    <a:pt x="42" y="6"/>
                  </a:cubicBezTo>
                  <a:cubicBezTo>
                    <a:pt x="39" y="7"/>
                    <a:pt x="35" y="6"/>
                    <a:pt x="31" y="7"/>
                  </a:cubicBezTo>
                  <a:cubicBezTo>
                    <a:pt x="30" y="7"/>
                    <a:pt x="30" y="7"/>
                    <a:pt x="29" y="7"/>
                  </a:cubicBezTo>
                  <a:cubicBezTo>
                    <a:pt x="28" y="8"/>
                    <a:pt x="26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1" y="8"/>
                    <a:pt x="18" y="6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3" y="6"/>
                    <a:pt x="11" y="8"/>
                    <a:pt x="9" y="6"/>
                  </a:cubicBezTo>
                  <a:cubicBezTo>
                    <a:pt x="6" y="7"/>
                    <a:pt x="3" y="5"/>
                    <a:pt x="0" y="5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4" y="3"/>
                    <a:pt x="8" y="2"/>
                    <a:pt x="13" y="2"/>
                  </a:cubicBezTo>
                  <a:cubicBezTo>
                    <a:pt x="13" y="2"/>
                    <a:pt x="14" y="3"/>
                    <a:pt x="14" y="3"/>
                  </a:cubicBezTo>
                  <a:cubicBezTo>
                    <a:pt x="18" y="5"/>
                    <a:pt x="21" y="3"/>
                    <a:pt x="23" y="1"/>
                  </a:cubicBezTo>
                  <a:cubicBezTo>
                    <a:pt x="32" y="0"/>
                    <a:pt x="41" y="3"/>
                    <a:pt x="50" y="0"/>
                  </a:cubicBezTo>
                  <a:cubicBezTo>
                    <a:pt x="51" y="2"/>
                    <a:pt x="53" y="2"/>
                    <a:pt x="54" y="1"/>
                  </a:cubicBezTo>
                  <a:cubicBezTo>
                    <a:pt x="55" y="2"/>
                    <a:pt x="56" y="2"/>
                    <a:pt x="57" y="1"/>
                  </a:cubicBezTo>
                  <a:cubicBezTo>
                    <a:pt x="58" y="1"/>
                    <a:pt x="61" y="0"/>
                    <a:pt x="62" y="2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5" name="Freeform 183"/>
            <p:cNvSpPr/>
            <p:nvPr/>
          </p:nvSpPr>
          <p:spPr bwMode="auto">
            <a:xfrm>
              <a:off x="7513638" y="4144963"/>
              <a:ext cx="227013" cy="38100"/>
            </a:xfrm>
            <a:custGeom>
              <a:avLst/>
              <a:gdLst>
                <a:gd name="T0" fmla="*/ 0 w 60"/>
                <a:gd name="T1" fmla="*/ 0 h 10"/>
                <a:gd name="T2" fmla="*/ 1 w 60"/>
                <a:gd name="T3" fmla="*/ 0 h 10"/>
                <a:gd name="T4" fmla="*/ 43 w 60"/>
                <a:gd name="T5" fmla="*/ 1 h 10"/>
                <a:gd name="T6" fmla="*/ 60 w 60"/>
                <a:gd name="T7" fmla="*/ 10 h 10"/>
                <a:gd name="T8" fmla="*/ 25 w 60"/>
                <a:gd name="T9" fmla="*/ 3 h 10"/>
                <a:gd name="T10" fmla="*/ 5 w 60"/>
                <a:gd name="T11" fmla="*/ 3 h 10"/>
                <a:gd name="T12" fmla="*/ 1 w 60"/>
                <a:gd name="T13" fmla="*/ 1 h 10"/>
                <a:gd name="T14" fmla="*/ 0 w 60"/>
                <a:gd name="T15" fmla="*/ 1 h 10"/>
                <a:gd name="T16" fmla="*/ 0 w 60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10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5" y="0"/>
                    <a:pt x="29" y="0"/>
                    <a:pt x="43" y="1"/>
                  </a:cubicBezTo>
                  <a:cubicBezTo>
                    <a:pt x="50" y="1"/>
                    <a:pt x="56" y="3"/>
                    <a:pt x="60" y="10"/>
                  </a:cubicBezTo>
                  <a:cubicBezTo>
                    <a:pt x="49" y="2"/>
                    <a:pt x="37" y="3"/>
                    <a:pt x="25" y="3"/>
                  </a:cubicBezTo>
                  <a:cubicBezTo>
                    <a:pt x="18" y="3"/>
                    <a:pt x="11" y="2"/>
                    <a:pt x="5" y="3"/>
                  </a:cubicBezTo>
                  <a:cubicBezTo>
                    <a:pt x="3" y="4"/>
                    <a:pt x="1" y="3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E9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6" name="Freeform 184"/>
            <p:cNvSpPr/>
            <p:nvPr/>
          </p:nvSpPr>
          <p:spPr bwMode="auto">
            <a:xfrm>
              <a:off x="6854825" y="3259138"/>
              <a:ext cx="106363" cy="131763"/>
            </a:xfrm>
            <a:custGeom>
              <a:avLst/>
              <a:gdLst>
                <a:gd name="T0" fmla="*/ 12 w 28"/>
                <a:gd name="T1" fmla="*/ 21 h 35"/>
                <a:gd name="T2" fmla="*/ 9 w 28"/>
                <a:gd name="T3" fmla="*/ 18 h 35"/>
                <a:gd name="T4" fmla="*/ 8 w 28"/>
                <a:gd name="T5" fmla="*/ 16 h 35"/>
                <a:gd name="T6" fmla="*/ 1 w 28"/>
                <a:gd name="T7" fmla="*/ 6 h 35"/>
                <a:gd name="T8" fmla="*/ 0 w 28"/>
                <a:gd name="T9" fmla="*/ 1 h 35"/>
                <a:gd name="T10" fmla="*/ 3 w 28"/>
                <a:gd name="T11" fmla="*/ 1 h 35"/>
                <a:gd name="T12" fmla="*/ 4 w 28"/>
                <a:gd name="T13" fmla="*/ 1 h 35"/>
                <a:gd name="T14" fmla="*/ 9 w 28"/>
                <a:gd name="T15" fmla="*/ 9 h 35"/>
                <a:gd name="T16" fmla="*/ 16 w 28"/>
                <a:gd name="T17" fmla="*/ 17 h 35"/>
                <a:gd name="T18" fmla="*/ 22 w 28"/>
                <a:gd name="T19" fmla="*/ 25 h 35"/>
                <a:gd name="T20" fmla="*/ 28 w 28"/>
                <a:gd name="T21" fmla="*/ 34 h 35"/>
                <a:gd name="T22" fmla="*/ 27 w 28"/>
                <a:gd name="T23" fmla="*/ 35 h 35"/>
                <a:gd name="T24" fmla="*/ 15 w 28"/>
                <a:gd name="T25" fmla="*/ 25 h 35"/>
                <a:gd name="T26" fmla="*/ 12 w 28"/>
                <a:gd name="T27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5">
                  <a:moveTo>
                    <a:pt x="12" y="21"/>
                  </a:moveTo>
                  <a:cubicBezTo>
                    <a:pt x="11" y="21"/>
                    <a:pt x="9" y="19"/>
                    <a:pt x="9" y="18"/>
                  </a:cubicBezTo>
                  <a:cubicBezTo>
                    <a:pt x="8" y="17"/>
                    <a:pt x="8" y="16"/>
                    <a:pt x="8" y="16"/>
                  </a:cubicBezTo>
                  <a:cubicBezTo>
                    <a:pt x="6" y="12"/>
                    <a:pt x="3" y="9"/>
                    <a:pt x="1" y="6"/>
                  </a:cubicBezTo>
                  <a:cubicBezTo>
                    <a:pt x="1" y="4"/>
                    <a:pt x="0" y="3"/>
                    <a:pt x="0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6" y="4"/>
                    <a:pt x="6" y="7"/>
                    <a:pt x="9" y="9"/>
                  </a:cubicBezTo>
                  <a:cubicBezTo>
                    <a:pt x="12" y="12"/>
                    <a:pt x="13" y="15"/>
                    <a:pt x="16" y="17"/>
                  </a:cubicBezTo>
                  <a:cubicBezTo>
                    <a:pt x="16" y="21"/>
                    <a:pt x="18" y="24"/>
                    <a:pt x="22" y="25"/>
                  </a:cubicBezTo>
                  <a:cubicBezTo>
                    <a:pt x="26" y="27"/>
                    <a:pt x="25" y="31"/>
                    <a:pt x="28" y="34"/>
                  </a:cubicBezTo>
                  <a:cubicBezTo>
                    <a:pt x="28" y="34"/>
                    <a:pt x="27" y="35"/>
                    <a:pt x="27" y="35"/>
                  </a:cubicBezTo>
                  <a:cubicBezTo>
                    <a:pt x="21" y="34"/>
                    <a:pt x="18" y="30"/>
                    <a:pt x="15" y="25"/>
                  </a:cubicBezTo>
                  <a:cubicBezTo>
                    <a:pt x="14" y="24"/>
                    <a:pt x="13" y="23"/>
                    <a:pt x="12" y="21"/>
                  </a:cubicBezTo>
                  <a:close/>
                </a:path>
              </a:pathLst>
            </a:custGeom>
            <a:solidFill>
              <a:srgbClr val="B7D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7" name="Freeform 185"/>
            <p:cNvSpPr/>
            <p:nvPr/>
          </p:nvSpPr>
          <p:spPr bwMode="auto">
            <a:xfrm>
              <a:off x="7345363" y="4405313"/>
              <a:ext cx="241300" cy="33338"/>
            </a:xfrm>
            <a:custGeom>
              <a:avLst/>
              <a:gdLst>
                <a:gd name="T0" fmla="*/ 64 w 64"/>
                <a:gd name="T1" fmla="*/ 5 h 9"/>
                <a:gd name="T2" fmla="*/ 50 w 64"/>
                <a:gd name="T3" fmla="*/ 6 h 9"/>
                <a:gd name="T4" fmla="*/ 42 w 64"/>
                <a:gd name="T5" fmla="*/ 6 h 9"/>
                <a:gd name="T6" fmla="*/ 37 w 64"/>
                <a:gd name="T7" fmla="*/ 6 h 9"/>
                <a:gd name="T8" fmla="*/ 36 w 64"/>
                <a:gd name="T9" fmla="*/ 6 h 9"/>
                <a:gd name="T10" fmla="*/ 36 w 64"/>
                <a:gd name="T11" fmla="*/ 6 h 9"/>
                <a:gd name="T12" fmla="*/ 30 w 64"/>
                <a:gd name="T13" fmla="*/ 6 h 9"/>
                <a:gd name="T14" fmla="*/ 21 w 64"/>
                <a:gd name="T15" fmla="*/ 6 h 9"/>
                <a:gd name="T16" fmla="*/ 11 w 64"/>
                <a:gd name="T17" fmla="*/ 8 h 9"/>
                <a:gd name="T18" fmla="*/ 11 w 64"/>
                <a:gd name="T19" fmla="*/ 8 h 9"/>
                <a:gd name="T20" fmla="*/ 11 w 64"/>
                <a:gd name="T21" fmla="*/ 8 h 9"/>
                <a:gd name="T22" fmla="*/ 2 w 64"/>
                <a:gd name="T23" fmla="*/ 9 h 9"/>
                <a:gd name="T24" fmla="*/ 2 w 64"/>
                <a:gd name="T25" fmla="*/ 7 h 9"/>
                <a:gd name="T26" fmla="*/ 6 w 64"/>
                <a:gd name="T27" fmla="*/ 6 h 9"/>
                <a:gd name="T28" fmla="*/ 9 w 64"/>
                <a:gd name="T29" fmla="*/ 3 h 9"/>
                <a:gd name="T30" fmla="*/ 9 w 64"/>
                <a:gd name="T31" fmla="*/ 1 h 9"/>
                <a:gd name="T32" fmla="*/ 13 w 64"/>
                <a:gd name="T33" fmla="*/ 1 h 9"/>
                <a:gd name="T34" fmla="*/ 20 w 64"/>
                <a:gd name="T35" fmla="*/ 2 h 9"/>
                <a:gd name="T36" fmla="*/ 25 w 64"/>
                <a:gd name="T37" fmla="*/ 3 h 9"/>
                <a:gd name="T38" fmla="*/ 35 w 64"/>
                <a:gd name="T39" fmla="*/ 3 h 9"/>
                <a:gd name="T40" fmla="*/ 39 w 64"/>
                <a:gd name="T41" fmla="*/ 3 h 9"/>
                <a:gd name="T42" fmla="*/ 47 w 64"/>
                <a:gd name="T43" fmla="*/ 2 h 9"/>
                <a:gd name="T44" fmla="*/ 52 w 64"/>
                <a:gd name="T45" fmla="*/ 3 h 9"/>
                <a:gd name="T46" fmla="*/ 59 w 64"/>
                <a:gd name="T47" fmla="*/ 2 h 9"/>
                <a:gd name="T48" fmla="*/ 64 w 64"/>
                <a:gd name="T4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" h="9">
                  <a:moveTo>
                    <a:pt x="64" y="5"/>
                  </a:moveTo>
                  <a:cubicBezTo>
                    <a:pt x="59" y="4"/>
                    <a:pt x="55" y="7"/>
                    <a:pt x="50" y="6"/>
                  </a:cubicBezTo>
                  <a:cubicBezTo>
                    <a:pt x="47" y="8"/>
                    <a:pt x="45" y="5"/>
                    <a:pt x="42" y="6"/>
                  </a:cubicBezTo>
                  <a:cubicBezTo>
                    <a:pt x="40" y="6"/>
                    <a:pt x="38" y="5"/>
                    <a:pt x="3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4" y="6"/>
                    <a:pt x="32" y="6"/>
                    <a:pt x="30" y="6"/>
                  </a:cubicBezTo>
                  <a:cubicBezTo>
                    <a:pt x="27" y="6"/>
                    <a:pt x="24" y="6"/>
                    <a:pt x="21" y="6"/>
                  </a:cubicBezTo>
                  <a:cubicBezTo>
                    <a:pt x="18" y="8"/>
                    <a:pt x="15" y="7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8" y="9"/>
                    <a:pt x="5" y="8"/>
                    <a:pt x="2" y="9"/>
                  </a:cubicBezTo>
                  <a:cubicBezTo>
                    <a:pt x="1" y="9"/>
                    <a:pt x="0" y="8"/>
                    <a:pt x="2" y="7"/>
                  </a:cubicBezTo>
                  <a:cubicBezTo>
                    <a:pt x="3" y="6"/>
                    <a:pt x="5" y="6"/>
                    <a:pt x="6" y="6"/>
                  </a:cubicBezTo>
                  <a:cubicBezTo>
                    <a:pt x="7" y="5"/>
                    <a:pt x="10" y="6"/>
                    <a:pt x="9" y="3"/>
                  </a:cubicBezTo>
                  <a:cubicBezTo>
                    <a:pt x="9" y="2"/>
                    <a:pt x="9" y="2"/>
                    <a:pt x="9" y="1"/>
                  </a:cubicBezTo>
                  <a:cubicBezTo>
                    <a:pt x="10" y="0"/>
                    <a:pt x="12" y="0"/>
                    <a:pt x="13" y="1"/>
                  </a:cubicBezTo>
                  <a:cubicBezTo>
                    <a:pt x="15" y="2"/>
                    <a:pt x="18" y="2"/>
                    <a:pt x="20" y="2"/>
                  </a:cubicBezTo>
                  <a:cubicBezTo>
                    <a:pt x="21" y="4"/>
                    <a:pt x="23" y="4"/>
                    <a:pt x="25" y="3"/>
                  </a:cubicBezTo>
                  <a:cubicBezTo>
                    <a:pt x="29" y="2"/>
                    <a:pt x="32" y="3"/>
                    <a:pt x="35" y="3"/>
                  </a:cubicBezTo>
                  <a:cubicBezTo>
                    <a:pt x="37" y="3"/>
                    <a:pt x="38" y="3"/>
                    <a:pt x="39" y="3"/>
                  </a:cubicBezTo>
                  <a:cubicBezTo>
                    <a:pt x="42" y="3"/>
                    <a:pt x="45" y="4"/>
                    <a:pt x="47" y="2"/>
                  </a:cubicBezTo>
                  <a:cubicBezTo>
                    <a:pt x="49" y="2"/>
                    <a:pt x="50" y="3"/>
                    <a:pt x="52" y="3"/>
                  </a:cubicBezTo>
                  <a:cubicBezTo>
                    <a:pt x="55" y="4"/>
                    <a:pt x="57" y="3"/>
                    <a:pt x="59" y="2"/>
                  </a:cubicBezTo>
                  <a:cubicBezTo>
                    <a:pt x="61" y="2"/>
                    <a:pt x="64" y="2"/>
                    <a:pt x="64" y="5"/>
                  </a:cubicBez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8" name="Freeform 186"/>
            <p:cNvSpPr/>
            <p:nvPr/>
          </p:nvSpPr>
          <p:spPr bwMode="auto">
            <a:xfrm>
              <a:off x="6911975" y="3673476"/>
              <a:ext cx="71438" cy="74613"/>
            </a:xfrm>
            <a:custGeom>
              <a:avLst/>
              <a:gdLst>
                <a:gd name="T0" fmla="*/ 5 w 19"/>
                <a:gd name="T1" fmla="*/ 0 h 20"/>
                <a:gd name="T2" fmla="*/ 4 w 19"/>
                <a:gd name="T3" fmla="*/ 4 h 20"/>
                <a:gd name="T4" fmla="*/ 3 w 19"/>
                <a:gd name="T5" fmla="*/ 7 h 20"/>
                <a:gd name="T6" fmla="*/ 7 w 19"/>
                <a:gd name="T7" fmla="*/ 6 h 20"/>
                <a:gd name="T8" fmla="*/ 8 w 19"/>
                <a:gd name="T9" fmla="*/ 4 h 20"/>
                <a:gd name="T10" fmla="*/ 15 w 19"/>
                <a:gd name="T11" fmla="*/ 8 h 20"/>
                <a:gd name="T12" fmla="*/ 12 w 19"/>
                <a:gd name="T13" fmla="*/ 12 h 20"/>
                <a:gd name="T14" fmla="*/ 16 w 19"/>
                <a:gd name="T15" fmla="*/ 18 h 20"/>
                <a:gd name="T16" fmla="*/ 11 w 19"/>
                <a:gd name="T17" fmla="*/ 18 h 20"/>
                <a:gd name="T18" fmla="*/ 10 w 19"/>
                <a:gd name="T19" fmla="*/ 17 h 20"/>
                <a:gd name="T20" fmla="*/ 3 w 19"/>
                <a:gd name="T21" fmla="*/ 9 h 20"/>
                <a:gd name="T22" fmla="*/ 1 w 19"/>
                <a:gd name="T23" fmla="*/ 6 h 20"/>
                <a:gd name="T24" fmla="*/ 5 w 19"/>
                <a:gd name="T2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0">
                  <a:moveTo>
                    <a:pt x="5" y="0"/>
                  </a:moveTo>
                  <a:cubicBezTo>
                    <a:pt x="4" y="1"/>
                    <a:pt x="6" y="3"/>
                    <a:pt x="4" y="4"/>
                  </a:cubicBezTo>
                  <a:cubicBezTo>
                    <a:pt x="3" y="5"/>
                    <a:pt x="2" y="6"/>
                    <a:pt x="3" y="7"/>
                  </a:cubicBezTo>
                  <a:cubicBezTo>
                    <a:pt x="4" y="8"/>
                    <a:pt x="6" y="8"/>
                    <a:pt x="7" y="6"/>
                  </a:cubicBezTo>
                  <a:cubicBezTo>
                    <a:pt x="7" y="5"/>
                    <a:pt x="7" y="5"/>
                    <a:pt x="8" y="4"/>
                  </a:cubicBezTo>
                  <a:cubicBezTo>
                    <a:pt x="9" y="8"/>
                    <a:pt x="12" y="7"/>
                    <a:pt x="15" y="8"/>
                  </a:cubicBezTo>
                  <a:cubicBezTo>
                    <a:pt x="14" y="9"/>
                    <a:pt x="12" y="10"/>
                    <a:pt x="12" y="12"/>
                  </a:cubicBezTo>
                  <a:cubicBezTo>
                    <a:pt x="19" y="10"/>
                    <a:pt x="15" y="16"/>
                    <a:pt x="16" y="18"/>
                  </a:cubicBezTo>
                  <a:cubicBezTo>
                    <a:pt x="15" y="20"/>
                    <a:pt x="13" y="18"/>
                    <a:pt x="11" y="18"/>
                  </a:cubicBezTo>
                  <a:cubicBezTo>
                    <a:pt x="10" y="18"/>
                    <a:pt x="10" y="17"/>
                    <a:pt x="10" y="17"/>
                  </a:cubicBezTo>
                  <a:cubicBezTo>
                    <a:pt x="8" y="14"/>
                    <a:pt x="6" y="12"/>
                    <a:pt x="3" y="9"/>
                  </a:cubicBezTo>
                  <a:cubicBezTo>
                    <a:pt x="0" y="9"/>
                    <a:pt x="0" y="8"/>
                    <a:pt x="1" y="6"/>
                  </a:cubicBezTo>
                  <a:cubicBezTo>
                    <a:pt x="3" y="4"/>
                    <a:pt x="3" y="1"/>
                    <a:pt x="5" y="0"/>
                  </a:cubicBezTo>
                  <a:close/>
                </a:path>
              </a:pathLst>
            </a:custGeom>
            <a:solidFill>
              <a:srgbClr val="9C9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39" name="Freeform 187"/>
            <p:cNvSpPr/>
            <p:nvPr/>
          </p:nvSpPr>
          <p:spPr bwMode="auto">
            <a:xfrm>
              <a:off x="7894638" y="1949451"/>
              <a:ext cx="136525" cy="87313"/>
            </a:xfrm>
            <a:custGeom>
              <a:avLst/>
              <a:gdLst>
                <a:gd name="T0" fmla="*/ 0 w 36"/>
                <a:gd name="T1" fmla="*/ 0 h 23"/>
                <a:gd name="T2" fmla="*/ 18 w 36"/>
                <a:gd name="T3" fmla="*/ 9 h 23"/>
                <a:gd name="T4" fmla="*/ 31 w 36"/>
                <a:gd name="T5" fmla="*/ 18 h 23"/>
                <a:gd name="T6" fmla="*/ 36 w 36"/>
                <a:gd name="T7" fmla="*/ 22 h 23"/>
                <a:gd name="T8" fmla="*/ 31 w 36"/>
                <a:gd name="T9" fmla="*/ 22 h 23"/>
                <a:gd name="T10" fmla="*/ 24 w 36"/>
                <a:gd name="T11" fmla="*/ 19 h 23"/>
                <a:gd name="T12" fmla="*/ 12 w 36"/>
                <a:gd name="T13" fmla="*/ 9 h 23"/>
                <a:gd name="T14" fmla="*/ 0 w 36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3">
                  <a:moveTo>
                    <a:pt x="0" y="0"/>
                  </a:moveTo>
                  <a:cubicBezTo>
                    <a:pt x="8" y="0"/>
                    <a:pt x="13" y="5"/>
                    <a:pt x="18" y="9"/>
                  </a:cubicBezTo>
                  <a:cubicBezTo>
                    <a:pt x="22" y="12"/>
                    <a:pt x="27" y="15"/>
                    <a:pt x="31" y="18"/>
                  </a:cubicBezTo>
                  <a:cubicBezTo>
                    <a:pt x="33" y="19"/>
                    <a:pt x="35" y="20"/>
                    <a:pt x="36" y="22"/>
                  </a:cubicBezTo>
                  <a:cubicBezTo>
                    <a:pt x="34" y="23"/>
                    <a:pt x="32" y="22"/>
                    <a:pt x="31" y="22"/>
                  </a:cubicBezTo>
                  <a:cubicBezTo>
                    <a:pt x="28" y="22"/>
                    <a:pt x="26" y="21"/>
                    <a:pt x="24" y="19"/>
                  </a:cubicBezTo>
                  <a:cubicBezTo>
                    <a:pt x="20" y="15"/>
                    <a:pt x="16" y="12"/>
                    <a:pt x="12" y="9"/>
                  </a:cubicBezTo>
                  <a:cubicBezTo>
                    <a:pt x="8" y="6"/>
                    <a:pt x="3" y="5"/>
                    <a:pt x="0" y="0"/>
                  </a:cubicBezTo>
                  <a:close/>
                </a:path>
              </a:pathLst>
            </a:custGeom>
            <a:solidFill>
              <a:srgbClr val="FEE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0" name="Freeform 188"/>
            <p:cNvSpPr/>
            <p:nvPr/>
          </p:nvSpPr>
          <p:spPr bwMode="auto">
            <a:xfrm>
              <a:off x="6983413" y="2300288"/>
              <a:ext cx="134938" cy="109538"/>
            </a:xfrm>
            <a:custGeom>
              <a:avLst/>
              <a:gdLst>
                <a:gd name="T0" fmla="*/ 36 w 36"/>
                <a:gd name="T1" fmla="*/ 0 h 29"/>
                <a:gd name="T2" fmla="*/ 35 w 36"/>
                <a:gd name="T3" fmla="*/ 2 h 29"/>
                <a:gd name="T4" fmla="*/ 25 w 36"/>
                <a:gd name="T5" fmla="*/ 10 h 29"/>
                <a:gd name="T6" fmla="*/ 7 w 36"/>
                <a:gd name="T7" fmla="*/ 23 h 29"/>
                <a:gd name="T8" fmla="*/ 4 w 36"/>
                <a:gd name="T9" fmla="*/ 26 h 29"/>
                <a:gd name="T10" fmla="*/ 0 w 36"/>
                <a:gd name="T11" fmla="*/ 29 h 29"/>
                <a:gd name="T12" fmla="*/ 0 w 36"/>
                <a:gd name="T13" fmla="*/ 28 h 29"/>
                <a:gd name="T14" fmla="*/ 2 w 36"/>
                <a:gd name="T15" fmla="*/ 23 h 29"/>
                <a:gd name="T16" fmla="*/ 10 w 36"/>
                <a:gd name="T17" fmla="*/ 17 h 29"/>
                <a:gd name="T18" fmla="*/ 14 w 36"/>
                <a:gd name="T19" fmla="*/ 14 h 29"/>
                <a:gd name="T20" fmla="*/ 19 w 36"/>
                <a:gd name="T21" fmla="*/ 11 h 29"/>
                <a:gd name="T22" fmla="*/ 23 w 36"/>
                <a:gd name="T23" fmla="*/ 6 h 29"/>
                <a:gd name="T24" fmla="*/ 26 w 36"/>
                <a:gd name="T25" fmla="*/ 5 h 29"/>
                <a:gd name="T26" fmla="*/ 31 w 36"/>
                <a:gd name="T27" fmla="*/ 2 h 29"/>
                <a:gd name="T28" fmla="*/ 31 w 36"/>
                <a:gd name="T29" fmla="*/ 2 h 29"/>
                <a:gd name="T30" fmla="*/ 36 w 36"/>
                <a:gd name="T3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" h="29">
                  <a:moveTo>
                    <a:pt x="36" y="0"/>
                  </a:moveTo>
                  <a:cubicBezTo>
                    <a:pt x="36" y="1"/>
                    <a:pt x="36" y="2"/>
                    <a:pt x="35" y="2"/>
                  </a:cubicBezTo>
                  <a:cubicBezTo>
                    <a:pt x="31" y="4"/>
                    <a:pt x="28" y="8"/>
                    <a:pt x="25" y="10"/>
                  </a:cubicBezTo>
                  <a:cubicBezTo>
                    <a:pt x="19" y="15"/>
                    <a:pt x="14" y="20"/>
                    <a:pt x="7" y="23"/>
                  </a:cubicBezTo>
                  <a:cubicBezTo>
                    <a:pt x="5" y="24"/>
                    <a:pt x="4" y="24"/>
                    <a:pt x="4" y="26"/>
                  </a:cubicBezTo>
                  <a:cubicBezTo>
                    <a:pt x="4" y="28"/>
                    <a:pt x="2" y="28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6"/>
                    <a:pt x="1" y="24"/>
                    <a:pt x="2" y="23"/>
                  </a:cubicBezTo>
                  <a:cubicBezTo>
                    <a:pt x="5" y="22"/>
                    <a:pt x="8" y="20"/>
                    <a:pt x="10" y="17"/>
                  </a:cubicBezTo>
                  <a:cubicBezTo>
                    <a:pt x="12" y="17"/>
                    <a:pt x="13" y="16"/>
                    <a:pt x="14" y="14"/>
                  </a:cubicBezTo>
                  <a:cubicBezTo>
                    <a:pt x="16" y="14"/>
                    <a:pt x="18" y="12"/>
                    <a:pt x="19" y="11"/>
                  </a:cubicBezTo>
                  <a:cubicBezTo>
                    <a:pt x="21" y="9"/>
                    <a:pt x="22" y="8"/>
                    <a:pt x="23" y="6"/>
                  </a:cubicBezTo>
                  <a:cubicBezTo>
                    <a:pt x="24" y="5"/>
                    <a:pt x="25" y="5"/>
                    <a:pt x="26" y="5"/>
                  </a:cubicBezTo>
                  <a:cubicBezTo>
                    <a:pt x="28" y="4"/>
                    <a:pt x="29" y="3"/>
                    <a:pt x="31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3" y="1"/>
                    <a:pt x="34" y="0"/>
                    <a:pt x="36" y="0"/>
                  </a:cubicBezTo>
                  <a:close/>
                </a:path>
              </a:pathLst>
            </a:custGeom>
            <a:solidFill>
              <a:srgbClr val="E7F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1" name="Freeform 189"/>
            <p:cNvSpPr/>
            <p:nvPr/>
          </p:nvSpPr>
          <p:spPr bwMode="auto">
            <a:xfrm>
              <a:off x="7593013" y="2270126"/>
              <a:ext cx="117475" cy="57150"/>
            </a:xfrm>
            <a:custGeom>
              <a:avLst/>
              <a:gdLst>
                <a:gd name="T0" fmla="*/ 0 w 31"/>
                <a:gd name="T1" fmla="*/ 15 h 15"/>
                <a:gd name="T2" fmla="*/ 7 w 31"/>
                <a:gd name="T3" fmla="*/ 3 h 15"/>
                <a:gd name="T4" fmla="*/ 18 w 31"/>
                <a:gd name="T5" fmla="*/ 1 h 15"/>
                <a:gd name="T6" fmla="*/ 23 w 31"/>
                <a:gd name="T7" fmla="*/ 2 h 15"/>
                <a:gd name="T8" fmla="*/ 31 w 31"/>
                <a:gd name="T9" fmla="*/ 7 h 15"/>
                <a:gd name="T10" fmla="*/ 21 w 31"/>
                <a:gd name="T11" fmla="*/ 6 h 15"/>
                <a:gd name="T12" fmla="*/ 15 w 31"/>
                <a:gd name="T13" fmla="*/ 8 h 15"/>
                <a:gd name="T14" fmla="*/ 11 w 31"/>
                <a:gd name="T15" fmla="*/ 8 h 15"/>
                <a:gd name="T16" fmla="*/ 3 w 31"/>
                <a:gd name="T17" fmla="*/ 13 h 15"/>
                <a:gd name="T18" fmla="*/ 0 w 31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15">
                  <a:moveTo>
                    <a:pt x="0" y="15"/>
                  </a:moveTo>
                  <a:cubicBezTo>
                    <a:pt x="0" y="9"/>
                    <a:pt x="3" y="4"/>
                    <a:pt x="7" y="3"/>
                  </a:cubicBezTo>
                  <a:cubicBezTo>
                    <a:pt x="11" y="3"/>
                    <a:pt x="14" y="0"/>
                    <a:pt x="18" y="1"/>
                  </a:cubicBezTo>
                  <a:cubicBezTo>
                    <a:pt x="19" y="2"/>
                    <a:pt x="21" y="2"/>
                    <a:pt x="23" y="2"/>
                  </a:cubicBezTo>
                  <a:cubicBezTo>
                    <a:pt x="26" y="4"/>
                    <a:pt x="30" y="2"/>
                    <a:pt x="31" y="7"/>
                  </a:cubicBezTo>
                  <a:cubicBezTo>
                    <a:pt x="28" y="8"/>
                    <a:pt x="24" y="10"/>
                    <a:pt x="21" y="6"/>
                  </a:cubicBezTo>
                  <a:cubicBezTo>
                    <a:pt x="18" y="6"/>
                    <a:pt x="16" y="5"/>
                    <a:pt x="15" y="8"/>
                  </a:cubicBezTo>
                  <a:cubicBezTo>
                    <a:pt x="13" y="9"/>
                    <a:pt x="13" y="8"/>
                    <a:pt x="11" y="8"/>
                  </a:cubicBezTo>
                  <a:cubicBezTo>
                    <a:pt x="7" y="7"/>
                    <a:pt x="5" y="9"/>
                    <a:pt x="3" y="13"/>
                  </a:cubicBezTo>
                  <a:cubicBezTo>
                    <a:pt x="2" y="14"/>
                    <a:pt x="2" y="15"/>
                    <a:pt x="0" y="15"/>
                  </a:cubicBezTo>
                  <a:close/>
                </a:path>
              </a:pathLst>
            </a:custGeom>
            <a:solidFill>
              <a:srgbClr val="B7D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2" name="Freeform 190"/>
            <p:cNvSpPr/>
            <p:nvPr/>
          </p:nvSpPr>
          <p:spPr bwMode="auto">
            <a:xfrm>
              <a:off x="7721600" y="4186238"/>
              <a:ext cx="44450" cy="109538"/>
            </a:xfrm>
            <a:custGeom>
              <a:avLst/>
              <a:gdLst>
                <a:gd name="T0" fmla="*/ 4 w 12"/>
                <a:gd name="T1" fmla="*/ 29 h 29"/>
                <a:gd name="T2" fmla="*/ 1 w 12"/>
                <a:gd name="T3" fmla="*/ 28 h 29"/>
                <a:gd name="T4" fmla="*/ 1 w 12"/>
                <a:gd name="T5" fmla="*/ 26 h 29"/>
                <a:gd name="T6" fmla="*/ 7 w 12"/>
                <a:gd name="T7" fmla="*/ 11 h 29"/>
                <a:gd name="T8" fmla="*/ 7 w 12"/>
                <a:gd name="T9" fmla="*/ 5 h 29"/>
                <a:gd name="T10" fmla="*/ 5 w 12"/>
                <a:gd name="T11" fmla="*/ 0 h 29"/>
                <a:gd name="T12" fmla="*/ 11 w 12"/>
                <a:gd name="T13" fmla="*/ 12 h 29"/>
                <a:gd name="T14" fmla="*/ 4 w 12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9">
                  <a:moveTo>
                    <a:pt x="4" y="29"/>
                  </a:moveTo>
                  <a:cubicBezTo>
                    <a:pt x="3" y="29"/>
                    <a:pt x="2" y="28"/>
                    <a:pt x="1" y="28"/>
                  </a:cubicBezTo>
                  <a:cubicBezTo>
                    <a:pt x="1" y="27"/>
                    <a:pt x="0" y="27"/>
                    <a:pt x="1" y="26"/>
                  </a:cubicBezTo>
                  <a:cubicBezTo>
                    <a:pt x="4" y="21"/>
                    <a:pt x="4" y="15"/>
                    <a:pt x="7" y="11"/>
                  </a:cubicBezTo>
                  <a:cubicBezTo>
                    <a:pt x="7" y="9"/>
                    <a:pt x="9" y="7"/>
                    <a:pt x="7" y="5"/>
                  </a:cubicBezTo>
                  <a:cubicBezTo>
                    <a:pt x="6" y="3"/>
                    <a:pt x="5" y="2"/>
                    <a:pt x="5" y="0"/>
                  </a:cubicBezTo>
                  <a:cubicBezTo>
                    <a:pt x="9" y="2"/>
                    <a:pt x="12" y="8"/>
                    <a:pt x="11" y="12"/>
                  </a:cubicBezTo>
                  <a:cubicBezTo>
                    <a:pt x="9" y="18"/>
                    <a:pt x="9" y="24"/>
                    <a:pt x="4" y="29"/>
                  </a:cubicBezTo>
                  <a:close/>
                </a:path>
              </a:pathLst>
            </a:custGeom>
            <a:solidFill>
              <a:srgbClr val="FEE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3" name="Freeform 191"/>
            <p:cNvSpPr/>
            <p:nvPr/>
          </p:nvSpPr>
          <p:spPr bwMode="auto">
            <a:xfrm>
              <a:off x="6911975" y="3322638"/>
              <a:ext cx="101600" cy="101600"/>
            </a:xfrm>
            <a:custGeom>
              <a:avLst/>
              <a:gdLst>
                <a:gd name="T0" fmla="*/ 12 w 27"/>
                <a:gd name="T1" fmla="*/ 18 h 27"/>
                <a:gd name="T2" fmla="*/ 7 w 27"/>
                <a:gd name="T3" fmla="*/ 9 h 27"/>
                <a:gd name="T4" fmla="*/ 0 w 27"/>
                <a:gd name="T5" fmla="*/ 1 h 27"/>
                <a:gd name="T6" fmla="*/ 3 w 27"/>
                <a:gd name="T7" fmla="*/ 2 h 27"/>
                <a:gd name="T8" fmla="*/ 6 w 27"/>
                <a:gd name="T9" fmla="*/ 4 h 27"/>
                <a:gd name="T10" fmla="*/ 24 w 27"/>
                <a:gd name="T11" fmla="*/ 23 h 27"/>
                <a:gd name="T12" fmla="*/ 26 w 27"/>
                <a:gd name="T13" fmla="*/ 27 h 27"/>
                <a:gd name="T14" fmla="*/ 15 w 27"/>
                <a:gd name="T15" fmla="*/ 22 h 27"/>
                <a:gd name="T16" fmla="*/ 12 w 27"/>
                <a:gd name="T17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7">
                  <a:moveTo>
                    <a:pt x="12" y="18"/>
                  </a:moveTo>
                  <a:cubicBezTo>
                    <a:pt x="12" y="16"/>
                    <a:pt x="8" y="10"/>
                    <a:pt x="7" y="9"/>
                  </a:cubicBezTo>
                  <a:cubicBezTo>
                    <a:pt x="2" y="8"/>
                    <a:pt x="0" y="5"/>
                    <a:pt x="0" y="1"/>
                  </a:cubicBezTo>
                  <a:cubicBezTo>
                    <a:pt x="2" y="0"/>
                    <a:pt x="2" y="2"/>
                    <a:pt x="3" y="2"/>
                  </a:cubicBezTo>
                  <a:cubicBezTo>
                    <a:pt x="4" y="3"/>
                    <a:pt x="5" y="4"/>
                    <a:pt x="6" y="4"/>
                  </a:cubicBezTo>
                  <a:cubicBezTo>
                    <a:pt x="12" y="10"/>
                    <a:pt x="17" y="17"/>
                    <a:pt x="24" y="23"/>
                  </a:cubicBezTo>
                  <a:cubicBezTo>
                    <a:pt x="25" y="24"/>
                    <a:pt x="27" y="25"/>
                    <a:pt x="26" y="27"/>
                  </a:cubicBezTo>
                  <a:cubicBezTo>
                    <a:pt x="22" y="25"/>
                    <a:pt x="20" y="22"/>
                    <a:pt x="15" y="22"/>
                  </a:cubicBezTo>
                  <a:cubicBezTo>
                    <a:pt x="14" y="21"/>
                    <a:pt x="13" y="20"/>
                    <a:pt x="12" y="18"/>
                  </a:cubicBezTo>
                  <a:close/>
                </a:path>
              </a:pathLst>
            </a:custGeom>
            <a:solidFill>
              <a:srgbClr val="A3C4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4" name="Freeform 192"/>
            <p:cNvSpPr/>
            <p:nvPr/>
          </p:nvSpPr>
          <p:spPr bwMode="auto">
            <a:xfrm>
              <a:off x="6829425" y="3216276"/>
              <a:ext cx="60325" cy="103188"/>
            </a:xfrm>
            <a:custGeom>
              <a:avLst/>
              <a:gdLst>
                <a:gd name="T0" fmla="*/ 8 w 16"/>
                <a:gd name="T1" fmla="*/ 12 h 27"/>
                <a:gd name="T2" fmla="*/ 13 w 16"/>
                <a:gd name="T3" fmla="*/ 22 h 27"/>
                <a:gd name="T4" fmla="*/ 15 w 16"/>
                <a:gd name="T5" fmla="*/ 27 h 27"/>
                <a:gd name="T6" fmla="*/ 13 w 16"/>
                <a:gd name="T7" fmla="*/ 26 h 27"/>
                <a:gd name="T8" fmla="*/ 0 w 16"/>
                <a:gd name="T9" fmla="*/ 1 h 27"/>
                <a:gd name="T10" fmla="*/ 3 w 16"/>
                <a:gd name="T11" fmla="*/ 0 h 27"/>
                <a:gd name="T12" fmla="*/ 8 w 16"/>
                <a:gd name="T1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27">
                  <a:moveTo>
                    <a:pt x="8" y="12"/>
                  </a:moveTo>
                  <a:cubicBezTo>
                    <a:pt x="9" y="16"/>
                    <a:pt x="11" y="19"/>
                    <a:pt x="13" y="22"/>
                  </a:cubicBezTo>
                  <a:cubicBezTo>
                    <a:pt x="14" y="24"/>
                    <a:pt x="16" y="25"/>
                    <a:pt x="15" y="27"/>
                  </a:cubicBezTo>
                  <a:cubicBezTo>
                    <a:pt x="14" y="27"/>
                    <a:pt x="14" y="26"/>
                    <a:pt x="13" y="26"/>
                  </a:cubicBezTo>
                  <a:cubicBezTo>
                    <a:pt x="7" y="18"/>
                    <a:pt x="4" y="9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7" y="2"/>
                    <a:pt x="9" y="8"/>
                    <a:pt x="8" y="12"/>
                  </a:cubicBezTo>
                  <a:close/>
                </a:path>
              </a:pathLst>
            </a:custGeom>
            <a:solidFill>
              <a:srgbClr val="C4D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5" name="Freeform 193"/>
            <p:cNvSpPr/>
            <p:nvPr/>
          </p:nvSpPr>
          <p:spPr bwMode="auto">
            <a:xfrm>
              <a:off x="7477125" y="4002088"/>
              <a:ext cx="44450" cy="93663"/>
            </a:xfrm>
            <a:custGeom>
              <a:avLst/>
              <a:gdLst>
                <a:gd name="T0" fmla="*/ 10 w 12"/>
                <a:gd name="T1" fmla="*/ 23 h 25"/>
                <a:gd name="T2" fmla="*/ 8 w 12"/>
                <a:gd name="T3" fmla="*/ 25 h 25"/>
                <a:gd name="T4" fmla="*/ 8 w 12"/>
                <a:gd name="T5" fmla="*/ 23 h 25"/>
                <a:gd name="T6" fmla="*/ 4 w 12"/>
                <a:gd name="T7" fmla="*/ 17 h 25"/>
                <a:gd name="T8" fmla="*/ 5 w 12"/>
                <a:gd name="T9" fmla="*/ 15 h 25"/>
                <a:gd name="T10" fmla="*/ 9 w 12"/>
                <a:gd name="T11" fmla="*/ 14 h 25"/>
                <a:gd name="T12" fmla="*/ 7 w 12"/>
                <a:gd name="T13" fmla="*/ 9 h 25"/>
                <a:gd name="T14" fmla="*/ 6 w 12"/>
                <a:gd name="T15" fmla="*/ 8 h 25"/>
                <a:gd name="T16" fmla="*/ 6 w 12"/>
                <a:gd name="T17" fmla="*/ 5 h 25"/>
                <a:gd name="T18" fmla="*/ 6 w 12"/>
                <a:gd name="T19" fmla="*/ 3 h 25"/>
                <a:gd name="T20" fmla="*/ 9 w 12"/>
                <a:gd name="T21" fmla="*/ 0 h 25"/>
                <a:gd name="T22" fmla="*/ 11 w 12"/>
                <a:gd name="T23" fmla="*/ 10 h 25"/>
                <a:gd name="T24" fmla="*/ 10 w 12"/>
                <a:gd name="T2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5">
                  <a:moveTo>
                    <a:pt x="10" y="23"/>
                  </a:moveTo>
                  <a:cubicBezTo>
                    <a:pt x="10" y="24"/>
                    <a:pt x="9" y="24"/>
                    <a:pt x="8" y="25"/>
                  </a:cubicBezTo>
                  <a:cubicBezTo>
                    <a:pt x="8" y="24"/>
                    <a:pt x="8" y="24"/>
                    <a:pt x="8" y="23"/>
                  </a:cubicBezTo>
                  <a:cubicBezTo>
                    <a:pt x="11" y="18"/>
                    <a:pt x="6" y="18"/>
                    <a:pt x="4" y="17"/>
                  </a:cubicBezTo>
                  <a:cubicBezTo>
                    <a:pt x="5" y="17"/>
                    <a:pt x="0" y="12"/>
                    <a:pt x="5" y="15"/>
                  </a:cubicBezTo>
                  <a:cubicBezTo>
                    <a:pt x="6" y="16"/>
                    <a:pt x="9" y="15"/>
                    <a:pt x="9" y="14"/>
                  </a:cubicBezTo>
                  <a:cubicBezTo>
                    <a:pt x="10" y="12"/>
                    <a:pt x="9" y="10"/>
                    <a:pt x="7" y="9"/>
                  </a:cubicBezTo>
                  <a:cubicBezTo>
                    <a:pt x="7" y="8"/>
                    <a:pt x="6" y="9"/>
                    <a:pt x="6" y="8"/>
                  </a:cubicBezTo>
                  <a:cubicBezTo>
                    <a:pt x="6" y="7"/>
                    <a:pt x="6" y="6"/>
                    <a:pt x="6" y="5"/>
                  </a:cubicBezTo>
                  <a:cubicBezTo>
                    <a:pt x="5" y="4"/>
                    <a:pt x="5" y="4"/>
                    <a:pt x="6" y="3"/>
                  </a:cubicBezTo>
                  <a:cubicBezTo>
                    <a:pt x="8" y="3"/>
                    <a:pt x="10" y="3"/>
                    <a:pt x="9" y="0"/>
                  </a:cubicBezTo>
                  <a:cubicBezTo>
                    <a:pt x="12" y="3"/>
                    <a:pt x="11" y="7"/>
                    <a:pt x="11" y="10"/>
                  </a:cubicBezTo>
                  <a:cubicBezTo>
                    <a:pt x="10" y="14"/>
                    <a:pt x="12" y="19"/>
                    <a:pt x="10" y="23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6" name="Freeform 194"/>
            <p:cNvSpPr/>
            <p:nvPr/>
          </p:nvSpPr>
          <p:spPr bwMode="auto">
            <a:xfrm>
              <a:off x="7680325" y="2270126"/>
              <a:ext cx="52388" cy="41275"/>
            </a:xfrm>
            <a:custGeom>
              <a:avLst/>
              <a:gdLst>
                <a:gd name="T0" fmla="*/ 8 w 14"/>
                <a:gd name="T1" fmla="*/ 7 h 11"/>
                <a:gd name="T2" fmla="*/ 0 w 14"/>
                <a:gd name="T3" fmla="*/ 2 h 11"/>
                <a:gd name="T4" fmla="*/ 12 w 14"/>
                <a:gd name="T5" fmla="*/ 3 h 11"/>
                <a:gd name="T6" fmla="*/ 14 w 14"/>
                <a:gd name="T7" fmla="*/ 9 h 11"/>
                <a:gd name="T8" fmla="*/ 14 w 14"/>
                <a:gd name="T9" fmla="*/ 10 h 11"/>
                <a:gd name="T10" fmla="*/ 8 w 14"/>
                <a:gd name="T1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1">
                  <a:moveTo>
                    <a:pt x="8" y="7"/>
                  </a:moveTo>
                  <a:cubicBezTo>
                    <a:pt x="6" y="4"/>
                    <a:pt x="2" y="5"/>
                    <a:pt x="0" y="2"/>
                  </a:cubicBezTo>
                  <a:cubicBezTo>
                    <a:pt x="4" y="0"/>
                    <a:pt x="8" y="3"/>
                    <a:pt x="12" y="3"/>
                  </a:cubicBezTo>
                  <a:cubicBezTo>
                    <a:pt x="12" y="5"/>
                    <a:pt x="12" y="7"/>
                    <a:pt x="14" y="9"/>
                  </a:cubicBezTo>
                  <a:cubicBezTo>
                    <a:pt x="14" y="9"/>
                    <a:pt x="14" y="10"/>
                    <a:pt x="14" y="10"/>
                  </a:cubicBezTo>
                  <a:cubicBezTo>
                    <a:pt x="11" y="11"/>
                    <a:pt x="10" y="9"/>
                    <a:pt x="8" y="7"/>
                  </a:cubicBezTo>
                  <a:close/>
                </a:path>
              </a:pathLst>
            </a:custGeom>
            <a:solidFill>
              <a:srgbClr val="E3EC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7" name="Freeform 195"/>
            <p:cNvSpPr/>
            <p:nvPr/>
          </p:nvSpPr>
          <p:spPr bwMode="auto">
            <a:xfrm>
              <a:off x="7104063" y="3933826"/>
              <a:ext cx="93663" cy="26988"/>
            </a:xfrm>
            <a:custGeom>
              <a:avLst/>
              <a:gdLst>
                <a:gd name="T0" fmla="*/ 0 w 25"/>
                <a:gd name="T1" fmla="*/ 0 h 7"/>
                <a:gd name="T2" fmla="*/ 25 w 25"/>
                <a:gd name="T3" fmla="*/ 7 h 7"/>
                <a:gd name="T4" fmla="*/ 8 w 25"/>
                <a:gd name="T5" fmla="*/ 3 h 7"/>
                <a:gd name="T6" fmla="*/ 0 w 2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7">
                  <a:moveTo>
                    <a:pt x="0" y="0"/>
                  </a:moveTo>
                  <a:cubicBezTo>
                    <a:pt x="9" y="1"/>
                    <a:pt x="17" y="5"/>
                    <a:pt x="25" y="7"/>
                  </a:cubicBezTo>
                  <a:cubicBezTo>
                    <a:pt x="19" y="7"/>
                    <a:pt x="13" y="6"/>
                    <a:pt x="8" y="3"/>
                  </a:cubicBezTo>
                  <a:cubicBezTo>
                    <a:pt x="5" y="2"/>
                    <a:pt x="2" y="4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8" name="Freeform 196"/>
            <p:cNvSpPr/>
            <p:nvPr/>
          </p:nvSpPr>
          <p:spPr bwMode="auto">
            <a:xfrm>
              <a:off x="7254875" y="2243138"/>
              <a:ext cx="90488" cy="11113"/>
            </a:xfrm>
            <a:custGeom>
              <a:avLst/>
              <a:gdLst>
                <a:gd name="T0" fmla="*/ 24 w 24"/>
                <a:gd name="T1" fmla="*/ 0 h 3"/>
                <a:gd name="T2" fmla="*/ 17 w 24"/>
                <a:gd name="T3" fmla="*/ 2 h 3"/>
                <a:gd name="T4" fmla="*/ 0 w 24"/>
                <a:gd name="T5" fmla="*/ 2 h 3"/>
                <a:gd name="T6" fmla="*/ 15 w 24"/>
                <a:gd name="T7" fmla="*/ 0 h 3"/>
                <a:gd name="T8" fmla="*/ 24 w 2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">
                  <a:moveTo>
                    <a:pt x="24" y="0"/>
                  </a:moveTo>
                  <a:cubicBezTo>
                    <a:pt x="23" y="3"/>
                    <a:pt x="19" y="2"/>
                    <a:pt x="17" y="2"/>
                  </a:cubicBezTo>
                  <a:cubicBezTo>
                    <a:pt x="11" y="1"/>
                    <a:pt x="6" y="3"/>
                    <a:pt x="0" y="2"/>
                  </a:cubicBezTo>
                  <a:cubicBezTo>
                    <a:pt x="5" y="0"/>
                    <a:pt x="10" y="0"/>
                    <a:pt x="15" y="0"/>
                  </a:cubicBezTo>
                  <a:cubicBezTo>
                    <a:pt x="18" y="0"/>
                    <a:pt x="21" y="0"/>
                    <a:pt x="24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49" name="Freeform 197"/>
            <p:cNvSpPr/>
            <p:nvPr/>
          </p:nvSpPr>
          <p:spPr bwMode="auto">
            <a:xfrm>
              <a:off x="6931025" y="2409826"/>
              <a:ext cx="52388" cy="33338"/>
            </a:xfrm>
            <a:custGeom>
              <a:avLst/>
              <a:gdLst>
                <a:gd name="T0" fmla="*/ 14 w 14"/>
                <a:gd name="T1" fmla="*/ 0 h 9"/>
                <a:gd name="T2" fmla="*/ 1 w 14"/>
                <a:gd name="T3" fmla="*/ 9 h 9"/>
                <a:gd name="T4" fmla="*/ 1 w 14"/>
                <a:gd name="T5" fmla="*/ 7 h 9"/>
                <a:gd name="T6" fmla="*/ 7 w 14"/>
                <a:gd name="T7" fmla="*/ 3 h 9"/>
                <a:gd name="T8" fmla="*/ 14 w 14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9">
                  <a:moveTo>
                    <a:pt x="14" y="0"/>
                  </a:moveTo>
                  <a:cubicBezTo>
                    <a:pt x="10" y="3"/>
                    <a:pt x="7" y="8"/>
                    <a:pt x="1" y="9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4" y="6"/>
                    <a:pt x="5" y="4"/>
                    <a:pt x="7" y="3"/>
                  </a:cubicBezTo>
                  <a:cubicBezTo>
                    <a:pt x="9" y="1"/>
                    <a:pt x="11" y="0"/>
                    <a:pt x="14" y="0"/>
                  </a:cubicBezTo>
                  <a:close/>
                </a:path>
              </a:pathLst>
            </a:custGeom>
            <a:solidFill>
              <a:srgbClr val="E7F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0" name="Freeform 198"/>
            <p:cNvSpPr/>
            <p:nvPr/>
          </p:nvSpPr>
          <p:spPr bwMode="auto">
            <a:xfrm>
              <a:off x="6892925" y="2451101"/>
              <a:ext cx="30163" cy="49213"/>
            </a:xfrm>
            <a:custGeom>
              <a:avLst/>
              <a:gdLst>
                <a:gd name="T0" fmla="*/ 8 w 8"/>
                <a:gd name="T1" fmla="*/ 0 h 13"/>
                <a:gd name="T2" fmla="*/ 1 w 8"/>
                <a:gd name="T3" fmla="*/ 13 h 13"/>
                <a:gd name="T4" fmla="*/ 1 w 8"/>
                <a:gd name="T5" fmla="*/ 8 h 13"/>
                <a:gd name="T6" fmla="*/ 8 w 8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3">
                  <a:moveTo>
                    <a:pt x="8" y="0"/>
                  </a:moveTo>
                  <a:cubicBezTo>
                    <a:pt x="7" y="5"/>
                    <a:pt x="4" y="9"/>
                    <a:pt x="1" y="13"/>
                  </a:cubicBezTo>
                  <a:cubicBezTo>
                    <a:pt x="0" y="11"/>
                    <a:pt x="0" y="10"/>
                    <a:pt x="1" y="8"/>
                  </a:cubicBezTo>
                  <a:cubicBezTo>
                    <a:pt x="3" y="5"/>
                    <a:pt x="4" y="1"/>
                    <a:pt x="8" y="0"/>
                  </a:cubicBezTo>
                  <a:close/>
                </a:path>
              </a:pathLst>
            </a:custGeom>
            <a:solidFill>
              <a:srgbClr val="E4F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1" name="Freeform 199"/>
            <p:cNvSpPr/>
            <p:nvPr/>
          </p:nvSpPr>
          <p:spPr bwMode="auto">
            <a:xfrm>
              <a:off x="7770813" y="4424363"/>
              <a:ext cx="71438" cy="22225"/>
            </a:xfrm>
            <a:custGeom>
              <a:avLst/>
              <a:gdLst>
                <a:gd name="T0" fmla="*/ 0 w 19"/>
                <a:gd name="T1" fmla="*/ 3 h 6"/>
                <a:gd name="T2" fmla="*/ 12 w 19"/>
                <a:gd name="T3" fmla="*/ 2 h 6"/>
                <a:gd name="T4" fmla="*/ 19 w 19"/>
                <a:gd name="T5" fmla="*/ 0 h 6"/>
                <a:gd name="T6" fmla="*/ 6 w 19"/>
                <a:gd name="T7" fmla="*/ 4 h 6"/>
                <a:gd name="T8" fmla="*/ 0 w 19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0" y="3"/>
                  </a:moveTo>
                  <a:cubicBezTo>
                    <a:pt x="4" y="2"/>
                    <a:pt x="8" y="1"/>
                    <a:pt x="12" y="2"/>
                  </a:cubicBezTo>
                  <a:cubicBezTo>
                    <a:pt x="14" y="2"/>
                    <a:pt x="17" y="2"/>
                    <a:pt x="19" y="0"/>
                  </a:cubicBezTo>
                  <a:cubicBezTo>
                    <a:pt x="16" y="6"/>
                    <a:pt x="11" y="4"/>
                    <a:pt x="6" y="4"/>
                  </a:cubicBezTo>
                  <a:cubicBezTo>
                    <a:pt x="4" y="4"/>
                    <a:pt x="2" y="3"/>
                    <a:pt x="0" y="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2" name="Freeform 200"/>
            <p:cNvSpPr/>
            <p:nvPr/>
          </p:nvSpPr>
          <p:spPr bwMode="auto">
            <a:xfrm>
              <a:off x="8007350" y="2028826"/>
              <a:ext cx="53975" cy="38100"/>
            </a:xfrm>
            <a:custGeom>
              <a:avLst/>
              <a:gdLst>
                <a:gd name="T0" fmla="*/ 1 w 14"/>
                <a:gd name="T1" fmla="*/ 0 h 10"/>
                <a:gd name="T2" fmla="*/ 6 w 14"/>
                <a:gd name="T3" fmla="*/ 1 h 10"/>
                <a:gd name="T4" fmla="*/ 9 w 14"/>
                <a:gd name="T5" fmla="*/ 3 h 10"/>
                <a:gd name="T6" fmla="*/ 12 w 14"/>
                <a:gd name="T7" fmla="*/ 6 h 10"/>
                <a:gd name="T8" fmla="*/ 13 w 14"/>
                <a:gd name="T9" fmla="*/ 7 h 10"/>
                <a:gd name="T10" fmla="*/ 14 w 14"/>
                <a:gd name="T11" fmla="*/ 9 h 10"/>
                <a:gd name="T12" fmla="*/ 11 w 14"/>
                <a:gd name="T13" fmla="*/ 9 h 10"/>
                <a:gd name="T14" fmla="*/ 1 w 14"/>
                <a:gd name="T15" fmla="*/ 1 h 10"/>
                <a:gd name="T16" fmla="*/ 1 w 14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0">
                  <a:moveTo>
                    <a:pt x="1" y="0"/>
                  </a:moveTo>
                  <a:cubicBezTo>
                    <a:pt x="2" y="0"/>
                    <a:pt x="4" y="1"/>
                    <a:pt x="6" y="1"/>
                  </a:cubicBezTo>
                  <a:cubicBezTo>
                    <a:pt x="7" y="2"/>
                    <a:pt x="8" y="2"/>
                    <a:pt x="9" y="3"/>
                  </a:cubicBezTo>
                  <a:cubicBezTo>
                    <a:pt x="11" y="4"/>
                    <a:pt x="12" y="5"/>
                    <a:pt x="12" y="6"/>
                  </a:cubicBezTo>
                  <a:cubicBezTo>
                    <a:pt x="13" y="6"/>
                    <a:pt x="13" y="7"/>
                    <a:pt x="13" y="7"/>
                  </a:cubicBezTo>
                  <a:cubicBezTo>
                    <a:pt x="14" y="7"/>
                    <a:pt x="14" y="8"/>
                    <a:pt x="14" y="9"/>
                  </a:cubicBezTo>
                  <a:cubicBezTo>
                    <a:pt x="13" y="9"/>
                    <a:pt x="11" y="10"/>
                    <a:pt x="11" y="9"/>
                  </a:cubicBezTo>
                  <a:cubicBezTo>
                    <a:pt x="9" y="5"/>
                    <a:pt x="4" y="4"/>
                    <a:pt x="1" y="1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ED1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3" name="Freeform 201"/>
            <p:cNvSpPr/>
            <p:nvPr/>
          </p:nvSpPr>
          <p:spPr bwMode="auto">
            <a:xfrm>
              <a:off x="7285038" y="4424363"/>
              <a:ext cx="55563" cy="14288"/>
            </a:xfrm>
            <a:custGeom>
              <a:avLst/>
              <a:gdLst>
                <a:gd name="T0" fmla="*/ 0 w 15"/>
                <a:gd name="T1" fmla="*/ 3 h 4"/>
                <a:gd name="T2" fmla="*/ 10 w 15"/>
                <a:gd name="T3" fmla="*/ 0 h 4"/>
                <a:gd name="T4" fmla="*/ 15 w 15"/>
                <a:gd name="T5" fmla="*/ 4 h 4"/>
                <a:gd name="T6" fmla="*/ 11 w 15"/>
                <a:gd name="T7" fmla="*/ 3 h 4"/>
                <a:gd name="T8" fmla="*/ 0 w 1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cubicBezTo>
                    <a:pt x="3" y="2"/>
                    <a:pt x="7" y="2"/>
                    <a:pt x="10" y="0"/>
                  </a:cubicBezTo>
                  <a:cubicBezTo>
                    <a:pt x="12" y="0"/>
                    <a:pt x="14" y="0"/>
                    <a:pt x="15" y="4"/>
                  </a:cubicBezTo>
                  <a:cubicBezTo>
                    <a:pt x="14" y="4"/>
                    <a:pt x="12" y="4"/>
                    <a:pt x="11" y="3"/>
                  </a:cubicBezTo>
                  <a:cubicBezTo>
                    <a:pt x="7" y="3"/>
                    <a:pt x="4" y="3"/>
                    <a:pt x="0" y="3"/>
                  </a:cubicBez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4" name="Freeform 202"/>
            <p:cNvSpPr/>
            <p:nvPr/>
          </p:nvSpPr>
          <p:spPr bwMode="auto">
            <a:xfrm>
              <a:off x="6881813" y="2481263"/>
              <a:ext cx="14288" cy="26988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5 h 7"/>
                <a:gd name="T4" fmla="*/ 0 w 4"/>
                <a:gd name="T5" fmla="*/ 7 h 7"/>
                <a:gd name="T6" fmla="*/ 4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4" y="2"/>
                    <a:pt x="4" y="3"/>
                    <a:pt x="4" y="5"/>
                  </a:cubicBezTo>
                  <a:cubicBezTo>
                    <a:pt x="3" y="5"/>
                    <a:pt x="2" y="7"/>
                    <a:pt x="0" y="7"/>
                  </a:cubicBezTo>
                  <a:cubicBezTo>
                    <a:pt x="0" y="4"/>
                    <a:pt x="0" y="1"/>
                    <a:pt x="4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5" name="Freeform 203"/>
            <p:cNvSpPr/>
            <p:nvPr/>
          </p:nvSpPr>
          <p:spPr bwMode="auto">
            <a:xfrm>
              <a:off x="7307263" y="3971926"/>
              <a:ext cx="49213" cy="22225"/>
            </a:xfrm>
            <a:custGeom>
              <a:avLst/>
              <a:gdLst>
                <a:gd name="T0" fmla="*/ 0 w 13"/>
                <a:gd name="T1" fmla="*/ 0 h 6"/>
                <a:gd name="T2" fmla="*/ 13 w 13"/>
                <a:gd name="T3" fmla="*/ 5 h 6"/>
                <a:gd name="T4" fmla="*/ 0 w 13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6">
                  <a:moveTo>
                    <a:pt x="0" y="0"/>
                  </a:moveTo>
                  <a:cubicBezTo>
                    <a:pt x="4" y="3"/>
                    <a:pt x="9" y="3"/>
                    <a:pt x="13" y="5"/>
                  </a:cubicBezTo>
                  <a:cubicBezTo>
                    <a:pt x="8" y="4"/>
                    <a:pt x="3" y="6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556" name="Freeform 204"/>
            <p:cNvSpPr/>
            <p:nvPr/>
          </p:nvSpPr>
          <p:spPr bwMode="auto">
            <a:xfrm>
              <a:off x="7326313" y="4435476"/>
              <a:ext cx="60325" cy="7938"/>
            </a:xfrm>
            <a:custGeom>
              <a:avLst/>
              <a:gdLst>
                <a:gd name="T0" fmla="*/ 0 w 16"/>
                <a:gd name="T1" fmla="*/ 0 h 2"/>
                <a:gd name="T2" fmla="*/ 4 w 16"/>
                <a:gd name="T3" fmla="*/ 0 h 2"/>
                <a:gd name="T4" fmla="*/ 6 w 16"/>
                <a:gd name="T5" fmla="*/ 0 h 2"/>
                <a:gd name="T6" fmla="*/ 16 w 16"/>
                <a:gd name="T7" fmla="*/ 0 h 2"/>
                <a:gd name="T8" fmla="*/ 0 w 1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cubicBezTo>
                    <a:pt x="1" y="0"/>
                    <a:pt x="3" y="0"/>
                    <a:pt x="4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9" y="0"/>
                    <a:pt x="13" y="0"/>
                    <a:pt x="16" y="0"/>
                  </a:cubicBezTo>
                  <a:cubicBezTo>
                    <a:pt x="10" y="2"/>
                    <a:pt x="5" y="2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2562" name="组合 2561"/>
            <p:cNvGrpSpPr/>
            <p:nvPr/>
          </p:nvGrpSpPr>
          <p:grpSpPr>
            <a:xfrm>
              <a:off x="6742113" y="1930401"/>
              <a:ext cx="1766888" cy="2516188"/>
              <a:chOff x="6742113" y="1930401"/>
              <a:chExt cx="1766888" cy="2516188"/>
            </a:xfrm>
          </p:grpSpPr>
          <p:grpSp>
            <p:nvGrpSpPr>
              <p:cNvPr id="2561" name="组合 2560"/>
              <p:cNvGrpSpPr/>
              <p:nvPr/>
            </p:nvGrpSpPr>
            <p:grpSpPr>
              <a:xfrm>
                <a:off x="6742113" y="1933576"/>
                <a:ext cx="1736725" cy="2513013"/>
                <a:chOff x="6742113" y="1933576"/>
                <a:chExt cx="1736725" cy="2513013"/>
              </a:xfrm>
            </p:grpSpPr>
            <p:grpSp>
              <p:nvGrpSpPr>
                <p:cNvPr id="10" name="Group 406"/>
                <p:cNvGrpSpPr/>
                <p:nvPr/>
              </p:nvGrpSpPr>
              <p:grpSpPr bwMode="auto">
                <a:xfrm>
                  <a:off x="6742113" y="1933576"/>
                  <a:ext cx="1736725" cy="2513013"/>
                  <a:chOff x="4247" y="1218"/>
                  <a:chExt cx="1094" cy="1583"/>
                </a:xfrm>
              </p:grpSpPr>
              <p:sp>
                <p:nvSpPr>
                  <p:cNvPr id="2157" name="Freeform 206"/>
                  <p:cNvSpPr/>
                  <p:nvPr/>
                </p:nvSpPr>
                <p:spPr bwMode="auto">
                  <a:xfrm>
                    <a:off x="4294" y="2399"/>
                    <a:ext cx="27" cy="15"/>
                  </a:xfrm>
                  <a:custGeom>
                    <a:avLst/>
                    <a:gdLst>
                      <a:gd name="T0" fmla="*/ 0 w 11"/>
                      <a:gd name="T1" fmla="*/ 0 h 6"/>
                      <a:gd name="T2" fmla="*/ 11 w 11"/>
                      <a:gd name="T3" fmla="*/ 5 h 6"/>
                      <a:gd name="T4" fmla="*/ 0 w 11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" h="6">
                        <a:moveTo>
                          <a:pt x="0" y="0"/>
                        </a:moveTo>
                        <a:cubicBezTo>
                          <a:pt x="4" y="0"/>
                          <a:pt x="7" y="3"/>
                          <a:pt x="11" y="5"/>
                        </a:cubicBezTo>
                        <a:cubicBezTo>
                          <a:pt x="6" y="6"/>
                          <a:pt x="4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8" name="Freeform 207"/>
                  <p:cNvSpPr/>
                  <p:nvPr/>
                </p:nvSpPr>
                <p:spPr bwMode="auto">
                  <a:xfrm>
                    <a:off x="4715" y="2784"/>
                    <a:ext cx="30" cy="8"/>
                  </a:xfrm>
                  <a:custGeom>
                    <a:avLst/>
                    <a:gdLst>
                      <a:gd name="T0" fmla="*/ 0 w 13"/>
                      <a:gd name="T1" fmla="*/ 2 h 3"/>
                      <a:gd name="T2" fmla="*/ 13 w 13"/>
                      <a:gd name="T3" fmla="*/ 2 h 3"/>
                      <a:gd name="T4" fmla="*/ 13 w 13"/>
                      <a:gd name="T5" fmla="*/ 3 h 3"/>
                      <a:gd name="T6" fmla="*/ 0 w 13"/>
                      <a:gd name="T7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3">
                        <a:moveTo>
                          <a:pt x="0" y="2"/>
                        </a:moveTo>
                        <a:cubicBezTo>
                          <a:pt x="4" y="0"/>
                          <a:pt x="9" y="2"/>
                          <a:pt x="13" y="2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9" y="3"/>
                          <a:pt x="4" y="3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9" name="Freeform 208"/>
                  <p:cNvSpPr/>
                  <p:nvPr/>
                </p:nvSpPr>
                <p:spPr bwMode="auto">
                  <a:xfrm>
                    <a:off x="4653" y="2789"/>
                    <a:ext cx="24" cy="10"/>
                  </a:xfrm>
                  <a:custGeom>
                    <a:avLst/>
                    <a:gdLst>
                      <a:gd name="T0" fmla="*/ 0 w 10"/>
                      <a:gd name="T1" fmla="*/ 2 h 4"/>
                      <a:gd name="T2" fmla="*/ 10 w 10"/>
                      <a:gd name="T3" fmla="*/ 0 h 4"/>
                      <a:gd name="T4" fmla="*/ 0 w 10"/>
                      <a:gd name="T5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4">
                        <a:moveTo>
                          <a:pt x="0" y="2"/>
                        </a:moveTo>
                        <a:cubicBezTo>
                          <a:pt x="4" y="1"/>
                          <a:pt x="7" y="0"/>
                          <a:pt x="10" y="0"/>
                        </a:cubicBezTo>
                        <a:cubicBezTo>
                          <a:pt x="8" y="4"/>
                          <a:pt x="4" y="1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0" name="Freeform 209"/>
                  <p:cNvSpPr/>
                  <p:nvPr/>
                </p:nvSpPr>
                <p:spPr bwMode="auto">
                  <a:xfrm>
                    <a:off x="4337" y="2421"/>
                    <a:ext cx="22" cy="9"/>
                  </a:xfrm>
                  <a:custGeom>
                    <a:avLst/>
                    <a:gdLst>
                      <a:gd name="T0" fmla="*/ 0 w 9"/>
                      <a:gd name="T1" fmla="*/ 0 h 4"/>
                      <a:gd name="T2" fmla="*/ 9 w 9"/>
                      <a:gd name="T3" fmla="*/ 4 h 4"/>
                      <a:gd name="T4" fmla="*/ 0 w 9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4">
                        <a:moveTo>
                          <a:pt x="0" y="0"/>
                        </a:moveTo>
                        <a:cubicBezTo>
                          <a:pt x="3" y="1"/>
                          <a:pt x="7" y="0"/>
                          <a:pt x="9" y="4"/>
                        </a:cubicBezTo>
                        <a:cubicBezTo>
                          <a:pt x="6" y="2"/>
                          <a:pt x="2" y="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1" name="Freeform 210"/>
                  <p:cNvSpPr/>
                  <p:nvPr/>
                </p:nvSpPr>
                <p:spPr bwMode="auto">
                  <a:xfrm>
                    <a:off x="5075" y="1295"/>
                    <a:ext cx="17" cy="16"/>
                  </a:xfrm>
                  <a:custGeom>
                    <a:avLst/>
                    <a:gdLst>
                      <a:gd name="T0" fmla="*/ 0 w 7"/>
                      <a:gd name="T1" fmla="*/ 2 h 7"/>
                      <a:gd name="T2" fmla="*/ 0 w 7"/>
                      <a:gd name="T3" fmla="*/ 0 h 7"/>
                      <a:gd name="T4" fmla="*/ 7 w 7"/>
                      <a:gd name="T5" fmla="*/ 5 h 7"/>
                      <a:gd name="T6" fmla="*/ 7 w 7"/>
                      <a:gd name="T7" fmla="*/ 6 h 7"/>
                      <a:gd name="T8" fmla="*/ 2 w 7"/>
                      <a:gd name="T9" fmla="*/ 4 h 7"/>
                      <a:gd name="T10" fmla="*/ 0 w 7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7">
                        <a:moveTo>
                          <a:pt x="0" y="2"/>
                        </a:move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2" y="2"/>
                          <a:pt x="6" y="2"/>
                          <a:pt x="7" y="5"/>
                        </a:cubicBezTo>
                        <a:cubicBezTo>
                          <a:pt x="7" y="5"/>
                          <a:pt x="7" y="6"/>
                          <a:pt x="7" y="6"/>
                        </a:cubicBezTo>
                        <a:cubicBezTo>
                          <a:pt x="5" y="7"/>
                          <a:pt x="4" y="5"/>
                          <a:pt x="2" y="4"/>
                        </a:cubicBezTo>
                        <a:cubicBezTo>
                          <a:pt x="1" y="4"/>
                          <a:pt x="0" y="3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EE5C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2" name="Freeform 211"/>
                  <p:cNvSpPr/>
                  <p:nvPr/>
                </p:nvSpPr>
                <p:spPr bwMode="auto">
                  <a:xfrm>
                    <a:off x="4596" y="2616"/>
                    <a:ext cx="31" cy="7"/>
                  </a:xfrm>
                  <a:custGeom>
                    <a:avLst/>
                    <a:gdLst>
                      <a:gd name="T0" fmla="*/ 12 w 13"/>
                      <a:gd name="T1" fmla="*/ 0 h 3"/>
                      <a:gd name="T2" fmla="*/ 9 w 13"/>
                      <a:gd name="T3" fmla="*/ 3 h 3"/>
                      <a:gd name="T4" fmla="*/ 0 w 13"/>
                      <a:gd name="T5" fmla="*/ 3 h 3"/>
                      <a:gd name="T6" fmla="*/ 7 w 13"/>
                      <a:gd name="T7" fmla="*/ 2 h 3"/>
                      <a:gd name="T8" fmla="*/ 12 w 13"/>
                      <a:gd name="T9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" h="3">
                        <a:moveTo>
                          <a:pt x="12" y="0"/>
                        </a:moveTo>
                        <a:cubicBezTo>
                          <a:pt x="13" y="3"/>
                          <a:pt x="11" y="3"/>
                          <a:pt x="9" y="3"/>
                        </a:cubicBezTo>
                        <a:cubicBezTo>
                          <a:pt x="6" y="3"/>
                          <a:pt x="3" y="3"/>
                          <a:pt x="0" y="3"/>
                        </a:cubicBezTo>
                        <a:cubicBezTo>
                          <a:pt x="2" y="1"/>
                          <a:pt x="5" y="3"/>
                          <a:pt x="7" y="2"/>
                        </a:cubicBezTo>
                        <a:cubicBezTo>
                          <a:pt x="9" y="2"/>
                          <a:pt x="11" y="2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3" name="Freeform 212"/>
                  <p:cNvSpPr/>
                  <p:nvPr/>
                </p:nvSpPr>
                <p:spPr bwMode="auto">
                  <a:xfrm>
                    <a:off x="4444" y="1463"/>
                    <a:ext cx="12" cy="12"/>
                  </a:xfrm>
                  <a:custGeom>
                    <a:avLst/>
                    <a:gdLst>
                      <a:gd name="T0" fmla="*/ 4 w 5"/>
                      <a:gd name="T1" fmla="*/ 0 h 5"/>
                      <a:gd name="T2" fmla="*/ 0 w 5"/>
                      <a:gd name="T3" fmla="*/ 5 h 5"/>
                      <a:gd name="T4" fmla="*/ 4 w 5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5">
                        <a:moveTo>
                          <a:pt x="4" y="0"/>
                        </a:moveTo>
                        <a:cubicBezTo>
                          <a:pt x="5" y="3"/>
                          <a:pt x="3" y="4"/>
                          <a:pt x="0" y="5"/>
                        </a:cubicBezTo>
                        <a:cubicBezTo>
                          <a:pt x="0" y="1"/>
                          <a:pt x="2" y="1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4" name="Freeform 213"/>
                  <p:cNvSpPr/>
                  <p:nvPr/>
                </p:nvSpPr>
                <p:spPr bwMode="auto">
                  <a:xfrm>
                    <a:off x="4368" y="2435"/>
                    <a:ext cx="19" cy="7"/>
                  </a:xfrm>
                  <a:custGeom>
                    <a:avLst/>
                    <a:gdLst>
                      <a:gd name="T0" fmla="*/ 0 w 8"/>
                      <a:gd name="T1" fmla="*/ 0 h 3"/>
                      <a:gd name="T2" fmla="*/ 8 w 8"/>
                      <a:gd name="T3" fmla="*/ 3 h 3"/>
                      <a:gd name="T4" fmla="*/ 0 w 8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3">
                        <a:moveTo>
                          <a:pt x="0" y="0"/>
                        </a:moveTo>
                        <a:cubicBezTo>
                          <a:pt x="3" y="1"/>
                          <a:pt x="6" y="0"/>
                          <a:pt x="8" y="3"/>
                        </a:cubicBezTo>
                        <a:cubicBezTo>
                          <a:pt x="5" y="2"/>
                          <a:pt x="2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5" name="Freeform 214"/>
                  <p:cNvSpPr/>
                  <p:nvPr/>
                </p:nvSpPr>
                <p:spPr bwMode="auto">
                  <a:xfrm>
                    <a:off x="4553" y="2623"/>
                    <a:ext cx="17" cy="7"/>
                  </a:xfrm>
                  <a:custGeom>
                    <a:avLst/>
                    <a:gdLst>
                      <a:gd name="T0" fmla="*/ 7 w 7"/>
                      <a:gd name="T1" fmla="*/ 1 h 3"/>
                      <a:gd name="T2" fmla="*/ 0 w 7"/>
                      <a:gd name="T3" fmla="*/ 2 h 3"/>
                      <a:gd name="T4" fmla="*/ 7 w 7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3">
                        <a:moveTo>
                          <a:pt x="7" y="1"/>
                        </a:moveTo>
                        <a:cubicBezTo>
                          <a:pt x="5" y="3"/>
                          <a:pt x="2" y="2"/>
                          <a:pt x="0" y="2"/>
                        </a:cubicBezTo>
                        <a:cubicBezTo>
                          <a:pt x="2" y="0"/>
                          <a:pt x="4" y="0"/>
                          <a:pt x="7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6" name="Freeform 215"/>
                  <p:cNvSpPr/>
                  <p:nvPr/>
                </p:nvSpPr>
                <p:spPr bwMode="auto">
                  <a:xfrm>
                    <a:off x="4783" y="2794"/>
                    <a:ext cx="19" cy="7"/>
                  </a:xfrm>
                  <a:custGeom>
                    <a:avLst/>
                    <a:gdLst>
                      <a:gd name="T0" fmla="*/ 0 w 8"/>
                      <a:gd name="T1" fmla="*/ 1 h 3"/>
                      <a:gd name="T2" fmla="*/ 8 w 8"/>
                      <a:gd name="T3" fmla="*/ 1 h 3"/>
                      <a:gd name="T4" fmla="*/ 0 w 8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3">
                        <a:moveTo>
                          <a:pt x="0" y="1"/>
                        </a:moveTo>
                        <a:cubicBezTo>
                          <a:pt x="2" y="0"/>
                          <a:pt x="5" y="1"/>
                          <a:pt x="8" y="1"/>
                        </a:cubicBezTo>
                        <a:cubicBezTo>
                          <a:pt x="5" y="3"/>
                          <a:pt x="2" y="2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7" name="Freeform 216"/>
                  <p:cNvSpPr/>
                  <p:nvPr/>
                </p:nvSpPr>
                <p:spPr bwMode="auto">
                  <a:xfrm>
                    <a:off x="4819" y="2792"/>
                    <a:ext cx="26" cy="7"/>
                  </a:xfrm>
                  <a:custGeom>
                    <a:avLst/>
                    <a:gdLst>
                      <a:gd name="T0" fmla="*/ 0 w 11"/>
                      <a:gd name="T1" fmla="*/ 2 h 3"/>
                      <a:gd name="T2" fmla="*/ 11 w 11"/>
                      <a:gd name="T3" fmla="*/ 1 h 3"/>
                      <a:gd name="T4" fmla="*/ 0 w 11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" h="3">
                        <a:moveTo>
                          <a:pt x="0" y="2"/>
                        </a:moveTo>
                        <a:cubicBezTo>
                          <a:pt x="4" y="0"/>
                          <a:pt x="7" y="2"/>
                          <a:pt x="11" y="1"/>
                        </a:cubicBezTo>
                        <a:cubicBezTo>
                          <a:pt x="8" y="3"/>
                          <a:pt x="4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8" name="Freeform 217"/>
                  <p:cNvSpPr/>
                  <p:nvPr/>
                </p:nvSpPr>
                <p:spPr bwMode="auto">
                  <a:xfrm>
                    <a:off x="5265" y="1492"/>
                    <a:ext cx="10" cy="16"/>
                  </a:xfrm>
                  <a:custGeom>
                    <a:avLst/>
                    <a:gdLst>
                      <a:gd name="T0" fmla="*/ 4 w 4"/>
                      <a:gd name="T1" fmla="*/ 7 h 7"/>
                      <a:gd name="T2" fmla="*/ 0 w 4"/>
                      <a:gd name="T3" fmla="*/ 0 h 7"/>
                      <a:gd name="T4" fmla="*/ 4 w 4"/>
                      <a:gd name="T5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7">
                        <a:moveTo>
                          <a:pt x="4" y="7"/>
                        </a:moveTo>
                        <a:cubicBezTo>
                          <a:pt x="1" y="6"/>
                          <a:pt x="1" y="2"/>
                          <a:pt x="0" y="0"/>
                        </a:cubicBezTo>
                        <a:cubicBezTo>
                          <a:pt x="3" y="1"/>
                          <a:pt x="3" y="5"/>
                          <a:pt x="4" y="7"/>
                        </a:cubicBezTo>
                        <a:close/>
                      </a:path>
                    </a:pathLst>
                  </a:custGeom>
                  <a:solidFill>
                    <a:srgbClr val="FEEE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69" name="Freeform 218"/>
                  <p:cNvSpPr/>
                  <p:nvPr/>
                </p:nvSpPr>
                <p:spPr bwMode="auto">
                  <a:xfrm>
                    <a:off x="4432" y="2784"/>
                    <a:ext cx="14" cy="10"/>
                  </a:xfrm>
                  <a:custGeom>
                    <a:avLst/>
                    <a:gdLst>
                      <a:gd name="T0" fmla="*/ 0 w 6"/>
                      <a:gd name="T1" fmla="*/ 0 h 4"/>
                      <a:gd name="T2" fmla="*/ 6 w 6"/>
                      <a:gd name="T3" fmla="*/ 3 h 4"/>
                      <a:gd name="T4" fmla="*/ 0 w 6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4">
                        <a:moveTo>
                          <a:pt x="0" y="0"/>
                        </a:moveTo>
                        <a:cubicBezTo>
                          <a:pt x="2" y="1"/>
                          <a:pt x="4" y="1"/>
                          <a:pt x="6" y="3"/>
                        </a:cubicBezTo>
                        <a:cubicBezTo>
                          <a:pt x="3" y="3"/>
                          <a:pt x="0" y="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0" name="Freeform 219"/>
                  <p:cNvSpPr/>
                  <p:nvPr/>
                </p:nvSpPr>
                <p:spPr bwMode="auto">
                  <a:xfrm>
                    <a:off x="4420" y="2197"/>
                    <a:ext cx="17" cy="10"/>
                  </a:xfrm>
                  <a:custGeom>
                    <a:avLst/>
                    <a:gdLst>
                      <a:gd name="T0" fmla="*/ 7 w 7"/>
                      <a:gd name="T1" fmla="*/ 0 h 4"/>
                      <a:gd name="T2" fmla="*/ 0 w 7"/>
                      <a:gd name="T3" fmla="*/ 4 h 4"/>
                      <a:gd name="T4" fmla="*/ 7 w 7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4">
                        <a:moveTo>
                          <a:pt x="7" y="0"/>
                        </a:moveTo>
                        <a:cubicBezTo>
                          <a:pt x="4" y="1"/>
                          <a:pt x="2" y="2"/>
                          <a:pt x="0" y="4"/>
                        </a:cubicBezTo>
                        <a:cubicBezTo>
                          <a:pt x="0" y="0"/>
                          <a:pt x="3" y="0"/>
                          <a:pt x="7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1" name="Freeform 220"/>
                  <p:cNvSpPr/>
                  <p:nvPr/>
                </p:nvSpPr>
                <p:spPr bwMode="auto">
                  <a:xfrm>
                    <a:off x="4622" y="2580"/>
                    <a:ext cx="7" cy="26"/>
                  </a:xfrm>
                  <a:custGeom>
                    <a:avLst/>
                    <a:gdLst>
                      <a:gd name="T0" fmla="*/ 2 w 3"/>
                      <a:gd name="T1" fmla="*/ 0 h 11"/>
                      <a:gd name="T2" fmla="*/ 1 w 3"/>
                      <a:gd name="T3" fmla="*/ 11 h 11"/>
                      <a:gd name="T4" fmla="*/ 2 w 3"/>
                      <a:gd name="T5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11">
                        <a:moveTo>
                          <a:pt x="2" y="0"/>
                        </a:moveTo>
                        <a:cubicBezTo>
                          <a:pt x="2" y="4"/>
                          <a:pt x="3" y="7"/>
                          <a:pt x="1" y="11"/>
                        </a:cubicBezTo>
                        <a:cubicBezTo>
                          <a:pt x="2" y="7"/>
                          <a:pt x="0" y="4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2" name="Freeform 221"/>
                  <p:cNvSpPr/>
                  <p:nvPr/>
                </p:nvSpPr>
                <p:spPr bwMode="auto">
                  <a:xfrm>
                    <a:off x="4866" y="2792"/>
                    <a:ext cx="26" cy="2"/>
                  </a:xfrm>
                  <a:custGeom>
                    <a:avLst/>
                    <a:gdLst>
                      <a:gd name="T0" fmla="*/ 0 w 11"/>
                      <a:gd name="T1" fmla="*/ 1 h 1"/>
                      <a:gd name="T2" fmla="*/ 4 w 11"/>
                      <a:gd name="T3" fmla="*/ 0 h 1"/>
                      <a:gd name="T4" fmla="*/ 11 w 11"/>
                      <a:gd name="T5" fmla="*/ 1 h 1"/>
                      <a:gd name="T6" fmla="*/ 0 w 11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1">
                        <a:moveTo>
                          <a:pt x="0" y="1"/>
                        </a:moveTo>
                        <a:cubicBezTo>
                          <a:pt x="1" y="0"/>
                          <a:pt x="3" y="1"/>
                          <a:pt x="4" y="0"/>
                        </a:cubicBezTo>
                        <a:cubicBezTo>
                          <a:pt x="6" y="1"/>
                          <a:pt x="9" y="0"/>
                          <a:pt x="11" y="1"/>
                        </a:cubicBezTo>
                        <a:cubicBezTo>
                          <a:pt x="7" y="1"/>
                          <a:pt x="3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3" name="Freeform 222"/>
                  <p:cNvSpPr/>
                  <p:nvPr/>
                </p:nvSpPr>
                <p:spPr bwMode="auto">
                  <a:xfrm>
                    <a:off x="4256" y="1727"/>
                    <a:ext cx="17" cy="17"/>
                  </a:xfrm>
                  <a:custGeom>
                    <a:avLst/>
                    <a:gdLst>
                      <a:gd name="T0" fmla="*/ 5 w 7"/>
                      <a:gd name="T1" fmla="*/ 0 h 7"/>
                      <a:gd name="T2" fmla="*/ 5 w 7"/>
                      <a:gd name="T3" fmla="*/ 7 h 7"/>
                      <a:gd name="T4" fmla="*/ 5 w 7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7">
                        <a:moveTo>
                          <a:pt x="5" y="0"/>
                        </a:moveTo>
                        <a:cubicBezTo>
                          <a:pt x="4" y="2"/>
                          <a:pt x="7" y="5"/>
                          <a:pt x="5" y="7"/>
                        </a:cubicBezTo>
                        <a:cubicBezTo>
                          <a:pt x="6" y="5"/>
                          <a:pt x="0" y="2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4" name="Freeform 223"/>
                  <p:cNvSpPr/>
                  <p:nvPr/>
                </p:nvSpPr>
                <p:spPr bwMode="auto">
                  <a:xfrm>
                    <a:off x="4541" y="1418"/>
                    <a:ext cx="17" cy="5"/>
                  </a:xfrm>
                  <a:custGeom>
                    <a:avLst/>
                    <a:gdLst>
                      <a:gd name="T0" fmla="*/ 7 w 7"/>
                      <a:gd name="T1" fmla="*/ 1 h 2"/>
                      <a:gd name="T2" fmla="*/ 0 w 7"/>
                      <a:gd name="T3" fmla="*/ 2 h 2"/>
                      <a:gd name="T4" fmla="*/ 7 w 7"/>
                      <a:gd name="T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2">
                        <a:moveTo>
                          <a:pt x="7" y="1"/>
                        </a:moveTo>
                        <a:cubicBezTo>
                          <a:pt x="5" y="2"/>
                          <a:pt x="3" y="2"/>
                          <a:pt x="0" y="2"/>
                        </a:cubicBezTo>
                        <a:cubicBezTo>
                          <a:pt x="2" y="0"/>
                          <a:pt x="5" y="1"/>
                          <a:pt x="7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5" name="Freeform 224"/>
                  <p:cNvSpPr/>
                  <p:nvPr/>
                </p:nvSpPr>
                <p:spPr bwMode="auto">
                  <a:xfrm>
                    <a:off x="4394" y="1504"/>
                    <a:ext cx="10" cy="12"/>
                  </a:xfrm>
                  <a:custGeom>
                    <a:avLst/>
                    <a:gdLst>
                      <a:gd name="T0" fmla="*/ 4 w 4"/>
                      <a:gd name="T1" fmla="*/ 0 h 5"/>
                      <a:gd name="T2" fmla="*/ 2 w 4"/>
                      <a:gd name="T3" fmla="*/ 5 h 5"/>
                      <a:gd name="T4" fmla="*/ 4 w 4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5">
                        <a:moveTo>
                          <a:pt x="4" y="0"/>
                        </a:moveTo>
                        <a:cubicBezTo>
                          <a:pt x="4" y="2"/>
                          <a:pt x="4" y="4"/>
                          <a:pt x="2" y="5"/>
                        </a:cubicBezTo>
                        <a:cubicBezTo>
                          <a:pt x="2" y="3"/>
                          <a:pt x="0" y="0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6" name="Freeform 225"/>
                  <p:cNvSpPr/>
                  <p:nvPr/>
                </p:nvSpPr>
                <p:spPr bwMode="auto">
                  <a:xfrm>
                    <a:off x="4525" y="1420"/>
                    <a:ext cx="16" cy="10"/>
                  </a:xfrm>
                  <a:custGeom>
                    <a:avLst/>
                    <a:gdLst>
                      <a:gd name="T0" fmla="*/ 7 w 7"/>
                      <a:gd name="T1" fmla="*/ 1 h 4"/>
                      <a:gd name="T2" fmla="*/ 0 w 7"/>
                      <a:gd name="T3" fmla="*/ 3 h 4"/>
                      <a:gd name="T4" fmla="*/ 7 w 7"/>
                      <a:gd name="T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4">
                        <a:moveTo>
                          <a:pt x="7" y="1"/>
                        </a:moveTo>
                        <a:cubicBezTo>
                          <a:pt x="5" y="4"/>
                          <a:pt x="2" y="3"/>
                          <a:pt x="0" y="3"/>
                        </a:cubicBezTo>
                        <a:cubicBezTo>
                          <a:pt x="2" y="0"/>
                          <a:pt x="4" y="2"/>
                          <a:pt x="7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7" name="Freeform 226"/>
                  <p:cNvSpPr/>
                  <p:nvPr/>
                </p:nvSpPr>
                <p:spPr bwMode="auto">
                  <a:xfrm>
                    <a:off x="4928" y="1218"/>
                    <a:ext cx="24" cy="5"/>
                  </a:xfrm>
                  <a:custGeom>
                    <a:avLst/>
                    <a:gdLst>
                      <a:gd name="T0" fmla="*/ 10 w 10"/>
                      <a:gd name="T1" fmla="*/ 2 h 2"/>
                      <a:gd name="T2" fmla="*/ 0 w 10"/>
                      <a:gd name="T3" fmla="*/ 2 h 2"/>
                      <a:gd name="T4" fmla="*/ 10 w 10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2">
                        <a:moveTo>
                          <a:pt x="10" y="2"/>
                        </a:moveTo>
                        <a:cubicBezTo>
                          <a:pt x="6" y="2"/>
                          <a:pt x="3" y="2"/>
                          <a:pt x="0" y="2"/>
                        </a:cubicBezTo>
                        <a:cubicBezTo>
                          <a:pt x="3" y="0"/>
                          <a:pt x="6" y="1"/>
                          <a:pt x="10" y="2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8" name="Freeform 227"/>
                  <p:cNvSpPr/>
                  <p:nvPr/>
                </p:nvSpPr>
                <p:spPr bwMode="auto">
                  <a:xfrm>
                    <a:off x="4254" y="1865"/>
                    <a:ext cx="5" cy="16"/>
                  </a:xfrm>
                  <a:custGeom>
                    <a:avLst/>
                    <a:gdLst>
                      <a:gd name="T0" fmla="*/ 2 w 2"/>
                      <a:gd name="T1" fmla="*/ 0 h 7"/>
                      <a:gd name="T2" fmla="*/ 2 w 2"/>
                      <a:gd name="T3" fmla="*/ 7 h 7"/>
                      <a:gd name="T4" fmla="*/ 2 w 2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7">
                        <a:moveTo>
                          <a:pt x="2" y="0"/>
                        </a:moveTo>
                        <a:cubicBezTo>
                          <a:pt x="2" y="2"/>
                          <a:pt x="2" y="5"/>
                          <a:pt x="2" y="7"/>
                        </a:cubicBezTo>
                        <a:cubicBezTo>
                          <a:pt x="0" y="5"/>
                          <a:pt x="0" y="2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79" name="Freeform 228"/>
                  <p:cNvSpPr/>
                  <p:nvPr/>
                </p:nvSpPr>
                <p:spPr bwMode="auto">
                  <a:xfrm>
                    <a:off x="4420" y="2459"/>
                    <a:ext cx="17" cy="5"/>
                  </a:xfrm>
                  <a:custGeom>
                    <a:avLst/>
                    <a:gdLst>
                      <a:gd name="T0" fmla="*/ 0 w 7"/>
                      <a:gd name="T1" fmla="*/ 0 h 2"/>
                      <a:gd name="T2" fmla="*/ 7 w 7"/>
                      <a:gd name="T3" fmla="*/ 2 h 2"/>
                      <a:gd name="T4" fmla="*/ 0 w 7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2">
                        <a:moveTo>
                          <a:pt x="0" y="0"/>
                        </a:moveTo>
                        <a:cubicBezTo>
                          <a:pt x="2" y="0"/>
                          <a:pt x="5" y="0"/>
                          <a:pt x="7" y="2"/>
                        </a:cubicBezTo>
                        <a:cubicBezTo>
                          <a:pt x="4" y="2"/>
                          <a:pt x="2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0" name="Freeform 229"/>
                  <p:cNvSpPr/>
                  <p:nvPr/>
                </p:nvSpPr>
                <p:spPr bwMode="auto">
                  <a:xfrm>
                    <a:off x="4444" y="2792"/>
                    <a:ext cx="19" cy="4"/>
                  </a:xfrm>
                  <a:custGeom>
                    <a:avLst/>
                    <a:gdLst>
                      <a:gd name="T0" fmla="*/ 0 w 8"/>
                      <a:gd name="T1" fmla="*/ 0 h 2"/>
                      <a:gd name="T2" fmla="*/ 8 w 8"/>
                      <a:gd name="T3" fmla="*/ 1 h 2"/>
                      <a:gd name="T4" fmla="*/ 0 w 8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2">
                        <a:moveTo>
                          <a:pt x="0" y="0"/>
                        </a:moveTo>
                        <a:cubicBezTo>
                          <a:pt x="3" y="0"/>
                          <a:pt x="6" y="0"/>
                          <a:pt x="8" y="1"/>
                        </a:cubicBezTo>
                        <a:cubicBezTo>
                          <a:pt x="6" y="1"/>
                          <a:pt x="3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1" name="Freeform 230"/>
                  <p:cNvSpPr/>
                  <p:nvPr/>
                </p:nvSpPr>
                <p:spPr bwMode="auto">
                  <a:xfrm>
                    <a:off x="4351" y="2328"/>
                    <a:ext cx="10" cy="12"/>
                  </a:xfrm>
                  <a:custGeom>
                    <a:avLst/>
                    <a:gdLst>
                      <a:gd name="T0" fmla="*/ 2 w 4"/>
                      <a:gd name="T1" fmla="*/ 0 h 5"/>
                      <a:gd name="T2" fmla="*/ 4 w 4"/>
                      <a:gd name="T3" fmla="*/ 3 h 5"/>
                      <a:gd name="T4" fmla="*/ 0 w 4"/>
                      <a:gd name="T5" fmla="*/ 2 h 5"/>
                      <a:gd name="T6" fmla="*/ 2 w 4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2" y="0"/>
                        </a:moveTo>
                        <a:cubicBezTo>
                          <a:pt x="2" y="1"/>
                          <a:pt x="2" y="3"/>
                          <a:pt x="4" y="3"/>
                        </a:cubicBezTo>
                        <a:cubicBezTo>
                          <a:pt x="2" y="5"/>
                          <a:pt x="1" y="3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2" name="Freeform 231"/>
                  <p:cNvSpPr/>
                  <p:nvPr/>
                </p:nvSpPr>
                <p:spPr bwMode="auto">
                  <a:xfrm>
                    <a:off x="4264" y="2376"/>
                    <a:ext cx="7" cy="9"/>
                  </a:xfrm>
                  <a:custGeom>
                    <a:avLst/>
                    <a:gdLst>
                      <a:gd name="T0" fmla="*/ 2 w 3"/>
                      <a:gd name="T1" fmla="*/ 0 h 4"/>
                      <a:gd name="T2" fmla="*/ 3 w 3"/>
                      <a:gd name="T3" fmla="*/ 4 h 4"/>
                      <a:gd name="T4" fmla="*/ 2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2" y="0"/>
                        </a:moveTo>
                        <a:cubicBezTo>
                          <a:pt x="2" y="1"/>
                          <a:pt x="3" y="2"/>
                          <a:pt x="3" y="4"/>
                        </a:cubicBezTo>
                        <a:cubicBezTo>
                          <a:pt x="1" y="3"/>
                          <a:pt x="0" y="2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3" name="Freeform 232"/>
                  <p:cNvSpPr/>
                  <p:nvPr/>
                </p:nvSpPr>
                <p:spPr bwMode="auto">
                  <a:xfrm>
                    <a:off x="4397" y="2445"/>
                    <a:ext cx="14" cy="9"/>
                  </a:xfrm>
                  <a:custGeom>
                    <a:avLst/>
                    <a:gdLst>
                      <a:gd name="T0" fmla="*/ 0 w 6"/>
                      <a:gd name="T1" fmla="*/ 0 h 4"/>
                      <a:gd name="T2" fmla="*/ 6 w 6"/>
                      <a:gd name="T3" fmla="*/ 3 h 4"/>
                      <a:gd name="T4" fmla="*/ 0 w 6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6" y="3"/>
                        </a:cubicBezTo>
                        <a:cubicBezTo>
                          <a:pt x="3" y="4"/>
                          <a:pt x="1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4" name="Freeform 233"/>
                  <p:cNvSpPr/>
                  <p:nvPr/>
                </p:nvSpPr>
                <p:spPr bwMode="auto">
                  <a:xfrm>
                    <a:off x="4451" y="2471"/>
                    <a:ext cx="14" cy="7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6 w 6"/>
                      <a:gd name="T3" fmla="*/ 2 h 3"/>
                      <a:gd name="T4" fmla="*/ 0 w 6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3">
                        <a:moveTo>
                          <a:pt x="0" y="0"/>
                        </a:moveTo>
                        <a:cubicBezTo>
                          <a:pt x="2" y="0"/>
                          <a:pt x="4" y="0"/>
                          <a:pt x="6" y="2"/>
                        </a:cubicBezTo>
                        <a:cubicBezTo>
                          <a:pt x="4" y="2"/>
                          <a:pt x="2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5" name="Freeform 234"/>
                  <p:cNvSpPr/>
                  <p:nvPr/>
                </p:nvSpPr>
                <p:spPr bwMode="auto">
                  <a:xfrm>
                    <a:off x="4306" y="1608"/>
                    <a:ext cx="5" cy="12"/>
                  </a:xfrm>
                  <a:custGeom>
                    <a:avLst/>
                    <a:gdLst>
                      <a:gd name="T0" fmla="*/ 2 w 2"/>
                      <a:gd name="T1" fmla="*/ 0 h 5"/>
                      <a:gd name="T2" fmla="*/ 0 w 2"/>
                      <a:gd name="T3" fmla="*/ 5 h 5"/>
                      <a:gd name="T4" fmla="*/ 2 w 2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5">
                        <a:moveTo>
                          <a:pt x="2" y="0"/>
                        </a:moveTo>
                        <a:cubicBezTo>
                          <a:pt x="2" y="2"/>
                          <a:pt x="2" y="4"/>
                          <a:pt x="0" y="5"/>
                        </a:cubicBezTo>
                        <a:cubicBezTo>
                          <a:pt x="0" y="3"/>
                          <a:pt x="0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6" name="Freeform 235"/>
                  <p:cNvSpPr/>
                  <p:nvPr/>
                </p:nvSpPr>
                <p:spPr bwMode="auto">
                  <a:xfrm>
                    <a:off x="4264" y="1706"/>
                    <a:ext cx="4" cy="19"/>
                  </a:xfrm>
                  <a:custGeom>
                    <a:avLst/>
                    <a:gdLst>
                      <a:gd name="T0" fmla="*/ 2 w 2"/>
                      <a:gd name="T1" fmla="*/ 0 h 8"/>
                      <a:gd name="T2" fmla="*/ 2 w 2"/>
                      <a:gd name="T3" fmla="*/ 8 h 8"/>
                      <a:gd name="T4" fmla="*/ 2 w 2"/>
                      <a:gd name="T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8">
                        <a:moveTo>
                          <a:pt x="2" y="0"/>
                        </a:moveTo>
                        <a:cubicBezTo>
                          <a:pt x="2" y="3"/>
                          <a:pt x="2" y="6"/>
                          <a:pt x="2" y="8"/>
                        </a:cubicBezTo>
                        <a:cubicBezTo>
                          <a:pt x="0" y="6"/>
                          <a:pt x="0" y="3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7" name="Freeform 236"/>
                  <p:cNvSpPr/>
                  <p:nvPr/>
                </p:nvSpPr>
                <p:spPr bwMode="auto">
                  <a:xfrm>
                    <a:off x="4423" y="1482"/>
                    <a:ext cx="9" cy="10"/>
                  </a:xfrm>
                  <a:custGeom>
                    <a:avLst/>
                    <a:gdLst>
                      <a:gd name="T0" fmla="*/ 4 w 4"/>
                      <a:gd name="T1" fmla="*/ 0 h 4"/>
                      <a:gd name="T2" fmla="*/ 0 w 4"/>
                      <a:gd name="T3" fmla="*/ 3 h 4"/>
                      <a:gd name="T4" fmla="*/ 4 w 4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4">
                        <a:moveTo>
                          <a:pt x="4" y="0"/>
                        </a:moveTo>
                        <a:cubicBezTo>
                          <a:pt x="4" y="3"/>
                          <a:pt x="3" y="4"/>
                          <a:pt x="0" y="3"/>
                        </a:cubicBezTo>
                        <a:cubicBezTo>
                          <a:pt x="1" y="2"/>
                          <a:pt x="2" y="1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8" name="Freeform 237"/>
                  <p:cNvSpPr/>
                  <p:nvPr/>
                </p:nvSpPr>
                <p:spPr bwMode="auto">
                  <a:xfrm>
                    <a:off x="4408" y="2739"/>
                    <a:ext cx="5" cy="19"/>
                  </a:xfrm>
                  <a:custGeom>
                    <a:avLst/>
                    <a:gdLst>
                      <a:gd name="T0" fmla="*/ 2 w 2"/>
                      <a:gd name="T1" fmla="*/ 0 h 8"/>
                      <a:gd name="T2" fmla="*/ 1 w 2"/>
                      <a:gd name="T3" fmla="*/ 8 h 8"/>
                      <a:gd name="T4" fmla="*/ 2 w 2"/>
                      <a:gd name="T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8">
                        <a:moveTo>
                          <a:pt x="2" y="0"/>
                        </a:moveTo>
                        <a:cubicBezTo>
                          <a:pt x="2" y="3"/>
                          <a:pt x="2" y="6"/>
                          <a:pt x="1" y="8"/>
                        </a:cubicBezTo>
                        <a:cubicBezTo>
                          <a:pt x="1" y="6"/>
                          <a:pt x="0" y="3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89" name="Freeform 238"/>
                  <p:cNvSpPr/>
                  <p:nvPr/>
                </p:nvSpPr>
                <p:spPr bwMode="auto">
                  <a:xfrm>
                    <a:off x="4420" y="2777"/>
                    <a:ext cx="12" cy="7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5 w 5"/>
                      <a:gd name="T3" fmla="*/ 3 h 3"/>
                      <a:gd name="T4" fmla="*/ 0 w 5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3">
                        <a:moveTo>
                          <a:pt x="0" y="0"/>
                        </a:moveTo>
                        <a:cubicBezTo>
                          <a:pt x="2" y="1"/>
                          <a:pt x="4" y="1"/>
                          <a:pt x="5" y="3"/>
                        </a:cubicBezTo>
                        <a:cubicBezTo>
                          <a:pt x="3" y="3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0" name="Freeform 239"/>
                  <p:cNvSpPr/>
                  <p:nvPr/>
                </p:nvSpPr>
                <p:spPr bwMode="auto">
                  <a:xfrm>
                    <a:off x="4247" y="1824"/>
                    <a:ext cx="7" cy="17"/>
                  </a:xfrm>
                  <a:custGeom>
                    <a:avLst/>
                    <a:gdLst>
                      <a:gd name="T0" fmla="*/ 2 w 3"/>
                      <a:gd name="T1" fmla="*/ 0 h 7"/>
                      <a:gd name="T2" fmla="*/ 3 w 3"/>
                      <a:gd name="T3" fmla="*/ 7 h 7"/>
                      <a:gd name="T4" fmla="*/ 2 w 3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7">
                        <a:moveTo>
                          <a:pt x="2" y="0"/>
                        </a:moveTo>
                        <a:cubicBezTo>
                          <a:pt x="2" y="3"/>
                          <a:pt x="2" y="5"/>
                          <a:pt x="3" y="7"/>
                        </a:cubicBezTo>
                        <a:cubicBezTo>
                          <a:pt x="0" y="5"/>
                          <a:pt x="1" y="3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1" name="Freeform 240"/>
                  <p:cNvSpPr/>
                  <p:nvPr/>
                </p:nvSpPr>
                <p:spPr bwMode="auto">
                  <a:xfrm>
                    <a:off x="4472" y="1447"/>
                    <a:ext cx="12" cy="7"/>
                  </a:xfrm>
                  <a:custGeom>
                    <a:avLst/>
                    <a:gdLst>
                      <a:gd name="T0" fmla="*/ 5 w 5"/>
                      <a:gd name="T1" fmla="*/ 1 h 3"/>
                      <a:gd name="T2" fmla="*/ 0 w 5"/>
                      <a:gd name="T3" fmla="*/ 3 h 3"/>
                      <a:gd name="T4" fmla="*/ 5 w 5"/>
                      <a:gd name="T5" fmla="*/ 0 h 3"/>
                      <a:gd name="T6" fmla="*/ 5 w 5"/>
                      <a:gd name="T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3">
                        <a:moveTo>
                          <a:pt x="5" y="1"/>
                        </a:moveTo>
                        <a:cubicBezTo>
                          <a:pt x="3" y="2"/>
                          <a:pt x="2" y="2"/>
                          <a:pt x="0" y="3"/>
                        </a:cubicBezTo>
                        <a:cubicBezTo>
                          <a:pt x="1" y="1"/>
                          <a:pt x="3" y="0"/>
                          <a:pt x="5" y="0"/>
                        </a:cubicBezTo>
                        <a:cubicBezTo>
                          <a:pt x="5" y="0"/>
                          <a:pt x="5" y="1"/>
                          <a:pt x="5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2" name="Freeform 241"/>
                  <p:cNvSpPr/>
                  <p:nvPr/>
                </p:nvSpPr>
                <p:spPr bwMode="auto">
                  <a:xfrm>
                    <a:off x="4411" y="2164"/>
                    <a:ext cx="9" cy="7"/>
                  </a:xfrm>
                  <a:custGeom>
                    <a:avLst/>
                    <a:gdLst>
                      <a:gd name="T0" fmla="*/ 0 w 4"/>
                      <a:gd name="T1" fmla="*/ 0 h 3"/>
                      <a:gd name="T2" fmla="*/ 4 w 4"/>
                      <a:gd name="T3" fmla="*/ 3 h 3"/>
                      <a:gd name="T4" fmla="*/ 0 w 4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0"/>
                        </a:moveTo>
                        <a:cubicBezTo>
                          <a:pt x="1" y="1"/>
                          <a:pt x="3" y="2"/>
                          <a:pt x="4" y="3"/>
                        </a:cubicBezTo>
                        <a:cubicBezTo>
                          <a:pt x="2" y="3"/>
                          <a:pt x="0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3" name="Freeform 242"/>
                  <p:cNvSpPr/>
                  <p:nvPr/>
                </p:nvSpPr>
                <p:spPr bwMode="auto">
                  <a:xfrm>
                    <a:off x="4629" y="1411"/>
                    <a:ext cx="12" cy="5"/>
                  </a:xfrm>
                  <a:custGeom>
                    <a:avLst/>
                    <a:gdLst>
                      <a:gd name="T0" fmla="*/ 5 w 5"/>
                      <a:gd name="T1" fmla="*/ 0 h 2"/>
                      <a:gd name="T2" fmla="*/ 0 w 5"/>
                      <a:gd name="T3" fmla="*/ 1 h 2"/>
                      <a:gd name="T4" fmla="*/ 5 w 5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2">
                        <a:moveTo>
                          <a:pt x="5" y="0"/>
                        </a:moveTo>
                        <a:cubicBezTo>
                          <a:pt x="4" y="2"/>
                          <a:pt x="2" y="2"/>
                          <a:pt x="0" y="1"/>
                        </a:cubicBezTo>
                        <a:cubicBezTo>
                          <a:pt x="2" y="0"/>
                          <a:pt x="3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4" name="Freeform 243"/>
                  <p:cNvSpPr/>
                  <p:nvPr/>
                </p:nvSpPr>
                <p:spPr bwMode="auto">
                  <a:xfrm>
                    <a:off x="4767" y="2794"/>
                    <a:ext cx="16" cy="5"/>
                  </a:xfrm>
                  <a:custGeom>
                    <a:avLst/>
                    <a:gdLst>
                      <a:gd name="T0" fmla="*/ 0 w 7"/>
                      <a:gd name="T1" fmla="*/ 0 h 2"/>
                      <a:gd name="T2" fmla="*/ 7 w 7"/>
                      <a:gd name="T3" fmla="*/ 1 h 2"/>
                      <a:gd name="T4" fmla="*/ 0 w 7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2">
                        <a:moveTo>
                          <a:pt x="0" y="0"/>
                        </a:moveTo>
                        <a:cubicBezTo>
                          <a:pt x="2" y="0"/>
                          <a:pt x="4" y="0"/>
                          <a:pt x="7" y="1"/>
                        </a:cubicBezTo>
                        <a:cubicBezTo>
                          <a:pt x="4" y="1"/>
                          <a:pt x="2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5" name="Freeform 244"/>
                  <p:cNvSpPr/>
                  <p:nvPr/>
                </p:nvSpPr>
                <p:spPr bwMode="auto">
                  <a:xfrm>
                    <a:off x="4525" y="2630"/>
                    <a:ext cx="16" cy="2"/>
                  </a:xfrm>
                  <a:custGeom>
                    <a:avLst/>
                    <a:gdLst>
                      <a:gd name="T0" fmla="*/ 7 w 7"/>
                      <a:gd name="T1" fmla="*/ 1 h 1"/>
                      <a:gd name="T2" fmla="*/ 0 w 7"/>
                      <a:gd name="T3" fmla="*/ 1 h 1"/>
                      <a:gd name="T4" fmla="*/ 7 w 7"/>
                      <a:gd name="T5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1">
                        <a:moveTo>
                          <a:pt x="7" y="1"/>
                        </a:moveTo>
                        <a:cubicBezTo>
                          <a:pt x="5" y="1"/>
                          <a:pt x="2" y="1"/>
                          <a:pt x="0" y="1"/>
                        </a:cubicBezTo>
                        <a:cubicBezTo>
                          <a:pt x="2" y="0"/>
                          <a:pt x="5" y="0"/>
                          <a:pt x="7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6" name="Freeform 245"/>
                  <p:cNvSpPr/>
                  <p:nvPr/>
                </p:nvSpPr>
                <p:spPr bwMode="auto">
                  <a:xfrm>
                    <a:off x="4461" y="1454"/>
                    <a:ext cx="11" cy="7"/>
                  </a:xfrm>
                  <a:custGeom>
                    <a:avLst/>
                    <a:gdLst>
                      <a:gd name="T0" fmla="*/ 5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3">
                        <a:moveTo>
                          <a:pt x="5" y="0"/>
                        </a:moveTo>
                        <a:cubicBezTo>
                          <a:pt x="4" y="1"/>
                          <a:pt x="2" y="3"/>
                          <a:pt x="0" y="3"/>
                        </a:cubicBezTo>
                        <a:cubicBezTo>
                          <a:pt x="1" y="1"/>
                          <a:pt x="3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7" name="Freeform 246"/>
                  <p:cNvSpPr/>
                  <p:nvPr/>
                </p:nvSpPr>
                <p:spPr bwMode="auto">
                  <a:xfrm>
                    <a:off x="4919" y="1316"/>
                    <a:ext cx="4" cy="14"/>
                  </a:xfrm>
                  <a:custGeom>
                    <a:avLst/>
                    <a:gdLst>
                      <a:gd name="T0" fmla="*/ 2 w 2"/>
                      <a:gd name="T1" fmla="*/ 0 h 6"/>
                      <a:gd name="T2" fmla="*/ 1 w 2"/>
                      <a:gd name="T3" fmla="*/ 6 h 6"/>
                      <a:gd name="T4" fmla="*/ 2 w 2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6">
                        <a:moveTo>
                          <a:pt x="2" y="0"/>
                        </a:moveTo>
                        <a:cubicBezTo>
                          <a:pt x="2" y="2"/>
                          <a:pt x="1" y="4"/>
                          <a:pt x="1" y="6"/>
                        </a:cubicBezTo>
                        <a:cubicBezTo>
                          <a:pt x="0" y="4"/>
                          <a:pt x="0" y="2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8" name="Freeform 247"/>
                  <p:cNvSpPr/>
                  <p:nvPr/>
                </p:nvSpPr>
                <p:spPr bwMode="auto">
                  <a:xfrm>
                    <a:off x="4954" y="2727"/>
                    <a:ext cx="5" cy="12"/>
                  </a:xfrm>
                  <a:custGeom>
                    <a:avLst/>
                    <a:gdLst>
                      <a:gd name="T0" fmla="*/ 1 w 2"/>
                      <a:gd name="T1" fmla="*/ 5 h 5"/>
                      <a:gd name="T2" fmla="*/ 0 w 2"/>
                      <a:gd name="T3" fmla="*/ 0 h 5"/>
                      <a:gd name="T4" fmla="*/ 1 w 2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5">
                        <a:moveTo>
                          <a:pt x="1" y="5"/>
                        </a:moveTo>
                        <a:cubicBezTo>
                          <a:pt x="0" y="4"/>
                          <a:pt x="1" y="1"/>
                          <a:pt x="0" y="0"/>
                        </a:cubicBezTo>
                        <a:cubicBezTo>
                          <a:pt x="2" y="1"/>
                          <a:pt x="1" y="3"/>
                          <a:pt x="1" y="5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99" name="Freeform 248"/>
                  <p:cNvSpPr/>
                  <p:nvPr/>
                </p:nvSpPr>
                <p:spPr bwMode="auto">
                  <a:xfrm>
                    <a:off x="4805" y="2794"/>
                    <a:ext cx="9" cy="7"/>
                  </a:xfrm>
                  <a:custGeom>
                    <a:avLst/>
                    <a:gdLst>
                      <a:gd name="T0" fmla="*/ 0 w 4"/>
                      <a:gd name="T1" fmla="*/ 1 h 3"/>
                      <a:gd name="T2" fmla="*/ 4 w 4"/>
                      <a:gd name="T3" fmla="*/ 1 h 3"/>
                      <a:gd name="T4" fmla="*/ 0 w 4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1"/>
                        </a:moveTo>
                        <a:cubicBezTo>
                          <a:pt x="1" y="0"/>
                          <a:pt x="3" y="1"/>
                          <a:pt x="4" y="1"/>
                        </a:cubicBezTo>
                        <a:cubicBezTo>
                          <a:pt x="3" y="3"/>
                          <a:pt x="1" y="3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0" name="Freeform 249"/>
                  <p:cNvSpPr/>
                  <p:nvPr/>
                </p:nvSpPr>
                <p:spPr bwMode="auto">
                  <a:xfrm>
                    <a:off x="4280" y="1658"/>
                    <a:ext cx="7" cy="12"/>
                  </a:xfrm>
                  <a:custGeom>
                    <a:avLst/>
                    <a:gdLst>
                      <a:gd name="T0" fmla="*/ 2 w 3"/>
                      <a:gd name="T1" fmla="*/ 0 h 5"/>
                      <a:gd name="T2" fmla="*/ 0 w 3"/>
                      <a:gd name="T3" fmla="*/ 5 h 5"/>
                      <a:gd name="T4" fmla="*/ 2 w 3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2" y="0"/>
                        </a:moveTo>
                        <a:cubicBezTo>
                          <a:pt x="2" y="2"/>
                          <a:pt x="3" y="4"/>
                          <a:pt x="0" y="5"/>
                        </a:cubicBezTo>
                        <a:cubicBezTo>
                          <a:pt x="1" y="3"/>
                          <a:pt x="1" y="2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1" name="Freeform 250"/>
                  <p:cNvSpPr/>
                  <p:nvPr/>
                </p:nvSpPr>
                <p:spPr bwMode="auto">
                  <a:xfrm>
                    <a:off x="4698" y="2787"/>
                    <a:ext cx="14" cy="2"/>
                  </a:xfrm>
                  <a:custGeom>
                    <a:avLst/>
                    <a:gdLst>
                      <a:gd name="T0" fmla="*/ 0 w 6"/>
                      <a:gd name="T1" fmla="*/ 1 h 1"/>
                      <a:gd name="T2" fmla="*/ 6 w 6"/>
                      <a:gd name="T3" fmla="*/ 1 h 1"/>
                      <a:gd name="T4" fmla="*/ 0 w 6"/>
                      <a:gd name="T5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1">
                        <a:moveTo>
                          <a:pt x="0" y="1"/>
                        </a:moveTo>
                        <a:cubicBezTo>
                          <a:pt x="2" y="0"/>
                          <a:pt x="4" y="0"/>
                          <a:pt x="6" y="1"/>
                        </a:cubicBezTo>
                        <a:cubicBezTo>
                          <a:pt x="4" y="1"/>
                          <a:pt x="2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2" name="Freeform 251"/>
                  <p:cNvSpPr/>
                  <p:nvPr/>
                </p:nvSpPr>
                <p:spPr bwMode="auto">
                  <a:xfrm>
                    <a:off x="4570" y="2623"/>
                    <a:ext cx="14" cy="5"/>
                  </a:xfrm>
                  <a:custGeom>
                    <a:avLst/>
                    <a:gdLst>
                      <a:gd name="T0" fmla="*/ 6 w 6"/>
                      <a:gd name="T1" fmla="*/ 0 h 2"/>
                      <a:gd name="T2" fmla="*/ 0 w 6"/>
                      <a:gd name="T3" fmla="*/ 1 h 2"/>
                      <a:gd name="T4" fmla="*/ 6 w 6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2">
                        <a:moveTo>
                          <a:pt x="6" y="0"/>
                        </a:moveTo>
                        <a:cubicBezTo>
                          <a:pt x="4" y="2"/>
                          <a:pt x="2" y="1"/>
                          <a:pt x="0" y="1"/>
                        </a:cubicBezTo>
                        <a:cubicBezTo>
                          <a:pt x="2" y="0"/>
                          <a:pt x="4" y="1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3" name="Freeform 252"/>
                  <p:cNvSpPr/>
                  <p:nvPr/>
                </p:nvSpPr>
                <p:spPr bwMode="auto">
                  <a:xfrm>
                    <a:off x="4294" y="1627"/>
                    <a:ext cx="8" cy="10"/>
                  </a:xfrm>
                  <a:custGeom>
                    <a:avLst/>
                    <a:gdLst>
                      <a:gd name="T0" fmla="*/ 3 w 3"/>
                      <a:gd name="T1" fmla="*/ 0 h 4"/>
                      <a:gd name="T2" fmla="*/ 0 w 3"/>
                      <a:gd name="T3" fmla="*/ 4 h 4"/>
                      <a:gd name="T4" fmla="*/ 3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2" y="3"/>
                          <a:pt x="0" y="4"/>
                        </a:cubicBezTo>
                        <a:cubicBezTo>
                          <a:pt x="0" y="2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4" name="Freeform 253"/>
                  <p:cNvSpPr/>
                  <p:nvPr/>
                </p:nvSpPr>
                <p:spPr bwMode="auto">
                  <a:xfrm>
                    <a:off x="4487" y="2792"/>
                    <a:ext cx="14" cy="4"/>
                  </a:xfrm>
                  <a:custGeom>
                    <a:avLst/>
                    <a:gdLst>
                      <a:gd name="T0" fmla="*/ 0 w 6"/>
                      <a:gd name="T1" fmla="*/ 1 h 2"/>
                      <a:gd name="T2" fmla="*/ 5 w 6"/>
                      <a:gd name="T3" fmla="*/ 0 h 2"/>
                      <a:gd name="T4" fmla="*/ 6 w 6"/>
                      <a:gd name="T5" fmla="*/ 1 h 2"/>
                      <a:gd name="T6" fmla="*/ 0 w 6"/>
                      <a:gd name="T7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2">
                        <a:moveTo>
                          <a:pt x="0" y="1"/>
                        </a:moveTo>
                        <a:cubicBezTo>
                          <a:pt x="2" y="0"/>
                          <a:pt x="4" y="1"/>
                          <a:pt x="5" y="0"/>
                        </a:cubicBezTo>
                        <a:cubicBezTo>
                          <a:pt x="6" y="0"/>
                          <a:pt x="6" y="0"/>
                          <a:pt x="6" y="1"/>
                        </a:cubicBezTo>
                        <a:cubicBezTo>
                          <a:pt x="5" y="2"/>
                          <a:pt x="2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5" name="Freeform 254"/>
                  <p:cNvSpPr/>
                  <p:nvPr/>
                </p:nvSpPr>
                <p:spPr bwMode="auto">
                  <a:xfrm>
                    <a:off x="4408" y="2761"/>
                    <a:ext cx="5" cy="14"/>
                  </a:xfrm>
                  <a:custGeom>
                    <a:avLst/>
                    <a:gdLst>
                      <a:gd name="T0" fmla="*/ 1 w 2"/>
                      <a:gd name="T1" fmla="*/ 0 h 6"/>
                      <a:gd name="T2" fmla="*/ 2 w 2"/>
                      <a:gd name="T3" fmla="*/ 6 h 6"/>
                      <a:gd name="T4" fmla="*/ 1 w 2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6">
                        <a:moveTo>
                          <a:pt x="1" y="0"/>
                        </a:moveTo>
                        <a:cubicBezTo>
                          <a:pt x="2" y="2"/>
                          <a:pt x="2" y="4"/>
                          <a:pt x="2" y="6"/>
                        </a:cubicBezTo>
                        <a:cubicBezTo>
                          <a:pt x="0" y="4"/>
                          <a:pt x="1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6" name="Freeform 255"/>
                  <p:cNvSpPr/>
                  <p:nvPr/>
                </p:nvSpPr>
                <p:spPr bwMode="auto">
                  <a:xfrm>
                    <a:off x="4347" y="2102"/>
                    <a:ext cx="7" cy="10"/>
                  </a:xfrm>
                  <a:custGeom>
                    <a:avLst/>
                    <a:gdLst>
                      <a:gd name="T0" fmla="*/ 0 w 3"/>
                      <a:gd name="T1" fmla="*/ 0 h 4"/>
                      <a:gd name="T2" fmla="*/ 3 w 3"/>
                      <a:gd name="T3" fmla="*/ 4 h 4"/>
                      <a:gd name="T4" fmla="*/ 0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0" y="0"/>
                        </a:moveTo>
                        <a:cubicBezTo>
                          <a:pt x="2" y="1"/>
                          <a:pt x="2" y="3"/>
                          <a:pt x="3" y="4"/>
                        </a:cubicBezTo>
                        <a:cubicBezTo>
                          <a:pt x="1" y="4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7" name="Freeform 256"/>
                  <p:cNvSpPr/>
                  <p:nvPr/>
                </p:nvSpPr>
                <p:spPr bwMode="auto">
                  <a:xfrm>
                    <a:off x="4363" y="1535"/>
                    <a:ext cx="5" cy="7"/>
                  </a:xfrm>
                  <a:custGeom>
                    <a:avLst/>
                    <a:gdLst>
                      <a:gd name="T0" fmla="*/ 2 w 2"/>
                      <a:gd name="T1" fmla="*/ 0 h 3"/>
                      <a:gd name="T2" fmla="*/ 2 w 2"/>
                      <a:gd name="T3" fmla="*/ 2 h 3"/>
                      <a:gd name="T4" fmla="*/ 0 w 2"/>
                      <a:gd name="T5" fmla="*/ 3 h 3"/>
                      <a:gd name="T6" fmla="*/ 2 w 2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3">
                        <a:moveTo>
                          <a:pt x="2" y="0"/>
                        </a:moveTo>
                        <a:cubicBezTo>
                          <a:pt x="2" y="0"/>
                          <a:pt x="2" y="1"/>
                          <a:pt x="2" y="2"/>
                        </a:cubicBezTo>
                        <a:cubicBezTo>
                          <a:pt x="1" y="3"/>
                          <a:pt x="1" y="3"/>
                          <a:pt x="0" y="3"/>
                        </a:cubicBezTo>
                        <a:cubicBezTo>
                          <a:pt x="0" y="2"/>
                          <a:pt x="0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8" name="Freeform 257"/>
                  <p:cNvSpPr/>
                  <p:nvPr/>
                </p:nvSpPr>
                <p:spPr bwMode="auto">
                  <a:xfrm>
                    <a:off x="4477" y="2661"/>
                    <a:ext cx="7" cy="12"/>
                  </a:xfrm>
                  <a:custGeom>
                    <a:avLst/>
                    <a:gdLst>
                      <a:gd name="T0" fmla="*/ 2 w 3"/>
                      <a:gd name="T1" fmla="*/ 0 h 5"/>
                      <a:gd name="T2" fmla="*/ 1 w 3"/>
                      <a:gd name="T3" fmla="*/ 5 h 5"/>
                      <a:gd name="T4" fmla="*/ 2 w 3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2" y="0"/>
                        </a:moveTo>
                        <a:cubicBezTo>
                          <a:pt x="2" y="2"/>
                          <a:pt x="3" y="4"/>
                          <a:pt x="1" y="5"/>
                        </a:cubicBezTo>
                        <a:cubicBezTo>
                          <a:pt x="1" y="3"/>
                          <a:pt x="0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09" name="Freeform 258"/>
                  <p:cNvSpPr/>
                  <p:nvPr/>
                </p:nvSpPr>
                <p:spPr bwMode="auto">
                  <a:xfrm>
                    <a:off x="4743" y="1385"/>
                    <a:ext cx="14" cy="7"/>
                  </a:xfrm>
                  <a:custGeom>
                    <a:avLst/>
                    <a:gdLst>
                      <a:gd name="T0" fmla="*/ 6 w 6"/>
                      <a:gd name="T1" fmla="*/ 2 h 3"/>
                      <a:gd name="T2" fmla="*/ 0 w 6"/>
                      <a:gd name="T3" fmla="*/ 1 h 3"/>
                      <a:gd name="T4" fmla="*/ 6 w 6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3">
                        <a:moveTo>
                          <a:pt x="6" y="2"/>
                        </a:moveTo>
                        <a:cubicBezTo>
                          <a:pt x="4" y="2"/>
                          <a:pt x="2" y="3"/>
                          <a:pt x="0" y="1"/>
                        </a:cubicBezTo>
                        <a:cubicBezTo>
                          <a:pt x="2" y="1"/>
                          <a:pt x="4" y="0"/>
                          <a:pt x="6" y="2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0" name="Freeform 259"/>
                  <p:cNvSpPr/>
                  <p:nvPr/>
                </p:nvSpPr>
                <p:spPr bwMode="auto">
                  <a:xfrm>
                    <a:off x="4254" y="1886"/>
                    <a:ext cx="5" cy="14"/>
                  </a:xfrm>
                  <a:custGeom>
                    <a:avLst/>
                    <a:gdLst>
                      <a:gd name="T0" fmla="*/ 2 w 2"/>
                      <a:gd name="T1" fmla="*/ 0 h 6"/>
                      <a:gd name="T2" fmla="*/ 2 w 2"/>
                      <a:gd name="T3" fmla="*/ 6 h 6"/>
                      <a:gd name="T4" fmla="*/ 2 w 2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6">
                        <a:moveTo>
                          <a:pt x="2" y="0"/>
                        </a:moveTo>
                        <a:cubicBezTo>
                          <a:pt x="2" y="2"/>
                          <a:pt x="2" y="4"/>
                          <a:pt x="2" y="6"/>
                        </a:cubicBezTo>
                        <a:cubicBezTo>
                          <a:pt x="0" y="4"/>
                          <a:pt x="0" y="2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1" name="Freeform 260"/>
                  <p:cNvSpPr/>
                  <p:nvPr/>
                </p:nvSpPr>
                <p:spPr bwMode="auto">
                  <a:xfrm>
                    <a:off x="4477" y="2694"/>
                    <a:ext cx="7" cy="7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  <a:gd name="T4" fmla="*/ 0 w 3"/>
                      <a:gd name="T5" fmla="*/ 3 h 3"/>
                      <a:gd name="T6" fmla="*/ 0 w 3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1" y="1"/>
                          <a:pt x="2" y="2"/>
                          <a:pt x="3" y="3"/>
                        </a:cubicBezTo>
                        <a:cubicBezTo>
                          <a:pt x="2" y="3"/>
                          <a:pt x="1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2" name="Freeform 261"/>
                  <p:cNvSpPr/>
                  <p:nvPr/>
                </p:nvSpPr>
                <p:spPr bwMode="auto">
                  <a:xfrm>
                    <a:off x="4283" y="2390"/>
                    <a:ext cx="7" cy="7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  <a:gd name="T4" fmla="*/ 0 w 3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3"/>
                        </a:cubicBezTo>
                        <a:cubicBezTo>
                          <a:pt x="1" y="3"/>
                          <a:pt x="0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3" name="Freeform 262"/>
                  <p:cNvSpPr/>
                  <p:nvPr/>
                </p:nvSpPr>
                <p:spPr bwMode="auto">
                  <a:xfrm>
                    <a:off x="4432" y="2188"/>
                    <a:ext cx="10" cy="5"/>
                  </a:xfrm>
                  <a:custGeom>
                    <a:avLst/>
                    <a:gdLst>
                      <a:gd name="T0" fmla="*/ 0 w 4"/>
                      <a:gd name="T1" fmla="*/ 0 h 2"/>
                      <a:gd name="T2" fmla="*/ 4 w 4"/>
                      <a:gd name="T3" fmla="*/ 2 h 2"/>
                      <a:gd name="T4" fmla="*/ 0 w 4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4" y="2"/>
                        </a:cubicBezTo>
                        <a:cubicBezTo>
                          <a:pt x="2" y="2"/>
                          <a:pt x="1" y="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4" name="Freeform 263"/>
                  <p:cNvSpPr/>
                  <p:nvPr/>
                </p:nvSpPr>
                <p:spPr bwMode="auto">
                  <a:xfrm>
                    <a:off x="4290" y="1637"/>
                    <a:ext cx="7" cy="9"/>
                  </a:xfrm>
                  <a:custGeom>
                    <a:avLst/>
                    <a:gdLst>
                      <a:gd name="T0" fmla="*/ 2 w 3"/>
                      <a:gd name="T1" fmla="*/ 0 h 4"/>
                      <a:gd name="T2" fmla="*/ 1 w 3"/>
                      <a:gd name="T3" fmla="*/ 4 h 4"/>
                      <a:gd name="T4" fmla="*/ 2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2" y="0"/>
                        </a:moveTo>
                        <a:cubicBezTo>
                          <a:pt x="2" y="1"/>
                          <a:pt x="3" y="3"/>
                          <a:pt x="1" y="4"/>
                        </a:cubicBezTo>
                        <a:cubicBezTo>
                          <a:pt x="1" y="3"/>
                          <a:pt x="0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5" name="Freeform 264"/>
                  <p:cNvSpPr/>
                  <p:nvPr/>
                </p:nvSpPr>
                <p:spPr bwMode="auto">
                  <a:xfrm>
                    <a:off x="4332" y="2088"/>
                    <a:ext cx="8" cy="7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2 w 3"/>
                      <a:gd name="T3" fmla="*/ 1 h 3"/>
                      <a:gd name="T4" fmla="*/ 3 w 3"/>
                      <a:gd name="T5" fmla="*/ 3 h 3"/>
                      <a:gd name="T6" fmla="*/ 0 w 3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2" y="1"/>
                        </a:cubicBezTo>
                        <a:cubicBezTo>
                          <a:pt x="3" y="1"/>
                          <a:pt x="3" y="2"/>
                          <a:pt x="3" y="3"/>
                        </a:cubicBezTo>
                        <a:cubicBezTo>
                          <a:pt x="1" y="3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6" name="Freeform 265"/>
                  <p:cNvSpPr/>
                  <p:nvPr/>
                </p:nvSpPr>
                <p:spPr bwMode="auto">
                  <a:xfrm>
                    <a:off x="4696" y="1387"/>
                    <a:ext cx="11" cy="7"/>
                  </a:xfrm>
                  <a:custGeom>
                    <a:avLst/>
                    <a:gdLst>
                      <a:gd name="T0" fmla="*/ 5 w 5"/>
                      <a:gd name="T1" fmla="*/ 1 h 3"/>
                      <a:gd name="T2" fmla="*/ 0 w 5"/>
                      <a:gd name="T3" fmla="*/ 2 h 3"/>
                      <a:gd name="T4" fmla="*/ 5 w 5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3">
                        <a:moveTo>
                          <a:pt x="5" y="1"/>
                        </a:moveTo>
                        <a:cubicBezTo>
                          <a:pt x="4" y="3"/>
                          <a:pt x="2" y="2"/>
                          <a:pt x="0" y="2"/>
                        </a:cubicBezTo>
                        <a:cubicBezTo>
                          <a:pt x="1" y="0"/>
                          <a:pt x="3" y="1"/>
                          <a:pt x="5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7" name="Freeform 266"/>
                  <p:cNvSpPr/>
                  <p:nvPr/>
                </p:nvSpPr>
                <p:spPr bwMode="auto">
                  <a:xfrm>
                    <a:off x="4261" y="1922"/>
                    <a:ext cx="5" cy="9"/>
                  </a:xfrm>
                  <a:custGeom>
                    <a:avLst/>
                    <a:gdLst>
                      <a:gd name="T0" fmla="*/ 1 w 2"/>
                      <a:gd name="T1" fmla="*/ 0 h 4"/>
                      <a:gd name="T2" fmla="*/ 2 w 2"/>
                      <a:gd name="T3" fmla="*/ 4 h 4"/>
                      <a:gd name="T4" fmla="*/ 1 w 2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4">
                        <a:moveTo>
                          <a:pt x="1" y="0"/>
                        </a:moveTo>
                        <a:cubicBezTo>
                          <a:pt x="2" y="1"/>
                          <a:pt x="1" y="3"/>
                          <a:pt x="2" y="4"/>
                        </a:cubicBezTo>
                        <a:cubicBezTo>
                          <a:pt x="0" y="3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8" name="Freeform 267"/>
                  <p:cNvSpPr/>
                  <p:nvPr/>
                </p:nvSpPr>
                <p:spPr bwMode="auto">
                  <a:xfrm>
                    <a:off x="5151" y="1342"/>
                    <a:ext cx="5" cy="10"/>
                  </a:xfrm>
                  <a:custGeom>
                    <a:avLst/>
                    <a:gdLst>
                      <a:gd name="T0" fmla="*/ 2 w 2"/>
                      <a:gd name="T1" fmla="*/ 4 h 4"/>
                      <a:gd name="T2" fmla="*/ 0 w 2"/>
                      <a:gd name="T3" fmla="*/ 0 h 4"/>
                      <a:gd name="T4" fmla="*/ 2 w 2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4">
                        <a:moveTo>
                          <a:pt x="2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  <a:cubicBezTo>
                          <a:pt x="1" y="1"/>
                          <a:pt x="2" y="2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19" name="Freeform 268"/>
                  <p:cNvSpPr/>
                  <p:nvPr/>
                </p:nvSpPr>
                <p:spPr bwMode="auto">
                  <a:xfrm>
                    <a:off x="4297" y="2015"/>
                    <a:ext cx="5" cy="9"/>
                  </a:xfrm>
                  <a:custGeom>
                    <a:avLst/>
                    <a:gdLst>
                      <a:gd name="T0" fmla="*/ 0 w 2"/>
                      <a:gd name="T1" fmla="*/ 0 h 4"/>
                      <a:gd name="T2" fmla="*/ 2 w 2"/>
                      <a:gd name="T3" fmla="*/ 4 h 4"/>
                      <a:gd name="T4" fmla="*/ 0 w 2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4">
                        <a:moveTo>
                          <a:pt x="0" y="0"/>
                        </a:moveTo>
                        <a:cubicBezTo>
                          <a:pt x="1" y="1"/>
                          <a:pt x="2" y="2"/>
                          <a:pt x="2" y="4"/>
                        </a:cubicBezTo>
                        <a:cubicBezTo>
                          <a:pt x="0" y="3"/>
                          <a:pt x="0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0" name="Freeform 269"/>
                  <p:cNvSpPr/>
                  <p:nvPr/>
                </p:nvSpPr>
                <p:spPr bwMode="auto">
                  <a:xfrm>
                    <a:off x="4292" y="2005"/>
                    <a:ext cx="5" cy="10"/>
                  </a:xfrm>
                  <a:custGeom>
                    <a:avLst/>
                    <a:gdLst>
                      <a:gd name="T0" fmla="*/ 0 w 2"/>
                      <a:gd name="T1" fmla="*/ 0 h 4"/>
                      <a:gd name="T2" fmla="*/ 2 w 2"/>
                      <a:gd name="T3" fmla="*/ 4 h 4"/>
                      <a:gd name="T4" fmla="*/ 0 w 2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4">
                        <a:moveTo>
                          <a:pt x="0" y="0"/>
                        </a:moveTo>
                        <a:cubicBezTo>
                          <a:pt x="1" y="1"/>
                          <a:pt x="2" y="2"/>
                          <a:pt x="2" y="4"/>
                        </a:cubicBezTo>
                        <a:cubicBezTo>
                          <a:pt x="0" y="3"/>
                          <a:pt x="0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1" name="Freeform 270"/>
                  <p:cNvSpPr/>
                  <p:nvPr/>
                </p:nvSpPr>
                <p:spPr bwMode="auto">
                  <a:xfrm>
                    <a:off x="4278" y="1981"/>
                    <a:ext cx="5" cy="7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  <a:gd name="T4" fmla="*/ 0 w 2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2" y="0"/>
                          <a:pt x="2" y="2"/>
                          <a:pt x="2" y="3"/>
                        </a:cubicBezTo>
                        <a:cubicBezTo>
                          <a:pt x="1" y="2"/>
                          <a:pt x="1" y="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2" name="Freeform 271"/>
                  <p:cNvSpPr/>
                  <p:nvPr/>
                </p:nvSpPr>
                <p:spPr bwMode="auto">
                  <a:xfrm>
                    <a:off x="4484" y="1439"/>
                    <a:ext cx="10" cy="5"/>
                  </a:xfrm>
                  <a:custGeom>
                    <a:avLst/>
                    <a:gdLst>
                      <a:gd name="T0" fmla="*/ 4 w 4"/>
                      <a:gd name="T1" fmla="*/ 1 h 2"/>
                      <a:gd name="T2" fmla="*/ 0 w 4"/>
                      <a:gd name="T3" fmla="*/ 2 h 2"/>
                      <a:gd name="T4" fmla="*/ 4 w 4"/>
                      <a:gd name="T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4" y="1"/>
                        </a:moveTo>
                        <a:cubicBezTo>
                          <a:pt x="3" y="2"/>
                          <a:pt x="1" y="2"/>
                          <a:pt x="0" y="2"/>
                        </a:cubicBezTo>
                        <a:cubicBezTo>
                          <a:pt x="1" y="1"/>
                          <a:pt x="2" y="0"/>
                          <a:pt x="4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3" name="Freeform 272"/>
                  <p:cNvSpPr/>
                  <p:nvPr/>
                </p:nvSpPr>
                <p:spPr bwMode="auto">
                  <a:xfrm>
                    <a:off x="4268" y="1955"/>
                    <a:ext cx="5" cy="12"/>
                  </a:xfrm>
                  <a:custGeom>
                    <a:avLst/>
                    <a:gdLst>
                      <a:gd name="T0" fmla="*/ 1 w 2"/>
                      <a:gd name="T1" fmla="*/ 0 h 5"/>
                      <a:gd name="T2" fmla="*/ 2 w 2"/>
                      <a:gd name="T3" fmla="*/ 5 h 5"/>
                      <a:gd name="T4" fmla="*/ 1 w 2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5">
                        <a:moveTo>
                          <a:pt x="1" y="0"/>
                        </a:moveTo>
                        <a:cubicBezTo>
                          <a:pt x="2" y="1"/>
                          <a:pt x="1" y="3"/>
                          <a:pt x="2" y="5"/>
                        </a:cubicBezTo>
                        <a:cubicBezTo>
                          <a:pt x="0" y="4"/>
                          <a:pt x="1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4" name="Freeform 273"/>
                  <p:cNvSpPr/>
                  <p:nvPr/>
                </p:nvSpPr>
                <p:spPr bwMode="auto">
                  <a:xfrm>
                    <a:off x="4935" y="1304"/>
                    <a:ext cx="10" cy="5"/>
                  </a:xfrm>
                  <a:custGeom>
                    <a:avLst/>
                    <a:gdLst>
                      <a:gd name="T0" fmla="*/ 0 w 4"/>
                      <a:gd name="T1" fmla="*/ 0 h 2"/>
                      <a:gd name="T2" fmla="*/ 4 w 4"/>
                      <a:gd name="T3" fmla="*/ 1 h 2"/>
                      <a:gd name="T4" fmla="*/ 0 w 4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4" y="1"/>
                        </a:cubicBezTo>
                        <a:cubicBezTo>
                          <a:pt x="2" y="2"/>
                          <a:pt x="1" y="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5" name="Freeform 274"/>
                  <p:cNvSpPr/>
                  <p:nvPr/>
                </p:nvSpPr>
                <p:spPr bwMode="auto">
                  <a:xfrm>
                    <a:off x="5066" y="1285"/>
                    <a:ext cx="7" cy="7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  <a:gd name="T4" fmla="*/ 3 w 3"/>
                      <a:gd name="T5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2" y="2"/>
                          <a:pt x="1" y="1"/>
                          <a:pt x="0" y="0"/>
                        </a:cubicBezTo>
                        <a:cubicBezTo>
                          <a:pt x="2" y="0"/>
                          <a:pt x="3" y="1"/>
                          <a:pt x="3" y="3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6" name="Freeform 275"/>
                  <p:cNvSpPr/>
                  <p:nvPr/>
                </p:nvSpPr>
                <p:spPr bwMode="auto">
                  <a:xfrm>
                    <a:off x="4556" y="2495"/>
                    <a:ext cx="9" cy="4"/>
                  </a:xfrm>
                  <a:custGeom>
                    <a:avLst/>
                    <a:gdLst>
                      <a:gd name="T0" fmla="*/ 0 w 4"/>
                      <a:gd name="T1" fmla="*/ 1 h 2"/>
                      <a:gd name="T2" fmla="*/ 4 w 4"/>
                      <a:gd name="T3" fmla="*/ 1 h 2"/>
                      <a:gd name="T4" fmla="*/ 0 w 4"/>
                      <a:gd name="T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0" y="1"/>
                        </a:moveTo>
                        <a:cubicBezTo>
                          <a:pt x="1" y="1"/>
                          <a:pt x="3" y="0"/>
                          <a:pt x="4" y="1"/>
                        </a:cubicBezTo>
                        <a:cubicBezTo>
                          <a:pt x="3" y="1"/>
                          <a:pt x="1" y="2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7" name="Freeform 276"/>
                  <p:cNvSpPr/>
                  <p:nvPr/>
                </p:nvSpPr>
                <p:spPr bwMode="auto">
                  <a:xfrm>
                    <a:off x="4249" y="1801"/>
                    <a:ext cx="5" cy="12"/>
                  </a:xfrm>
                  <a:custGeom>
                    <a:avLst/>
                    <a:gdLst>
                      <a:gd name="T0" fmla="*/ 2 w 2"/>
                      <a:gd name="T1" fmla="*/ 0 h 5"/>
                      <a:gd name="T2" fmla="*/ 1 w 2"/>
                      <a:gd name="T3" fmla="*/ 5 h 5"/>
                      <a:gd name="T4" fmla="*/ 2 w 2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5">
                        <a:moveTo>
                          <a:pt x="2" y="0"/>
                        </a:moveTo>
                        <a:cubicBezTo>
                          <a:pt x="2" y="1"/>
                          <a:pt x="2" y="3"/>
                          <a:pt x="1" y="5"/>
                        </a:cubicBezTo>
                        <a:cubicBezTo>
                          <a:pt x="1" y="3"/>
                          <a:pt x="0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8" name="Freeform 277"/>
                  <p:cNvSpPr/>
                  <p:nvPr/>
                </p:nvSpPr>
                <p:spPr bwMode="auto">
                  <a:xfrm>
                    <a:off x="5127" y="1368"/>
                    <a:ext cx="214" cy="551"/>
                  </a:xfrm>
                  <a:custGeom>
                    <a:avLst/>
                    <a:gdLst>
                      <a:gd name="T0" fmla="*/ 23 w 90"/>
                      <a:gd name="T1" fmla="*/ 14 h 232"/>
                      <a:gd name="T2" fmla="*/ 33 w 90"/>
                      <a:gd name="T3" fmla="*/ 25 h 232"/>
                      <a:gd name="T4" fmla="*/ 51 w 90"/>
                      <a:gd name="T5" fmla="*/ 49 h 232"/>
                      <a:gd name="T6" fmla="*/ 59 w 90"/>
                      <a:gd name="T7" fmla="*/ 67 h 232"/>
                      <a:gd name="T8" fmla="*/ 64 w 90"/>
                      <a:gd name="T9" fmla="*/ 74 h 232"/>
                      <a:gd name="T10" fmla="*/ 67 w 90"/>
                      <a:gd name="T11" fmla="*/ 84 h 232"/>
                      <a:gd name="T12" fmla="*/ 73 w 90"/>
                      <a:gd name="T13" fmla="*/ 96 h 232"/>
                      <a:gd name="T14" fmla="*/ 81 w 90"/>
                      <a:gd name="T15" fmla="*/ 120 h 232"/>
                      <a:gd name="T16" fmla="*/ 88 w 90"/>
                      <a:gd name="T17" fmla="*/ 155 h 232"/>
                      <a:gd name="T18" fmla="*/ 90 w 90"/>
                      <a:gd name="T19" fmla="*/ 186 h 232"/>
                      <a:gd name="T20" fmla="*/ 88 w 90"/>
                      <a:gd name="T21" fmla="*/ 217 h 232"/>
                      <a:gd name="T22" fmla="*/ 85 w 90"/>
                      <a:gd name="T23" fmla="*/ 229 h 232"/>
                      <a:gd name="T24" fmla="*/ 84 w 90"/>
                      <a:gd name="T25" fmla="*/ 229 h 232"/>
                      <a:gd name="T26" fmla="*/ 78 w 90"/>
                      <a:gd name="T27" fmla="*/ 231 h 232"/>
                      <a:gd name="T28" fmla="*/ 78 w 90"/>
                      <a:gd name="T29" fmla="*/ 225 h 232"/>
                      <a:gd name="T30" fmla="*/ 74 w 90"/>
                      <a:gd name="T31" fmla="*/ 226 h 232"/>
                      <a:gd name="T32" fmla="*/ 73 w 90"/>
                      <a:gd name="T33" fmla="*/ 222 h 232"/>
                      <a:gd name="T34" fmla="*/ 71 w 90"/>
                      <a:gd name="T35" fmla="*/ 218 h 232"/>
                      <a:gd name="T36" fmla="*/ 75 w 90"/>
                      <a:gd name="T37" fmla="*/ 214 h 232"/>
                      <a:gd name="T38" fmla="*/ 77 w 90"/>
                      <a:gd name="T39" fmla="*/ 214 h 232"/>
                      <a:gd name="T40" fmla="*/ 71 w 90"/>
                      <a:gd name="T41" fmla="*/ 207 h 232"/>
                      <a:gd name="T42" fmla="*/ 70 w 90"/>
                      <a:gd name="T43" fmla="*/ 176 h 232"/>
                      <a:gd name="T44" fmla="*/ 66 w 90"/>
                      <a:gd name="T45" fmla="*/ 142 h 232"/>
                      <a:gd name="T46" fmla="*/ 63 w 90"/>
                      <a:gd name="T47" fmla="*/ 122 h 232"/>
                      <a:gd name="T48" fmla="*/ 61 w 90"/>
                      <a:gd name="T49" fmla="*/ 118 h 232"/>
                      <a:gd name="T50" fmla="*/ 46 w 90"/>
                      <a:gd name="T51" fmla="*/ 85 h 232"/>
                      <a:gd name="T52" fmla="*/ 47 w 90"/>
                      <a:gd name="T53" fmla="*/ 81 h 232"/>
                      <a:gd name="T54" fmla="*/ 48 w 90"/>
                      <a:gd name="T55" fmla="*/ 80 h 232"/>
                      <a:gd name="T56" fmla="*/ 41 w 90"/>
                      <a:gd name="T57" fmla="*/ 68 h 232"/>
                      <a:gd name="T58" fmla="*/ 40 w 90"/>
                      <a:gd name="T59" fmla="*/ 68 h 232"/>
                      <a:gd name="T60" fmla="*/ 39 w 90"/>
                      <a:gd name="T61" fmla="*/ 66 h 232"/>
                      <a:gd name="T62" fmla="*/ 39 w 90"/>
                      <a:gd name="T63" fmla="*/ 62 h 232"/>
                      <a:gd name="T64" fmla="*/ 35 w 90"/>
                      <a:gd name="T65" fmla="*/ 58 h 232"/>
                      <a:gd name="T66" fmla="*/ 35 w 90"/>
                      <a:gd name="T67" fmla="*/ 58 h 232"/>
                      <a:gd name="T68" fmla="*/ 26 w 90"/>
                      <a:gd name="T69" fmla="*/ 45 h 232"/>
                      <a:gd name="T70" fmla="*/ 26 w 90"/>
                      <a:gd name="T71" fmla="*/ 45 h 232"/>
                      <a:gd name="T72" fmla="*/ 16 w 90"/>
                      <a:gd name="T73" fmla="*/ 35 h 232"/>
                      <a:gd name="T74" fmla="*/ 12 w 90"/>
                      <a:gd name="T75" fmla="*/ 31 h 232"/>
                      <a:gd name="T76" fmla="*/ 12 w 90"/>
                      <a:gd name="T77" fmla="*/ 31 h 232"/>
                      <a:gd name="T78" fmla="*/ 14 w 90"/>
                      <a:gd name="T79" fmla="*/ 20 h 232"/>
                      <a:gd name="T80" fmla="*/ 7 w 90"/>
                      <a:gd name="T81" fmla="*/ 21 h 232"/>
                      <a:gd name="T82" fmla="*/ 3 w 90"/>
                      <a:gd name="T83" fmla="*/ 15 h 232"/>
                      <a:gd name="T84" fmla="*/ 2 w 90"/>
                      <a:gd name="T85" fmla="*/ 12 h 232"/>
                      <a:gd name="T86" fmla="*/ 8 w 90"/>
                      <a:gd name="T87" fmla="*/ 3 h 232"/>
                      <a:gd name="T88" fmla="*/ 9 w 90"/>
                      <a:gd name="T89" fmla="*/ 3 h 232"/>
                      <a:gd name="T90" fmla="*/ 13 w 90"/>
                      <a:gd name="T91" fmla="*/ 3 h 232"/>
                      <a:gd name="T92" fmla="*/ 11 w 90"/>
                      <a:gd name="T93" fmla="*/ 7 h 232"/>
                      <a:gd name="T94" fmla="*/ 19 w 90"/>
                      <a:gd name="T95" fmla="*/ 11 h 232"/>
                      <a:gd name="T96" fmla="*/ 23 w 90"/>
                      <a:gd name="T97" fmla="*/ 14 h 2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90" h="232">
                        <a:moveTo>
                          <a:pt x="23" y="14"/>
                        </a:moveTo>
                        <a:cubicBezTo>
                          <a:pt x="27" y="18"/>
                          <a:pt x="31" y="21"/>
                          <a:pt x="33" y="25"/>
                        </a:cubicBezTo>
                        <a:cubicBezTo>
                          <a:pt x="39" y="34"/>
                          <a:pt x="46" y="40"/>
                          <a:pt x="51" y="49"/>
                        </a:cubicBezTo>
                        <a:cubicBezTo>
                          <a:pt x="54" y="54"/>
                          <a:pt x="58" y="60"/>
                          <a:pt x="59" y="67"/>
                        </a:cubicBezTo>
                        <a:cubicBezTo>
                          <a:pt x="60" y="70"/>
                          <a:pt x="62" y="72"/>
                          <a:pt x="64" y="74"/>
                        </a:cubicBezTo>
                        <a:cubicBezTo>
                          <a:pt x="66" y="77"/>
                          <a:pt x="67" y="80"/>
                          <a:pt x="67" y="84"/>
                        </a:cubicBezTo>
                        <a:cubicBezTo>
                          <a:pt x="68" y="89"/>
                          <a:pt x="70" y="93"/>
                          <a:pt x="73" y="96"/>
                        </a:cubicBezTo>
                        <a:cubicBezTo>
                          <a:pt x="75" y="105"/>
                          <a:pt x="77" y="112"/>
                          <a:pt x="81" y="120"/>
                        </a:cubicBezTo>
                        <a:cubicBezTo>
                          <a:pt x="85" y="131"/>
                          <a:pt x="87" y="143"/>
                          <a:pt x="88" y="155"/>
                        </a:cubicBezTo>
                        <a:cubicBezTo>
                          <a:pt x="89" y="165"/>
                          <a:pt x="89" y="176"/>
                          <a:pt x="90" y="186"/>
                        </a:cubicBezTo>
                        <a:cubicBezTo>
                          <a:pt x="90" y="197"/>
                          <a:pt x="88" y="207"/>
                          <a:pt x="88" y="217"/>
                        </a:cubicBezTo>
                        <a:cubicBezTo>
                          <a:pt x="87" y="221"/>
                          <a:pt x="86" y="225"/>
                          <a:pt x="85" y="229"/>
                        </a:cubicBezTo>
                        <a:cubicBezTo>
                          <a:pt x="85" y="229"/>
                          <a:pt x="84" y="229"/>
                          <a:pt x="84" y="229"/>
                        </a:cubicBezTo>
                        <a:cubicBezTo>
                          <a:pt x="82" y="231"/>
                          <a:pt x="80" y="232"/>
                          <a:pt x="78" y="231"/>
                        </a:cubicBezTo>
                        <a:cubicBezTo>
                          <a:pt x="75" y="229"/>
                          <a:pt x="79" y="227"/>
                          <a:pt x="78" y="225"/>
                        </a:cubicBezTo>
                        <a:cubicBezTo>
                          <a:pt x="77" y="225"/>
                          <a:pt x="76" y="227"/>
                          <a:pt x="74" y="226"/>
                        </a:cubicBezTo>
                        <a:cubicBezTo>
                          <a:pt x="72" y="225"/>
                          <a:pt x="71" y="224"/>
                          <a:pt x="73" y="222"/>
                        </a:cubicBezTo>
                        <a:cubicBezTo>
                          <a:pt x="72" y="221"/>
                          <a:pt x="72" y="220"/>
                          <a:pt x="71" y="218"/>
                        </a:cubicBezTo>
                        <a:cubicBezTo>
                          <a:pt x="70" y="215"/>
                          <a:pt x="71" y="213"/>
                          <a:pt x="75" y="214"/>
                        </a:cubicBezTo>
                        <a:cubicBezTo>
                          <a:pt x="75" y="215"/>
                          <a:pt x="76" y="215"/>
                          <a:pt x="77" y="214"/>
                        </a:cubicBezTo>
                        <a:cubicBezTo>
                          <a:pt x="76" y="211"/>
                          <a:pt x="74" y="208"/>
                          <a:pt x="71" y="207"/>
                        </a:cubicBezTo>
                        <a:cubicBezTo>
                          <a:pt x="69" y="197"/>
                          <a:pt x="71" y="186"/>
                          <a:pt x="70" y="176"/>
                        </a:cubicBezTo>
                        <a:cubicBezTo>
                          <a:pt x="70" y="165"/>
                          <a:pt x="70" y="154"/>
                          <a:pt x="66" y="142"/>
                        </a:cubicBezTo>
                        <a:cubicBezTo>
                          <a:pt x="64" y="136"/>
                          <a:pt x="61" y="129"/>
                          <a:pt x="63" y="122"/>
                        </a:cubicBezTo>
                        <a:cubicBezTo>
                          <a:pt x="63" y="121"/>
                          <a:pt x="61" y="119"/>
                          <a:pt x="61" y="118"/>
                        </a:cubicBezTo>
                        <a:cubicBezTo>
                          <a:pt x="57" y="106"/>
                          <a:pt x="52" y="96"/>
                          <a:pt x="46" y="85"/>
                        </a:cubicBezTo>
                        <a:cubicBezTo>
                          <a:pt x="47" y="83"/>
                          <a:pt x="45" y="82"/>
                          <a:pt x="47" y="81"/>
                        </a:cubicBezTo>
                        <a:cubicBezTo>
                          <a:pt x="47" y="81"/>
                          <a:pt x="48" y="81"/>
                          <a:pt x="48" y="80"/>
                        </a:cubicBezTo>
                        <a:cubicBezTo>
                          <a:pt x="43" y="78"/>
                          <a:pt x="44" y="72"/>
                          <a:pt x="41" y="68"/>
                        </a:cubicBezTo>
                        <a:cubicBezTo>
                          <a:pt x="41" y="68"/>
                          <a:pt x="40" y="68"/>
                          <a:pt x="40" y="68"/>
                        </a:cubicBezTo>
                        <a:cubicBezTo>
                          <a:pt x="39" y="67"/>
                          <a:pt x="39" y="66"/>
                          <a:pt x="39" y="66"/>
                        </a:cubicBezTo>
                        <a:cubicBezTo>
                          <a:pt x="39" y="65"/>
                          <a:pt x="41" y="64"/>
                          <a:pt x="39" y="62"/>
                        </a:cubicBezTo>
                        <a:cubicBezTo>
                          <a:pt x="37" y="62"/>
                          <a:pt x="36" y="59"/>
                          <a:pt x="35" y="58"/>
                        </a:cubicBezTo>
                        <a:cubicBezTo>
                          <a:pt x="35" y="58"/>
                          <a:pt x="35" y="58"/>
                          <a:pt x="35" y="58"/>
                        </a:cubicBezTo>
                        <a:cubicBezTo>
                          <a:pt x="34" y="52"/>
                          <a:pt x="28" y="50"/>
                          <a:pt x="26" y="45"/>
                        </a:cubicBezTo>
                        <a:cubicBezTo>
                          <a:pt x="26" y="45"/>
                          <a:pt x="26" y="45"/>
                          <a:pt x="26" y="45"/>
                        </a:cubicBezTo>
                        <a:cubicBezTo>
                          <a:pt x="23" y="42"/>
                          <a:pt x="18" y="40"/>
                          <a:pt x="16" y="35"/>
                        </a:cubicBezTo>
                        <a:cubicBezTo>
                          <a:pt x="16" y="33"/>
                          <a:pt x="14" y="32"/>
                          <a:pt x="12" y="31"/>
                        </a:cubicBezTo>
                        <a:cubicBezTo>
                          <a:pt x="12" y="31"/>
                          <a:pt x="12" y="31"/>
                          <a:pt x="12" y="31"/>
                        </a:cubicBezTo>
                        <a:cubicBezTo>
                          <a:pt x="10" y="27"/>
                          <a:pt x="14" y="24"/>
                          <a:pt x="14" y="20"/>
                        </a:cubicBezTo>
                        <a:cubicBezTo>
                          <a:pt x="12" y="20"/>
                          <a:pt x="9" y="21"/>
                          <a:pt x="7" y="21"/>
                        </a:cubicBezTo>
                        <a:cubicBezTo>
                          <a:pt x="2" y="21"/>
                          <a:pt x="0" y="19"/>
                          <a:pt x="3" y="15"/>
                        </a:cubicBezTo>
                        <a:cubicBezTo>
                          <a:pt x="3" y="14"/>
                          <a:pt x="3" y="13"/>
                          <a:pt x="2" y="12"/>
                        </a:cubicBezTo>
                        <a:cubicBezTo>
                          <a:pt x="0" y="7"/>
                          <a:pt x="2" y="3"/>
                          <a:pt x="8" y="3"/>
                        </a:cubicBezTo>
                        <a:cubicBezTo>
                          <a:pt x="8" y="3"/>
                          <a:pt x="8" y="3"/>
                          <a:pt x="9" y="3"/>
                        </a:cubicBezTo>
                        <a:cubicBezTo>
                          <a:pt x="10" y="2"/>
                          <a:pt x="12" y="0"/>
                          <a:pt x="13" y="3"/>
                        </a:cubicBezTo>
                        <a:cubicBezTo>
                          <a:pt x="14" y="5"/>
                          <a:pt x="12" y="6"/>
                          <a:pt x="11" y="7"/>
                        </a:cubicBezTo>
                        <a:cubicBezTo>
                          <a:pt x="13" y="9"/>
                          <a:pt x="15" y="12"/>
                          <a:pt x="19" y="11"/>
                        </a:cubicBezTo>
                        <a:cubicBezTo>
                          <a:pt x="21" y="11"/>
                          <a:pt x="22" y="13"/>
                          <a:pt x="23" y="14"/>
                        </a:cubicBezTo>
                        <a:close/>
                      </a:path>
                    </a:pathLst>
                  </a:custGeom>
                  <a:solidFill>
                    <a:srgbClr val="FECE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29" name="Freeform 278"/>
                  <p:cNvSpPr/>
                  <p:nvPr/>
                </p:nvSpPr>
                <p:spPr bwMode="auto">
                  <a:xfrm>
                    <a:off x="5101" y="2041"/>
                    <a:ext cx="190" cy="268"/>
                  </a:xfrm>
                  <a:custGeom>
                    <a:avLst/>
                    <a:gdLst>
                      <a:gd name="T0" fmla="*/ 65 w 80"/>
                      <a:gd name="T1" fmla="*/ 4 h 113"/>
                      <a:gd name="T2" fmla="*/ 66 w 80"/>
                      <a:gd name="T3" fmla="*/ 1 h 113"/>
                      <a:gd name="T4" fmla="*/ 69 w 80"/>
                      <a:gd name="T5" fmla="*/ 5 h 113"/>
                      <a:gd name="T6" fmla="*/ 72 w 80"/>
                      <a:gd name="T7" fmla="*/ 3 h 113"/>
                      <a:gd name="T8" fmla="*/ 72 w 80"/>
                      <a:gd name="T9" fmla="*/ 4 h 113"/>
                      <a:gd name="T10" fmla="*/ 77 w 80"/>
                      <a:gd name="T11" fmla="*/ 2 h 113"/>
                      <a:gd name="T12" fmla="*/ 79 w 80"/>
                      <a:gd name="T13" fmla="*/ 4 h 113"/>
                      <a:gd name="T14" fmla="*/ 77 w 80"/>
                      <a:gd name="T15" fmla="*/ 11 h 113"/>
                      <a:gd name="T16" fmla="*/ 76 w 80"/>
                      <a:gd name="T17" fmla="*/ 16 h 113"/>
                      <a:gd name="T18" fmla="*/ 67 w 80"/>
                      <a:gd name="T19" fmla="*/ 34 h 113"/>
                      <a:gd name="T20" fmla="*/ 58 w 80"/>
                      <a:gd name="T21" fmla="*/ 53 h 113"/>
                      <a:gd name="T22" fmla="*/ 38 w 80"/>
                      <a:gd name="T23" fmla="*/ 79 h 113"/>
                      <a:gd name="T24" fmla="*/ 32 w 80"/>
                      <a:gd name="T25" fmla="*/ 88 h 113"/>
                      <a:gd name="T26" fmla="*/ 10 w 80"/>
                      <a:gd name="T27" fmla="*/ 109 h 113"/>
                      <a:gd name="T28" fmla="*/ 9 w 80"/>
                      <a:gd name="T29" fmla="*/ 110 h 113"/>
                      <a:gd name="T30" fmla="*/ 2 w 80"/>
                      <a:gd name="T31" fmla="*/ 111 h 113"/>
                      <a:gd name="T32" fmla="*/ 5 w 80"/>
                      <a:gd name="T33" fmla="*/ 106 h 113"/>
                      <a:gd name="T34" fmla="*/ 37 w 80"/>
                      <a:gd name="T35" fmla="*/ 60 h 113"/>
                      <a:gd name="T36" fmla="*/ 61 w 80"/>
                      <a:gd name="T37" fmla="*/ 12 h 113"/>
                      <a:gd name="T38" fmla="*/ 65 w 80"/>
                      <a:gd name="T39" fmla="*/ 4 h 1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0" h="113">
                        <a:moveTo>
                          <a:pt x="65" y="4"/>
                        </a:moveTo>
                        <a:cubicBezTo>
                          <a:pt x="65" y="3"/>
                          <a:pt x="65" y="2"/>
                          <a:pt x="66" y="1"/>
                        </a:cubicBezTo>
                        <a:cubicBezTo>
                          <a:pt x="70" y="0"/>
                          <a:pt x="67" y="4"/>
                          <a:pt x="69" y="5"/>
                        </a:cubicBezTo>
                        <a:cubicBezTo>
                          <a:pt x="70" y="5"/>
                          <a:pt x="70" y="3"/>
                          <a:pt x="72" y="3"/>
                        </a:cubicBezTo>
                        <a:cubicBezTo>
                          <a:pt x="72" y="3"/>
                          <a:pt x="72" y="4"/>
                          <a:pt x="72" y="4"/>
                        </a:cubicBezTo>
                        <a:cubicBezTo>
                          <a:pt x="73" y="1"/>
                          <a:pt x="75" y="2"/>
                          <a:pt x="77" y="2"/>
                        </a:cubicBezTo>
                        <a:cubicBezTo>
                          <a:pt x="78" y="2"/>
                          <a:pt x="78" y="3"/>
                          <a:pt x="79" y="4"/>
                        </a:cubicBezTo>
                        <a:cubicBezTo>
                          <a:pt x="80" y="7"/>
                          <a:pt x="78" y="9"/>
                          <a:pt x="77" y="11"/>
                        </a:cubicBezTo>
                        <a:cubicBezTo>
                          <a:pt x="77" y="13"/>
                          <a:pt x="77" y="14"/>
                          <a:pt x="76" y="16"/>
                        </a:cubicBezTo>
                        <a:cubicBezTo>
                          <a:pt x="73" y="22"/>
                          <a:pt x="70" y="28"/>
                          <a:pt x="67" y="34"/>
                        </a:cubicBezTo>
                        <a:cubicBezTo>
                          <a:pt x="64" y="40"/>
                          <a:pt x="61" y="47"/>
                          <a:pt x="58" y="53"/>
                        </a:cubicBezTo>
                        <a:cubicBezTo>
                          <a:pt x="52" y="63"/>
                          <a:pt x="46" y="72"/>
                          <a:pt x="38" y="79"/>
                        </a:cubicBezTo>
                        <a:cubicBezTo>
                          <a:pt x="35" y="82"/>
                          <a:pt x="34" y="85"/>
                          <a:pt x="32" y="88"/>
                        </a:cubicBezTo>
                        <a:cubicBezTo>
                          <a:pt x="25" y="96"/>
                          <a:pt x="17" y="103"/>
                          <a:pt x="10" y="109"/>
                        </a:cubicBezTo>
                        <a:cubicBezTo>
                          <a:pt x="9" y="109"/>
                          <a:pt x="9" y="110"/>
                          <a:pt x="9" y="110"/>
                        </a:cubicBezTo>
                        <a:cubicBezTo>
                          <a:pt x="7" y="111"/>
                          <a:pt x="4" y="113"/>
                          <a:pt x="2" y="111"/>
                        </a:cubicBezTo>
                        <a:cubicBezTo>
                          <a:pt x="0" y="109"/>
                          <a:pt x="3" y="107"/>
                          <a:pt x="5" y="106"/>
                        </a:cubicBezTo>
                        <a:cubicBezTo>
                          <a:pt x="17" y="91"/>
                          <a:pt x="27" y="76"/>
                          <a:pt x="37" y="60"/>
                        </a:cubicBezTo>
                        <a:cubicBezTo>
                          <a:pt x="46" y="45"/>
                          <a:pt x="53" y="28"/>
                          <a:pt x="61" y="12"/>
                        </a:cubicBezTo>
                        <a:cubicBezTo>
                          <a:pt x="64" y="10"/>
                          <a:pt x="63" y="7"/>
                          <a:pt x="65" y="4"/>
                        </a:cubicBezTo>
                        <a:close/>
                      </a:path>
                    </a:pathLst>
                  </a:custGeom>
                  <a:solidFill>
                    <a:srgbClr val="FED0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0" name="Freeform 279"/>
                  <p:cNvSpPr/>
                  <p:nvPr/>
                </p:nvSpPr>
                <p:spPr bwMode="auto">
                  <a:xfrm>
                    <a:off x="4907" y="1223"/>
                    <a:ext cx="190" cy="136"/>
                  </a:xfrm>
                  <a:custGeom>
                    <a:avLst/>
                    <a:gdLst>
                      <a:gd name="T0" fmla="*/ 71 w 80"/>
                      <a:gd name="T1" fmla="*/ 32 h 57"/>
                      <a:gd name="T2" fmla="*/ 73 w 80"/>
                      <a:gd name="T3" fmla="*/ 34 h 57"/>
                      <a:gd name="T4" fmla="*/ 78 w 80"/>
                      <a:gd name="T5" fmla="*/ 37 h 57"/>
                      <a:gd name="T6" fmla="*/ 78 w 80"/>
                      <a:gd name="T7" fmla="*/ 37 h 57"/>
                      <a:gd name="T8" fmla="*/ 79 w 80"/>
                      <a:gd name="T9" fmla="*/ 40 h 57"/>
                      <a:gd name="T10" fmla="*/ 77 w 80"/>
                      <a:gd name="T11" fmla="*/ 42 h 57"/>
                      <a:gd name="T12" fmla="*/ 76 w 80"/>
                      <a:gd name="T13" fmla="*/ 45 h 57"/>
                      <a:gd name="T14" fmla="*/ 72 w 80"/>
                      <a:gd name="T15" fmla="*/ 42 h 57"/>
                      <a:gd name="T16" fmla="*/ 69 w 80"/>
                      <a:gd name="T17" fmla="*/ 40 h 57"/>
                      <a:gd name="T18" fmla="*/ 68 w 80"/>
                      <a:gd name="T19" fmla="*/ 43 h 57"/>
                      <a:gd name="T20" fmla="*/ 66 w 80"/>
                      <a:gd name="T21" fmla="*/ 47 h 57"/>
                      <a:gd name="T22" fmla="*/ 65 w 80"/>
                      <a:gd name="T23" fmla="*/ 49 h 57"/>
                      <a:gd name="T24" fmla="*/ 63 w 80"/>
                      <a:gd name="T25" fmla="*/ 54 h 57"/>
                      <a:gd name="T26" fmla="*/ 60 w 80"/>
                      <a:gd name="T27" fmla="*/ 55 h 57"/>
                      <a:gd name="T28" fmla="*/ 57 w 80"/>
                      <a:gd name="T29" fmla="*/ 49 h 57"/>
                      <a:gd name="T30" fmla="*/ 56 w 80"/>
                      <a:gd name="T31" fmla="*/ 49 h 57"/>
                      <a:gd name="T32" fmla="*/ 54 w 80"/>
                      <a:gd name="T33" fmla="*/ 49 h 57"/>
                      <a:gd name="T34" fmla="*/ 50 w 80"/>
                      <a:gd name="T35" fmla="*/ 45 h 57"/>
                      <a:gd name="T36" fmla="*/ 43 w 80"/>
                      <a:gd name="T37" fmla="*/ 41 h 57"/>
                      <a:gd name="T38" fmla="*/ 37 w 80"/>
                      <a:gd name="T39" fmla="*/ 35 h 57"/>
                      <a:gd name="T40" fmla="*/ 35 w 80"/>
                      <a:gd name="T41" fmla="*/ 34 h 57"/>
                      <a:gd name="T42" fmla="*/ 26 w 80"/>
                      <a:gd name="T43" fmla="*/ 28 h 57"/>
                      <a:gd name="T44" fmla="*/ 7 w 80"/>
                      <a:gd name="T45" fmla="*/ 20 h 57"/>
                      <a:gd name="T46" fmla="*/ 2 w 80"/>
                      <a:gd name="T47" fmla="*/ 8 h 57"/>
                      <a:gd name="T48" fmla="*/ 17 w 80"/>
                      <a:gd name="T49" fmla="*/ 2 h 57"/>
                      <a:gd name="T50" fmla="*/ 25 w 80"/>
                      <a:gd name="T51" fmla="*/ 2 h 57"/>
                      <a:gd name="T52" fmla="*/ 26 w 80"/>
                      <a:gd name="T53" fmla="*/ 10 h 57"/>
                      <a:gd name="T54" fmla="*/ 32 w 80"/>
                      <a:gd name="T55" fmla="*/ 5 h 57"/>
                      <a:gd name="T56" fmla="*/ 39 w 80"/>
                      <a:gd name="T57" fmla="*/ 13 h 57"/>
                      <a:gd name="T58" fmla="*/ 37 w 80"/>
                      <a:gd name="T59" fmla="*/ 17 h 57"/>
                      <a:gd name="T60" fmla="*/ 37 w 80"/>
                      <a:gd name="T61" fmla="*/ 17 h 57"/>
                      <a:gd name="T62" fmla="*/ 38 w 80"/>
                      <a:gd name="T63" fmla="*/ 17 h 57"/>
                      <a:gd name="T64" fmla="*/ 52 w 80"/>
                      <a:gd name="T65" fmla="*/ 20 h 57"/>
                      <a:gd name="T66" fmla="*/ 59 w 80"/>
                      <a:gd name="T67" fmla="*/ 24 h 57"/>
                      <a:gd name="T68" fmla="*/ 70 w 80"/>
                      <a:gd name="T69" fmla="*/ 31 h 57"/>
                      <a:gd name="T70" fmla="*/ 71 w 80"/>
                      <a:gd name="T71" fmla="*/ 32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80" h="57">
                        <a:moveTo>
                          <a:pt x="71" y="32"/>
                        </a:moveTo>
                        <a:cubicBezTo>
                          <a:pt x="72" y="32"/>
                          <a:pt x="73" y="33"/>
                          <a:pt x="73" y="34"/>
                        </a:cubicBezTo>
                        <a:cubicBezTo>
                          <a:pt x="74" y="35"/>
                          <a:pt x="76" y="37"/>
                          <a:pt x="78" y="37"/>
                        </a:cubicBezTo>
                        <a:cubicBezTo>
                          <a:pt x="78" y="37"/>
                          <a:pt x="78" y="37"/>
                          <a:pt x="78" y="37"/>
                        </a:cubicBezTo>
                        <a:cubicBezTo>
                          <a:pt x="79" y="38"/>
                          <a:pt x="80" y="39"/>
                          <a:pt x="79" y="40"/>
                        </a:cubicBezTo>
                        <a:cubicBezTo>
                          <a:pt x="78" y="41"/>
                          <a:pt x="77" y="41"/>
                          <a:pt x="77" y="42"/>
                        </a:cubicBezTo>
                        <a:cubicBezTo>
                          <a:pt x="77" y="43"/>
                          <a:pt x="78" y="44"/>
                          <a:pt x="76" y="45"/>
                        </a:cubicBezTo>
                        <a:cubicBezTo>
                          <a:pt x="74" y="45"/>
                          <a:pt x="73" y="44"/>
                          <a:pt x="72" y="42"/>
                        </a:cubicBezTo>
                        <a:cubicBezTo>
                          <a:pt x="71" y="42"/>
                          <a:pt x="72" y="39"/>
                          <a:pt x="69" y="40"/>
                        </a:cubicBezTo>
                        <a:cubicBezTo>
                          <a:pt x="67" y="41"/>
                          <a:pt x="68" y="42"/>
                          <a:pt x="68" y="43"/>
                        </a:cubicBezTo>
                        <a:cubicBezTo>
                          <a:pt x="67" y="44"/>
                          <a:pt x="67" y="46"/>
                          <a:pt x="66" y="47"/>
                        </a:cubicBezTo>
                        <a:cubicBezTo>
                          <a:pt x="64" y="47"/>
                          <a:pt x="64" y="48"/>
                          <a:pt x="65" y="49"/>
                        </a:cubicBezTo>
                        <a:cubicBezTo>
                          <a:pt x="66" y="51"/>
                          <a:pt x="65" y="52"/>
                          <a:pt x="63" y="54"/>
                        </a:cubicBezTo>
                        <a:cubicBezTo>
                          <a:pt x="62" y="57"/>
                          <a:pt x="61" y="56"/>
                          <a:pt x="60" y="55"/>
                        </a:cubicBezTo>
                        <a:cubicBezTo>
                          <a:pt x="58" y="53"/>
                          <a:pt x="57" y="51"/>
                          <a:pt x="57" y="49"/>
                        </a:cubicBezTo>
                        <a:cubicBezTo>
                          <a:pt x="57" y="49"/>
                          <a:pt x="58" y="48"/>
                          <a:pt x="56" y="49"/>
                        </a:cubicBezTo>
                        <a:cubicBezTo>
                          <a:pt x="56" y="49"/>
                          <a:pt x="55" y="49"/>
                          <a:pt x="54" y="49"/>
                        </a:cubicBezTo>
                        <a:cubicBezTo>
                          <a:pt x="53" y="48"/>
                          <a:pt x="53" y="45"/>
                          <a:pt x="50" y="45"/>
                        </a:cubicBezTo>
                        <a:cubicBezTo>
                          <a:pt x="50" y="40"/>
                          <a:pt x="46" y="42"/>
                          <a:pt x="43" y="41"/>
                        </a:cubicBezTo>
                        <a:cubicBezTo>
                          <a:pt x="40" y="40"/>
                          <a:pt x="40" y="36"/>
                          <a:pt x="37" y="35"/>
                        </a:cubicBezTo>
                        <a:cubicBezTo>
                          <a:pt x="36" y="35"/>
                          <a:pt x="35" y="34"/>
                          <a:pt x="35" y="34"/>
                        </a:cubicBezTo>
                        <a:cubicBezTo>
                          <a:pt x="32" y="31"/>
                          <a:pt x="30" y="29"/>
                          <a:pt x="26" y="28"/>
                        </a:cubicBezTo>
                        <a:cubicBezTo>
                          <a:pt x="20" y="25"/>
                          <a:pt x="14" y="21"/>
                          <a:pt x="7" y="20"/>
                        </a:cubicBezTo>
                        <a:cubicBezTo>
                          <a:pt x="2" y="19"/>
                          <a:pt x="0" y="13"/>
                          <a:pt x="2" y="8"/>
                        </a:cubicBezTo>
                        <a:cubicBezTo>
                          <a:pt x="6" y="2"/>
                          <a:pt x="9" y="0"/>
                          <a:pt x="17" y="2"/>
                        </a:cubicBezTo>
                        <a:cubicBezTo>
                          <a:pt x="20" y="2"/>
                          <a:pt x="23" y="0"/>
                          <a:pt x="25" y="2"/>
                        </a:cubicBezTo>
                        <a:cubicBezTo>
                          <a:pt x="29" y="4"/>
                          <a:pt x="29" y="5"/>
                          <a:pt x="26" y="10"/>
                        </a:cubicBezTo>
                        <a:cubicBezTo>
                          <a:pt x="28" y="8"/>
                          <a:pt x="29" y="5"/>
                          <a:pt x="32" y="5"/>
                        </a:cubicBezTo>
                        <a:cubicBezTo>
                          <a:pt x="35" y="6"/>
                          <a:pt x="39" y="10"/>
                          <a:pt x="39" y="13"/>
                        </a:cubicBezTo>
                        <a:cubicBezTo>
                          <a:pt x="40" y="15"/>
                          <a:pt x="39" y="15"/>
                          <a:pt x="37" y="17"/>
                        </a:cubicBezTo>
                        <a:cubicBezTo>
                          <a:pt x="36" y="17"/>
                          <a:pt x="38" y="18"/>
                          <a:pt x="37" y="17"/>
                        </a:cubicBezTo>
                        <a:cubicBezTo>
                          <a:pt x="37" y="17"/>
                          <a:pt x="37" y="17"/>
                          <a:pt x="38" y="17"/>
                        </a:cubicBezTo>
                        <a:cubicBezTo>
                          <a:pt x="43" y="16"/>
                          <a:pt x="48" y="15"/>
                          <a:pt x="52" y="20"/>
                        </a:cubicBezTo>
                        <a:cubicBezTo>
                          <a:pt x="54" y="22"/>
                          <a:pt x="56" y="23"/>
                          <a:pt x="59" y="24"/>
                        </a:cubicBezTo>
                        <a:cubicBezTo>
                          <a:pt x="63" y="26"/>
                          <a:pt x="68" y="26"/>
                          <a:pt x="70" y="31"/>
                        </a:cubicBezTo>
                        <a:cubicBezTo>
                          <a:pt x="70" y="32"/>
                          <a:pt x="71" y="32"/>
                          <a:pt x="71" y="32"/>
                        </a:cubicBezTo>
                        <a:close/>
                      </a:path>
                    </a:pathLst>
                  </a:custGeom>
                  <a:solidFill>
                    <a:srgbClr val="FECE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1" name="Freeform 280"/>
                  <p:cNvSpPr/>
                  <p:nvPr/>
                </p:nvSpPr>
                <p:spPr bwMode="auto">
                  <a:xfrm>
                    <a:off x="5009" y="1311"/>
                    <a:ext cx="173" cy="131"/>
                  </a:xfrm>
                  <a:custGeom>
                    <a:avLst/>
                    <a:gdLst>
                      <a:gd name="T0" fmla="*/ 1 w 73"/>
                      <a:gd name="T1" fmla="*/ 3 h 55"/>
                      <a:gd name="T2" fmla="*/ 3 w 73"/>
                      <a:gd name="T3" fmla="*/ 3 h 55"/>
                      <a:gd name="T4" fmla="*/ 8 w 73"/>
                      <a:gd name="T5" fmla="*/ 8 h 55"/>
                      <a:gd name="T6" fmla="*/ 10 w 73"/>
                      <a:gd name="T7" fmla="*/ 6 h 55"/>
                      <a:gd name="T8" fmla="*/ 11 w 73"/>
                      <a:gd name="T9" fmla="*/ 11 h 55"/>
                      <a:gd name="T10" fmla="*/ 16 w 73"/>
                      <a:gd name="T11" fmla="*/ 10 h 55"/>
                      <a:gd name="T12" fmla="*/ 19 w 73"/>
                      <a:gd name="T13" fmla="*/ 18 h 55"/>
                      <a:gd name="T14" fmla="*/ 21 w 73"/>
                      <a:gd name="T15" fmla="*/ 16 h 55"/>
                      <a:gd name="T16" fmla="*/ 22 w 73"/>
                      <a:gd name="T17" fmla="*/ 15 h 55"/>
                      <a:gd name="T18" fmla="*/ 21 w 73"/>
                      <a:gd name="T19" fmla="*/ 12 h 55"/>
                      <a:gd name="T20" fmla="*/ 21 w 73"/>
                      <a:gd name="T21" fmla="*/ 9 h 55"/>
                      <a:gd name="T22" fmla="*/ 23 w 73"/>
                      <a:gd name="T23" fmla="*/ 3 h 55"/>
                      <a:gd name="T24" fmla="*/ 24 w 73"/>
                      <a:gd name="T25" fmla="*/ 1 h 55"/>
                      <a:gd name="T26" fmla="*/ 29 w 73"/>
                      <a:gd name="T27" fmla="*/ 1 h 55"/>
                      <a:gd name="T28" fmla="*/ 33 w 73"/>
                      <a:gd name="T29" fmla="*/ 7 h 55"/>
                      <a:gd name="T30" fmla="*/ 35 w 73"/>
                      <a:gd name="T31" fmla="*/ 3 h 55"/>
                      <a:gd name="T32" fmla="*/ 35 w 73"/>
                      <a:gd name="T33" fmla="*/ 0 h 55"/>
                      <a:gd name="T34" fmla="*/ 47 w 73"/>
                      <a:gd name="T35" fmla="*/ 9 h 55"/>
                      <a:gd name="T36" fmla="*/ 63 w 73"/>
                      <a:gd name="T37" fmla="*/ 25 h 55"/>
                      <a:gd name="T38" fmla="*/ 73 w 73"/>
                      <a:gd name="T39" fmla="*/ 38 h 55"/>
                      <a:gd name="T40" fmla="*/ 59 w 73"/>
                      <a:gd name="T41" fmla="*/ 32 h 55"/>
                      <a:gd name="T42" fmla="*/ 62 w 73"/>
                      <a:gd name="T43" fmla="*/ 29 h 55"/>
                      <a:gd name="T44" fmla="*/ 63 w 73"/>
                      <a:gd name="T45" fmla="*/ 27 h 55"/>
                      <a:gd name="T46" fmla="*/ 61 w 73"/>
                      <a:gd name="T47" fmla="*/ 27 h 55"/>
                      <a:gd name="T48" fmla="*/ 58 w 73"/>
                      <a:gd name="T49" fmla="*/ 29 h 55"/>
                      <a:gd name="T50" fmla="*/ 54 w 73"/>
                      <a:gd name="T51" fmla="*/ 30 h 55"/>
                      <a:gd name="T52" fmla="*/ 54 w 73"/>
                      <a:gd name="T53" fmla="*/ 36 h 55"/>
                      <a:gd name="T54" fmla="*/ 51 w 73"/>
                      <a:gd name="T55" fmla="*/ 41 h 55"/>
                      <a:gd name="T56" fmla="*/ 67 w 73"/>
                      <a:gd name="T57" fmla="*/ 42 h 55"/>
                      <a:gd name="T58" fmla="*/ 65 w 73"/>
                      <a:gd name="T59" fmla="*/ 48 h 55"/>
                      <a:gd name="T60" fmla="*/ 62 w 73"/>
                      <a:gd name="T61" fmla="*/ 55 h 55"/>
                      <a:gd name="T62" fmla="*/ 48 w 73"/>
                      <a:gd name="T63" fmla="*/ 42 h 55"/>
                      <a:gd name="T64" fmla="*/ 40 w 73"/>
                      <a:gd name="T65" fmla="*/ 34 h 55"/>
                      <a:gd name="T66" fmla="*/ 21 w 73"/>
                      <a:gd name="T67" fmla="*/ 23 h 55"/>
                      <a:gd name="T68" fmla="*/ 18 w 73"/>
                      <a:gd name="T69" fmla="*/ 21 h 55"/>
                      <a:gd name="T70" fmla="*/ 6 w 73"/>
                      <a:gd name="T71" fmla="*/ 8 h 55"/>
                      <a:gd name="T72" fmla="*/ 1 w 73"/>
                      <a:gd name="T73" fmla="*/ 4 h 55"/>
                      <a:gd name="T74" fmla="*/ 0 w 73"/>
                      <a:gd name="T75" fmla="*/ 4 h 55"/>
                      <a:gd name="T76" fmla="*/ 1 w 73"/>
                      <a:gd name="T77" fmla="*/ 3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73" h="55">
                        <a:moveTo>
                          <a:pt x="1" y="3"/>
                        </a:moveTo>
                        <a:cubicBezTo>
                          <a:pt x="1" y="4"/>
                          <a:pt x="2" y="4"/>
                          <a:pt x="3" y="3"/>
                        </a:cubicBezTo>
                        <a:cubicBezTo>
                          <a:pt x="6" y="2"/>
                          <a:pt x="8" y="4"/>
                          <a:pt x="8" y="8"/>
                        </a:cubicBezTo>
                        <a:cubicBezTo>
                          <a:pt x="10" y="8"/>
                          <a:pt x="9" y="6"/>
                          <a:pt x="10" y="6"/>
                        </a:cubicBezTo>
                        <a:cubicBezTo>
                          <a:pt x="11" y="7"/>
                          <a:pt x="11" y="9"/>
                          <a:pt x="11" y="11"/>
                        </a:cubicBezTo>
                        <a:cubicBezTo>
                          <a:pt x="13" y="11"/>
                          <a:pt x="14" y="10"/>
                          <a:pt x="16" y="10"/>
                        </a:cubicBezTo>
                        <a:cubicBezTo>
                          <a:pt x="14" y="14"/>
                          <a:pt x="16" y="16"/>
                          <a:pt x="19" y="18"/>
                        </a:cubicBezTo>
                        <a:cubicBezTo>
                          <a:pt x="19" y="17"/>
                          <a:pt x="20" y="15"/>
                          <a:pt x="21" y="16"/>
                        </a:cubicBezTo>
                        <a:cubicBezTo>
                          <a:pt x="22" y="16"/>
                          <a:pt x="22" y="16"/>
                          <a:pt x="22" y="15"/>
                        </a:cubicBezTo>
                        <a:cubicBezTo>
                          <a:pt x="22" y="14"/>
                          <a:pt x="22" y="13"/>
                          <a:pt x="21" y="12"/>
                        </a:cubicBezTo>
                        <a:cubicBezTo>
                          <a:pt x="17" y="11"/>
                          <a:pt x="19" y="9"/>
                          <a:pt x="21" y="9"/>
                        </a:cubicBezTo>
                        <a:cubicBezTo>
                          <a:pt x="24" y="8"/>
                          <a:pt x="24" y="5"/>
                          <a:pt x="23" y="3"/>
                        </a:cubicBezTo>
                        <a:cubicBezTo>
                          <a:pt x="23" y="2"/>
                          <a:pt x="23" y="0"/>
                          <a:pt x="24" y="1"/>
                        </a:cubicBezTo>
                        <a:cubicBezTo>
                          <a:pt x="26" y="4"/>
                          <a:pt x="27" y="0"/>
                          <a:pt x="29" y="1"/>
                        </a:cubicBezTo>
                        <a:cubicBezTo>
                          <a:pt x="29" y="3"/>
                          <a:pt x="30" y="6"/>
                          <a:pt x="33" y="7"/>
                        </a:cubicBezTo>
                        <a:cubicBezTo>
                          <a:pt x="34" y="5"/>
                          <a:pt x="28" y="1"/>
                          <a:pt x="35" y="3"/>
                        </a:cubicBezTo>
                        <a:cubicBezTo>
                          <a:pt x="36" y="3"/>
                          <a:pt x="35" y="1"/>
                          <a:pt x="35" y="0"/>
                        </a:cubicBezTo>
                        <a:cubicBezTo>
                          <a:pt x="39" y="3"/>
                          <a:pt x="42" y="7"/>
                          <a:pt x="47" y="9"/>
                        </a:cubicBezTo>
                        <a:cubicBezTo>
                          <a:pt x="54" y="13"/>
                          <a:pt x="57" y="21"/>
                          <a:pt x="63" y="25"/>
                        </a:cubicBezTo>
                        <a:cubicBezTo>
                          <a:pt x="67" y="28"/>
                          <a:pt x="70" y="34"/>
                          <a:pt x="73" y="38"/>
                        </a:cubicBezTo>
                        <a:cubicBezTo>
                          <a:pt x="68" y="37"/>
                          <a:pt x="63" y="36"/>
                          <a:pt x="59" y="32"/>
                        </a:cubicBezTo>
                        <a:cubicBezTo>
                          <a:pt x="59" y="30"/>
                          <a:pt x="60" y="30"/>
                          <a:pt x="62" y="29"/>
                        </a:cubicBezTo>
                        <a:cubicBezTo>
                          <a:pt x="63" y="29"/>
                          <a:pt x="63" y="28"/>
                          <a:pt x="63" y="27"/>
                        </a:cubicBezTo>
                        <a:cubicBezTo>
                          <a:pt x="62" y="26"/>
                          <a:pt x="61" y="26"/>
                          <a:pt x="61" y="27"/>
                        </a:cubicBezTo>
                        <a:cubicBezTo>
                          <a:pt x="60" y="28"/>
                          <a:pt x="59" y="29"/>
                          <a:pt x="58" y="29"/>
                        </a:cubicBezTo>
                        <a:cubicBezTo>
                          <a:pt x="56" y="27"/>
                          <a:pt x="55" y="27"/>
                          <a:pt x="54" y="30"/>
                        </a:cubicBezTo>
                        <a:cubicBezTo>
                          <a:pt x="53" y="32"/>
                          <a:pt x="51" y="34"/>
                          <a:pt x="54" y="36"/>
                        </a:cubicBezTo>
                        <a:cubicBezTo>
                          <a:pt x="56" y="38"/>
                          <a:pt x="54" y="41"/>
                          <a:pt x="51" y="41"/>
                        </a:cubicBezTo>
                        <a:cubicBezTo>
                          <a:pt x="56" y="47"/>
                          <a:pt x="62" y="43"/>
                          <a:pt x="67" y="42"/>
                        </a:cubicBezTo>
                        <a:cubicBezTo>
                          <a:pt x="67" y="45"/>
                          <a:pt x="62" y="45"/>
                          <a:pt x="65" y="48"/>
                        </a:cubicBezTo>
                        <a:cubicBezTo>
                          <a:pt x="61" y="49"/>
                          <a:pt x="64" y="53"/>
                          <a:pt x="62" y="55"/>
                        </a:cubicBezTo>
                        <a:cubicBezTo>
                          <a:pt x="56" y="52"/>
                          <a:pt x="53" y="47"/>
                          <a:pt x="48" y="42"/>
                        </a:cubicBezTo>
                        <a:cubicBezTo>
                          <a:pt x="46" y="39"/>
                          <a:pt x="43" y="37"/>
                          <a:pt x="40" y="34"/>
                        </a:cubicBezTo>
                        <a:cubicBezTo>
                          <a:pt x="34" y="29"/>
                          <a:pt x="28" y="25"/>
                          <a:pt x="21" y="23"/>
                        </a:cubicBezTo>
                        <a:cubicBezTo>
                          <a:pt x="20" y="22"/>
                          <a:pt x="19" y="22"/>
                          <a:pt x="18" y="21"/>
                        </a:cubicBezTo>
                        <a:cubicBezTo>
                          <a:pt x="15" y="16"/>
                          <a:pt x="9" y="13"/>
                          <a:pt x="6" y="8"/>
                        </a:cubicBezTo>
                        <a:cubicBezTo>
                          <a:pt x="5" y="6"/>
                          <a:pt x="1" y="7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FED1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2" name="Freeform 281"/>
                  <p:cNvSpPr/>
                  <p:nvPr/>
                </p:nvSpPr>
                <p:spPr bwMode="auto">
                  <a:xfrm>
                    <a:off x="5258" y="1858"/>
                    <a:ext cx="71" cy="221"/>
                  </a:xfrm>
                  <a:custGeom>
                    <a:avLst/>
                    <a:gdLst>
                      <a:gd name="T0" fmla="*/ 10 w 30"/>
                      <a:gd name="T1" fmla="*/ 93 h 93"/>
                      <a:gd name="T2" fmla="*/ 12 w 30"/>
                      <a:gd name="T3" fmla="*/ 85 h 93"/>
                      <a:gd name="T4" fmla="*/ 11 w 30"/>
                      <a:gd name="T5" fmla="*/ 83 h 93"/>
                      <a:gd name="T6" fmla="*/ 12 w 30"/>
                      <a:gd name="T7" fmla="*/ 80 h 93"/>
                      <a:gd name="T8" fmla="*/ 7 w 30"/>
                      <a:gd name="T9" fmla="*/ 84 h 93"/>
                      <a:gd name="T10" fmla="*/ 5 w 30"/>
                      <a:gd name="T11" fmla="*/ 81 h 93"/>
                      <a:gd name="T12" fmla="*/ 4 w 30"/>
                      <a:gd name="T13" fmla="*/ 83 h 93"/>
                      <a:gd name="T14" fmla="*/ 1 w 30"/>
                      <a:gd name="T15" fmla="*/ 84 h 93"/>
                      <a:gd name="T16" fmla="*/ 1 w 30"/>
                      <a:gd name="T17" fmla="*/ 81 h 93"/>
                      <a:gd name="T18" fmla="*/ 0 w 30"/>
                      <a:gd name="T19" fmla="*/ 78 h 93"/>
                      <a:gd name="T20" fmla="*/ 12 w 30"/>
                      <a:gd name="T21" fmla="*/ 31 h 93"/>
                      <a:gd name="T22" fmla="*/ 15 w 30"/>
                      <a:gd name="T23" fmla="*/ 3 h 93"/>
                      <a:gd name="T24" fmla="*/ 16 w 30"/>
                      <a:gd name="T25" fmla="*/ 1 h 93"/>
                      <a:gd name="T26" fmla="*/ 21 w 30"/>
                      <a:gd name="T27" fmla="*/ 4 h 93"/>
                      <a:gd name="T28" fmla="*/ 22 w 30"/>
                      <a:gd name="T29" fmla="*/ 5 h 93"/>
                      <a:gd name="T30" fmla="*/ 24 w 30"/>
                      <a:gd name="T31" fmla="*/ 9 h 93"/>
                      <a:gd name="T32" fmla="*/ 17 w 30"/>
                      <a:gd name="T33" fmla="*/ 9 h 93"/>
                      <a:gd name="T34" fmla="*/ 20 w 30"/>
                      <a:gd name="T35" fmla="*/ 15 h 93"/>
                      <a:gd name="T36" fmla="*/ 20 w 30"/>
                      <a:gd name="T37" fmla="*/ 17 h 93"/>
                      <a:gd name="T38" fmla="*/ 19 w 30"/>
                      <a:gd name="T39" fmla="*/ 19 h 93"/>
                      <a:gd name="T40" fmla="*/ 22 w 30"/>
                      <a:gd name="T41" fmla="*/ 18 h 93"/>
                      <a:gd name="T42" fmla="*/ 23 w 30"/>
                      <a:gd name="T43" fmla="*/ 17 h 93"/>
                      <a:gd name="T44" fmla="*/ 22 w 30"/>
                      <a:gd name="T45" fmla="*/ 23 h 93"/>
                      <a:gd name="T46" fmla="*/ 30 w 30"/>
                      <a:gd name="T47" fmla="*/ 23 h 93"/>
                      <a:gd name="T48" fmla="*/ 19 w 30"/>
                      <a:gd name="T49" fmla="*/ 63 h 93"/>
                      <a:gd name="T50" fmla="*/ 10 w 30"/>
                      <a:gd name="T51" fmla="*/ 93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30" h="93">
                        <a:moveTo>
                          <a:pt x="10" y="93"/>
                        </a:moveTo>
                        <a:cubicBezTo>
                          <a:pt x="8" y="90"/>
                          <a:pt x="11" y="87"/>
                          <a:pt x="12" y="85"/>
                        </a:cubicBezTo>
                        <a:cubicBezTo>
                          <a:pt x="12" y="84"/>
                          <a:pt x="14" y="82"/>
                          <a:pt x="11" y="83"/>
                        </a:cubicBezTo>
                        <a:cubicBezTo>
                          <a:pt x="8" y="83"/>
                          <a:pt x="11" y="81"/>
                          <a:pt x="12" y="80"/>
                        </a:cubicBezTo>
                        <a:cubicBezTo>
                          <a:pt x="7" y="80"/>
                          <a:pt x="7" y="80"/>
                          <a:pt x="7" y="84"/>
                        </a:cubicBezTo>
                        <a:cubicBezTo>
                          <a:pt x="5" y="84"/>
                          <a:pt x="7" y="82"/>
                          <a:pt x="5" y="81"/>
                        </a:cubicBezTo>
                        <a:cubicBezTo>
                          <a:pt x="5" y="82"/>
                          <a:pt x="4" y="82"/>
                          <a:pt x="4" y="83"/>
                        </a:cubicBezTo>
                        <a:cubicBezTo>
                          <a:pt x="3" y="84"/>
                          <a:pt x="3" y="85"/>
                          <a:pt x="1" y="84"/>
                        </a:cubicBezTo>
                        <a:cubicBezTo>
                          <a:pt x="0" y="84"/>
                          <a:pt x="0" y="82"/>
                          <a:pt x="1" y="81"/>
                        </a:cubicBezTo>
                        <a:cubicBezTo>
                          <a:pt x="1" y="80"/>
                          <a:pt x="3" y="79"/>
                          <a:pt x="0" y="78"/>
                        </a:cubicBezTo>
                        <a:cubicBezTo>
                          <a:pt x="3" y="62"/>
                          <a:pt x="8" y="47"/>
                          <a:pt x="12" y="31"/>
                        </a:cubicBezTo>
                        <a:cubicBezTo>
                          <a:pt x="15" y="22"/>
                          <a:pt x="16" y="12"/>
                          <a:pt x="15" y="3"/>
                        </a:cubicBezTo>
                        <a:cubicBezTo>
                          <a:pt x="15" y="2"/>
                          <a:pt x="15" y="2"/>
                          <a:pt x="16" y="1"/>
                        </a:cubicBezTo>
                        <a:cubicBezTo>
                          <a:pt x="19" y="0"/>
                          <a:pt x="20" y="1"/>
                          <a:pt x="21" y="4"/>
                        </a:cubicBezTo>
                        <a:cubicBezTo>
                          <a:pt x="22" y="4"/>
                          <a:pt x="22" y="5"/>
                          <a:pt x="22" y="5"/>
                        </a:cubicBezTo>
                        <a:cubicBezTo>
                          <a:pt x="20" y="7"/>
                          <a:pt x="26" y="5"/>
                          <a:pt x="24" y="9"/>
                        </a:cubicBezTo>
                        <a:cubicBezTo>
                          <a:pt x="22" y="11"/>
                          <a:pt x="19" y="10"/>
                          <a:pt x="17" y="9"/>
                        </a:cubicBezTo>
                        <a:cubicBezTo>
                          <a:pt x="19" y="10"/>
                          <a:pt x="14" y="15"/>
                          <a:pt x="20" y="15"/>
                        </a:cubicBezTo>
                        <a:cubicBezTo>
                          <a:pt x="21" y="14"/>
                          <a:pt x="20" y="16"/>
                          <a:pt x="20" y="17"/>
                        </a:cubicBezTo>
                        <a:cubicBezTo>
                          <a:pt x="20" y="18"/>
                          <a:pt x="17" y="17"/>
                          <a:pt x="19" y="19"/>
                        </a:cubicBezTo>
                        <a:cubicBezTo>
                          <a:pt x="21" y="21"/>
                          <a:pt x="21" y="19"/>
                          <a:pt x="22" y="18"/>
                        </a:cubicBezTo>
                        <a:cubicBezTo>
                          <a:pt x="22" y="17"/>
                          <a:pt x="22" y="17"/>
                          <a:pt x="23" y="17"/>
                        </a:cubicBezTo>
                        <a:cubicBezTo>
                          <a:pt x="26" y="19"/>
                          <a:pt x="25" y="21"/>
                          <a:pt x="22" y="23"/>
                        </a:cubicBezTo>
                        <a:cubicBezTo>
                          <a:pt x="25" y="25"/>
                          <a:pt x="27" y="22"/>
                          <a:pt x="30" y="23"/>
                        </a:cubicBezTo>
                        <a:cubicBezTo>
                          <a:pt x="26" y="36"/>
                          <a:pt x="23" y="50"/>
                          <a:pt x="19" y="63"/>
                        </a:cubicBezTo>
                        <a:cubicBezTo>
                          <a:pt x="17" y="73"/>
                          <a:pt x="15" y="84"/>
                          <a:pt x="10" y="93"/>
                        </a:cubicBezTo>
                        <a:close/>
                      </a:path>
                    </a:pathLst>
                  </a:custGeom>
                  <a:solidFill>
                    <a:srgbClr val="FED1A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3" name="Freeform 282"/>
                  <p:cNvSpPr/>
                  <p:nvPr/>
                </p:nvSpPr>
                <p:spPr bwMode="auto">
                  <a:xfrm>
                    <a:off x="4501" y="2411"/>
                    <a:ext cx="235" cy="62"/>
                  </a:xfrm>
                  <a:custGeom>
                    <a:avLst/>
                    <a:gdLst>
                      <a:gd name="T0" fmla="*/ 8 w 99"/>
                      <a:gd name="T1" fmla="*/ 1 h 26"/>
                      <a:gd name="T2" fmla="*/ 23 w 99"/>
                      <a:gd name="T3" fmla="*/ 5 h 26"/>
                      <a:gd name="T4" fmla="*/ 52 w 99"/>
                      <a:gd name="T5" fmla="*/ 12 h 26"/>
                      <a:gd name="T6" fmla="*/ 73 w 99"/>
                      <a:gd name="T7" fmla="*/ 14 h 26"/>
                      <a:gd name="T8" fmla="*/ 76 w 99"/>
                      <a:gd name="T9" fmla="*/ 14 h 26"/>
                      <a:gd name="T10" fmla="*/ 85 w 99"/>
                      <a:gd name="T11" fmla="*/ 13 h 26"/>
                      <a:gd name="T12" fmla="*/ 90 w 99"/>
                      <a:gd name="T13" fmla="*/ 14 h 26"/>
                      <a:gd name="T14" fmla="*/ 93 w 99"/>
                      <a:gd name="T15" fmla="*/ 14 h 26"/>
                      <a:gd name="T16" fmla="*/ 98 w 99"/>
                      <a:gd name="T17" fmla="*/ 15 h 26"/>
                      <a:gd name="T18" fmla="*/ 97 w 99"/>
                      <a:gd name="T19" fmla="*/ 19 h 26"/>
                      <a:gd name="T20" fmla="*/ 95 w 99"/>
                      <a:gd name="T21" fmla="*/ 21 h 26"/>
                      <a:gd name="T22" fmla="*/ 94 w 99"/>
                      <a:gd name="T23" fmla="*/ 21 h 26"/>
                      <a:gd name="T24" fmla="*/ 82 w 99"/>
                      <a:gd name="T25" fmla="*/ 23 h 26"/>
                      <a:gd name="T26" fmla="*/ 73 w 99"/>
                      <a:gd name="T27" fmla="*/ 25 h 26"/>
                      <a:gd name="T28" fmla="*/ 19 w 99"/>
                      <a:gd name="T29" fmla="*/ 19 h 26"/>
                      <a:gd name="T30" fmla="*/ 18 w 99"/>
                      <a:gd name="T31" fmla="*/ 18 h 26"/>
                      <a:gd name="T32" fmla="*/ 23 w 99"/>
                      <a:gd name="T33" fmla="*/ 15 h 26"/>
                      <a:gd name="T34" fmla="*/ 29 w 99"/>
                      <a:gd name="T35" fmla="*/ 11 h 26"/>
                      <a:gd name="T36" fmla="*/ 19 w 99"/>
                      <a:gd name="T37" fmla="*/ 11 h 26"/>
                      <a:gd name="T38" fmla="*/ 16 w 99"/>
                      <a:gd name="T39" fmla="*/ 9 h 26"/>
                      <a:gd name="T40" fmla="*/ 9 w 99"/>
                      <a:gd name="T41" fmla="*/ 4 h 26"/>
                      <a:gd name="T42" fmla="*/ 10 w 99"/>
                      <a:gd name="T43" fmla="*/ 12 h 26"/>
                      <a:gd name="T44" fmla="*/ 9 w 99"/>
                      <a:gd name="T45" fmla="*/ 15 h 26"/>
                      <a:gd name="T46" fmla="*/ 3 w 99"/>
                      <a:gd name="T47" fmla="*/ 14 h 26"/>
                      <a:gd name="T48" fmla="*/ 2 w 99"/>
                      <a:gd name="T49" fmla="*/ 9 h 26"/>
                      <a:gd name="T50" fmla="*/ 4 w 99"/>
                      <a:gd name="T51" fmla="*/ 5 h 26"/>
                      <a:gd name="T52" fmla="*/ 4 w 99"/>
                      <a:gd name="T53" fmla="*/ 4 h 26"/>
                      <a:gd name="T54" fmla="*/ 5 w 99"/>
                      <a:gd name="T55" fmla="*/ 1 h 26"/>
                      <a:gd name="T56" fmla="*/ 8 w 99"/>
                      <a:gd name="T57" fmla="*/ 1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99" h="26">
                        <a:moveTo>
                          <a:pt x="8" y="1"/>
                        </a:moveTo>
                        <a:cubicBezTo>
                          <a:pt x="13" y="2"/>
                          <a:pt x="18" y="4"/>
                          <a:pt x="23" y="5"/>
                        </a:cubicBezTo>
                        <a:cubicBezTo>
                          <a:pt x="33" y="7"/>
                          <a:pt x="42" y="10"/>
                          <a:pt x="52" y="12"/>
                        </a:cubicBezTo>
                        <a:cubicBezTo>
                          <a:pt x="59" y="14"/>
                          <a:pt x="66" y="14"/>
                          <a:pt x="73" y="14"/>
                        </a:cubicBezTo>
                        <a:cubicBezTo>
                          <a:pt x="74" y="14"/>
                          <a:pt x="75" y="14"/>
                          <a:pt x="76" y="14"/>
                        </a:cubicBezTo>
                        <a:cubicBezTo>
                          <a:pt x="79" y="14"/>
                          <a:pt x="82" y="13"/>
                          <a:pt x="85" y="13"/>
                        </a:cubicBezTo>
                        <a:cubicBezTo>
                          <a:pt x="87" y="15"/>
                          <a:pt x="89" y="12"/>
                          <a:pt x="90" y="14"/>
                        </a:cubicBezTo>
                        <a:cubicBezTo>
                          <a:pt x="92" y="15"/>
                          <a:pt x="92" y="15"/>
                          <a:pt x="93" y="14"/>
                        </a:cubicBezTo>
                        <a:cubicBezTo>
                          <a:pt x="95" y="14"/>
                          <a:pt x="97" y="13"/>
                          <a:pt x="98" y="15"/>
                        </a:cubicBezTo>
                        <a:cubicBezTo>
                          <a:pt x="99" y="17"/>
                          <a:pt x="98" y="18"/>
                          <a:pt x="97" y="19"/>
                        </a:cubicBezTo>
                        <a:cubicBezTo>
                          <a:pt x="96" y="20"/>
                          <a:pt x="95" y="21"/>
                          <a:pt x="95" y="21"/>
                        </a:cubicBezTo>
                        <a:cubicBezTo>
                          <a:pt x="94" y="21"/>
                          <a:pt x="94" y="21"/>
                          <a:pt x="94" y="21"/>
                        </a:cubicBezTo>
                        <a:cubicBezTo>
                          <a:pt x="90" y="21"/>
                          <a:pt x="86" y="22"/>
                          <a:pt x="82" y="23"/>
                        </a:cubicBezTo>
                        <a:cubicBezTo>
                          <a:pt x="79" y="24"/>
                          <a:pt x="76" y="24"/>
                          <a:pt x="73" y="25"/>
                        </a:cubicBezTo>
                        <a:cubicBezTo>
                          <a:pt x="55" y="26"/>
                          <a:pt x="37" y="23"/>
                          <a:pt x="19" y="19"/>
                        </a:cubicBezTo>
                        <a:cubicBezTo>
                          <a:pt x="19" y="19"/>
                          <a:pt x="18" y="19"/>
                          <a:pt x="18" y="18"/>
                        </a:cubicBezTo>
                        <a:cubicBezTo>
                          <a:pt x="19" y="13"/>
                          <a:pt x="19" y="13"/>
                          <a:pt x="23" y="15"/>
                        </a:cubicBezTo>
                        <a:cubicBezTo>
                          <a:pt x="27" y="16"/>
                          <a:pt x="28" y="15"/>
                          <a:pt x="29" y="11"/>
                        </a:cubicBezTo>
                        <a:cubicBezTo>
                          <a:pt x="26" y="10"/>
                          <a:pt x="22" y="8"/>
                          <a:pt x="19" y="11"/>
                        </a:cubicBezTo>
                        <a:cubicBezTo>
                          <a:pt x="18" y="13"/>
                          <a:pt x="16" y="11"/>
                          <a:pt x="16" y="9"/>
                        </a:cubicBezTo>
                        <a:cubicBezTo>
                          <a:pt x="14" y="7"/>
                          <a:pt x="12" y="6"/>
                          <a:pt x="9" y="4"/>
                        </a:cubicBezTo>
                        <a:cubicBezTo>
                          <a:pt x="9" y="7"/>
                          <a:pt x="8" y="9"/>
                          <a:pt x="10" y="12"/>
                        </a:cubicBezTo>
                        <a:cubicBezTo>
                          <a:pt x="11" y="13"/>
                          <a:pt x="11" y="15"/>
                          <a:pt x="9" y="15"/>
                        </a:cubicBezTo>
                        <a:cubicBezTo>
                          <a:pt x="7" y="15"/>
                          <a:pt x="5" y="16"/>
                          <a:pt x="3" y="14"/>
                        </a:cubicBezTo>
                        <a:cubicBezTo>
                          <a:pt x="4" y="13"/>
                          <a:pt x="4" y="11"/>
                          <a:pt x="2" y="9"/>
                        </a:cubicBezTo>
                        <a:cubicBezTo>
                          <a:pt x="1" y="8"/>
                          <a:pt x="0" y="5"/>
                          <a:pt x="4" y="5"/>
                        </a:cubicBezTo>
                        <a:cubicBezTo>
                          <a:pt x="6" y="6"/>
                          <a:pt x="4" y="5"/>
                          <a:pt x="4" y="4"/>
                        </a:cubicBezTo>
                        <a:cubicBezTo>
                          <a:pt x="4" y="3"/>
                          <a:pt x="4" y="1"/>
                          <a:pt x="5" y="1"/>
                        </a:cubicBezTo>
                        <a:cubicBezTo>
                          <a:pt x="6" y="0"/>
                          <a:pt x="7" y="0"/>
                          <a:pt x="8" y="1"/>
                        </a:cubicBezTo>
                        <a:close/>
                      </a:path>
                    </a:pathLst>
                  </a:custGeom>
                  <a:solidFill>
                    <a:srgbClr val="FECA9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4" name="Freeform 283"/>
                  <p:cNvSpPr/>
                  <p:nvPr/>
                </p:nvSpPr>
                <p:spPr bwMode="auto">
                  <a:xfrm>
                    <a:off x="4703" y="2423"/>
                    <a:ext cx="206" cy="41"/>
                  </a:xfrm>
                  <a:custGeom>
                    <a:avLst/>
                    <a:gdLst>
                      <a:gd name="T0" fmla="*/ 10 w 87"/>
                      <a:gd name="T1" fmla="*/ 16 h 17"/>
                      <a:gd name="T2" fmla="*/ 11 w 87"/>
                      <a:gd name="T3" fmla="*/ 12 h 17"/>
                      <a:gd name="T4" fmla="*/ 12 w 87"/>
                      <a:gd name="T5" fmla="*/ 10 h 17"/>
                      <a:gd name="T6" fmla="*/ 9 w 87"/>
                      <a:gd name="T7" fmla="*/ 10 h 17"/>
                      <a:gd name="T8" fmla="*/ 6 w 87"/>
                      <a:gd name="T9" fmla="*/ 12 h 17"/>
                      <a:gd name="T10" fmla="*/ 5 w 87"/>
                      <a:gd name="T11" fmla="*/ 9 h 17"/>
                      <a:gd name="T12" fmla="*/ 3 w 87"/>
                      <a:gd name="T13" fmla="*/ 9 h 17"/>
                      <a:gd name="T14" fmla="*/ 0 w 87"/>
                      <a:gd name="T15" fmla="*/ 8 h 17"/>
                      <a:gd name="T16" fmla="*/ 30 w 87"/>
                      <a:gd name="T17" fmla="*/ 8 h 17"/>
                      <a:gd name="T18" fmla="*/ 52 w 87"/>
                      <a:gd name="T19" fmla="*/ 7 h 17"/>
                      <a:gd name="T20" fmla="*/ 65 w 87"/>
                      <a:gd name="T21" fmla="*/ 6 h 17"/>
                      <a:gd name="T22" fmla="*/ 84 w 87"/>
                      <a:gd name="T23" fmla="*/ 1 h 17"/>
                      <a:gd name="T24" fmla="*/ 87 w 87"/>
                      <a:gd name="T25" fmla="*/ 2 h 17"/>
                      <a:gd name="T26" fmla="*/ 12 w 87"/>
                      <a:gd name="T27" fmla="*/ 16 h 17"/>
                      <a:gd name="T28" fmla="*/ 10 w 87"/>
                      <a:gd name="T29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87" h="17">
                        <a:moveTo>
                          <a:pt x="10" y="16"/>
                        </a:moveTo>
                        <a:cubicBezTo>
                          <a:pt x="10" y="15"/>
                          <a:pt x="11" y="14"/>
                          <a:pt x="11" y="12"/>
                        </a:cubicBezTo>
                        <a:cubicBezTo>
                          <a:pt x="12" y="12"/>
                          <a:pt x="13" y="11"/>
                          <a:pt x="12" y="10"/>
                        </a:cubicBezTo>
                        <a:cubicBezTo>
                          <a:pt x="12" y="9"/>
                          <a:pt x="11" y="10"/>
                          <a:pt x="9" y="10"/>
                        </a:cubicBezTo>
                        <a:cubicBezTo>
                          <a:pt x="8" y="10"/>
                          <a:pt x="8" y="12"/>
                          <a:pt x="6" y="12"/>
                        </a:cubicBezTo>
                        <a:cubicBezTo>
                          <a:pt x="4" y="11"/>
                          <a:pt x="6" y="10"/>
                          <a:pt x="5" y="9"/>
                        </a:cubicBezTo>
                        <a:cubicBezTo>
                          <a:pt x="5" y="9"/>
                          <a:pt x="4" y="9"/>
                          <a:pt x="3" y="9"/>
                        </a:cubicBezTo>
                        <a:cubicBezTo>
                          <a:pt x="2" y="9"/>
                          <a:pt x="1" y="10"/>
                          <a:pt x="0" y="8"/>
                        </a:cubicBezTo>
                        <a:cubicBezTo>
                          <a:pt x="10" y="6"/>
                          <a:pt x="20" y="7"/>
                          <a:pt x="30" y="8"/>
                        </a:cubicBezTo>
                        <a:cubicBezTo>
                          <a:pt x="37" y="8"/>
                          <a:pt x="44" y="8"/>
                          <a:pt x="52" y="7"/>
                        </a:cubicBezTo>
                        <a:cubicBezTo>
                          <a:pt x="56" y="7"/>
                          <a:pt x="61" y="7"/>
                          <a:pt x="65" y="6"/>
                        </a:cubicBezTo>
                        <a:cubicBezTo>
                          <a:pt x="72" y="5"/>
                          <a:pt x="78" y="3"/>
                          <a:pt x="84" y="1"/>
                        </a:cubicBezTo>
                        <a:cubicBezTo>
                          <a:pt x="85" y="1"/>
                          <a:pt x="86" y="0"/>
                          <a:pt x="87" y="2"/>
                        </a:cubicBezTo>
                        <a:cubicBezTo>
                          <a:pt x="63" y="12"/>
                          <a:pt x="38" y="17"/>
                          <a:pt x="12" y="16"/>
                        </a:cubicBezTo>
                        <a:cubicBezTo>
                          <a:pt x="11" y="16"/>
                          <a:pt x="10" y="16"/>
                          <a:pt x="10" y="16"/>
                        </a:cubicBezTo>
                        <a:close/>
                      </a:path>
                    </a:pathLst>
                  </a:custGeom>
                  <a:solidFill>
                    <a:srgbClr val="FECF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5" name="Freeform 284"/>
                  <p:cNvSpPr/>
                  <p:nvPr/>
                </p:nvSpPr>
                <p:spPr bwMode="auto">
                  <a:xfrm>
                    <a:off x="4556" y="2423"/>
                    <a:ext cx="140" cy="26"/>
                  </a:xfrm>
                  <a:custGeom>
                    <a:avLst/>
                    <a:gdLst>
                      <a:gd name="T0" fmla="*/ 53 w 59"/>
                      <a:gd name="T1" fmla="*/ 9 h 11"/>
                      <a:gd name="T2" fmla="*/ 29 w 59"/>
                      <a:gd name="T3" fmla="*/ 9 h 11"/>
                      <a:gd name="T4" fmla="*/ 0 w 59"/>
                      <a:gd name="T5" fmla="*/ 0 h 11"/>
                      <a:gd name="T6" fmla="*/ 6 w 59"/>
                      <a:gd name="T7" fmla="*/ 1 h 11"/>
                      <a:gd name="T8" fmla="*/ 32 w 59"/>
                      <a:gd name="T9" fmla="*/ 0 h 11"/>
                      <a:gd name="T10" fmla="*/ 43 w 59"/>
                      <a:gd name="T11" fmla="*/ 0 h 11"/>
                      <a:gd name="T12" fmla="*/ 59 w 59"/>
                      <a:gd name="T13" fmla="*/ 1 h 11"/>
                      <a:gd name="T14" fmla="*/ 53 w 59"/>
                      <a:gd name="T15" fmla="*/ 6 h 11"/>
                      <a:gd name="T16" fmla="*/ 53 w 59"/>
                      <a:gd name="T17" fmla="*/ 9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9" h="11">
                        <a:moveTo>
                          <a:pt x="53" y="9"/>
                        </a:moveTo>
                        <a:cubicBezTo>
                          <a:pt x="45" y="11"/>
                          <a:pt x="37" y="10"/>
                          <a:pt x="29" y="9"/>
                        </a:cubicBezTo>
                        <a:cubicBezTo>
                          <a:pt x="19" y="6"/>
                          <a:pt x="9" y="4"/>
                          <a:pt x="0" y="0"/>
                        </a:cubicBezTo>
                        <a:cubicBezTo>
                          <a:pt x="2" y="0"/>
                          <a:pt x="4" y="0"/>
                          <a:pt x="6" y="1"/>
                        </a:cubicBezTo>
                        <a:cubicBezTo>
                          <a:pt x="15" y="3"/>
                          <a:pt x="24" y="1"/>
                          <a:pt x="32" y="0"/>
                        </a:cubicBezTo>
                        <a:cubicBezTo>
                          <a:pt x="36" y="0"/>
                          <a:pt x="39" y="0"/>
                          <a:pt x="43" y="0"/>
                        </a:cubicBezTo>
                        <a:cubicBezTo>
                          <a:pt x="48" y="2"/>
                          <a:pt x="53" y="1"/>
                          <a:pt x="59" y="1"/>
                        </a:cubicBezTo>
                        <a:cubicBezTo>
                          <a:pt x="55" y="2"/>
                          <a:pt x="57" y="6"/>
                          <a:pt x="53" y="6"/>
                        </a:cubicBezTo>
                        <a:cubicBezTo>
                          <a:pt x="53" y="7"/>
                          <a:pt x="53" y="8"/>
                          <a:pt x="53" y="9"/>
                        </a:cubicBezTo>
                        <a:close/>
                      </a:path>
                    </a:pathLst>
                  </a:custGeom>
                  <a:solidFill>
                    <a:srgbClr val="FEE3C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6" name="Freeform 285"/>
                  <p:cNvSpPr/>
                  <p:nvPr/>
                </p:nvSpPr>
                <p:spPr bwMode="auto">
                  <a:xfrm>
                    <a:off x="4983" y="2350"/>
                    <a:ext cx="68" cy="45"/>
                  </a:xfrm>
                  <a:custGeom>
                    <a:avLst/>
                    <a:gdLst>
                      <a:gd name="T0" fmla="*/ 29 w 29"/>
                      <a:gd name="T1" fmla="*/ 0 h 19"/>
                      <a:gd name="T2" fmla="*/ 9 w 29"/>
                      <a:gd name="T3" fmla="*/ 17 h 19"/>
                      <a:gd name="T4" fmla="*/ 8 w 29"/>
                      <a:gd name="T5" fmla="*/ 17 h 19"/>
                      <a:gd name="T6" fmla="*/ 1 w 29"/>
                      <a:gd name="T7" fmla="*/ 16 h 19"/>
                      <a:gd name="T8" fmla="*/ 5 w 29"/>
                      <a:gd name="T9" fmla="*/ 12 h 19"/>
                      <a:gd name="T10" fmla="*/ 29 w 29"/>
                      <a:gd name="T11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9" h="19">
                        <a:moveTo>
                          <a:pt x="29" y="0"/>
                        </a:moveTo>
                        <a:cubicBezTo>
                          <a:pt x="24" y="8"/>
                          <a:pt x="17" y="13"/>
                          <a:pt x="9" y="17"/>
                        </a:cubicBezTo>
                        <a:cubicBezTo>
                          <a:pt x="9" y="17"/>
                          <a:pt x="8" y="17"/>
                          <a:pt x="8" y="17"/>
                        </a:cubicBezTo>
                        <a:cubicBezTo>
                          <a:pt x="6" y="17"/>
                          <a:pt x="2" y="19"/>
                          <a:pt x="1" y="16"/>
                        </a:cubicBezTo>
                        <a:cubicBezTo>
                          <a:pt x="0" y="15"/>
                          <a:pt x="4" y="14"/>
                          <a:pt x="5" y="12"/>
                        </a:cubicBezTo>
                        <a:cubicBezTo>
                          <a:pt x="12" y="7"/>
                          <a:pt x="20" y="2"/>
                          <a:pt x="29" y="0"/>
                        </a:cubicBezTo>
                        <a:close/>
                      </a:path>
                    </a:pathLst>
                  </a:custGeom>
                  <a:solidFill>
                    <a:srgbClr val="FED2A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7" name="Freeform 286"/>
                  <p:cNvSpPr/>
                  <p:nvPr/>
                </p:nvSpPr>
                <p:spPr bwMode="auto">
                  <a:xfrm>
                    <a:off x="4964" y="1228"/>
                    <a:ext cx="83" cy="55"/>
                  </a:xfrm>
                  <a:custGeom>
                    <a:avLst/>
                    <a:gdLst>
                      <a:gd name="T0" fmla="*/ 35 w 35"/>
                      <a:gd name="T1" fmla="*/ 22 h 23"/>
                      <a:gd name="T2" fmla="*/ 29 w 35"/>
                      <a:gd name="T3" fmla="*/ 22 h 23"/>
                      <a:gd name="T4" fmla="*/ 28 w 35"/>
                      <a:gd name="T5" fmla="*/ 19 h 23"/>
                      <a:gd name="T6" fmla="*/ 23 w 35"/>
                      <a:gd name="T7" fmla="*/ 16 h 23"/>
                      <a:gd name="T8" fmla="*/ 19 w 35"/>
                      <a:gd name="T9" fmla="*/ 17 h 23"/>
                      <a:gd name="T10" fmla="*/ 12 w 35"/>
                      <a:gd name="T11" fmla="*/ 17 h 23"/>
                      <a:gd name="T12" fmla="*/ 10 w 35"/>
                      <a:gd name="T13" fmla="*/ 5 h 23"/>
                      <a:gd name="T14" fmla="*/ 4 w 35"/>
                      <a:gd name="T15" fmla="*/ 7 h 23"/>
                      <a:gd name="T16" fmla="*/ 2 w 35"/>
                      <a:gd name="T17" fmla="*/ 10 h 23"/>
                      <a:gd name="T18" fmla="*/ 1 w 35"/>
                      <a:gd name="T19" fmla="*/ 9 h 23"/>
                      <a:gd name="T20" fmla="*/ 1 w 35"/>
                      <a:gd name="T21" fmla="*/ 6 h 23"/>
                      <a:gd name="T22" fmla="*/ 1 w 35"/>
                      <a:gd name="T23" fmla="*/ 0 h 23"/>
                      <a:gd name="T24" fmla="*/ 4 w 35"/>
                      <a:gd name="T25" fmla="*/ 0 h 23"/>
                      <a:gd name="T26" fmla="*/ 20 w 35"/>
                      <a:gd name="T27" fmla="*/ 10 h 23"/>
                      <a:gd name="T28" fmla="*/ 30 w 35"/>
                      <a:gd name="T29" fmla="*/ 18 h 23"/>
                      <a:gd name="T30" fmla="*/ 35 w 35"/>
                      <a:gd name="T31" fmla="*/ 21 h 23"/>
                      <a:gd name="T32" fmla="*/ 35 w 35"/>
                      <a:gd name="T33" fmla="*/ 22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5" h="23">
                        <a:moveTo>
                          <a:pt x="35" y="22"/>
                        </a:moveTo>
                        <a:cubicBezTo>
                          <a:pt x="33" y="23"/>
                          <a:pt x="31" y="21"/>
                          <a:pt x="29" y="22"/>
                        </a:cubicBezTo>
                        <a:cubicBezTo>
                          <a:pt x="26" y="22"/>
                          <a:pt x="29" y="20"/>
                          <a:pt x="28" y="19"/>
                        </a:cubicBezTo>
                        <a:cubicBezTo>
                          <a:pt x="26" y="18"/>
                          <a:pt x="25" y="16"/>
                          <a:pt x="23" y="16"/>
                        </a:cubicBezTo>
                        <a:cubicBezTo>
                          <a:pt x="21" y="15"/>
                          <a:pt x="19" y="14"/>
                          <a:pt x="19" y="17"/>
                        </a:cubicBezTo>
                        <a:cubicBezTo>
                          <a:pt x="17" y="15"/>
                          <a:pt x="15" y="14"/>
                          <a:pt x="12" y="17"/>
                        </a:cubicBezTo>
                        <a:cubicBezTo>
                          <a:pt x="16" y="12"/>
                          <a:pt x="14" y="8"/>
                          <a:pt x="10" y="5"/>
                        </a:cubicBezTo>
                        <a:cubicBezTo>
                          <a:pt x="7" y="3"/>
                          <a:pt x="5" y="4"/>
                          <a:pt x="4" y="7"/>
                        </a:cubicBezTo>
                        <a:cubicBezTo>
                          <a:pt x="4" y="9"/>
                          <a:pt x="3" y="9"/>
                          <a:pt x="2" y="10"/>
                        </a:cubicBezTo>
                        <a:cubicBezTo>
                          <a:pt x="1" y="10"/>
                          <a:pt x="1" y="9"/>
                          <a:pt x="1" y="9"/>
                        </a:cubicBezTo>
                        <a:cubicBezTo>
                          <a:pt x="1" y="8"/>
                          <a:pt x="0" y="7"/>
                          <a:pt x="1" y="6"/>
                        </a:cubicBezTo>
                        <a:cubicBezTo>
                          <a:pt x="5" y="4"/>
                          <a:pt x="3" y="2"/>
                          <a:pt x="1" y="0"/>
                        </a:cubicBezTo>
                        <a:cubicBezTo>
                          <a:pt x="2" y="0"/>
                          <a:pt x="3" y="0"/>
                          <a:pt x="4" y="0"/>
                        </a:cubicBezTo>
                        <a:cubicBezTo>
                          <a:pt x="10" y="2"/>
                          <a:pt x="14" y="7"/>
                          <a:pt x="20" y="10"/>
                        </a:cubicBezTo>
                        <a:cubicBezTo>
                          <a:pt x="23" y="12"/>
                          <a:pt x="27" y="15"/>
                          <a:pt x="30" y="18"/>
                        </a:cubicBezTo>
                        <a:cubicBezTo>
                          <a:pt x="31" y="20"/>
                          <a:pt x="33" y="21"/>
                          <a:pt x="35" y="21"/>
                        </a:cubicBezTo>
                        <a:cubicBezTo>
                          <a:pt x="35" y="21"/>
                          <a:pt x="35" y="22"/>
                          <a:pt x="35" y="22"/>
                        </a:cubicBezTo>
                        <a:close/>
                      </a:path>
                    </a:pathLst>
                  </a:custGeom>
                  <a:solidFill>
                    <a:srgbClr val="FED3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8" name="Freeform 287"/>
                  <p:cNvSpPr/>
                  <p:nvPr/>
                </p:nvSpPr>
                <p:spPr bwMode="auto">
                  <a:xfrm>
                    <a:off x="4952" y="1311"/>
                    <a:ext cx="64" cy="43"/>
                  </a:xfrm>
                  <a:custGeom>
                    <a:avLst/>
                    <a:gdLst>
                      <a:gd name="T0" fmla="*/ 13 w 27"/>
                      <a:gd name="T1" fmla="*/ 9 h 18"/>
                      <a:gd name="T2" fmla="*/ 4 w 27"/>
                      <a:gd name="T3" fmla="*/ 3 h 18"/>
                      <a:gd name="T4" fmla="*/ 4 w 27"/>
                      <a:gd name="T5" fmla="*/ 0 h 18"/>
                      <a:gd name="T6" fmla="*/ 17 w 27"/>
                      <a:gd name="T7" fmla="*/ 6 h 18"/>
                      <a:gd name="T8" fmla="*/ 26 w 27"/>
                      <a:gd name="T9" fmla="*/ 14 h 18"/>
                      <a:gd name="T10" fmla="*/ 26 w 27"/>
                      <a:gd name="T11" fmla="*/ 18 h 18"/>
                      <a:gd name="T12" fmla="*/ 20 w 27"/>
                      <a:gd name="T13" fmla="*/ 13 h 18"/>
                      <a:gd name="T14" fmla="*/ 13 w 27"/>
                      <a:gd name="T15" fmla="*/ 9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7" h="18">
                        <a:moveTo>
                          <a:pt x="13" y="9"/>
                        </a:moveTo>
                        <a:cubicBezTo>
                          <a:pt x="11" y="6"/>
                          <a:pt x="7" y="5"/>
                          <a:pt x="4" y="3"/>
                        </a:cubicBezTo>
                        <a:cubicBezTo>
                          <a:pt x="2" y="2"/>
                          <a:pt x="0" y="1"/>
                          <a:pt x="4" y="0"/>
                        </a:cubicBezTo>
                        <a:cubicBezTo>
                          <a:pt x="9" y="0"/>
                          <a:pt x="13" y="3"/>
                          <a:pt x="17" y="6"/>
                        </a:cubicBezTo>
                        <a:cubicBezTo>
                          <a:pt x="20" y="8"/>
                          <a:pt x="24" y="11"/>
                          <a:pt x="26" y="14"/>
                        </a:cubicBezTo>
                        <a:cubicBezTo>
                          <a:pt x="26" y="15"/>
                          <a:pt x="27" y="17"/>
                          <a:pt x="26" y="18"/>
                        </a:cubicBezTo>
                        <a:cubicBezTo>
                          <a:pt x="22" y="18"/>
                          <a:pt x="22" y="15"/>
                          <a:pt x="20" y="13"/>
                        </a:cubicBezTo>
                        <a:cubicBezTo>
                          <a:pt x="17" y="12"/>
                          <a:pt x="15" y="11"/>
                          <a:pt x="13" y="9"/>
                        </a:cubicBezTo>
                        <a:close/>
                      </a:path>
                    </a:pathLst>
                  </a:custGeom>
                  <a:solidFill>
                    <a:srgbClr val="AC9E8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39" name="Freeform 288"/>
                  <p:cNvSpPr/>
                  <p:nvPr/>
                </p:nvSpPr>
                <p:spPr bwMode="auto">
                  <a:xfrm>
                    <a:off x="5222" y="1530"/>
                    <a:ext cx="26" cy="40"/>
                  </a:xfrm>
                  <a:custGeom>
                    <a:avLst/>
                    <a:gdLst>
                      <a:gd name="T0" fmla="*/ 0 w 11"/>
                      <a:gd name="T1" fmla="*/ 0 h 17"/>
                      <a:gd name="T2" fmla="*/ 3 w 11"/>
                      <a:gd name="T3" fmla="*/ 1 h 17"/>
                      <a:gd name="T4" fmla="*/ 5 w 11"/>
                      <a:gd name="T5" fmla="*/ 8 h 17"/>
                      <a:gd name="T6" fmla="*/ 11 w 11"/>
                      <a:gd name="T7" fmla="*/ 13 h 17"/>
                      <a:gd name="T8" fmla="*/ 6 w 11"/>
                      <a:gd name="T9" fmla="*/ 17 h 17"/>
                      <a:gd name="T10" fmla="*/ 0 w 11"/>
                      <a:gd name="T11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" h="17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3" y="1"/>
                        </a:cubicBezTo>
                        <a:cubicBezTo>
                          <a:pt x="2" y="4"/>
                          <a:pt x="5" y="5"/>
                          <a:pt x="5" y="8"/>
                        </a:cubicBezTo>
                        <a:cubicBezTo>
                          <a:pt x="5" y="12"/>
                          <a:pt x="6" y="12"/>
                          <a:pt x="11" y="13"/>
                        </a:cubicBezTo>
                        <a:cubicBezTo>
                          <a:pt x="7" y="12"/>
                          <a:pt x="7" y="14"/>
                          <a:pt x="6" y="17"/>
                        </a:cubicBezTo>
                        <a:cubicBezTo>
                          <a:pt x="4" y="11"/>
                          <a:pt x="2" y="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D3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0" name="Freeform 289"/>
                  <p:cNvSpPr/>
                  <p:nvPr/>
                </p:nvSpPr>
                <p:spPr bwMode="auto">
                  <a:xfrm>
                    <a:off x="4767" y="2485"/>
                    <a:ext cx="16" cy="14"/>
                  </a:xfrm>
                  <a:custGeom>
                    <a:avLst/>
                    <a:gdLst>
                      <a:gd name="T0" fmla="*/ 7 w 7"/>
                      <a:gd name="T1" fmla="*/ 4 h 6"/>
                      <a:gd name="T2" fmla="*/ 2 w 7"/>
                      <a:gd name="T3" fmla="*/ 6 h 6"/>
                      <a:gd name="T4" fmla="*/ 0 w 7"/>
                      <a:gd name="T5" fmla="*/ 3 h 6"/>
                      <a:gd name="T6" fmla="*/ 5 w 7"/>
                      <a:gd name="T7" fmla="*/ 0 h 6"/>
                      <a:gd name="T8" fmla="*/ 7 w 7"/>
                      <a:gd name="T9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6">
                        <a:moveTo>
                          <a:pt x="7" y="4"/>
                        </a:moveTo>
                        <a:cubicBezTo>
                          <a:pt x="6" y="5"/>
                          <a:pt x="4" y="6"/>
                          <a:pt x="2" y="6"/>
                        </a:cubicBezTo>
                        <a:cubicBezTo>
                          <a:pt x="1" y="6"/>
                          <a:pt x="0" y="5"/>
                          <a:pt x="0" y="3"/>
                        </a:cubicBezTo>
                        <a:cubicBezTo>
                          <a:pt x="1" y="1"/>
                          <a:pt x="2" y="0"/>
                          <a:pt x="5" y="0"/>
                        </a:cubicBezTo>
                        <a:cubicBezTo>
                          <a:pt x="7" y="0"/>
                          <a:pt x="7" y="2"/>
                          <a:pt x="7" y="4"/>
                        </a:cubicBezTo>
                        <a:close/>
                      </a:path>
                    </a:pathLst>
                  </a:custGeom>
                  <a:solidFill>
                    <a:srgbClr val="FEE4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1" name="Freeform 290"/>
                  <p:cNvSpPr/>
                  <p:nvPr/>
                </p:nvSpPr>
                <p:spPr bwMode="auto">
                  <a:xfrm>
                    <a:off x="5189" y="1475"/>
                    <a:ext cx="22" cy="31"/>
                  </a:xfrm>
                  <a:custGeom>
                    <a:avLst/>
                    <a:gdLst>
                      <a:gd name="T0" fmla="*/ 0 w 9"/>
                      <a:gd name="T1" fmla="*/ 0 h 13"/>
                      <a:gd name="T2" fmla="*/ 9 w 9"/>
                      <a:gd name="T3" fmla="*/ 13 h 13"/>
                      <a:gd name="T4" fmla="*/ 0 w 9"/>
                      <a:gd name="T5" fmla="*/ 0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13">
                        <a:moveTo>
                          <a:pt x="0" y="0"/>
                        </a:moveTo>
                        <a:cubicBezTo>
                          <a:pt x="3" y="4"/>
                          <a:pt x="9" y="7"/>
                          <a:pt x="9" y="13"/>
                        </a:cubicBezTo>
                        <a:cubicBezTo>
                          <a:pt x="5" y="9"/>
                          <a:pt x="2" y="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D4A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2" name="Freeform 291"/>
                  <p:cNvSpPr/>
                  <p:nvPr/>
                </p:nvSpPr>
                <p:spPr bwMode="auto">
                  <a:xfrm>
                    <a:off x="5211" y="1506"/>
                    <a:ext cx="16" cy="19"/>
                  </a:xfrm>
                  <a:custGeom>
                    <a:avLst/>
                    <a:gdLst>
                      <a:gd name="T0" fmla="*/ 0 w 7"/>
                      <a:gd name="T1" fmla="*/ 0 h 8"/>
                      <a:gd name="T2" fmla="*/ 7 w 7"/>
                      <a:gd name="T3" fmla="*/ 4 h 8"/>
                      <a:gd name="T4" fmla="*/ 4 w 7"/>
                      <a:gd name="T5" fmla="*/ 8 h 8"/>
                      <a:gd name="T6" fmla="*/ 0 w 7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8">
                        <a:moveTo>
                          <a:pt x="0" y="0"/>
                        </a:moveTo>
                        <a:cubicBezTo>
                          <a:pt x="3" y="0"/>
                          <a:pt x="3" y="6"/>
                          <a:pt x="7" y="4"/>
                        </a:cubicBezTo>
                        <a:cubicBezTo>
                          <a:pt x="7" y="6"/>
                          <a:pt x="5" y="7"/>
                          <a:pt x="4" y="8"/>
                        </a:cubicBezTo>
                        <a:cubicBezTo>
                          <a:pt x="0" y="6"/>
                          <a:pt x="1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D3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3" name="Freeform 292"/>
                  <p:cNvSpPr/>
                  <p:nvPr/>
                </p:nvSpPr>
                <p:spPr bwMode="auto">
                  <a:xfrm>
                    <a:off x="4968" y="1287"/>
                    <a:ext cx="22" cy="17"/>
                  </a:xfrm>
                  <a:custGeom>
                    <a:avLst/>
                    <a:gdLst>
                      <a:gd name="T0" fmla="*/ 0 w 9"/>
                      <a:gd name="T1" fmla="*/ 1 h 7"/>
                      <a:gd name="T2" fmla="*/ 9 w 9"/>
                      <a:gd name="T3" fmla="*/ 7 h 7"/>
                      <a:gd name="T4" fmla="*/ 0 w 9"/>
                      <a:gd name="T5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7">
                        <a:moveTo>
                          <a:pt x="0" y="1"/>
                        </a:moveTo>
                        <a:cubicBezTo>
                          <a:pt x="5" y="0"/>
                          <a:pt x="7" y="3"/>
                          <a:pt x="9" y="7"/>
                        </a:cubicBezTo>
                        <a:cubicBezTo>
                          <a:pt x="5" y="7"/>
                          <a:pt x="2" y="4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D7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4" name="Freeform 293"/>
                  <p:cNvSpPr/>
                  <p:nvPr/>
                </p:nvSpPr>
                <p:spPr bwMode="auto">
                  <a:xfrm>
                    <a:off x="5168" y="2164"/>
                    <a:ext cx="21" cy="26"/>
                  </a:xfrm>
                  <a:custGeom>
                    <a:avLst/>
                    <a:gdLst>
                      <a:gd name="T0" fmla="*/ 0 w 9"/>
                      <a:gd name="T1" fmla="*/ 11 h 11"/>
                      <a:gd name="T2" fmla="*/ 8 w 9"/>
                      <a:gd name="T3" fmla="*/ 0 h 11"/>
                      <a:gd name="T4" fmla="*/ 8 w 9"/>
                      <a:gd name="T5" fmla="*/ 3 h 11"/>
                      <a:gd name="T6" fmla="*/ 0 w 9"/>
                      <a:gd name="T7" fmla="*/ 1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1">
                        <a:moveTo>
                          <a:pt x="0" y="11"/>
                        </a:moveTo>
                        <a:cubicBezTo>
                          <a:pt x="1" y="6"/>
                          <a:pt x="4" y="3"/>
                          <a:pt x="8" y="0"/>
                        </a:cubicBezTo>
                        <a:cubicBezTo>
                          <a:pt x="9" y="1"/>
                          <a:pt x="9" y="2"/>
                          <a:pt x="8" y="3"/>
                        </a:cubicBezTo>
                        <a:cubicBezTo>
                          <a:pt x="4" y="5"/>
                          <a:pt x="3" y="8"/>
                          <a:pt x="0" y="11"/>
                        </a:cubicBezTo>
                        <a:close/>
                      </a:path>
                    </a:pathLst>
                  </a:custGeom>
                  <a:solidFill>
                    <a:srgbClr val="FEF1E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5" name="Freeform 294"/>
                  <p:cNvSpPr/>
                  <p:nvPr/>
                </p:nvSpPr>
                <p:spPr bwMode="auto">
                  <a:xfrm>
                    <a:off x="5163" y="1449"/>
                    <a:ext cx="26" cy="26"/>
                  </a:xfrm>
                  <a:custGeom>
                    <a:avLst/>
                    <a:gdLst>
                      <a:gd name="T0" fmla="*/ 2 w 11"/>
                      <a:gd name="T1" fmla="*/ 1 h 11"/>
                      <a:gd name="T2" fmla="*/ 8 w 11"/>
                      <a:gd name="T3" fmla="*/ 8 h 11"/>
                      <a:gd name="T4" fmla="*/ 11 w 11"/>
                      <a:gd name="T5" fmla="*/ 11 h 11"/>
                      <a:gd name="T6" fmla="*/ 0 w 11"/>
                      <a:gd name="T7" fmla="*/ 1 h 11"/>
                      <a:gd name="T8" fmla="*/ 2 w 11"/>
                      <a:gd name="T9" fmla="*/ 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11">
                        <a:moveTo>
                          <a:pt x="2" y="1"/>
                        </a:moveTo>
                        <a:cubicBezTo>
                          <a:pt x="5" y="2"/>
                          <a:pt x="5" y="7"/>
                          <a:pt x="8" y="8"/>
                        </a:cubicBezTo>
                        <a:cubicBezTo>
                          <a:pt x="10" y="8"/>
                          <a:pt x="11" y="9"/>
                          <a:pt x="11" y="11"/>
                        </a:cubicBezTo>
                        <a:cubicBezTo>
                          <a:pt x="6" y="9"/>
                          <a:pt x="2" y="6"/>
                          <a:pt x="0" y="1"/>
                        </a:cubicBezTo>
                        <a:cubicBezTo>
                          <a:pt x="0" y="0"/>
                          <a:pt x="1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ED4A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6" name="Freeform 295"/>
                  <p:cNvSpPr/>
                  <p:nvPr/>
                </p:nvSpPr>
                <p:spPr bwMode="auto">
                  <a:xfrm>
                    <a:off x="4995" y="1304"/>
                    <a:ext cx="16" cy="17"/>
                  </a:xfrm>
                  <a:custGeom>
                    <a:avLst/>
                    <a:gdLst>
                      <a:gd name="T0" fmla="*/ 7 w 7"/>
                      <a:gd name="T1" fmla="*/ 6 h 7"/>
                      <a:gd name="T2" fmla="*/ 7 w 7"/>
                      <a:gd name="T3" fmla="*/ 7 h 7"/>
                      <a:gd name="T4" fmla="*/ 0 w 7"/>
                      <a:gd name="T5" fmla="*/ 1 h 7"/>
                      <a:gd name="T6" fmla="*/ 7 w 7"/>
                      <a:gd name="T7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7">
                        <a:moveTo>
                          <a:pt x="7" y="6"/>
                        </a:moveTo>
                        <a:cubicBezTo>
                          <a:pt x="7" y="7"/>
                          <a:pt x="7" y="7"/>
                          <a:pt x="7" y="7"/>
                        </a:cubicBezTo>
                        <a:cubicBezTo>
                          <a:pt x="2" y="7"/>
                          <a:pt x="2" y="3"/>
                          <a:pt x="0" y="1"/>
                        </a:cubicBezTo>
                        <a:cubicBezTo>
                          <a:pt x="4" y="0"/>
                          <a:pt x="4" y="5"/>
                          <a:pt x="7" y="6"/>
                        </a:cubicBezTo>
                        <a:close/>
                      </a:path>
                    </a:pathLst>
                  </a:custGeom>
                  <a:solidFill>
                    <a:srgbClr val="FED8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7" name="Freeform 296"/>
                  <p:cNvSpPr/>
                  <p:nvPr/>
                </p:nvSpPr>
                <p:spPr bwMode="auto">
                  <a:xfrm>
                    <a:off x="5137" y="1454"/>
                    <a:ext cx="14" cy="16"/>
                  </a:xfrm>
                  <a:custGeom>
                    <a:avLst/>
                    <a:gdLst>
                      <a:gd name="T0" fmla="*/ 6 w 6"/>
                      <a:gd name="T1" fmla="*/ 7 h 7"/>
                      <a:gd name="T2" fmla="*/ 0 w 6"/>
                      <a:gd name="T3" fmla="*/ 0 h 7"/>
                      <a:gd name="T4" fmla="*/ 6 w 6"/>
                      <a:gd name="T5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7">
                        <a:moveTo>
                          <a:pt x="6" y="7"/>
                        </a:moveTo>
                        <a:cubicBezTo>
                          <a:pt x="3" y="5"/>
                          <a:pt x="0" y="4"/>
                          <a:pt x="0" y="0"/>
                        </a:cubicBezTo>
                        <a:cubicBezTo>
                          <a:pt x="1" y="3"/>
                          <a:pt x="6" y="3"/>
                          <a:pt x="6" y="7"/>
                        </a:cubicBezTo>
                        <a:close/>
                      </a:path>
                    </a:pathLst>
                  </a:custGeom>
                  <a:solidFill>
                    <a:srgbClr val="FEF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8" name="Freeform 297"/>
                  <p:cNvSpPr/>
                  <p:nvPr/>
                </p:nvSpPr>
                <p:spPr bwMode="auto">
                  <a:xfrm>
                    <a:off x="5156" y="1442"/>
                    <a:ext cx="12" cy="9"/>
                  </a:xfrm>
                  <a:custGeom>
                    <a:avLst/>
                    <a:gdLst>
                      <a:gd name="T0" fmla="*/ 5 w 5"/>
                      <a:gd name="T1" fmla="*/ 4 h 4"/>
                      <a:gd name="T2" fmla="*/ 3 w 5"/>
                      <a:gd name="T3" fmla="*/ 4 h 4"/>
                      <a:gd name="T4" fmla="*/ 0 w 5"/>
                      <a:gd name="T5" fmla="*/ 0 h 4"/>
                      <a:gd name="T6" fmla="*/ 5 w 5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4">
                        <a:moveTo>
                          <a:pt x="5" y="4"/>
                        </a:moveTo>
                        <a:cubicBezTo>
                          <a:pt x="4" y="4"/>
                          <a:pt x="3" y="4"/>
                          <a:pt x="3" y="4"/>
                        </a:cubicBezTo>
                        <a:cubicBezTo>
                          <a:pt x="1" y="4"/>
                          <a:pt x="0" y="2"/>
                          <a:pt x="0" y="0"/>
                        </a:cubicBezTo>
                        <a:cubicBezTo>
                          <a:pt x="2" y="0"/>
                          <a:pt x="5" y="0"/>
                          <a:pt x="5" y="4"/>
                        </a:cubicBezTo>
                        <a:close/>
                      </a:path>
                    </a:pathLst>
                  </a:custGeom>
                  <a:solidFill>
                    <a:srgbClr val="FED1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49" name="Freeform 298"/>
                  <p:cNvSpPr/>
                  <p:nvPr/>
                </p:nvSpPr>
                <p:spPr bwMode="auto">
                  <a:xfrm>
                    <a:off x="4741" y="2468"/>
                    <a:ext cx="11" cy="5"/>
                  </a:xfrm>
                  <a:custGeom>
                    <a:avLst/>
                    <a:gdLst>
                      <a:gd name="T0" fmla="*/ 0 w 5"/>
                      <a:gd name="T1" fmla="*/ 2 h 2"/>
                      <a:gd name="T2" fmla="*/ 4 w 5"/>
                      <a:gd name="T3" fmla="*/ 0 h 2"/>
                      <a:gd name="T4" fmla="*/ 0 w 5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2">
                        <a:moveTo>
                          <a:pt x="0" y="2"/>
                        </a:moveTo>
                        <a:cubicBezTo>
                          <a:pt x="2" y="1"/>
                          <a:pt x="3" y="0"/>
                          <a:pt x="4" y="0"/>
                        </a:cubicBezTo>
                        <a:cubicBezTo>
                          <a:pt x="5" y="2"/>
                          <a:pt x="5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EE4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0" name="Freeform 299"/>
                  <p:cNvSpPr/>
                  <p:nvPr/>
                </p:nvSpPr>
                <p:spPr bwMode="auto">
                  <a:xfrm>
                    <a:off x="5246" y="2050"/>
                    <a:ext cx="10" cy="19"/>
                  </a:xfrm>
                  <a:custGeom>
                    <a:avLst/>
                    <a:gdLst>
                      <a:gd name="T0" fmla="*/ 4 w 4"/>
                      <a:gd name="T1" fmla="*/ 0 h 8"/>
                      <a:gd name="T2" fmla="*/ 0 w 4"/>
                      <a:gd name="T3" fmla="*/ 8 h 8"/>
                      <a:gd name="T4" fmla="*/ 4 w 4"/>
                      <a:gd name="T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8">
                        <a:moveTo>
                          <a:pt x="4" y="0"/>
                        </a:moveTo>
                        <a:cubicBezTo>
                          <a:pt x="3" y="3"/>
                          <a:pt x="4" y="7"/>
                          <a:pt x="0" y="8"/>
                        </a:cubicBezTo>
                        <a:cubicBezTo>
                          <a:pt x="1" y="5"/>
                          <a:pt x="2" y="2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FED1A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1" name="Freeform 300"/>
                  <p:cNvSpPr/>
                  <p:nvPr/>
                </p:nvSpPr>
                <p:spPr bwMode="auto">
                  <a:xfrm>
                    <a:off x="5151" y="2195"/>
                    <a:ext cx="10" cy="10"/>
                  </a:xfrm>
                  <a:custGeom>
                    <a:avLst/>
                    <a:gdLst>
                      <a:gd name="T0" fmla="*/ 0 w 4"/>
                      <a:gd name="T1" fmla="*/ 4 h 4"/>
                      <a:gd name="T2" fmla="*/ 4 w 4"/>
                      <a:gd name="T3" fmla="*/ 0 h 4"/>
                      <a:gd name="T4" fmla="*/ 0 w 4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4">
                        <a:moveTo>
                          <a:pt x="0" y="4"/>
                        </a:moveTo>
                        <a:cubicBezTo>
                          <a:pt x="1" y="2"/>
                          <a:pt x="1" y="0"/>
                          <a:pt x="4" y="0"/>
                        </a:cubicBezTo>
                        <a:cubicBezTo>
                          <a:pt x="4" y="2"/>
                          <a:pt x="2" y="3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E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2" name="Freeform 301"/>
                  <p:cNvSpPr/>
                  <p:nvPr/>
                </p:nvSpPr>
                <p:spPr bwMode="auto">
                  <a:xfrm>
                    <a:off x="4468" y="1423"/>
                    <a:ext cx="330" cy="416"/>
                  </a:xfrm>
                  <a:custGeom>
                    <a:avLst/>
                    <a:gdLst>
                      <a:gd name="T0" fmla="*/ 10 w 139"/>
                      <a:gd name="T1" fmla="*/ 42 h 175"/>
                      <a:gd name="T2" fmla="*/ 26 w 139"/>
                      <a:gd name="T3" fmla="*/ 12 h 175"/>
                      <a:gd name="T4" fmla="*/ 33 w 139"/>
                      <a:gd name="T5" fmla="*/ 9 h 175"/>
                      <a:gd name="T6" fmla="*/ 65 w 139"/>
                      <a:gd name="T7" fmla="*/ 1 h 175"/>
                      <a:gd name="T8" fmla="*/ 81 w 139"/>
                      <a:gd name="T9" fmla="*/ 4 h 175"/>
                      <a:gd name="T10" fmla="*/ 76 w 139"/>
                      <a:gd name="T11" fmla="*/ 15 h 175"/>
                      <a:gd name="T12" fmla="*/ 60 w 139"/>
                      <a:gd name="T13" fmla="*/ 15 h 175"/>
                      <a:gd name="T14" fmla="*/ 50 w 139"/>
                      <a:gd name="T15" fmla="*/ 29 h 175"/>
                      <a:gd name="T16" fmla="*/ 46 w 139"/>
                      <a:gd name="T17" fmla="*/ 32 h 175"/>
                      <a:gd name="T18" fmla="*/ 43 w 139"/>
                      <a:gd name="T19" fmla="*/ 32 h 175"/>
                      <a:gd name="T20" fmla="*/ 32 w 139"/>
                      <a:gd name="T21" fmla="*/ 42 h 175"/>
                      <a:gd name="T22" fmla="*/ 39 w 139"/>
                      <a:gd name="T23" fmla="*/ 44 h 175"/>
                      <a:gd name="T24" fmla="*/ 30 w 139"/>
                      <a:gd name="T25" fmla="*/ 48 h 175"/>
                      <a:gd name="T26" fmla="*/ 20 w 139"/>
                      <a:gd name="T27" fmla="*/ 48 h 175"/>
                      <a:gd name="T28" fmla="*/ 31 w 139"/>
                      <a:gd name="T29" fmla="*/ 58 h 175"/>
                      <a:gd name="T30" fmla="*/ 47 w 139"/>
                      <a:gd name="T31" fmla="*/ 49 h 175"/>
                      <a:gd name="T32" fmla="*/ 53 w 139"/>
                      <a:gd name="T33" fmla="*/ 48 h 175"/>
                      <a:gd name="T34" fmla="*/ 60 w 139"/>
                      <a:gd name="T35" fmla="*/ 37 h 175"/>
                      <a:gd name="T36" fmla="*/ 81 w 139"/>
                      <a:gd name="T37" fmla="*/ 35 h 175"/>
                      <a:gd name="T38" fmla="*/ 85 w 139"/>
                      <a:gd name="T39" fmla="*/ 32 h 175"/>
                      <a:gd name="T40" fmla="*/ 95 w 139"/>
                      <a:gd name="T41" fmla="*/ 31 h 175"/>
                      <a:gd name="T42" fmla="*/ 91 w 139"/>
                      <a:gd name="T43" fmla="*/ 28 h 175"/>
                      <a:gd name="T44" fmla="*/ 98 w 139"/>
                      <a:gd name="T45" fmla="*/ 20 h 175"/>
                      <a:gd name="T46" fmla="*/ 103 w 139"/>
                      <a:gd name="T47" fmla="*/ 18 h 175"/>
                      <a:gd name="T48" fmla="*/ 101 w 139"/>
                      <a:gd name="T49" fmla="*/ 38 h 175"/>
                      <a:gd name="T50" fmla="*/ 113 w 139"/>
                      <a:gd name="T51" fmla="*/ 42 h 175"/>
                      <a:gd name="T52" fmla="*/ 127 w 139"/>
                      <a:gd name="T53" fmla="*/ 49 h 175"/>
                      <a:gd name="T54" fmla="*/ 137 w 139"/>
                      <a:gd name="T55" fmla="*/ 64 h 175"/>
                      <a:gd name="T56" fmla="*/ 123 w 139"/>
                      <a:gd name="T57" fmla="*/ 71 h 175"/>
                      <a:gd name="T58" fmla="*/ 92 w 139"/>
                      <a:gd name="T59" fmla="*/ 73 h 175"/>
                      <a:gd name="T60" fmla="*/ 82 w 139"/>
                      <a:gd name="T61" fmla="*/ 62 h 175"/>
                      <a:gd name="T62" fmla="*/ 56 w 139"/>
                      <a:gd name="T63" fmla="*/ 82 h 175"/>
                      <a:gd name="T64" fmla="*/ 66 w 139"/>
                      <a:gd name="T65" fmla="*/ 106 h 175"/>
                      <a:gd name="T66" fmla="*/ 75 w 139"/>
                      <a:gd name="T67" fmla="*/ 128 h 175"/>
                      <a:gd name="T68" fmla="*/ 74 w 139"/>
                      <a:gd name="T69" fmla="*/ 150 h 175"/>
                      <a:gd name="T70" fmla="*/ 47 w 139"/>
                      <a:gd name="T71" fmla="*/ 174 h 175"/>
                      <a:gd name="T72" fmla="*/ 30 w 139"/>
                      <a:gd name="T73" fmla="*/ 173 h 175"/>
                      <a:gd name="T74" fmla="*/ 34 w 139"/>
                      <a:gd name="T75" fmla="*/ 151 h 175"/>
                      <a:gd name="T76" fmla="*/ 26 w 139"/>
                      <a:gd name="T77" fmla="*/ 150 h 175"/>
                      <a:gd name="T78" fmla="*/ 43 w 139"/>
                      <a:gd name="T79" fmla="*/ 129 h 175"/>
                      <a:gd name="T80" fmla="*/ 19 w 139"/>
                      <a:gd name="T81" fmla="*/ 116 h 175"/>
                      <a:gd name="T82" fmla="*/ 17 w 139"/>
                      <a:gd name="T83" fmla="*/ 100 h 175"/>
                      <a:gd name="T84" fmla="*/ 8 w 139"/>
                      <a:gd name="T85" fmla="*/ 111 h 175"/>
                      <a:gd name="T86" fmla="*/ 13 w 139"/>
                      <a:gd name="T87" fmla="*/ 94 h 175"/>
                      <a:gd name="T88" fmla="*/ 24 w 139"/>
                      <a:gd name="T89" fmla="*/ 83 h 175"/>
                      <a:gd name="T90" fmla="*/ 23 w 139"/>
                      <a:gd name="T91" fmla="*/ 80 h 175"/>
                      <a:gd name="T92" fmla="*/ 5 w 139"/>
                      <a:gd name="T93" fmla="*/ 79 h 175"/>
                      <a:gd name="T94" fmla="*/ 8 w 139"/>
                      <a:gd name="T95" fmla="*/ 68 h 175"/>
                      <a:gd name="T96" fmla="*/ 5 w 139"/>
                      <a:gd name="T97" fmla="*/ 63 h 175"/>
                      <a:gd name="T98" fmla="*/ 2 w 139"/>
                      <a:gd name="T99" fmla="*/ 55 h 175"/>
                      <a:gd name="T100" fmla="*/ 6 w 139"/>
                      <a:gd name="T101" fmla="*/ 59 h 1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139" h="175">
                        <a:moveTo>
                          <a:pt x="8" y="45"/>
                        </a:moveTo>
                        <a:cubicBezTo>
                          <a:pt x="9" y="44"/>
                          <a:pt x="10" y="43"/>
                          <a:pt x="10" y="42"/>
                        </a:cubicBezTo>
                        <a:cubicBezTo>
                          <a:pt x="11" y="32"/>
                          <a:pt x="16" y="23"/>
                          <a:pt x="20" y="15"/>
                        </a:cubicBezTo>
                        <a:cubicBezTo>
                          <a:pt x="21" y="13"/>
                          <a:pt x="24" y="13"/>
                          <a:pt x="26" y="12"/>
                        </a:cubicBezTo>
                        <a:cubicBezTo>
                          <a:pt x="28" y="11"/>
                          <a:pt x="29" y="11"/>
                          <a:pt x="31" y="10"/>
                        </a:cubicBezTo>
                        <a:cubicBezTo>
                          <a:pt x="31" y="9"/>
                          <a:pt x="32" y="9"/>
                          <a:pt x="33" y="9"/>
                        </a:cubicBezTo>
                        <a:cubicBezTo>
                          <a:pt x="34" y="7"/>
                          <a:pt x="35" y="6"/>
                          <a:pt x="37" y="5"/>
                        </a:cubicBezTo>
                        <a:cubicBezTo>
                          <a:pt x="47" y="4"/>
                          <a:pt x="56" y="0"/>
                          <a:pt x="65" y="1"/>
                        </a:cubicBezTo>
                        <a:cubicBezTo>
                          <a:pt x="68" y="2"/>
                          <a:pt x="71" y="1"/>
                          <a:pt x="74" y="1"/>
                        </a:cubicBezTo>
                        <a:cubicBezTo>
                          <a:pt x="77" y="1"/>
                          <a:pt x="80" y="1"/>
                          <a:pt x="81" y="4"/>
                        </a:cubicBezTo>
                        <a:cubicBezTo>
                          <a:pt x="82" y="6"/>
                          <a:pt x="80" y="9"/>
                          <a:pt x="78" y="10"/>
                        </a:cubicBezTo>
                        <a:cubicBezTo>
                          <a:pt x="76" y="12"/>
                          <a:pt x="75" y="13"/>
                          <a:pt x="76" y="15"/>
                        </a:cubicBezTo>
                        <a:cubicBezTo>
                          <a:pt x="78" y="17"/>
                          <a:pt x="76" y="18"/>
                          <a:pt x="75" y="18"/>
                        </a:cubicBezTo>
                        <a:cubicBezTo>
                          <a:pt x="70" y="16"/>
                          <a:pt x="65" y="20"/>
                          <a:pt x="60" y="15"/>
                        </a:cubicBezTo>
                        <a:cubicBezTo>
                          <a:pt x="60" y="24"/>
                          <a:pt x="54" y="25"/>
                          <a:pt x="47" y="26"/>
                        </a:cubicBezTo>
                        <a:cubicBezTo>
                          <a:pt x="49" y="27"/>
                          <a:pt x="50" y="28"/>
                          <a:pt x="50" y="29"/>
                        </a:cubicBezTo>
                        <a:cubicBezTo>
                          <a:pt x="51" y="31"/>
                          <a:pt x="53" y="32"/>
                          <a:pt x="51" y="34"/>
                        </a:cubicBezTo>
                        <a:cubicBezTo>
                          <a:pt x="49" y="35"/>
                          <a:pt x="47" y="34"/>
                          <a:pt x="46" y="32"/>
                        </a:cubicBezTo>
                        <a:cubicBezTo>
                          <a:pt x="45" y="31"/>
                          <a:pt x="45" y="30"/>
                          <a:pt x="45" y="30"/>
                        </a:cubicBezTo>
                        <a:cubicBezTo>
                          <a:pt x="43" y="30"/>
                          <a:pt x="43" y="32"/>
                          <a:pt x="43" y="32"/>
                        </a:cubicBezTo>
                        <a:cubicBezTo>
                          <a:pt x="47" y="36"/>
                          <a:pt x="43" y="39"/>
                          <a:pt x="41" y="41"/>
                        </a:cubicBezTo>
                        <a:cubicBezTo>
                          <a:pt x="39" y="44"/>
                          <a:pt x="36" y="43"/>
                          <a:pt x="32" y="42"/>
                        </a:cubicBezTo>
                        <a:cubicBezTo>
                          <a:pt x="34" y="43"/>
                          <a:pt x="35" y="43"/>
                          <a:pt x="37" y="43"/>
                        </a:cubicBezTo>
                        <a:cubicBezTo>
                          <a:pt x="38" y="43"/>
                          <a:pt x="39" y="43"/>
                          <a:pt x="39" y="44"/>
                        </a:cubicBezTo>
                        <a:cubicBezTo>
                          <a:pt x="40" y="45"/>
                          <a:pt x="39" y="46"/>
                          <a:pt x="38" y="46"/>
                        </a:cubicBezTo>
                        <a:cubicBezTo>
                          <a:pt x="36" y="48"/>
                          <a:pt x="33" y="48"/>
                          <a:pt x="30" y="48"/>
                        </a:cubicBezTo>
                        <a:cubicBezTo>
                          <a:pt x="25" y="48"/>
                          <a:pt x="19" y="47"/>
                          <a:pt x="14" y="47"/>
                        </a:cubicBezTo>
                        <a:cubicBezTo>
                          <a:pt x="16" y="48"/>
                          <a:pt x="18" y="48"/>
                          <a:pt x="20" y="48"/>
                        </a:cubicBezTo>
                        <a:cubicBezTo>
                          <a:pt x="23" y="50"/>
                          <a:pt x="25" y="52"/>
                          <a:pt x="28" y="54"/>
                        </a:cubicBezTo>
                        <a:cubicBezTo>
                          <a:pt x="29" y="55"/>
                          <a:pt x="29" y="57"/>
                          <a:pt x="31" y="58"/>
                        </a:cubicBezTo>
                        <a:cubicBezTo>
                          <a:pt x="32" y="55"/>
                          <a:pt x="34" y="52"/>
                          <a:pt x="37" y="50"/>
                        </a:cubicBezTo>
                        <a:cubicBezTo>
                          <a:pt x="41" y="46"/>
                          <a:pt x="41" y="46"/>
                          <a:pt x="47" y="49"/>
                        </a:cubicBezTo>
                        <a:cubicBezTo>
                          <a:pt x="48" y="47"/>
                          <a:pt x="48" y="45"/>
                          <a:pt x="50" y="45"/>
                        </a:cubicBezTo>
                        <a:cubicBezTo>
                          <a:pt x="52" y="45"/>
                          <a:pt x="52" y="46"/>
                          <a:pt x="53" y="48"/>
                        </a:cubicBezTo>
                        <a:cubicBezTo>
                          <a:pt x="52" y="43"/>
                          <a:pt x="55" y="41"/>
                          <a:pt x="58" y="38"/>
                        </a:cubicBezTo>
                        <a:cubicBezTo>
                          <a:pt x="58" y="38"/>
                          <a:pt x="59" y="37"/>
                          <a:pt x="60" y="37"/>
                        </a:cubicBezTo>
                        <a:cubicBezTo>
                          <a:pt x="65" y="38"/>
                          <a:pt x="69" y="36"/>
                          <a:pt x="74" y="34"/>
                        </a:cubicBezTo>
                        <a:cubicBezTo>
                          <a:pt x="76" y="33"/>
                          <a:pt x="78" y="33"/>
                          <a:pt x="81" y="35"/>
                        </a:cubicBezTo>
                        <a:cubicBezTo>
                          <a:pt x="83" y="36"/>
                          <a:pt x="84" y="36"/>
                          <a:pt x="85" y="33"/>
                        </a:cubicBezTo>
                        <a:cubicBezTo>
                          <a:pt x="85" y="33"/>
                          <a:pt x="85" y="33"/>
                          <a:pt x="85" y="32"/>
                        </a:cubicBezTo>
                        <a:cubicBezTo>
                          <a:pt x="87" y="30"/>
                          <a:pt x="84" y="26"/>
                          <a:pt x="89" y="25"/>
                        </a:cubicBezTo>
                        <a:cubicBezTo>
                          <a:pt x="90" y="29"/>
                          <a:pt x="94" y="28"/>
                          <a:pt x="95" y="31"/>
                        </a:cubicBezTo>
                        <a:cubicBezTo>
                          <a:pt x="95" y="32"/>
                          <a:pt x="96" y="32"/>
                          <a:pt x="96" y="32"/>
                        </a:cubicBezTo>
                        <a:cubicBezTo>
                          <a:pt x="94" y="31"/>
                          <a:pt x="93" y="28"/>
                          <a:pt x="91" y="28"/>
                        </a:cubicBezTo>
                        <a:cubicBezTo>
                          <a:pt x="90" y="27"/>
                          <a:pt x="89" y="26"/>
                          <a:pt x="91" y="24"/>
                        </a:cubicBezTo>
                        <a:cubicBezTo>
                          <a:pt x="93" y="22"/>
                          <a:pt x="95" y="20"/>
                          <a:pt x="98" y="20"/>
                        </a:cubicBezTo>
                        <a:cubicBezTo>
                          <a:pt x="98" y="19"/>
                          <a:pt x="98" y="19"/>
                          <a:pt x="99" y="19"/>
                        </a:cubicBezTo>
                        <a:cubicBezTo>
                          <a:pt x="100" y="19"/>
                          <a:pt x="101" y="17"/>
                          <a:pt x="103" y="18"/>
                        </a:cubicBezTo>
                        <a:cubicBezTo>
                          <a:pt x="106" y="19"/>
                          <a:pt x="106" y="22"/>
                          <a:pt x="105" y="24"/>
                        </a:cubicBezTo>
                        <a:cubicBezTo>
                          <a:pt x="104" y="29"/>
                          <a:pt x="102" y="34"/>
                          <a:pt x="101" y="38"/>
                        </a:cubicBezTo>
                        <a:cubicBezTo>
                          <a:pt x="100" y="41"/>
                          <a:pt x="100" y="42"/>
                          <a:pt x="103" y="42"/>
                        </a:cubicBezTo>
                        <a:cubicBezTo>
                          <a:pt x="106" y="42"/>
                          <a:pt x="110" y="42"/>
                          <a:pt x="113" y="42"/>
                        </a:cubicBezTo>
                        <a:cubicBezTo>
                          <a:pt x="115" y="43"/>
                          <a:pt x="117" y="43"/>
                          <a:pt x="118" y="45"/>
                        </a:cubicBezTo>
                        <a:cubicBezTo>
                          <a:pt x="120" y="48"/>
                          <a:pt x="124" y="48"/>
                          <a:pt x="127" y="49"/>
                        </a:cubicBezTo>
                        <a:cubicBezTo>
                          <a:pt x="129" y="50"/>
                          <a:pt x="132" y="50"/>
                          <a:pt x="134" y="52"/>
                        </a:cubicBezTo>
                        <a:cubicBezTo>
                          <a:pt x="139" y="56"/>
                          <a:pt x="139" y="59"/>
                          <a:pt x="137" y="64"/>
                        </a:cubicBezTo>
                        <a:cubicBezTo>
                          <a:pt x="136" y="66"/>
                          <a:pt x="136" y="68"/>
                          <a:pt x="134" y="70"/>
                        </a:cubicBezTo>
                        <a:cubicBezTo>
                          <a:pt x="131" y="71"/>
                          <a:pt x="127" y="70"/>
                          <a:pt x="123" y="71"/>
                        </a:cubicBezTo>
                        <a:cubicBezTo>
                          <a:pt x="114" y="73"/>
                          <a:pt x="107" y="76"/>
                          <a:pt x="98" y="74"/>
                        </a:cubicBezTo>
                        <a:cubicBezTo>
                          <a:pt x="96" y="74"/>
                          <a:pt x="94" y="73"/>
                          <a:pt x="92" y="73"/>
                        </a:cubicBezTo>
                        <a:cubicBezTo>
                          <a:pt x="85" y="73"/>
                          <a:pt x="85" y="73"/>
                          <a:pt x="85" y="66"/>
                        </a:cubicBezTo>
                        <a:cubicBezTo>
                          <a:pt x="85" y="64"/>
                          <a:pt x="85" y="63"/>
                          <a:pt x="82" y="62"/>
                        </a:cubicBezTo>
                        <a:cubicBezTo>
                          <a:pt x="74" y="59"/>
                          <a:pt x="66" y="63"/>
                          <a:pt x="59" y="65"/>
                        </a:cubicBezTo>
                        <a:cubicBezTo>
                          <a:pt x="54" y="67"/>
                          <a:pt x="53" y="75"/>
                          <a:pt x="56" y="82"/>
                        </a:cubicBezTo>
                        <a:cubicBezTo>
                          <a:pt x="59" y="89"/>
                          <a:pt x="63" y="95"/>
                          <a:pt x="63" y="102"/>
                        </a:cubicBezTo>
                        <a:cubicBezTo>
                          <a:pt x="64" y="104"/>
                          <a:pt x="65" y="105"/>
                          <a:pt x="66" y="106"/>
                        </a:cubicBezTo>
                        <a:cubicBezTo>
                          <a:pt x="67" y="106"/>
                          <a:pt x="68" y="107"/>
                          <a:pt x="68" y="108"/>
                        </a:cubicBezTo>
                        <a:cubicBezTo>
                          <a:pt x="71" y="115"/>
                          <a:pt x="72" y="122"/>
                          <a:pt x="75" y="128"/>
                        </a:cubicBezTo>
                        <a:cubicBezTo>
                          <a:pt x="76" y="131"/>
                          <a:pt x="76" y="134"/>
                          <a:pt x="77" y="137"/>
                        </a:cubicBezTo>
                        <a:cubicBezTo>
                          <a:pt x="76" y="141"/>
                          <a:pt x="75" y="146"/>
                          <a:pt x="74" y="150"/>
                        </a:cubicBezTo>
                        <a:cubicBezTo>
                          <a:pt x="72" y="161"/>
                          <a:pt x="66" y="168"/>
                          <a:pt x="57" y="173"/>
                        </a:cubicBezTo>
                        <a:cubicBezTo>
                          <a:pt x="54" y="174"/>
                          <a:pt x="51" y="174"/>
                          <a:pt x="47" y="174"/>
                        </a:cubicBezTo>
                        <a:cubicBezTo>
                          <a:pt x="43" y="175"/>
                          <a:pt x="38" y="173"/>
                          <a:pt x="33" y="175"/>
                        </a:cubicBezTo>
                        <a:cubicBezTo>
                          <a:pt x="31" y="175"/>
                          <a:pt x="30" y="174"/>
                          <a:pt x="30" y="173"/>
                        </a:cubicBezTo>
                        <a:cubicBezTo>
                          <a:pt x="34" y="167"/>
                          <a:pt x="39" y="170"/>
                          <a:pt x="43" y="171"/>
                        </a:cubicBezTo>
                        <a:cubicBezTo>
                          <a:pt x="35" y="166"/>
                          <a:pt x="36" y="158"/>
                          <a:pt x="34" y="151"/>
                        </a:cubicBezTo>
                        <a:cubicBezTo>
                          <a:pt x="33" y="156"/>
                          <a:pt x="29" y="155"/>
                          <a:pt x="26" y="156"/>
                        </a:cubicBezTo>
                        <a:cubicBezTo>
                          <a:pt x="24" y="154"/>
                          <a:pt x="25" y="151"/>
                          <a:pt x="26" y="150"/>
                        </a:cubicBezTo>
                        <a:cubicBezTo>
                          <a:pt x="30" y="144"/>
                          <a:pt x="33" y="139"/>
                          <a:pt x="37" y="134"/>
                        </a:cubicBezTo>
                        <a:cubicBezTo>
                          <a:pt x="40" y="133"/>
                          <a:pt x="41" y="131"/>
                          <a:pt x="43" y="129"/>
                        </a:cubicBezTo>
                        <a:cubicBezTo>
                          <a:pt x="39" y="124"/>
                          <a:pt x="33" y="127"/>
                          <a:pt x="28" y="125"/>
                        </a:cubicBezTo>
                        <a:cubicBezTo>
                          <a:pt x="22" y="124"/>
                          <a:pt x="20" y="122"/>
                          <a:pt x="19" y="116"/>
                        </a:cubicBezTo>
                        <a:cubicBezTo>
                          <a:pt x="19" y="115"/>
                          <a:pt x="19" y="113"/>
                          <a:pt x="17" y="113"/>
                        </a:cubicBezTo>
                        <a:cubicBezTo>
                          <a:pt x="16" y="108"/>
                          <a:pt x="17" y="103"/>
                          <a:pt x="17" y="100"/>
                        </a:cubicBezTo>
                        <a:cubicBezTo>
                          <a:pt x="15" y="104"/>
                          <a:pt x="15" y="110"/>
                          <a:pt x="10" y="113"/>
                        </a:cubicBezTo>
                        <a:cubicBezTo>
                          <a:pt x="9" y="113"/>
                          <a:pt x="8" y="112"/>
                          <a:pt x="8" y="111"/>
                        </a:cubicBezTo>
                        <a:cubicBezTo>
                          <a:pt x="8" y="109"/>
                          <a:pt x="7" y="107"/>
                          <a:pt x="9" y="106"/>
                        </a:cubicBezTo>
                        <a:cubicBezTo>
                          <a:pt x="13" y="102"/>
                          <a:pt x="13" y="98"/>
                          <a:pt x="13" y="94"/>
                        </a:cubicBezTo>
                        <a:cubicBezTo>
                          <a:pt x="12" y="91"/>
                          <a:pt x="13" y="90"/>
                          <a:pt x="15" y="89"/>
                        </a:cubicBezTo>
                        <a:cubicBezTo>
                          <a:pt x="18" y="87"/>
                          <a:pt x="19" y="82"/>
                          <a:pt x="24" y="83"/>
                        </a:cubicBezTo>
                        <a:cubicBezTo>
                          <a:pt x="25" y="83"/>
                          <a:pt x="26" y="85"/>
                          <a:pt x="26" y="86"/>
                        </a:cubicBezTo>
                        <a:cubicBezTo>
                          <a:pt x="28" y="82"/>
                          <a:pt x="28" y="82"/>
                          <a:pt x="23" y="80"/>
                        </a:cubicBezTo>
                        <a:cubicBezTo>
                          <a:pt x="20" y="85"/>
                          <a:pt x="16" y="86"/>
                          <a:pt x="10" y="83"/>
                        </a:cubicBezTo>
                        <a:cubicBezTo>
                          <a:pt x="8" y="82"/>
                          <a:pt x="7" y="80"/>
                          <a:pt x="5" y="79"/>
                        </a:cubicBezTo>
                        <a:cubicBezTo>
                          <a:pt x="3" y="79"/>
                          <a:pt x="4" y="76"/>
                          <a:pt x="5" y="75"/>
                        </a:cubicBezTo>
                        <a:cubicBezTo>
                          <a:pt x="6" y="73"/>
                          <a:pt x="7" y="71"/>
                          <a:pt x="8" y="68"/>
                        </a:cubicBezTo>
                        <a:cubicBezTo>
                          <a:pt x="8" y="68"/>
                          <a:pt x="8" y="67"/>
                          <a:pt x="8" y="67"/>
                        </a:cubicBezTo>
                        <a:cubicBezTo>
                          <a:pt x="8" y="64"/>
                          <a:pt x="6" y="64"/>
                          <a:pt x="5" y="63"/>
                        </a:cubicBezTo>
                        <a:cubicBezTo>
                          <a:pt x="3" y="62"/>
                          <a:pt x="1" y="61"/>
                          <a:pt x="1" y="59"/>
                        </a:cubicBezTo>
                        <a:cubicBezTo>
                          <a:pt x="0" y="57"/>
                          <a:pt x="0" y="56"/>
                          <a:pt x="2" y="55"/>
                        </a:cubicBezTo>
                        <a:cubicBezTo>
                          <a:pt x="4" y="54"/>
                          <a:pt x="4" y="56"/>
                          <a:pt x="5" y="57"/>
                        </a:cubicBezTo>
                        <a:cubicBezTo>
                          <a:pt x="5" y="58"/>
                          <a:pt x="5" y="58"/>
                          <a:pt x="6" y="59"/>
                        </a:cubicBezTo>
                        <a:cubicBezTo>
                          <a:pt x="4" y="53"/>
                          <a:pt x="6" y="49"/>
                          <a:pt x="8" y="45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3" name="Freeform 302"/>
                  <p:cNvSpPr/>
                  <p:nvPr/>
                </p:nvSpPr>
                <p:spPr bwMode="auto">
                  <a:xfrm>
                    <a:off x="4622" y="1501"/>
                    <a:ext cx="373" cy="475"/>
                  </a:xfrm>
                  <a:custGeom>
                    <a:avLst/>
                    <a:gdLst>
                      <a:gd name="T0" fmla="*/ 157 w 157"/>
                      <a:gd name="T1" fmla="*/ 21 h 200"/>
                      <a:gd name="T2" fmla="*/ 143 w 157"/>
                      <a:gd name="T3" fmla="*/ 34 h 200"/>
                      <a:gd name="T4" fmla="*/ 153 w 157"/>
                      <a:gd name="T5" fmla="*/ 52 h 200"/>
                      <a:gd name="T6" fmla="*/ 148 w 157"/>
                      <a:gd name="T7" fmla="*/ 51 h 200"/>
                      <a:gd name="T8" fmla="*/ 105 w 157"/>
                      <a:gd name="T9" fmla="*/ 51 h 200"/>
                      <a:gd name="T10" fmla="*/ 89 w 157"/>
                      <a:gd name="T11" fmla="*/ 61 h 200"/>
                      <a:gd name="T12" fmla="*/ 77 w 157"/>
                      <a:gd name="T13" fmla="*/ 86 h 200"/>
                      <a:gd name="T14" fmla="*/ 95 w 157"/>
                      <a:gd name="T15" fmla="*/ 115 h 200"/>
                      <a:gd name="T16" fmla="*/ 104 w 157"/>
                      <a:gd name="T17" fmla="*/ 133 h 200"/>
                      <a:gd name="T18" fmla="*/ 99 w 157"/>
                      <a:gd name="T19" fmla="*/ 145 h 200"/>
                      <a:gd name="T20" fmla="*/ 82 w 157"/>
                      <a:gd name="T21" fmla="*/ 139 h 200"/>
                      <a:gd name="T22" fmla="*/ 69 w 157"/>
                      <a:gd name="T23" fmla="*/ 135 h 200"/>
                      <a:gd name="T24" fmla="*/ 56 w 157"/>
                      <a:gd name="T25" fmla="*/ 134 h 200"/>
                      <a:gd name="T26" fmla="*/ 28 w 157"/>
                      <a:gd name="T27" fmla="*/ 157 h 200"/>
                      <a:gd name="T28" fmla="*/ 43 w 157"/>
                      <a:gd name="T29" fmla="*/ 176 h 200"/>
                      <a:gd name="T30" fmla="*/ 52 w 157"/>
                      <a:gd name="T31" fmla="*/ 181 h 200"/>
                      <a:gd name="T32" fmla="*/ 43 w 157"/>
                      <a:gd name="T33" fmla="*/ 190 h 200"/>
                      <a:gd name="T34" fmla="*/ 37 w 157"/>
                      <a:gd name="T35" fmla="*/ 198 h 200"/>
                      <a:gd name="T36" fmla="*/ 28 w 157"/>
                      <a:gd name="T37" fmla="*/ 197 h 200"/>
                      <a:gd name="T38" fmla="*/ 30 w 157"/>
                      <a:gd name="T39" fmla="*/ 189 h 200"/>
                      <a:gd name="T40" fmla="*/ 9 w 157"/>
                      <a:gd name="T41" fmla="*/ 165 h 200"/>
                      <a:gd name="T42" fmla="*/ 1 w 157"/>
                      <a:gd name="T43" fmla="*/ 160 h 200"/>
                      <a:gd name="T44" fmla="*/ 5 w 157"/>
                      <a:gd name="T45" fmla="*/ 156 h 200"/>
                      <a:gd name="T46" fmla="*/ 6 w 157"/>
                      <a:gd name="T47" fmla="*/ 153 h 200"/>
                      <a:gd name="T48" fmla="*/ 11 w 157"/>
                      <a:gd name="T49" fmla="*/ 148 h 200"/>
                      <a:gd name="T50" fmla="*/ 22 w 157"/>
                      <a:gd name="T51" fmla="*/ 145 h 200"/>
                      <a:gd name="T52" fmla="*/ 9 w 157"/>
                      <a:gd name="T53" fmla="*/ 142 h 200"/>
                      <a:gd name="T54" fmla="*/ 7 w 157"/>
                      <a:gd name="T55" fmla="*/ 136 h 200"/>
                      <a:gd name="T56" fmla="*/ 20 w 157"/>
                      <a:gd name="T57" fmla="*/ 104 h 200"/>
                      <a:gd name="T58" fmla="*/ 32 w 157"/>
                      <a:gd name="T59" fmla="*/ 111 h 200"/>
                      <a:gd name="T60" fmla="*/ 54 w 157"/>
                      <a:gd name="T61" fmla="*/ 116 h 200"/>
                      <a:gd name="T62" fmla="*/ 61 w 157"/>
                      <a:gd name="T63" fmla="*/ 93 h 200"/>
                      <a:gd name="T64" fmla="*/ 59 w 157"/>
                      <a:gd name="T65" fmla="*/ 73 h 200"/>
                      <a:gd name="T66" fmla="*/ 33 w 157"/>
                      <a:gd name="T67" fmla="*/ 63 h 200"/>
                      <a:gd name="T68" fmla="*/ 23 w 157"/>
                      <a:gd name="T69" fmla="*/ 66 h 200"/>
                      <a:gd name="T70" fmla="*/ 15 w 157"/>
                      <a:gd name="T71" fmla="*/ 86 h 200"/>
                      <a:gd name="T72" fmla="*/ 12 w 157"/>
                      <a:gd name="T73" fmla="*/ 93 h 200"/>
                      <a:gd name="T74" fmla="*/ 8 w 157"/>
                      <a:gd name="T75" fmla="*/ 88 h 200"/>
                      <a:gd name="T76" fmla="*/ 6 w 157"/>
                      <a:gd name="T77" fmla="*/ 76 h 200"/>
                      <a:gd name="T78" fmla="*/ 3 w 157"/>
                      <a:gd name="T79" fmla="*/ 57 h 200"/>
                      <a:gd name="T80" fmla="*/ 9 w 157"/>
                      <a:gd name="T81" fmla="*/ 53 h 200"/>
                      <a:gd name="T82" fmla="*/ 23 w 157"/>
                      <a:gd name="T83" fmla="*/ 49 h 200"/>
                      <a:gd name="T84" fmla="*/ 74 w 157"/>
                      <a:gd name="T85" fmla="*/ 46 h 200"/>
                      <a:gd name="T86" fmla="*/ 86 w 157"/>
                      <a:gd name="T87" fmla="*/ 39 h 200"/>
                      <a:gd name="T88" fmla="*/ 88 w 157"/>
                      <a:gd name="T89" fmla="*/ 35 h 200"/>
                      <a:gd name="T90" fmla="*/ 95 w 157"/>
                      <a:gd name="T91" fmla="*/ 24 h 200"/>
                      <a:gd name="T92" fmla="*/ 133 w 157"/>
                      <a:gd name="T93" fmla="*/ 10 h 200"/>
                      <a:gd name="T94" fmla="*/ 135 w 157"/>
                      <a:gd name="T95" fmla="*/ 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157" h="200">
                        <a:moveTo>
                          <a:pt x="135" y="0"/>
                        </a:moveTo>
                        <a:cubicBezTo>
                          <a:pt x="142" y="7"/>
                          <a:pt x="151" y="13"/>
                          <a:pt x="157" y="21"/>
                        </a:cubicBezTo>
                        <a:cubicBezTo>
                          <a:pt x="155" y="23"/>
                          <a:pt x="153" y="22"/>
                          <a:pt x="151" y="22"/>
                        </a:cubicBezTo>
                        <a:cubicBezTo>
                          <a:pt x="145" y="23"/>
                          <a:pt x="142" y="29"/>
                          <a:pt x="143" y="34"/>
                        </a:cubicBezTo>
                        <a:cubicBezTo>
                          <a:pt x="144" y="41"/>
                          <a:pt x="147" y="46"/>
                          <a:pt x="152" y="50"/>
                        </a:cubicBezTo>
                        <a:cubicBezTo>
                          <a:pt x="153" y="51"/>
                          <a:pt x="153" y="51"/>
                          <a:pt x="153" y="52"/>
                        </a:cubicBezTo>
                        <a:cubicBezTo>
                          <a:pt x="153" y="53"/>
                          <a:pt x="153" y="53"/>
                          <a:pt x="152" y="53"/>
                        </a:cubicBezTo>
                        <a:cubicBezTo>
                          <a:pt x="150" y="53"/>
                          <a:pt x="149" y="52"/>
                          <a:pt x="148" y="51"/>
                        </a:cubicBezTo>
                        <a:cubicBezTo>
                          <a:pt x="137" y="42"/>
                          <a:pt x="125" y="43"/>
                          <a:pt x="113" y="47"/>
                        </a:cubicBezTo>
                        <a:cubicBezTo>
                          <a:pt x="110" y="48"/>
                          <a:pt x="107" y="50"/>
                          <a:pt x="105" y="51"/>
                        </a:cubicBezTo>
                        <a:cubicBezTo>
                          <a:pt x="102" y="53"/>
                          <a:pt x="98" y="54"/>
                          <a:pt x="96" y="57"/>
                        </a:cubicBezTo>
                        <a:cubicBezTo>
                          <a:pt x="93" y="58"/>
                          <a:pt x="91" y="60"/>
                          <a:pt x="89" y="61"/>
                        </a:cubicBezTo>
                        <a:cubicBezTo>
                          <a:pt x="85" y="65"/>
                          <a:pt x="83" y="70"/>
                          <a:pt x="80" y="75"/>
                        </a:cubicBezTo>
                        <a:cubicBezTo>
                          <a:pt x="78" y="78"/>
                          <a:pt x="77" y="82"/>
                          <a:pt x="77" y="86"/>
                        </a:cubicBezTo>
                        <a:cubicBezTo>
                          <a:pt x="79" y="94"/>
                          <a:pt x="80" y="102"/>
                          <a:pt x="86" y="109"/>
                        </a:cubicBezTo>
                        <a:cubicBezTo>
                          <a:pt x="88" y="112"/>
                          <a:pt x="92" y="112"/>
                          <a:pt x="95" y="115"/>
                        </a:cubicBezTo>
                        <a:cubicBezTo>
                          <a:pt x="97" y="119"/>
                          <a:pt x="99" y="122"/>
                          <a:pt x="101" y="126"/>
                        </a:cubicBezTo>
                        <a:cubicBezTo>
                          <a:pt x="102" y="128"/>
                          <a:pt x="103" y="131"/>
                          <a:pt x="104" y="133"/>
                        </a:cubicBezTo>
                        <a:cubicBezTo>
                          <a:pt x="106" y="136"/>
                          <a:pt x="107" y="139"/>
                          <a:pt x="105" y="142"/>
                        </a:cubicBezTo>
                        <a:cubicBezTo>
                          <a:pt x="103" y="144"/>
                          <a:pt x="102" y="145"/>
                          <a:pt x="99" y="145"/>
                        </a:cubicBezTo>
                        <a:cubicBezTo>
                          <a:pt x="97" y="144"/>
                          <a:pt x="96" y="143"/>
                          <a:pt x="94" y="142"/>
                        </a:cubicBezTo>
                        <a:cubicBezTo>
                          <a:pt x="90" y="139"/>
                          <a:pt x="86" y="139"/>
                          <a:pt x="82" y="139"/>
                        </a:cubicBezTo>
                        <a:cubicBezTo>
                          <a:pt x="78" y="139"/>
                          <a:pt x="75" y="139"/>
                          <a:pt x="72" y="137"/>
                        </a:cubicBezTo>
                        <a:cubicBezTo>
                          <a:pt x="71" y="137"/>
                          <a:pt x="70" y="136"/>
                          <a:pt x="69" y="135"/>
                        </a:cubicBezTo>
                        <a:cubicBezTo>
                          <a:pt x="67" y="132"/>
                          <a:pt x="64" y="133"/>
                          <a:pt x="62" y="133"/>
                        </a:cubicBezTo>
                        <a:cubicBezTo>
                          <a:pt x="60" y="134"/>
                          <a:pt x="58" y="134"/>
                          <a:pt x="56" y="134"/>
                        </a:cubicBezTo>
                        <a:cubicBezTo>
                          <a:pt x="44" y="132"/>
                          <a:pt x="36" y="138"/>
                          <a:pt x="30" y="147"/>
                        </a:cubicBezTo>
                        <a:cubicBezTo>
                          <a:pt x="27" y="150"/>
                          <a:pt x="26" y="153"/>
                          <a:pt x="28" y="157"/>
                        </a:cubicBezTo>
                        <a:cubicBezTo>
                          <a:pt x="29" y="159"/>
                          <a:pt x="29" y="162"/>
                          <a:pt x="31" y="164"/>
                        </a:cubicBezTo>
                        <a:cubicBezTo>
                          <a:pt x="33" y="170"/>
                          <a:pt x="35" y="175"/>
                          <a:pt x="43" y="176"/>
                        </a:cubicBezTo>
                        <a:cubicBezTo>
                          <a:pt x="44" y="176"/>
                          <a:pt x="46" y="177"/>
                          <a:pt x="47" y="178"/>
                        </a:cubicBezTo>
                        <a:cubicBezTo>
                          <a:pt x="48" y="180"/>
                          <a:pt x="50" y="180"/>
                          <a:pt x="52" y="181"/>
                        </a:cubicBezTo>
                        <a:cubicBezTo>
                          <a:pt x="54" y="182"/>
                          <a:pt x="56" y="183"/>
                          <a:pt x="56" y="186"/>
                        </a:cubicBezTo>
                        <a:cubicBezTo>
                          <a:pt x="52" y="189"/>
                          <a:pt x="48" y="190"/>
                          <a:pt x="43" y="190"/>
                        </a:cubicBezTo>
                        <a:cubicBezTo>
                          <a:pt x="39" y="190"/>
                          <a:pt x="39" y="192"/>
                          <a:pt x="39" y="195"/>
                        </a:cubicBezTo>
                        <a:cubicBezTo>
                          <a:pt x="39" y="197"/>
                          <a:pt x="38" y="198"/>
                          <a:pt x="37" y="198"/>
                        </a:cubicBezTo>
                        <a:cubicBezTo>
                          <a:pt x="35" y="199"/>
                          <a:pt x="33" y="200"/>
                          <a:pt x="31" y="199"/>
                        </a:cubicBezTo>
                        <a:cubicBezTo>
                          <a:pt x="29" y="199"/>
                          <a:pt x="28" y="199"/>
                          <a:pt x="28" y="197"/>
                        </a:cubicBezTo>
                        <a:cubicBezTo>
                          <a:pt x="27" y="196"/>
                          <a:pt x="28" y="195"/>
                          <a:pt x="29" y="195"/>
                        </a:cubicBezTo>
                        <a:cubicBezTo>
                          <a:pt x="32" y="193"/>
                          <a:pt x="30" y="191"/>
                          <a:pt x="30" y="189"/>
                        </a:cubicBezTo>
                        <a:cubicBezTo>
                          <a:pt x="33" y="183"/>
                          <a:pt x="30" y="179"/>
                          <a:pt x="26" y="174"/>
                        </a:cubicBezTo>
                        <a:cubicBezTo>
                          <a:pt x="21" y="169"/>
                          <a:pt x="16" y="166"/>
                          <a:pt x="9" y="165"/>
                        </a:cubicBezTo>
                        <a:cubicBezTo>
                          <a:pt x="7" y="165"/>
                          <a:pt x="5" y="166"/>
                          <a:pt x="4" y="165"/>
                        </a:cubicBezTo>
                        <a:cubicBezTo>
                          <a:pt x="3" y="163"/>
                          <a:pt x="1" y="162"/>
                          <a:pt x="1" y="160"/>
                        </a:cubicBezTo>
                        <a:cubicBezTo>
                          <a:pt x="1" y="158"/>
                          <a:pt x="0" y="157"/>
                          <a:pt x="1" y="156"/>
                        </a:cubicBezTo>
                        <a:cubicBezTo>
                          <a:pt x="3" y="155"/>
                          <a:pt x="4" y="156"/>
                          <a:pt x="5" y="156"/>
                        </a:cubicBezTo>
                        <a:cubicBezTo>
                          <a:pt x="7" y="157"/>
                          <a:pt x="8" y="158"/>
                          <a:pt x="9" y="160"/>
                        </a:cubicBezTo>
                        <a:cubicBezTo>
                          <a:pt x="9" y="157"/>
                          <a:pt x="7" y="155"/>
                          <a:pt x="6" y="153"/>
                        </a:cubicBezTo>
                        <a:cubicBezTo>
                          <a:pt x="6" y="151"/>
                          <a:pt x="5" y="150"/>
                          <a:pt x="7" y="149"/>
                        </a:cubicBezTo>
                        <a:cubicBezTo>
                          <a:pt x="8" y="148"/>
                          <a:pt x="10" y="147"/>
                          <a:pt x="11" y="148"/>
                        </a:cubicBezTo>
                        <a:cubicBezTo>
                          <a:pt x="14" y="153"/>
                          <a:pt x="17" y="149"/>
                          <a:pt x="20" y="147"/>
                        </a:cubicBezTo>
                        <a:cubicBezTo>
                          <a:pt x="20" y="147"/>
                          <a:pt x="21" y="146"/>
                          <a:pt x="22" y="145"/>
                        </a:cubicBezTo>
                        <a:cubicBezTo>
                          <a:pt x="19" y="146"/>
                          <a:pt x="17" y="145"/>
                          <a:pt x="16" y="143"/>
                        </a:cubicBezTo>
                        <a:cubicBezTo>
                          <a:pt x="14" y="142"/>
                          <a:pt x="12" y="140"/>
                          <a:pt x="9" y="142"/>
                        </a:cubicBezTo>
                        <a:cubicBezTo>
                          <a:pt x="8" y="143"/>
                          <a:pt x="7" y="142"/>
                          <a:pt x="5" y="141"/>
                        </a:cubicBezTo>
                        <a:cubicBezTo>
                          <a:pt x="4" y="139"/>
                          <a:pt x="7" y="138"/>
                          <a:pt x="7" y="136"/>
                        </a:cubicBezTo>
                        <a:cubicBezTo>
                          <a:pt x="12" y="129"/>
                          <a:pt x="16" y="121"/>
                          <a:pt x="19" y="113"/>
                        </a:cubicBezTo>
                        <a:cubicBezTo>
                          <a:pt x="20" y="110"/>
                          <a:pt x="20" y="107"/>
                          <a:pt x="20" y="104"/>
                        </a:cubicBezTo>
                        <a:cubicBezTo>
                          <a:pt x="21" y="103"/>
                          <a:pt x="23" y="103"/>
                          <a:pt x="24" y="104"/>
                        </a:cubicBezTo>
                        <a:cubicBezTo>
                          <a:pt x="26" y="107"/>
                          <a:pt x="30" y="108"/>
                          <a:pt x="32" y="111"/>
                        </a:cubicBezTo>
                        <a:cubicBezTo>
                          <a:pt x="33" y="113"/>
                          <a:pt x="34" y="113"/>
                          <a:pt x="35" y="113"/>
                        </a:cubicBezTo>
                        <a:cubicBezTo>
                          <a:pt x="41" y="115"/>
                          <a:pt x="48" y="116"/>
                          <a:pt x="54" y="116"/>
                        </a:cubicBezTo>
                        <a:cubicBezTo>
                          <a:pt x="61" y="116"/>
                          <a:pt x="63" y="114"/>
                          <a:pt x="64" y="107"/>
                        </a:cubicBezTo>
                        <a:cubicBezTo>
                          <a:pt x="65" y="102"/>
                          <a:pt x="64" y="97"/>
                          <a:pt x="61" y="93"/>
                        </a:cubicBezTo>
                        <a:cubicBezTo>
                          <a:pt x="60" y="92"/>
                          <a:pt x="60" y="91"/>
                          <a:pt x="60" y="89"/>
                        </a:cubicBezTo>
                        <a:cubicBezTo>
                          <a:pt x="62" y="84"/>
                          <a:pt x="61" y="78"/>
                          <a:pt x="59" y="73"/>
                        </a:cubicBezTo>
                        <a:cubicBezTo>
                          <a:pt x="59" y="71"/>
                          <a:pt x="58" y="69"/>
                          <a:pt x="57" y="68"/>
                        </a:cubicBezTo>
                        <a:cubicBezTo>
                          <a:pt x="50" y="62"/>
                          <a:pt x="42" y="61"/>
                          <a:pt x="33" y="63"/>
                        </a:cubicBezTo>
                        <a:cubicBezTo>
                          <a:pt x="31" y="63"/>
                          <a:pt x="29" y="63"/>
                          <a:pt x="27" y="64"/>
                        </a:cubicBezTo>
                        <a:cubicBezTo>
                          <a:pt x="26" y="64"/>
                          <a:pt x="24" y="64"/>
                          <a:pt x="23" y="66"/>
                        </a:cubicBezTo>
                        <a:cubicBezTo>
                          <a:pt x="23" y="66"/>
                          <a:pt x="22" y="67"/>
                          <a:pt x="22" y="68"/>
                        </a:cubicBezTo>
                        <a:cubicBezTo>
                          <a:pt x="17" y="73"/>
                          <a:pt x="19" y="80"/>
                          <a:pt x="15" y="86"/>
                        </a:cubicBezTo>
                        <a:cubicBezTo>
                          <a:pt x="15" y="86"/>
                          <a:pt x="15" y="87"/>
                          <a:pt x="15" y="87"/>
                        </a:cubicBezTo>
                        <a:cubicBezTo>
                          <a:pt x="14" y="89"/>
                          <a:pt x="14" y="92"/>
                          <a:pt x="12" y="93"/>
                        </a:cubicBezTo>
                        <a:cubicBezTo>
                          <a:pt x="10" y="93"/>
                          <a:pt x="9" y="91"/>
                          <a:pt x="8" y="89"/>
                        </a:cubicBezTo>
                        <a:cubicBezTo>
                          <a:pt x="8" y="89"/>
                          <a:pt x="8" y="88"/>
                          <a:pt x="8" y="88"/>
                        </a:cubicBezTo>
                        <a:cubicBezTo>
                          <a:pt x="9" y="84"/>
                          <a:pt x="9" y="80"/>
                          <a:pt x="6" y="77"/>
                        </a:cubicBezTo>
                        <a:cubicBezTo>
                          <a:pt x="6" y="77"/>
                          <a:pt x="6" y="76"/>
                          <a:pt x="6" y="76"/>
                        </a:cubicBezTo>
                        <a:cubicBezTo>
                          <a:pt x="5" y="72"/>
                          <a:pt x="4" y="69"/>
                          <a:pt x="3" y="66"/>
                        </a:cubicBezTo>
                        <a:cubicBezTo>
                          <a:pt x="3" y="63"/>
                          <a:pt x="2" y="60"/>
                          <a:pt x="3" y="57"/>
                        </a:cubicBezTo>
                        <a:cubicBezTo>
                          <a:pt x="3" y="56"/>
                          <a:pt x="3" y="56"/>
                          <a:pt x="3" y="56"/>
                        </a:cubicBezTo>
                        <a:cubicBezTo>
                          <a:pt x="5" y="53"/>
                          <a:pt x="7" y="53"/>
                          <a:pt x="9" y="53"/>
                        </a:cubicBezTo>
                        <a:cubicBezTo>
                          <a:pt x="11" y="52"/>
                          <a:pt x="13" y="51"/>
                          <a:pt x="15" y="50"/>
                        </a:cubicBezTo>
                        <a:cubicBezTo>
                          <a:pt x="18" y="50"/>
                          <a:pt x="20" y="49"/>
                          <a:pt x="23" y="49"/>
                        </a:cubicBezTo>
                        <a:cubicBezTo>
                          <a:pt x="34" y="50"/>
                          <a:pt x="45" y="53"/>
                          <a:pt x="56" y="52"/>
                        </a:cubicBezTo>
                        <a:cubicBezTo>
                          <a:pt x="62" y="51"/>
                          <a:pt x="68" y="49"/>
                          <a:pt x="74" y="46"/>
                        </a:cubicBezTo>
                        <a:cubicBezTo>
                          <a:pt x="75" y="46"/>
                          <a:pt x="75" y="46"/>
                          <a:pt x="76" y="46"/>
                        </a:cubicBezTo>
                        <a:cubicBezTo>
                          <a:pt x="79" y="44"/>
                          <a:pt x="83" y="43"/>
                          <a:pt x="86" y="39"/>
                        </a:cubicBezTo>
                        <a:cubicBezTo>
                          <a:pt x="86" y="39"/>
                          <a:pt x="87" y="39"/>
                          <a:pt x="87" y="39"/>
                        </a:cubicBezTo>
                        <a:cubicBezTo>
                          <a:pt x="88" y="38"/>
                          <a:pt x="88" y="36"/>
                          <a:pt x="88" y="35"/>
                        </a:cubicBezTo>
                        <a:cubicBezTo>
                          <a:pt x="89" y="32"/>
                          <a:pt x="90" y="29"/>
                          <a:pt x="91" y="25"/>
                        </a:cubicBezTo>
                        <a:cubicBezTo>
                          <a:pt x="92" y="24"/>
                          <a:pt x="93" y="23"/>
                          <a:pt x="95" y="24"/>
                        </a:cubicBezTo>
                        <a:cubicBezTo>
                          <a:pt x="103" y="28"/>
                          <a:pt x="112" y="27"/>
                          <a:pt x="121" y="26"/>
                        </a:cubicBezTo>
                        <a:cubicBezTo>
                          <a:pt x="128" y="25"/>
                          <a:pt x="132" y="18"/>
                          <a:pt x="133" y="10"/>
                        </a:cubicBezTo>
                        <a:cubicBezTo>
                          <a:pt x="134" y="7"/>
                          <a:pt x="133" y="3"/>
                          <a:pt x="134" y="0"/>
                        </a:cubicBezTo>
                        <a:cubicBezTo>
                          <a:pt x="134" y="0"/>
                          <a:pt x="134" y="0"/>
                          <a:pt x="135" y="0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4" name="Freeform 303"/>
                  <p:cNvSpPr/>
                  <p:nvPr/>
                </p:nvSpPr>
                <p:spPr bwMode="auto">
                  <a:xfrm>
                    <a:off x="4496" y="1418"/>
                    <a:ext cx="216" cy="147"/>
                  </a:xfrm>
                  <a:custGeom>
                    <a:avLst/>
                    <a:gdLst>
                      <a:gd name="T0" fmla="*/ 91 w 91"/>
                      <a:gd name="T1" fmla="*/ 20 h 62"/>
                      <a:gd name="T2" fmla="*/ 87 w 91"/>
                      <a:gd name="T3" fmla="*/ 21 h 62"/>
                      <a:gd name="T4" fmla="*/ 86 w 91"/>
                      <a:gd name="T5" fmla="*/ 21 h 62"/>
                      <a:gd name="T6" fmla="*/ 86 w 91"/>
                      <a:gd name="T7" fmla="*/ 21 h 62"/>
                      <a:gd name="T8" fmla="*/ 87 w 91"/>
                      <a:gd name="T9" fmla="*/ 21 h 62"/>
                      <a:gd name="T10" fmla="*/ 87 w 91"/>
                      <a:gd name="T11" fmla="*/ 21 h 62"/>
                      <a:gd name="T12" fmla="*/ 84 w 91"/>
                      <a:gd name="T13" fmla="*/ 24 h 62"/>
                      <a:gd name="T14" fmla="*/ 81 w 91"/>
                      <a:gd name="T15" fmla="*/ 26 h 62"/>
                      <a:gd name="T16" fmla="*/ 78 w 91"/>
                      <a:gd name="T17" fmla="*/ 28 h 62"/>
                      <a:gd name="T18" fmla="*/ 87 w 91"/>
                      <a:gd name="T19" fmla="*/ 33 h 62"/>
                      <a:gd name="T20" fmla="*/ 76 w 91"/>
                      <a:gd name="T21" fmla="*/ 28 h 62"/>
                      <a:gd name="T22" fmla="*/ 75 w 91"/>
                      <a:gd name="T23" fmla="*/ 40 h 62"/>
                      <a:gd name="T24" fmla="*/ 70 w 91"/>
                      <a:gd name="T25" fmla="*/ 40 h 62"/>
                      <a:gd name="T26" fmla="*/ 69 w 91"/>
                      <a:gd name="T27" fmla="*/ 39 h 62"/>
                      <a:gd name="T28" fmla="*/ 62 w 91"/>
                      <a:gd name="T29" fmla="*/ 38 h 62"/>
                      <a:gd name="T30" fmla="*/ 54 w 91"/>
                      <a:gd name="T31" fmla="*/ 40 h 62"/>
                      <a:gd name="T32" fmla="*/ 53 w 91"/>
                      <a:gd name="T33" fmla="*/ 43 h 62"/>
                      <a:gd name="T34" fmla="*/ 47 w 91"/>
                      <a:gd name="T35" fmla="*/ 41 h 62"/>
                      <a:gd name="T36" fmla="*/ 42 w 91"/>
                      <a:gd name="T37" fmla="*/ 46 h 62"/>
                      <a:gd name="T38" fmla="*/ 41 w 91"/>
                      <a:gd name="T39" fmla="*/ 49 h 62"/>
                      <a:gd name="T40" fmla="*/ 42 w 91"/>
                      <a:gd name="T41" fmla="*/ 51 h 62"/>
                      <a:gd name="T42" fmla="*/ 39 w 91"/>
                      <a:gd name="T43" fmla="*/ 49 h 62"/>
                      <a:gd name="T44" fmla="*/ 38 w 91"/>
                      <a:gd name="T45" fmla="*/ 48 h 62"/>
                      <a:gd name="T46" fmla="*/ 36 w 91"/>
                      <a:gd name="T47" fmla="*/ 49 h 62"/>
                      <a:gd name="T48" fmla="*/ 34 w 91"/>
                      <a:gd name="T49" fmla="*/ 51 h 62"/>
                      <a:gd name="T50" fmla="*/ 25 w 91"/>
                      <a:gd name="T51" fmla="*/ 53 h 62"/>
                      <a:gd name="T52" fmla="*/ 20 w 91"/>
                      <a:gd name="T53" fmla="*/ 60 h 62"/>
                      <a:gd name="T54" fmla="*/ 17 w 91"/>
                      <a:gd name="T55" fmla="*/ 60 h 62"/>
                      <a:gd name="T56" fmla="*/ 15 w 91"/>
                      <a:gd name="T57" fmla="*/ 57 h 62"/>
                      <a:gd name="T58" fmla="*/ 22 w 91"/>
                      <a:gd name="T59" fmla="*/ 51 h 62"/>
                      <a:gd name="T60" fmla="*/ 8 w 91"/>
                      <a:gd name="T61" fmla="*/ 51 h 62"/>
                      <a:gd name="T62" fmla="*/ 0 w 91"/>
                      <a:gd name="T63" fmla="*/ 50 h 62"/>
                      <a:gd name="T64" fmla="*/ 11 w 91"/>
                      <a:gd name="T65" fmla="*/ 48 h 62"/>
                      <a:gd name="T66" fmla="*/ 28 w 91"/>
                      <a:gd name="T67" fmla="*/ 45 h 62"/>
                      <a:gd name="T68" fmla="*/ 18 w 91"/>
                      <a:gd name="T69" fmla="*/ 44 h 62"/>
                      <a:gd name="T70" fmla="*/ 23 w 91"/>
                      <a:gd name="T71" fmla="*/ 43 h 62"/>
                      <a:gd name="T72" fmla="*/ 32 w 91"/>
                      <a:gd name="T73" fmla="*/ 37 h 62"/>
                      <a:gd name="T74" fmla="*/ 32 w 91"/>
                      <a:gd name="T75" fmla="*/ 37 h 62"/>
                      <a:gd name="T76" fmla="*/ 34 w 91"/>
                      <a:gd name="T77" fmla="*/ 30 h 62"/>
                      <a:gd name="T78" fmla="*/ 39 w 91"/>
                      <a:gd name="T79" fmla="*/ 35 h 62"/>
                      <a:gd name="T80" fmla="*/ 34 w 91"/>
                      <a:gd name="T81" fmla="*/ 28 h 62"/>
                      <a:gd name="T82" fmla="*/ 43 w 91"/>
                      <a:gd name="T83" fmla="*/ 25 h 62"/>
                      <a:gd name="T84" fmla="*/ 46 w 91"/>
                      <a:gd name="T85" fmla="*/ 22 h 62"/>
                      <a:gd name="T86" fmla="*/ 45 w 91"/>
                      <a:gd name="T87" fmla="*/ 15 h 62"/>
                      <a:gd name="T88" fmla="*/ 53 w 91"/>
                      <a:gd name="T89" fmla="*/ 19 h 62"/>
                      <a:gd name="T90" fmla="*/ 55 w 91"/>
                      <a:gd name="T91" fmla="*/ 19 h 62"/>
                      <a:gd name="T92" fmla="*/ 65 w 91"/>
                      <a:gd name="T93" fmla="*/ 20 h 62"/>
                      <a:gd name="T94" fmla="*/ 65 w 91"/>
                      <a:gd name="T95" fmla="*/ 11 h 62"/>
                      <a:gd name="T96" fmla="*/ 68 w 91"/>
                      <a:gd name="T97" fmla="*/ 6 h 62"/>
                      <a:gd name="T98" fmla="*/ 62 w 91"/>
                      <a:gd name="T99" fmla="*/ 4 h 62"/>
                      <a:gd name="T100" fmla="*/ 55 w 91"/>
                      <a:gd name="T101" fmla="*/ 6 h 62"/>
                      <a:gd name="T102" fmla="*/ 54 w 91"/>
                      <a:gd name="T103" fmla="*/ 3 h 62"/>
                      <a:gd name="T104" fmla="*/ 62 w 91"/>
                      <a:gd name="T105" fmla="*/ 2 h 62"/>
                      <a:gd name="T106" fmla="*/ 65 w 91"/>
                      <a:gd name="T107" fmla="*/ 2 h 62"/>
                      <a:gd name="T108" fmla="*/ 79 w 91"/>
                      <a:gd name="T109" fmla="*/ 13 h 62"/>
                      <a:gd name="T110" fmla="*/ 83 w 91"/>
                      <a:gd name="T111" fmla="*/ 18 h 62"/>
                      <a:gd name="T112" fmla="*/ 85 w 91"/>
                      <a:gd name="T113" fmla="*/ 18 h 62"/>
                      <a:gd name="T114" fmla="*/ 91 w 91"/>
                      <a:gd name="T115" fmla="*/ 20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91" h="62">
                        <a:moveTo>
                          <a:pt x="91" y="20"/>
                        </a:moveTo>
                        <a:cubicBezTo>
                          <a:pt x="90" y="21"/>
                          <a:pt x="89" y="22"/>
                          <a:pt x="87" y="21"/>
                        </a:cubicBezTo>
                        <a:cubicBezTo>
                          <a:pt x="86" y="21"/>
                          <a:pt x="87" y="21"/>
                          <a:pt x="86" y="21"/>
                        </a:cubicBezTo>
                        <a:cubicBezTo>
                          <a:pt x="86" y="21"/>
                          <a:pt x="86" y="21"/>
                          <a:pt x="86" y="21"/>
                        </a:cubicBezTo>
                        <a:cubicBezTo>
                          <a:pt x="87" y="22"/>
                          <a:pt x="86" y="21"/>
                          <a:pt x="87" y="21"/>
                        </a:cubicBezTo>
                        <a:cubicBezTo>
                          <a:pt x="87" y="22"/>
                          <a:pt x="87" y="22"/>
                          <a:pt x="87" y="21"/>
                        </a:cubicBezTo>
                        <a:cubicBezTo>
                          <a:pt x="86" y="23"/>
                          <a:pt x="85" y="23"/>
                          <a:pt x="84" y="24"/>
                        </a:cubicBezTo>
                        <a:cubicBezTo>
                          <a:pt x="83" y="24"/>
                          <a:pt x="82" y="24"/>
                          <a:pt x="81" y="26"/>
                        </a:cubicBezTo>
                        <a:cubicBezTo>
                          <a:pt x="81" y="28"/>
                          <a:pt x="81" y="28"/>
                          <a:pt x="78" y="28"/>
                        </a:cubicBezTo>
                        <a:cubicBezTo>
                          <a:pt x="82" y="29"/>
                          <a:pt x="83" y="33"/>
                          <a:pt x="87" y="33"/>
                        </a:cubicBezTo>
                        <a:cubicBezTo>
                          <a:pt x="84" y="35"/>
                          <a:pt x="78" y="32"/>
                          <a:pt x="76" y="28"/>
                        </a:cubicBezTo>
                        <a:cubicBezTo>
                          <a:pt x="76" y="32"/>
                          <a:pt x="73" y="35"/>
                          <a:pt x="75" y="40"/>
                        </a:cubicBezTo>
                        <a:cubicBezTo>
                          <a:pt x="73" y="38"/>
                          <a:pt x="71" y="37"/>
                          <a:pt x="70" y="40"/>
                        </a:cubicBezTo>
                        <a:cubicBezTo>
                          <a:pt x="69" y="40"/>
                          <a:pt x="69" y="40"/>
                          <a:pt x="69" y="39"/>
                        </a:cubicBezTo>
                        <a:cubicBezTo>
                          <a:pt x="67" y="35"/>
                          <a:pt x="65" y="36"/>
                          <a:pt x="62" y="38"/>
                        </a:cubicBezTo>
                        <a:cubicBezTo>
                          <a:pt x="59" y="39"/>
                          <a:pt x="57" y="40"/>
                          <a:pt x="54" y="40"/>
                        </a:cubicBezTo>
                        <a:cubicBezTo>
                          <a:pt x="51" y="39"/>
                          <a:pt x="52" y="41"/>
                          <a:pt x="53" y="43"/>
                        </a:cubicBezTo>
                        <a:cubicBezTo>
                          <a:pt x="50" y="44"/>
                          <a:pt x="50" y="39"/>
                          <a:pt x="47" y="41"/>
                        </a:cubicBezTo>
                        <a:cubicBezTo>
                          <a:pt x="45" y="42"/>
                          <a:pt x="44" y="44"/>
                          <a:pt x="42" y="46"/>
                        </a:cubicBezTo>
                        <a:cubicBezTo>
                          <a:pt x="42" y="47"/>
                          <a:pt x="42" y="48"/>
                          <a:pt x="41" y="49"/>
                        </a:cubicBezTo>
                        <a:cubicBezTo>
                          <a:pt x="41" y="50"/>
                          <a:pt x="45" y="49"/>
                          <a:pt x="42" y="51"/>
                        </a:cubicBezTo>
                        <a:cubicBezTo>
                          <a:pt x="41" y="52"/>
                          <a:pt x="40" y="51"/>
                          <a:pt x="39" y="49"/>
                        </a:cubicBezTo>
                        <a:cubicBezTo>
                          <a:pt x="39" y="49"/>
                          <a:pt x="40" y="47"/>
                          <a:pt x="38" y="48"/>
                        </a:cubicBezTo>
                        <a:cubicBezTo>
                          <a:pt x="37" y="48"/>
                          <a:pt x="37" y="48"/>
                          <a:pt x="36" y="49"/>
                        </a:cubicBezTo>
                        <a:cubicBezTo>
                          <a:pt x="36" y="51"/>
                          <a:pt x="36" y="51"/>
                          <a:pt x="34" y="51"/>
                        </a:cubicBezTo>
                        <a:cubicBezTo>
                          <a:pt x="31" y="51"/>
                          <a:pt x="28" y="48"/>
                          <a:pt x="25" y="53"/>
                        </a:cubicBezTo>
                        <a:cubicBezTo>
                          <a:pt x="24" y="55"/>
                          <a:pt x="21" y="57"/>
                          <a:pt x="20" y="60"/>
                        </a:cubicBezTo>
                        <a:cubicBezTo>
                          <a:pt x="19" y="62"/>
                          <a:pt x="18" y="62"/>
                          <a:pt x="17" y="60"/>
                        </a:cubicBezTo>
                        <a:cubicBezTo>
                          <a:pt x="16" y="59"/>
                          <a:pt x="16" y="58"/>
                          <a:pt x="15" y="57"/>
                        </a:cubicBezTo>
                        <a:cubicBezTo>
                          <a:pt x="18" y="56"/>
                          <a:pt x="20" y="53"/>
                          <a:pt x="22" y="51"/>
                        </a:cubicBezTo>
                        <a:cubicBezTo>
                          <a:pt x="18" y="53"/>
                          <a:pt x="13" y="50"/>
                          <a:pt x="8" y="51"/>
                        </a:cubicBezTo>
                        <a:cubicBezTo>
                          <a:pt x="5" y="51"/>
                          <a:pt x="3" y="51"/>
                          <a:pt x="0" y="50"/>
                        </a:cubicBezTo>
                        <a:cubicBezTo>
                          <a:pt x="3" y="45"/>
                          <a:pt x="7" y="48"/>
                          <a:pt x="11" y="48"/>
                        </a:cubicBezTo>
                        <a:cubicBezTo>
                          <a:pt x="19" y="49"/>
                          <a:pt x="23" y="49"/>
                          <a:pt x="28" y="45"/>
                        </a:cubicBezTo>
                        <a:cubicBezTo>
                          <a:pt x="24" y="47"/>
                          <a:pt x="21" y="46"/>
                          <a:pt x="18" y="44"/>
                        </a:cubicBezTo>
                        <a:cubicBezTo>
                          <a:pt x="20" y="43"/>
                          <a:pt x="20" y="42"/>
                          <a:pt x="23" y="43"/>
                        </a:cubicBezTo>
                        <a:cubicBezTo>
                          <a:pt x="25" y="45"/>
                          <a:pt x="32" y="41"/>
                          <a:pt x="32" y="37"/>
                        </a:cubicBezTo>
                        <a:cubicBezTo>
                          <a:pt x="32" y="37"/>
                          <a:pt x="32" y="37"/>
                          <a:pt x="32" y="37"/>
                        </a:cubicBezTo>
                        <a:cubicBezTo>
                          <a:pt x="29" y="33"/>
                          <a:pt x="30" y="31"/>
                          <a:pt x="34" y="30"/>
                        </a:cubicBezTo>
                        <a:cubicBezTo>
                          <a:pt x="34" y="35"/>
                          <a:pt x="35" y="36"/>
                          <a:pt x="39" y="35"/>
                        </a:cubicBezTo>
                        <a:cubicBezTo>
                          <a:pt x="37" y="33"/>
                          <a:pt x="37" y="29"/>
                          <a:pt x="34" y="28"/>
                        </a:cubicBezTo>
                        <a:cubicBezTo>
                          <a:pt x="37" y="26"/>
                          <a:pt x="40" y="25"/>
                          <a:pt x="43" y="25"/>
                        </a:cubicBezTo>
                        <a:cubicBezTo>
                          <a:pt x="46" y="26"/>
                          <a:pt x="46" y="23"/>
                          <a:pt x="46" y="22"/>
                        </a:cubicBezTo>
                        <a:cubicBezTo>
                          <a:pt x="45" y="20"/>
                          <a:pt x="49" y="18"/>
                          <a:pt x="45" y="15"/>
                        </a:cubicBezTo>
                        <a:cubicBezTo>
                          <a:pt x="48" y="18"/>
                          <a:pt x="51" y="17"/>
                          <a:pt x="53" y="19"/>
                        </a:cubicBezTo>
                        <a:cubicBezTo>
                          <a:pt x="54" y="19"/>
                          <a:pt x="54" y="19"/>
                          <a:pt x="55" y="19"/>
                        </a:cubicBezTo>
                        <a:cubicBezTo>
                          <a:pt x="58" y="16"/>
                          <a:pt x="61" y="18"/>
                          <a:pt x="65" y="20"/>
                        </a:cubicBezTo>
                        <a:cubicBezTo>
                          <a:pt x="61" y="16"/>
                          <a:pt x="61" y="13"/>
                          <a:pt x="65" y="11"/>
                        </a:cubicBezTo>
                        <a:cubicBezTo>
                          <a:pt x="68" y="10"/>
                          <a:pt x="69" y="8"/>
                          <a:pt x="68" y="6"/>
                        </a:cubicBezTo>
                        <a:cubicBezTo>
                          <a:pt x="67" y="5"/>
                          <a:pt x="65" y="2"/>
                          <a:pt x="62" y="4"/>
                        </a:cubicBezTo>
                        <a:cubicBezTo>
                          <a:pt x="60" y="6"/>
                          <a:pt x="57" y="2"/>
                          <a:pt x="55" y="6"/>
                        </a:cubicBezTo>
                        <a:cubicBezTo>
                          <a:pt x="54" y="6"/>
                          <a:pt x="55" y="4"/>
                          <a:pt x="54" y="3"/>
                        </a:cubicBezTo>
                        <a:cubicBezTo>
                          <a:pt x="56" y="0"/>
                          <a:pt x="59" y="1"/>
                          <a:pt x="62" y="2"/>
                        </a:cubicBezTo>
                        <a:cubicBezTo>
                          <a:pt x="63" y="2"/>
                          <a:pt x="64" y="2"/>
                          <a:pt x="65" y="2"/>
                        </a:cubicBezTo>
                        <a:cubicBezTo>
                          <a:pt x="74" y="3"/>
                          <a:pt x="76" y="5"/>
                          <a:pt x="79" y="13"/>
                        </a:cubicBezTo>
                        <a:cubicBezTo>
                          <a:pt x="80" y="15"/>
                          <a:pt x="80" y="18"/>
                          <a:pt x="83" y="18"/>
                        </a:cubicBezTo>
                        <a:cubicBezTo>
                          <a:pt x="84" y="19"/>
                          <a:pt x="84" y="18"/>
                          <a:pt x="85" y="18"/>
                        </a:cubicBezTo>
                        <a:cubicBezTo>
                          <a:pt x="87" y="17"/>
                          <a:pt x="89" y="17"/>
                          <a:pt x="91" y="20"/>
                        </a:cubicBezTo>
                        <a:close/>
                      </a:path>
                    </a:pathLst>
                  </a:custGeom>
                  <a:solidFill>
                    <a:srgbClr val="C3FEB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5" name="Freeform 304"/>
                  <p:cNvSpPr/>
                  <p:nvPr/>
                </p:nvSpPr>
                <p:spPr bwMode="auto">
                  <a:xfrm>
                    <a:off x="4769" y="1492"/>
                    <a:ext cx="76" cy="71"/>
                  </a:xfrm>
                  <a:custGeom>
                    <a:avLst/>
                    <a:gdLst>
                      <a:gd name="T0" fmla="*/ 15 w 32"/>
                      <a:gd name="T1" fmla="*/ 16 h 30"/>
                      <a:gd name="T2" fmla="*/ 6 w 32"/>
                      <a:gd name="T3" fmla="*/ 12 h 30"/>
                      <a:gd name="T4" fmla="*/ 2 w 32"/>
                      <a:gd name="T5" fmla="*/ 1 h 30"/>
                      <a:gd name="T6" fmla="*/ 5 w 32"/>
                      <a:gd name="T7" fmla="*/ 1 h 30"/>
                      <a:gd name="T8" fmla="*/ 26 w 32"/>
                      <a:gd name="T9" fmla="*/ 11 h 30"/>
                      <a:gd name="T10" fmla="*/ 30 w 32"/>
                      <a:gd name="T11" fmla="*/ 29 h 30"/>
                      <a:gd name="T12" fmla="*/ 27 w 32"/>
                      <a:gd name="T13" fmla="*/ 28 h 30"/>
                      <a:gd name="T14" fmla="*/ 22 w 32"/>
                      <a:gd name="T15" fmla="*/ 22 h 30"/>
                      <a:gd name="T16" fmla="*/ 22 w 32"/>
                      <a:gd name="T17" fmla="*/ 22 h 30"/>
                      <a:gd name="T18" fmla="*/ 19 w 32"/>
                      <a:gd name="T19" fmla="*/ 20 h 30"/>
                      <a:gd name="T20" fmla="*/ 19 w 32"/>
                      <a:gd name="T21" fmla="*/ 20 h 30"/>
                      <a:gd name="T22" fmla="*/ 15 w 32"/>
                      <a:gd name="T23" fmla="*/ 16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32" h="30">
                        <a:moveTo>
                          <a:pt x="15" y="16"/>
                        </a:moveTo>
                        <a:cubicBezTo>
                          <a:pt x="12" y="15"/>
                          <a:pt x="9" y="13"/>
                          <a:pt x="6" y="12"/>
                        </a:cubicBezTo>
                        <a:cubicBezTo>
                          <a:pt x="2" y="9"/>
                          <a:pt x="0" y="5"/>
                          <a:pt x="2" y="1"/>
                        </a:cubicBezTo>
                        <a:cubicBezTo>
                          <a:pt x="3" y="0"/>
                          <a:pt x="4" y="0"/>
                          <a:pt x="5" y="1"/>
                        </a:cubicBezTo>
                        <a:cubicBezTo>
                          <a:pt x="12" y="4"/>
                          <a:pt x="20" y="6"/>
                          <a:pt x="26" y="11"/>
                        </a:cubicBezTo>
                        <a:cubicBezTo>
                          <a:pt x="30" y="14"/>
                          <a:pt x="32" y="23"/>
                          <a:pt x="30" y="29"/>
                        </a:cubicBezTo>
                        <a:cubicBezTo>
                          <a:pt x="29" y="30"/>
                          <a:pt x="27" y="29"/>
                          <a:pt x="27" y="28"/>
                        </a:cubicBezTo>
                        <a:cubicBezTo>
                          <a:pt x="26" y="26"/>
                          <a:pt x="23" y="24"/>
                          <a:pt x="22" y="22"/>
                        </a:cubicBez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1" y="21"/>
                          <a:pt x="20" y="22"/>
                          <a:pt x="19" y="20"/>
                        </a:cubicBezTo>
                        <a:cubicBezTo>
                          <a:pt x="19" y="20"/>
                          <a:pt x="19" y="20"/>
                          <a:pt x="19" y="20"/>
                        </a:cubicBezTo>
                        <a:cubicBezTo>
                          <a:pt x="18" y="19"/>
                          <a:pt x="17" y="17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rgbClr val="9ECE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6" name="Freeform 305"/>
                  <p:cNvSpPr/>
                  <p:nvPr/>
                </p:nvSpPr>
                <p:spPr bwMode="auto">
                  <a:xfrm>
                    <a:off x="4541" y="1418"/>
                    <a:ext cx="102" cy="26"/>
                  </a:xfrm>
                  <a:custGeom>
                    <a:avLst/>
                    <a:gdLst>
                      <a:gd name="T0" fmla="*/ 43 w 43"/>
                      <a:gd name="T1" fmla="*/ 2 h 11"/>
                      <a:gd name="T2" fmla="*/ 35 w 43"/>
                      <a:gd name="T3" fmla="*/ 3 h 11"/>
                      <a:gd name="T4" fmla="*/ 14 w 43"/>
                      <a:gd name="T5" fmla="*/ 8 h 11"/>
                      <a:gd name="T6" fmla="*/ 7 w 43"/>
                      <a:gd name="T7" fmla="*/ 8 h 11"/>
                      <a:gd name="T8" fmla="*/ 2 w 43"/>
                      <a:gd name="T9" fmla="*/ 11 h 11"/>
                      <a:gd name="T10" fmla="*/ 6 w 43"/>
                      <a:gd name="T11" fmla="*/ 3 h 11"/>
                      <a:gd name="T12" fmla="*/ 30 w 43"/>
                      <a:gd name="T13" fmla="*/ 2 h 11"/>
                      <a:gd name="T14" fmla="*/ 39 w 43"/>
                      <a:gd name="T15" fmla="*/ 0 h 11"/>
                      <a:gd name="T16" fmla="*/ 43 w 43"/>
                      <a:gd name="T17" fmla="*/ 2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11">
                        <a:moveTo>
                          <a:pt x="43" y="2"/>
                        </a:moveTo>
                        <a:cubicBezTo>
                          <a:pt x="40" y="3"/>
                          <a:pt x="38" y="2"/>
                          <a:pt x="35" y="3"/>
                        </a:cubicBezTo>
                        <a:cubicBezTo>
                          <a:pt x="28" y="4"/>
                          <a:pt x="21" y="4"/>
                          <a:pt x="14" y="8"/>
                        </a:cubicBezTo>
                        <a:cubicBezTo>
                          <a:pt x="12" y="9"/>
                          <a:pt x="10" y="8"/>
                          <a:pt x="7" y="8"/>
                        </a:cubicBezTo>
                        <a:cubicBezTo>
                          <a:pt x="5" y="9"/>
                          <a:pt x="3" y="10"/>
                          <a:pt x="2" y="11"/>
                        </a:cubicBezTo>
                        <a:cubicBezTo>
                          <a:pt x="0" y="8"/>
                          <a:pt x="2" y="4"/>
                          <a:pt x="6" y="3"/>
                        </a:cubicBezTo>
                        <a:cubicBezTo>
                          <a:pt x="14" y="2"/>
                          <a:pt x="22" y="1"/>
                          <a:pt x="30" y="2"/>
                        </a:cubicBezTo>
                        <a:cubicBezTo>
                          <a:pt x="34" y="2"/>
                          <a:pt x="36" y="1"/>
                          <a:pt x="39" y="0"/>
                        </a:cubicBezTo>
                        <a:cubicBezTo>
                          <a:pt x="42" y="0"/>
                          <a:pt x="43" y="0"/>
                          <a:pt x="43" y="2"/>
                        </a:cubicBezTo>
                        <a:close/>
                      </a:path>
                    </a:pathLst>
                  </a:custGeom>
                  <a:solidFill>
                    <a:srgbClr val="DBFE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7" name="Freeform 306"/>
                  <p:cNvSpPr/>
                  <p:nvPr/>
                </p:nvSpPr>
                <p:spPr bwMode="auto">
                  <a:xfrm>
                    <a:off x="4677" y="1606"/>
                    <a:ext cx="125" cy="24"/>
                  </a:xfrm>
                  <a:custGeom>
                    <a:avLst/>
                    <a:gdLst>
                      <a:gd name="T0" fmla="*/ 53 w 53"/>
                      <a:gd name="T1" fmla="*/ 2 h 10"/>
                      <a:gd name="T2" fmla="*/ 50 w 53"/>
                      <a:gd name="T3" fmla="*/ 5 h 10"/>
                      <a:gd name="T4" fmla="*/ 16 w 53"/>
                      <a:gd name="T5" fmla="*/ 8 h 10"/>
                      <a:gd name="T6" fmla="*/ 0 w 53"/>
                      <a:gd name="T7" fmla="*/ 5 h 10"/>
                      <a:gd name="T8" fmla="*/ 18 w 53"/>
                      <a:gd name="T9" fmla="*/ 7 h 10"/>
                      <a:gd name="T10" fmla="*/ 48 w 53"/>
                      <a:gd name="T11" fmla="*/ 1 h 10"/>
                      <a:gd name="T12" fmla="*/ 53 w 53"/>
                      <a:gd name="T13" fmla="*/ 2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3" h="10">
                        <a:moveTo>
                          <a:pt x="53" y="2"/>
                        </a:moveTo>
                        <a:cubicBezTo>
                          <a:pt x="52" y="3"/>
                          <a:pt x="52" y="4"/>
                          <a:pt x="50" y="5"/>
                        </a:cubicBezTo>
                        <a:cubicBezTo>
                          <a:pt x="39" y="9"/>
                          <a:pt x="28" y="10"/>
                          <a:pt x="16" y="8"/>
                        </a:cubicBezTo>
                        <a:cubicBezTo>
                          <a:pt x="11" y="7"/>
                          <a:pt x="5" y="7"/>
                          <a:pt x="0" y="5"/>
                        </a:cubicBezTo>
                        <a:cubicBezTo>
                          <a:pt x="7" y="4"/>
                          <a:pt x="12" y="6"/>
                          <a:pt x="18" y="7"/>
                        </a:cubicBezTo>
                        <a:cubicBezTo>
                          <a:pt x="29" y="8"/>
                          <a:pt x="39" y="5"/>
                          <a:pt x="48" y="1"/>
                        </a:cubicBezTo>
                        <a:cubicBezTo>
                          <a:pt x="50" y="1"/>
                          <a:pt x="52" y="0"/>
                          <a:pt x="53" y="2"/>
                        </a:cubicBezTo>
                        <a:close/>
                      </a:path>
                    </a:pathLst>
                  </a:custGeom>
                  <a:solidFill>
                    <a:srgbClr val="B7DC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8" name="Freeform 307"/>
                  <p:cNvSpPr/>
                  <p:nvPr/>
                </p:nvSpPr>
                <p:spPr bwMode="auto">
                  <a:xfrm>
                    <a:off x="4790" y="1544"/>
                    <a:ext cx="50" cy="67"/>
                  </a:xfrm>
                  <a:custGeom>
                    <a:avLst/>
                    <a:gdLst>
                      <a:gd name="T0" fmla="*/ 5 w 21"/>
                      <a:gd name="T1" fmla="*/ 28 h 28"/>
                      <a:gd name="T2" fmla="*/ 0 w 21"/>
                      <a:gd name="T3" fmla="*/ 27 h 28"/>
                      <a:gd name="T4" fmla="*/ 15 w 21"/>
                      <a:gd name="T5" fmla="*/ 16 h 28"/>
                      <a:gd name="T6" fmla="*/ 16 w 21"/>
                      <a:gd name="T7" fmla="*/ 5 h 28"/>
                      <a:gd name="T8" fmla="*/ 13 w 21"/>
                      <a:gd name="T9" fmla="*/ 0 h 28"/>
                      <a:gd name="T10" fmla="*/ 21 w 21"/>
                      <a:gd name="T11" fmla="*/ 7 h 28"/>
                      <a:gd name="T12" fmla="*/ 21 w 21"/>
                      <a:gd name="T13" fmla="*/ 8 h 28"/>
                      <a:gd name="T14" fmla="*/ 21 w 21"/>
                      <a:gd name="T15" fmla="*/ 8 h 28"/>
                      <a:gd name="T16" fmla="*/ 18 w 21"/>
                      <a:gd name="T17" fmla="*/ 18 h 28"/>
                      <a:gd name="T18" fmla="*/ 17 w 21"/>
                      <a:gd name="T19" fmla="*/ 21 h 28"/>
                      <a:gd name="T20" fmla="*/ 17 w 21"/>
                      <a:gd name="T21" fmla="*/ 21 h 28"/>
                      <a:gd name="T22" fmla="*/ 5 w 21"/>
                      <a:gd name="T23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1" h="28">
                        <a:moveTo>
                          <a:pt x="5" y="28"/>
                        </a:moveTo>
                        <a:cubicBezTo>
                          <a:pt x="4" y="28"/>
                          <a:pt x="2" y="28"/>
                          <a:pt x="0" y="27"/>
                        </a:cubicBezTo>
                        <a:cubicBezTo>
                          <a:pt x="6" y="24"/>
                          <a:pt x="10" y="20"/>
                          <a:pt x="15" y="16"/>
                        </a:cubicBezTo>
                        <a:cubicBezTo>
                          <a:pt x="19" y="12"/>
                          <a:pt x="18" y="9"/>
                          <a:pt x="16" y="5"/>
                        </a:cubicBezTo>
                        <a:cubicBezTo>
                          <a:pt x="15" y="3"/>
                          <a:pt x="13" y="2"/>
                          <a:pt x="13" y="0"/>
                        </a:cubicBezTo>
                        <a:cubicBezTo>
                          <a:pt x="17" y="0"/>
                          <a:pt x="17" y="6"/>
                          <a:pt x="21" y="7"/>
                        </a:cubicBezTo>
                        <a:cubicBezTo>
                          <a:pt x="21" y="7"/>
                          <a:pt x="21" y="7"/>
                          <a:pt x="21" y="8"/>
                        </a:cubicBezTo>
                        <a:cubicBezTo>
                          <a:pt x="21" y="8"/>
                          <a:pt x="21" y="8"/>
                          <a:pt x="21" y="8"/>
                        </a:cubicBezTo>
                        <a:cubicBezTo>
                          <a:pt x="20" y="11"/>
                          <a:pt x="19" y="15"/>
                          <a:pt x="18" y="18"/>
                        </a:cubicBezTo>
                        <a:cubicBezTo>
                          <a:pt x="16" y="19"/>
                          <a:pt x="18" y="20"/>
                          <a:pt x="17" y="21"/>
                        </a:cubicBezTo>
                        <a:cubicBezTo>
                          <a:pt x="17" y="21"/>
                          <a:pt x="17" y="21"/>
                          <a:pt x="17" y="21"/>
                        </a:cubicBezTo>
                        <a:cubicBezTo>
                          <a:pt x="12" y="23"/>
                          <a:pt x="9" y="27"/>
                          <a:pt x="5" y="28"/>
                        </a:cubicBezTo>
                        <a:close/>
                      </a:path>
                    </a:pathLst>
                  </a:custGeom>
                  <a:solidFill>
                    <a:srgbClr val="ABDA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59" name="Freeform 308"/>
                  <p:cNvSpPr/>
                  <p:nvPr/>
                </p:nvSpPr>
                <p:spPr bwMode="auto">
                  <a:xfrm>
                    <a:off x="4748" y="1489"/>
                    <a:ext cx="35" cy="31"/>
                  </a:xfrm>
                  <a:custGeom>
                    <a:avLst/>
                    <a:gdLst>
                      <a:gd name="T0" fmla="*/ 12 w 15"/>
                      <a:gd name="T1" fmla="*/ 2 h 13"/>
                      <a:gd name="T2" fmla="*/ 15 w 15"/>
                      <a:gd name="T3" fmla="*/ 13 h 13"/>
                      <a:gd name="T4" fmla="*/ 4 w 15"/>
                      <a:gd name="T5" fmla="*/ 5 h 13"/>
                      <a:gd name="T6" fmla="*/ 0 w 15"/>
                      <a:gd name="T7" fmla="*/ 0 h 13"/>
                      <a:gd name="T8" fmla="*/ 11 w 15"/>
                      <a:gd name="T9" fmla="*/ 1 h 13"/>
                      <a:gd name="T10" fmla="*/ 12 w 15"/>
                      <a:gd name="T11" fmla="*/ 2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5" h="13">
                        <a:moveTo>
                          <a:pt x="12" y="2"/>
                        </a:moveTo>
                        <a:cubicBezTo>
                          <a:pt x="10" y="7"/>
                          <a:pt x="14" y="9"/>
                          <a:pt x="15" y="13"/>
                        </a:cubicBezTo>
                        <a:cubicBezTo>
                          <a:pt x="10" y="13"/>
                          <a:pt x="6" y="10"/>
                          <a:pt x="4" y="5"/>
                        </a:cubicBezTo>
                        <a:cubicBezTo>
                          <a:pt x="3" y="3"/>
                          <a:pt x="0" y="3"/>
                          <a:pt x="0" y="0"/>
                        </a:cubicBezTo>
                        <a:cubicBezTo>
                          <a:pt x="4" y="1"/>
                          <a:pt x="7" y="1"/>
                          <a:pt x="11" y="1"/>
                        </a:cubicBezTo>
                        <a:cubicBezTo>
                          <a:pt x="12" y="1"/>
                          <a:pt x="12" y="1"/>
                          <a:pt x="12" y="2"/>
                        </a:cubicBezTo>
                        <a:close/>
                      </a:path>
                    </a:pathLst>
                  </a:custGeom>
                  <a:solidFill>
                    <a:srgbClr val="ADDB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0" name="Freeform 309"/>
                  <p:cNvSpPr/>
                  <p:nvPr/>
                </p:nvSpPr>
                <p:spPr bwMode="auto">
                  <a:xfrm>
                    <a:off x="4622" y="1637"/>
                    <a:ext cx="17" cy="47"/>
                  </a:xfrm>
                  <a:custGeom>
                    <a:avLst/>
                    <a:gdLst>
                      <a:gd name="T0" fmla="*/ 3 w 7"/>
                      <a:gd name="T1" fmla="*/ 0 h 20"/>
                      <a:gd name="T2" fmla="*/ 7 w 7"/>
                      <a:gd name="T3" fmla="*/ 19 h 20"/>
                      <a:gd name="T4" fmla="*/ 2 w 7"/>
                      <a:gd name="T5" fmla="*/ 18 h 20"/>
                      <a:gd name="T6" fmla="*/ 1 w 7"/>
                      <a:gd name="T7" fmla="*/ 16 h 20"/>
                      <a:gd name="T8" fmla="*/ 1 w 7"/>
                      <a:gd name="T9" fmla="*/ 8 h 20"/>
                      <a:gd name="T10" fmla="*/ 3 w 7"/>
                      <a:gd name="T11" fmla="*/ 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20">
                        <a:moveTo>
                          <a:pt x="3" y="0"/>
                        </a:moveTo>
                        <a:cubicBezTo>
                          <a:pt x="4" y="6"/>
                          <a:pt x="6" y="12"/>
                          <a:pt x="7" y="19"/>
                        </a:cubicBezTo>
                        <a:cubicBezTo>
                          <a:pt x="5" y="20"/>
                          <a:pt x="4" y="18"/>
                          <a:pt x="2" y="18"/>
                        </a:cubicBezTo>
                        <a:cubicBezTo>
                          <a:pt x="2" y="17"/>
                          <a:pt x="1" y="17"/>
                          <a:pt x="1" y="16"/>
                        </a:cubicBezTo>
                        <a:cubicBezTo>
                          <a:pt x="2" y="13"/>
                          <a:pt x="1" y="11"/>
                          <a:pt x="1" y="8"/>
                        </a:cubicBezTo>
                        <a:cubicBezTo>
                          <a:pt x="0" y="5"/>
                          <a:pt x="0" y="2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AEDB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1" name="Freeform 310"/>
                  <p:cNvSpPr/>
                  <p:nvPr/>
                </p:nvSpPr>
                <p:spPr bwMode="auto">
                  <a:xfrm>
                    <a:off x="4769" y="1539"/>
                    <a:ext cx="36" cy="50"/>
                  </a:xfrm>
                  <a:custGeom>
                    <a:avLst/>
                    <a:gdLst>
                      <a:gd name="T0" fmla="*/ 7 w 15"/>
                      <a:gd name="T1" fmla="*/ 21 h 21"/>
                      <a:gd name="T2" fmla="*/ 8 w 15"/>
                      <a:gd name="T3" fmla="*/ 16 h 21"/>
                      <a:gd name="T4" fmla="*/ 2 w 15"/>
                      <a:gd name="T5" fmla="*/ 2 h 21"/>
                      <a:gd name="T6" fmla="*/ 0 w 15"/>
                      <a:gd name="T7" fmla="*/ 0 h 21"/>
                      <a:gd name="T8" fmla="*/ 11 w 15"/>
                      <a:gd name="T9" fmla="*/ 18 h 21"/>
                      <a:gd name="T10" fmla="*/ 7 w 15"/>
                      <a:gd name="T11" fmla="*/ 21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5" h="21">
                        <a:moveTo>
                          <a:pt x="7" y="21"/>
                        </a:moveTo>
                        <a:cubicBezTo>
                          <a:pt x="7" y="19"/>
                          <a:pt x="7" y="18"/>
                          <a:pt x="8" y="16"/>
                        </a:cubicBezTo>
                        <a:cubicBezTo>
                          <a:pt x="12" y="9"/>
                          <a:pt x="10" y="5"/>
                          <a:pt x="2" y="2"/>
                        </a:cubicBezTo>
                        <a:cubicBezTo>
                          <a:pt x="1" y="1"/>
                          <a:pt x="1" y="1"/>
                          <a:pt x="0" y="0"/>
                        </a:cubicBezTo>
                        <a:cubicBezTo>
                          <a:pt x="10" y="0"/>
                          <a:pt x="15" y="8"/>
                          <a:pt x="11" y="18"/>
                        </a:cubicBezTo>
                        <a:cubicBezTo>
                          <a:pt x="10" y="19"/>
                          <a:pt x="9" y="21"/>
                          <a:pt x="7" y="21"/>
                        </a:cubicBezTo>
                        <a:close/>
                      </a:path>
                    </a:pathLst>
                  </a:custGeom>
                  <a:solidFill>
                    <a:srgbClr val="CDFEC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2" name="Freeform 311"/>
                  <p:cNvSpPr/>
                  <p:nvPr/>
                </p:nvSpPr>
                <p:spPr bwMode="auto">
                  <a:xfrm>
                    <a:off x="4629" y="1618"/>
                    <a:ext cx="29" cy="16"/>
                  </a:xfrm>
                  <a:custGeom>
                    <a:avLst/>
                    <a:gdLst>
                      <a:gd name="T0" fmla="*/ 12 w 12"/>
                      <a:gd name="T1" fmla="*/ 1 h 7"/>
                      <a:gd name="T2" fmla="*/ 6 w 12"/>
                      <a:gd name="T3" fmla="*/ 5 h 7"/>
                      <a:gd name="T4" fmla="*/ 0 w 12"/>
                      <a:gd name="T5" fmla="*/ 7 h 7"/>
                      <a:gd name="T6" fmla="*/ 6 w 12"/>
                      <a:gd name="T7" fmla="*/ 1 h 7"/>
                      <a:gd name="T8" fmla="*/ 12 w 12"/>
                      <a:gd name="T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7">
                        <a:moveTo>
                          <a:pt x="12" y="1"/>
                        </a:moveTo>
                        <a:cubicBezTo>
                          <a:pt x="11" y="4"/>
                          <a:pt x="8" y="5"/>
                          <a:pt x="6" y="5"/>
                        </a:cubicBezTo>
                        <a:cubicBezTo>
                          <a:pt x="4" y="5"/>
                          <a:pt x="2" y="6"/>
                          <a:pt x="0" y="7"/>
                        </a:cubicBezTo>
                        <a:cubicBezTo>
                          <a:pt x="0" y="2"/>
                          <a:pt x="1" y="0"/>
                          <a:pt x="6" y="1"/>
                        </a:cubicBezTo>
                        <a:cubicBezTo>
                          <a:pt x="8" y="1"/>
                          <a:pt x="1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F7FA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3" name="Freeform 312"/>
                  <p:cNvSpPr/>
                  <p:nvPr/>
                </p:nvSpPr>
                <p:spPr bwMode="auto">
                  <a:xfrm>
                    <a:off x="4743" y="1437"/>
                    <a:ext cx="21" cy="36"/>
                  </a:xfrm>
                  <a:custGeom>
                    <a:avLst/>
                    <a:gdLst>
                      <a:gd name="T0" fmla="*/ 9 w 9"/>
                      <a:gd name="T1" fmla="*/ 0 h 15"/>
                      <a:gd name="T2" fmla="*/ 3 w 9"/>
                      <a:gd name="T3" fmla="*/ 14 h 15"/>
                      <a:gd name="T4" fmla="*/ 1 w 9"/>
                      <a:gd name="T5" fmla="*/ 15 h 15"/>
                      <a:gd name="T6" fmla="*/ 9 w 9"/>
                      <a:gd name="T7" fmla="*/ 0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5">
                        <a:moveTo>
                          <a:pt x="9" y="0"/>
                        </a:moveTo>
                        <a:cubicBezTo>
                          <a:pt x="7" y="5"/>
                          <a:pt x="3" y="8"/>
                          <a:pt x="3" y="14"/>
                        </a:cubicBezTo>
                        <a:cubicBezTo>
                          <a:pt x="3" y="14"/>
                          <a:pt x="2" y="14"/>
                          <a:pt x="1" y="15"/>
                        </a:cubicBezTo>
                        <a:cubicBezTo>
                          <a:pt x="0" y="8"/>
                          <a:pt x="4" y="1"/>
                          <a:pt x="9" y="0"/>
                        </a:cubicBezTo>
                        <a:close/>
                      </a:path>
                    </a:pathLst>
                  </a:custGeom>
                  <a:solidFill>
                    <a:srgbClr val="B8D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4" name="Freeform 313"/>
                  <p:cNvSpPr/>
                  <p:nvPr/>
                </p:nvSpPr>
                <p:spPr bwMode="auto">
                  <a:xfrm>
                    <a:off x="4646" y="1404"/>
                    <a:ext cx="28" cy="14"/>
                  </a:xfrm>
                  <a:custGeom>
                    <a:avLst/>
                    <a:gdLst>
                      <a:gd name="T0" fmla="*/ 12 w 12"/>
                      <a:gd name="T1" fmla="*/ 3 h 6"/>
                      <a:gd name="T2" fmla="*/ 0 w 12"/>
                      <a:gd name="T3" fmla="*/ 4 h 6"/>
                      <a:gd name="T4" fmla="*/ 12 w 12"/>
                      <a:gd name="T5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" h="6">
                        <a:moveTo>
                          <a:pt x="12" y="3"/>
                        </a:moveTo>
                        <a:cubicBezTo>
                          <a:pt x="8" y="6"/>
                          <a:pt x="4" y="4"/>
                          <a:pt x="0" y="4"/>
                        </a:cubicBezTo>
                        <a:cubicBezTo>
                          <a:pt x="3" y="3"/>
                          <a:pt x="7" y="0"/>
                          <a:pt x="12" y="3"/>
                        </a:cubicBezTo>
                        <a:close/>
                      </a:path>
                    </a:pathLst>
                  </a:custGeom>
                  <a:solidFill>
                    <a:srgbClr val="DBFE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5" name="Freeform 314"/>
                  <p:cNvSpPr/>
                  <p:nvPr/>
                </p:nvSpPr>
                <p:spPr bwMode="auto">
                  <a:xfrm>
                    <a:off x="4760" y="1418"/>
                    <a:ext cx="14" cy="17"/>
                  </a:xfrm>
                  <a:custGeom>
                    <a:avLst/>
                    <a:gdLst>
                      <a:gd name="T0" fmla="*/ 6 w 6"/>
                      <a:gd name="T1" fmla="*/ 1 h 7"/>
                      <a:gd name="T2" fmla="*/ 3 w 6"/>
                      <a:gd name="T3" fmla="*/ 7 h 7"/>
                      <a:gd name="T4" fmla="*/ 0 w 6"/>
                      <a:gd name="T5" fmla="*/ 4 h 7"/>
                      <a:gd name="T6" fmla="*/ 6 w 6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6" y="1"/>
                        </a:moveTo>
                        <a:cubicBezTo>
                          <a:pt x="5" y="3"/>
                          <a:pt x="4" y="5"/>
                          <a:pt x="3" y="7"/>
                        </a:cubicBezTo>
                        <a:cubicBezTo>
                          <a:pt x="2" y="6"/>
                          <a:pt x="0" y="6"/>
                          <a:pt x="0" y="4"/>
                        </a:cubicBezTo>
                        <a:cubicBezTo>
                          <a:pt x="1" y="1"/>
                          <a:pt x="3" y="0"/>
                          <a:pt x="6" y="1"/>
                        </a:cubicBezTo>
                        <a:close/>
                      </a:path>
                    </a:pathLst>
                  </a:custGeom>
                  <a:solidFill>
                    <a:srgbClr val="B6DED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6" name="Freeform 315"/>
                  <p:cNvSpPr/>
                  <p:nvPr/>
                </p:nvSpPr>
                <p:spPr bwMode="auto">
                  <a:xfrm>
                    <a:off x="4802" y="1527"/>
                    <a:ext cx="12" cy="12"/>
                  </a:xfrm>
                  <a:custGeom>
                    <a:avLst/>
                    <a:gdLst>
                      <a:gd name="T0" fmla="*/ 1 w 5"/>
                      <a:gd name="T1" fmla="*/ 1 h 5"/>
                      <a:gd name="T2" fmla="*/ 5 w 5"/>
                      <a:gd name="T3" fmla="*/ 5 h 5"/>
                      <a:gd name="T4" fmla="*/ 1 w 5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5">
                        <a:moveTo>
                          <a:pt x="1" y="1"/>
                        </a:moveTo>
                        <a:cubicBezTo>
                          <a:pt x="5" y="0"/>
                          <a:pt x="4" y="3"/>
                          <a:pt x="5" y="5"/>
                        </a:cubicBezTo>
                        <a:cubicBezTo>
                          <a:pt x="2" y="5"/>
                          <a:pt x="0" y="4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0F4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7" name="Freeform 316"/>
                  <p:cNvSpPr/>
                  <p:nvPr/>
                </p:nvSpPr>
                <p:spPr bwMode="auto">
                  <a:xfrm>
                    <a:off x="4672" y="1413"/>
                    <a:ext cx="14" cy="12"/>
                  </a:xfrm>
                  <a:custGeom>
                    <a:avLst/>
                    <a:gdLst>
                      <a:gd name="T0" fmla="*/ 0 w 6"/>
                      <a:gd name="T1" fmla="*/ 5 h 5"/>
                      <a:gd name="T2" fmla="*/ 4 w 6"/>
                      <a:gd name="T3" fmla="*/ 0 h 5"/>
                      <a:gd name="T4" fmla="*/ 6 w 6"/>
                      <a:gd name="T5" fmla="*/ 2 h 5"/>
                      <a:gd name="T6" fmla="*/ 0 w 6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5">
                        <a:moveTo>
                          <a:pt x="0" y="5"/>
                        </a:moveTo>
                        <a:cubicBezTo>
                          <a:pt x="2" y="3"/>
                          <a:pt x="2" y="0"/>
                          <a:pt x="4" y="0"/>
                        </a:cubicBezTo>
                        <a:cubicBezTo>
                          <a:pt x="5" y="0"/>
                          <a:pt x="6" y="1"/>
                          <a:pt x="6" y="2"/>
                        </a:cubicBezTo>
                        <a:cubicBezTo>
                          <a:pt x="5" y="4"/>
                          <a:pt x="3" y="4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DBFE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8" name="Freeform 317"/>
                  <p:cNvSpPr/>
                  <p:nvPr/>
                </p:nvSpPr>
                <p:spPr bwMode="auto">
                  <a:xfrm>
                    <a:off x="4743" y="1475"/>
                    <a:ext cx="7" cy="10"/>
                  </a:xfrm>
                  <a:custGeom>
                    <a:avLst/>
                    <a:gdLst>
                      <a:gd name="T0" fmla="*/ 1 w 3"/>
                      <a:gd name="T1" fmla="*/ 0 h 4"/>
                      <a:gd name="T2" fmla="*/ 1 w 3"/>
                      <a:gd name="T3" fmla="*/ 4 h 4"/>
                      <a:gd name="T4" fmla="*/ 1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1" y="0"/>
                        </a:moveTo>
                        <a:cubicBezTo>
                          <a:pt x="3" y="1"/>
                          <a:pt x="3" y="3"/>
                          <a:pt x="1" y="4"/>
                        </a:cubicBezTo>
                        <a:cubicBezTo>
                          <a:pt x="0" y="3"/>
                          <a:pt x="0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B8D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69" name="Freeform 318"/>
                  <p:cNvSpPr/>
                  <p:nvPr/>
                </p:nvSpPr>
                <p:spPr bwMode="auto">
                  <a:xfrm>
                    <a:off x="4809" y="1539"/>
                    <a:ext cx="12" cy="12"/>
                  </a:xfrm>
                  <a:custGeom>
                    <a:avLst/>
                    <a:gdLst>
                      <a:gd name="T0" fmla="*/ 2 w 5"/>
                      <a:gd name="T1" fmla="*/ 0 h 5"/>
                      <a:gd name="T2" fmla="*/ 5 w 5"/>
                      <a:gd name="T3" fmla="*/ 2 h 5"/>
                      <a:gd name="T4" fmla="*/ 2 w 5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5">
                        <a:moveTo>
                          <a:pt x="2" y="0"/>
                        </a:moveTo>
                        <a:cubicBezTo>
                          <a:pt x="3" y="0"/>
                          <a:pt x="4" y="1"/>
                          <a:pt x="5" y="2"/>
                        </a:cubicBezTo>
                        <a:cubicBezTo>
                          <a:pt x="4" y="2"/>
                          <a:pt x="0" y="5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D0F4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0" name="Freeform 319"/>
                  <p:cNvSpPr/>
                  <p:nvPr/>
                </p:nvSpPr>
                <p:spPr bwMode="auto">
                  <a:xfrm>
                    <a:off x="4534" y="1435"/>
                    <a:ext cx="5" cy="4"/>
                  </a:xfrm>
                  <a:custGeom>
                    <a:avLst/>
                    <a:gdLst>
                      <a:gd name="T0" fmla="*/ 2 w 2"/>
                      <a:gd name="T1" fmla="*/ 1 h 2"/>
                      <a:gd name="T2" fmla="*/ 1 w 2"/>
                      <a:gd name="T3" fmla="*/ 2 h 2"/>
                      <a:gd name="T4" fmla="*/ 0 w 2"/>
                      <a:gd name="T5" fmla="*/ 1 h 2"/>
                      <a:gd name="T6" fmla="*/ 1 w 2"/>
                      <a:gd name="T7" fmla="*/ 0 h 2"/>
                      <a:gd name="T8" fmla="*/ 2 w 2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2" y="1"/>
                        </a:moveTo>
                        <a:cubicBezTo>
                          <a:pt x="2" y="1"/>
                          <a:pt x="1" y="2"/>
                          <a:pt x="1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DBFE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1" name="Freeform 320"/>
                  <p:cNvSpPr/>
                  <p:nvPr/>
                </p:nvSpPr>
                <p:spPr bwMode="auto">
                  <a:xfrm>
                    <a:off x="4691" y="1461"/>
                    <a:ext cx="7" cy="5"/>
                  </a:xfrm>
                  <a:custGeom>
                    <a:avLst/>
                    <a:gdLst>
                      <a:gd name="T0" fmla="*/ 3 w 3"/>
                      <a:gd name="T1" fmla="*/ 0 h 2"/>
                      <a:gd name="T2" fmla="*/ 1 w 3"/>
                      <a:gd name="T3" fmla="*/ 2 h 2"/>
                      <a:gd name="T4" fmla="*/ 1 w 3"/>
                      <a:gd name="T5" fmla="*/ 0 h 2"/>
                      <a:gd name="T6" fmla="*/ 3 w 3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2">
                        <a:moveTo>
                          <a:pt x="3" y="0"/>
                        </a:moveTo>
                        <a:cubicBezTo>
                          <a:pt x="3" y="1"/>
                          <a:pt x="3" y="2"/>
                          <a:pt x="1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2" name="Freeform 321"/>
                  <p:cNvSpPr/>
                  <p:nvPr/>
                </p:nvSpPr>
                <p:spPr bwMode="auto">
                  <a:xfrm>
                    <a:off x="4558" y="2637"/>
                    <a:ext cx="114" cy="52"/>
                  </a:xfrm>
                  <a:custGeom>
                    <a:avLst/>
                    <a:gdLst>
                      <a:gd name="T0" fmla="*/ 12 w 48"/>
                      <a:gd name="T1" fmla="*/ 19 h 22"/>
                      <a:gd name="T2" fmla="*/ 5 w 48"/>
                      <a:gd name="T3" fmla="*/ 16 h 22"/>
                      <a:gd name="T4" fmla="*/ 1 w 48"/>
                      <a:gd name="T5" fmla="*/ 9 h 22"/>
                      <a:gd name="T6" fmla="*/ 7 w 48"/>
                      <a:gd name="T7" fmla="*/ 4 h 22"/>
                      <a:gd name="T8" fmla="*/ 17 w 48"/>
                      <a:gd name="T9" fmla="*/ 3 h 22"/>
                      <a:gd name="T10" fmla="*/ 22 w 48"/>
                      <a:gd name="T11" fmla="*/ 3 h 22"/>
                      <a:gd name="T12" fmla="*/ 28 w 48"/>
                      <a:gd name="T13" fmla="*/ 4 h 22"/>
                      <a:gd name="T14" fmla="*/ 31 w 48"/>
                      <a:gd name="T15" fmla="*/ 4 h 22"/>
                      <a:gd name="T16" fmla="*/ 35 w 48"/>
                      <a:gd name="T17" fmla="*/ 3 h 22"/>
                      <a:gd name="T18" fmla="*/ 39 w 48"/>
                      <a:gd name="T19" fmla="*/ 2 h 22"/>
                      <a:gd name="T20" fmla="*/ 41 w 48"/>
                      <a:gd name="T21" fmla="*/ 2 h 22"/>
                      <a:gd name="T22" fmla="*/ 43 w 48"/>
                      <a:gd name="T23" fmla="*/ 6 h 22"/>
                      <a:gd name="T24" fmla="*/ 44 w 48"/>
                      <a:gd name="T25" fmla="*/ 8 h 22"/>
                      <a:gd name="T26" fmla="*/ 44 w 48"/>
                      <a:gd name="T27" fmla="*/ 11 h 22"/>
                      <a:gd name="T28" fmla="*/ 43 w 48"/>
                      <a:gd name="T29" fmla="*/ 13 h 22"/>
                      <a:gd name="T30" fmla="*/ 44 w 48"/>
                      <a:gd name="T31" fmla="*/ 17 h 22"/>
                      <a:gd name="T32" fmla="*/ 36 w 48"/>
                      <a:gd name="T33" fmla="*/ 17 h 22"/>
                      <a:gd name="T34" fmla="*/ 33 w 48"/>
                      <a:gd name="T35" fmla="*/ 16 h 22"/>
                      <a:gd name="T36" fmla="*/ 32 w 48"/>
                      <a:gd name="T37" fmla="*/ 22 h 22"/>
                      <a:gd name="T38" fmla="*/ 25 w 48"/>
                      <a:gd name="T39" fmla="*/ 17 h 22"/>
                      <a:gd name="T40" fmla="*/ 25 w 48"/>
                      <a:gd name="T41" fmla="*/ 21 h 22"/>
                      <a:gd name="T42" fmla="*/ 12 w 48"/>
                      <a:gd name="T43" fmla="*/ 19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48" h="22">
                        <a:moveTo>
                          <a:pt x="12" y="19"/>
                        </a:moveTo>
                        <a:cubicBezTo>
                          <a:pt x="10" y="18"/>
                          <a:pt x="8" y="17"/>
                          <a:pt x="5" y="16"/>
                        </a:cubicBezTo>
                        <a:cubicBezTo>
                          <a:pt x="2" y="15"/>
                          <a:pt x="0" y="12"/>
                          <a:pt x="1" y="9"/>
                        </a:cubicBezTo>
                        <a:cubicBezTo>
                          <a:pt x="1" y="5"/>
                          <a:pt x="4" y="5"/>
                          <a:pt x="7" y="4"/>
                        </a:cubicBezTo>
                        <a:cubicBezTo>
                          <a:pt x="10" y="4"/>
                          <a:pt x="13" y="2"/>
                          <a:pt x="17" y="3"/>
                        </a:cubicBezTo>
                        <a:cubicBezTo>
                          <a:pt x="19" y="4"/>
                          <a:pt x="20" y="4"/>
                          <a:pt x="22" y="3"/>
                        </a:cubicBezTo>
                        <a:cubicBezTo>
                          <a:pt x="24" y="1"/>
                          <a:pt x="27" y="1"/>
                          <a:pt x="28" y="4"/>
                        </a:cubicBezTo>
                        <a:cubicBezTo>
                          <a:pt x="29" y="6"/>
                          <a:pt x="31" y="5"/>
                          <a:pt x="31" y="4"/>
                        </a:cubicBezTo>
                        <a:cubicBezTo>
                          <a:pt x="31" y="0"/>
                          <a:pt x="33" y="1"/>
                          <a:pt x="35" y="3"/>
                        </a:cubicBezTo>
                        <a:cubicBezTo>
                          <a:pt x="37" y="4"/>
                          <a:pt x="37" y="4"/>
                          <a:pt x="39" y="2"/>
                        </a:cubicBezTo>
                        <a:cubicBezTo>
                          <a:pt x="39" y="2"/>
                          <a:pt x="41" y="2"/>
                          <a:pt x="41" y="2"/>
                        </a:cubicBezTo>
                        <a:cubicBezTo>
                          <a:pt x="42" y="3"/>
                          <a:pt x="44" y="4"/>
                          <a:pt x="43" y="6"/>
                        </a:cubicBezTo>
                        <a:cubicBezTo>
                          <a:pt x="42" y="7"/>
                          <a:pt x="43" y="8"/>
                          <a:pt x="44" y="8"/>
                        </a:cubicBezTo>
                        <a:cubicBezTo>
                          <a:pt x="47" y="9"/>
                          <a:pt x="48" y="10"/>
                          <a:pt x="44" y="11"/>
                        </a:cubicBezTo>
                        <a:cubicBezTo>
                          <a:pt x="43" y="11"/>
                          <a:pt x="43" y="12"/>
                          <a:pt x="43" y="13"/>
                        </a:cubicBezTo>
                        <a:cubicBezTo>
                          <a:pt x="44" y="14"/>
                          <a:pt x="45" y="15"/>
                          <a:pt x="44" y="17"/>
                        </a:cubicBezTo>
                        <a:cubicBezTo>
                          <a:pt x="41" y="14"/>
                          <a:pt x="39" y="14"/>
                          <a:pt x="36" y="17"/>
                        </a:cubicBezTo>
                        <a:cubicBezTo>
                          <a:pt x="34" y="19"/>
                          <a:pt x="34" y="16"/>
                          <a:pt x="33" y="16"/>
                        </a:cubicBezTo>
                        <a:cubicBezTo>
                          <a:pt x="32" y="18"/>
                          <a:pt x="34" y="20"/>
                          <a:pt x="32" y="22"/>
                        </a:cubicBezTo>
                        <a:cubicBezTo>
                          <a:pt x="30" y="19"/>
                          <a:pt x="30" y="14"/>
                          <a:pt x="25" y="17"/>
                        </a:cubicBezTo>
                        <a:cubicBezTo>
                          <a:pt x="23" y="18"/>
                          <a:pt x="25" y="20"/>
                          <a:pt x="25" y="21"/>
                        </a:cubicBezTo>
                        <a:cubicBezTo>
                          <a:pt x="21" y="20"/>
                          <a:pt x="17" y="19"/>
                          <a:pt x="12" y="19"/>
                        </a:cubicBezTo>
                        <a:close/>
                      </a:path>
                    </a:pathLst>
                  </a:custGeom>
                  <a:solidFill>
                    <a:srgbClr val="FEC88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3" name="Freeform 322"/>
                  <p:cNvSpPr/>
                  <p:nvPr/>
                </p:nvSpPr>
                <p:spPr bwMode="auto">
                  <a:xfrm>
                    <a:off x="4660" y="2696"/>
                    <a:ext cx="199" cy="22"/>
                  </a:xfrm>
                  <a:custGeom>
                    <a:avLst/>
                    <a:gdLst>
                      <a:gd name="T0" fmla="*/ 84 w 84"/>
                      <a:gd name="T1" fmla="*/ 3 h 9"/>
                      <a:gd name="T2" fmla="*/ 84 w 84"/>
                      <a:gd name="T3" fmla="*/ 5 h 9"/>
                      <a:gd name="T4" fmla="*/ 83 w 84"/>
                      <a:gd name="T5" fmla="*/ 6 h 9"/>
                      <a:gd name="T6" fmla="*/ 79 w 84"/>
                      <a:gd name="T7" fmla="*/ 7 h 9"/>
                      <a:gd name="T8" fmla="*/ 63 w 84"/>
                      <a:gd name="T9" fmla="*/ 8 h 9"/>
                      <a:gd name="T10" fmla="*/ 52 w 84"/>
                      <a:gd name="T11" fmla="*/ 8 h 9"/>
                      <a:gd name="T12" fmla="*/ 41 w 84"/>
                      <a:gd name="T13" fmla="*/ 8 h 9"/>
                      <a:gd name="T14" fmla="*/ 24 w 84"/>
                      <a:gd name="T15" fmla="*/ 8 h 9"/>
                      <a:gd name="T16" fmla="*/ 12 w 84"/>
                      <a:gd name="T17" fmla="*/ 6 h 9"/>
                      <a:gd name="T18" fmla="*/ 6 w 84"/>
                      <a:gd name="T19" fmla="*/ 5 h 9"/>
                      <a:gd name="T20" fmla="*/ 3 w 84"/>
                      <a:gd name="T21" fmla="*/ 1 h 9"/>
                      <a:gd name="T22" fmla="*/ 26 w 84"/>
                      <a:gd name="T23" fmla="*/ 1 h 9"/>
                      <a:gd name="T24" fmla="*/ 52 w 84"/>
                      <a:gd name="T25" fmla="*/ 1 h 9"/>
                      <a:gd name="T26" fmla="*/ 84 w 84"/>
                      <a:gd name="T27" fmla="*/ 3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84" h="9">
                        <a:moveTo>
                          <a:pt x="84" y="3"/>
                        </a:moveTo>
                        <a:cubicBezTo>
                          <a:pt x="84" y="4"/>
                          <a:pt x="84" y="4"/>
                          <a:pt x="84" y="5"/>
                        </a:cubicBezTo>
                        <a:cubicBezTo>
                          <a:pt x="84" y="6"/>
                          <a:pt x="83" y="6"/>
                          <a:pt x="83" y="6"/>
                        </a:cubicBezTo>
                        <a:cubicBezTo>
                          <a:pt x="81" y="7"/>
                          <a:pt x="80" y="7"/>
                          <a:pt x="79" y="7"/>
                        </a:cubicBezTo>
                        <a:cubicBezTo>
                          <a:pt x="73" y="7"/>
                          <a:pt x="68" y="7"/>
                          <a:pt x="63" y="8"/>
                        </a:cubicBezTo>
                        <a:cubicBezTo>
                          <a:pt x="60" y="8"/>
                          <a:pt x="56" y="6"/>
                          <a:pt x="52" y="8"/>
                        </a:cubicBezTo>
                        <a:cubicBezTo>
                          <a:pt x="48" y="9"/>
                          <a:pt x="44" y="9"/>
                          <a:pt x="41" y="8"/>
                        </a:cubicBezTo>
                        <a:cubicBezTo>
                          <a:pt x="35" y="6"/>
                          <a:pt x="29" y="8"/>
                          <a:pt x="24" y="8"/>
                        </a:cubicBezTo>
                        <a:cubicBezTo>
                          <a:pt x="20" y="7"/>
                          <a:pt x="16" y="7"/>
                          <a:pt x="12" y="6"/>
                        </a:cubicBezTo>
                        <a:cubicBezTo>
                          <a:pt x="10" y="5"/>
                          <a:pt x="8" y="5"/>
                          <a:pt x="6" y="5"/>
                        </a:cubicBezTo>
                        <a:cubicBezTo>
                          <a:pt x="4" y="5"/>
                          <a:pt x="0" y="5"/>
                          <a:pt x="3" y="1"/>
                        </a:cubicBezTo>
                        <a:cubicBezTo>
                          <a:pt x="10" y="0"/>
                          <a:pt x="18" y="1"/>
                          <a:pt x="26" y="1"/>
                        </a:cubicBezTo>
                        <a:cubicBezTo>
                          <a:pt x="35" y="1"/>
                          <a:pt x="44" y="1"/>
                          <a:pt x="52" y="1"/>
                        </a:cubicBezTo>
                        <a:cubicBezTo>
                          <a:pt x="63" y="1"/>
                          <a:pt x="74" y="1"/>
                          <a:pt x="84" y="3"/>
                        </a:cubicBezTo>
                        <a:close/>
                      </a:path>
                    </a:pathLst>
                  </a:custGeom>
                  <a:solidFill>
                    <a:srgbClr val="A6876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4" name="Freeform 323"/>
                  <p:cNvSpPr/>
                  <p:nvPr/>
                </p:nvSpPr>
                <p:spPr bwMode="auto">
                  <a:xfrm>
                    <a:off x="4574" y="2696"/>
                    <a:ext cx="183" cy="29"/>
                  </a:xfrm>
                  <a:custGeom>
                    <a:avLst/>
                    <a:gdLst>
                      <a:gd name="T0" fmla="*/ 39 w 77"/>
                      <a:gd name="T1" fmla="*/ 1 h 12"/>
                      <a:gd name="T2" fmla="*/ 42 w 77"/>
                      <a:gd name="T3" fmla="*/ 4 h 12"/>
                      <a:gd name="T4" fmla="*/ 49 w 77"/>
                      <a:gd name="T5" fmla="*/ 5 h 12"/>
                      <a:gd name="T6" fmla="*/ 65 w 77"/>
                      <a:gd name="T7" fmla="*/ 6 h 12"/>
                      <a:gd name="T8" fmla="*/ 77 w 77"/>
                      <a:gd name="T9" fmla="*/ 8 h 12"/>
                      <a:gd name="T10" fmla="*/ 77 w 77"/>
                      <a:gd name="T11" fmla="*/ 10 h 12"/>
                      <a:gd name="T12" fmla="*/ 72 w 77"/>
                      <a:gd name="T13" fmla="*/ 11 h 12"/>
                      <a:gd name="T14" fmla="*/ 55 w 77"/>
                      <a:gd name="T15" fmla="*/ 10 h 12"/>
                      <a:gd name="T16" fmla="*/ 52 w 77"/>
                      <a:gd name="T17" fmla="*/ 10 h 12"/>
                      <a:gd name="T18" fmla="*/ 22 w 77"/>
                      <a:gd name="T19" fmla="*/ 8 h 12"/>
                      <a:gd name="T20" fmla="*/ 14 w 77"/>
                      <a:gd name="T21" fmla="*/ 7 h 12"/>
                      <a:gd name="T22" fmla="*/ 7 w 77"/>
                      <a:gd name="T23" fmla="*/ 5 h 12"/>
                      <a:gd name="T24" fmla="*/ 1 w 77"/>
                      <a:gd name="T25" fmla="*/ 5 h 12"/>
                      <a:gd name="T26" fmla="*/ 1 w 77"/>
                      <a:gd name="T27" fmla="*/ 5 h 12"/>
                      <a:gd name="T28" fmla="*/ 0 w 77"/>
                      <a:gd name="T29" fmla="*/ 3 h 12"/>
                      <a:gd name="T30" fmla="*/ 3 w 77"/>
                      <a:gd name="T31" fmla="*/ 3 h 12"/>
                      <a:gd name="T32" fmla="*/ 8 w 77"/>
                      <a:gd name="T33" fmla="*/ 2 h 12"/>
                      <a:gd name="T34" fmla="*/ 17 w 77"/>
                      <a:gd name="T35" fmla="*/ 2 h 12"/>
                      <a:gd name="T36" fmla="*/ 21 w 77"/>
                      <a:gd name="T37" fmla="*/ 2 h 12"/>
                      <a:gd name="T38" fmla="*/ 22 w 77"/>
                      <a:gd name="T39" fmla="*/ 2 h 12"/>
                      <a:gd name="T40" fmla="*/ 27 w 77"/>
                      <a:gd name="T41" fmla="*/ 1 h 12"/>
                      <a:gd name="T42" fmla="*/ 39 w 77"/>
                      <a:gd name="T43" fmla="*/ 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7" h="12">
                        <a:moveTo>
                          <a:pt x="39" y="1"/>
                        </a:moveTo>
                        <a:cubicBezTo>
                          <a:pt x="38" y="4"/>
                          <a:pt x="40" y="4"/>
                          <a:pt x="42" y="4"/>
                        </a:cubicBezTo>
                        <a:cubicBezTo>
                          <a:pt x="45" y="3"/>
                          <a:pt x="47" y="4"/>
                          <a:pt x="49" y="5"/>
                        </a:cubicBezTo>
                        <a:cubicBezTo>
                          <a:pt x="54" y="7"/>
                          <a:pt x="60" y="6"/>
                          <a:pt x="65" y="6"/>
                        </a:cubicBezTo>
                        <a:cubicBezTo>
                          <a:pt x="69" y="7"/>
                          <a:pt x="73" y="5"/>
                          <a:pt x="77" y="8"/>
                        </a:cubicBezTo>
                        <a:cubicBezTo>
                          <a:pt x="77" y="8"/>
                          <a:pt x="77" y="9"/>
                          <a:pt x="77" y="10"/>
                        </a:cubicBezTo>
                        <a:cubicBezTo>
                          <a:pt x="75" y="11"/>
                          <a:pt x="73" y="12"/>
                          <a:pt x="72" y="11"/>
                        </a:cubicBezTo>
                        <a:cubicBezTo>
                          <a:pt x="66" y="9"/>
                          <a:pt x="61" y="11"/>
                          <a:pt x="55" y="10"/>
                        </a:cubicBezTo>
                        <a:cubicBezTo>
                          <a:pt x="54" y="10"/>
                          <a:pt x="53" y="11"/>
                          <a:pt x="52" y="10"/>
                        </a:cubicBezTo>
                        <a:cubicBezTo>
                          <a:pt x="42" y="7"/>
                          <a:pt x="32" y="8"/>
                          <a:pt x="22" y="8"/>
                        </a:cubicBezTo>
                        <a:cubicBezTo>
                          <a:pt x="19" y="8"/>
                          <a:pt x="16" y="8"/>
                          <a:pt x="14" y="7"/>
                        </a:cubicBezTo>
                        <a:cubicBezTo>
                          <a:pt x="12" y="6"/>
                          <a:pt x="9" y="6"/>
                          <a:pt x="7" y="5"/>
                        </a:cubicBezTo>
                        <a:cubicBezTo>
                          <a:pt x="5" y="5"/>
                          <a:pt x="3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1" y="3"/>
                          <a:pt x="2" y="3"/>
                          <a:pt x="3" y="3"/>
                        </a:cubicBezTo>
                        <a:cubicBezTo>
                          <a:pt x="4" y="2"/>
                          <a:pt x="6" y="3"/>
                          <a:pt x="8" y="2"/>
                        </a:cubicBezTo>
                        <a:cubicBezTo>
                          <a:pt x="11" y="2"/>
                          <a:pt x="14" y="2"/>
                          <a:pt x="17" y="2"/>
                        </a:cubicBezTo>
                        <a:cubicBezTo>
                          <a:pt x="19" y="1"/>
                          <a:pt x="20" y="2"/>
                          <a:pt x="21" y="2"/>
                        </a:cubicBezTo>
                        <a:cubicBezTo>
                          <a:pt x="22" y="2"/>
                          <a:pt x="22" y="2"/>
                          <a:pt x="22" y="2"/>
                        </a:cubicBezTo>
                        <a:cubicBezTo>
                          <a:pt x="24" y="0"/>
                          <a:pt x="26" y="3"/>
                          <a:pt x="27" y="1"/>
                        </a:cubicBezTo>
                        <a:cubicBezTo>
                          <a:pt x="31" y="1"/>
                          <a:pt x="35" y="1"/>
                          <a:pt x="39" y="1"/>
                        </a:cubicBezTo>
                        <a:close/>
                      </a:path>
                    </a:pathLst>
                  </a:custGeom>
                  <a:solidFill>
                    <a:srgbClr val="A6968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5" name="Freeform 324"/>
                  <p:cNvSpPr/>
                  <p:nvPr/>
                </p:nvSpPr>
                <p:spPr bwMode="auto">
                  <a:xfrm>
                    <a:off x="4646" y="2616"/>
                    <a:ext cx="71" cy="21"/>
                  </a:xfrm>
                  <a:custGeom>
                    <a:avLst/>
                    <a:gdLst>
                      <a:gd name="T0" fmla="*/ 5 w 30"/>
                      <a:gd name="T1" fmla="*/ 1 h 9"/>
                      <a:gd name="T2" fmla="*/ 6 w 30"/>
                      <a:gd name="T3" fmla="*/ 1 h 9"/>
                      <a:gd name="T4" fmla="*/ 22 w 30"/>
                      <a:gd name="T5" fmla="*/ 0 h 9"/>
                      <a:gd name="T6" fmla="*/ 29 w 30"/>
                      <a:gd name="T7" fmla="*/ 2 h 9"/>
                      <a:gd name="T8" fmla="*/ 25 w 30"/>
                      <a:gd name="T9" fmla="*/ 8 h 9"/>
                      <a:gd name="T10" fmla="*/ 16 w 30"/>
                      <a:gd name="T11" fmla="*/ 6 h 9"/>
                      <a:gd name="T12" fmla="*/ 5 w 30"/>
                      <a:gd name="T13" fmla="*/ 7 h 9"/>
                      <a:gd name="T14" fmla="*/ 0 w 30"/>
                      <a:gd name="T15" fmla="*/ 4 h 9"/>
                      <a:gd name="T16" fmla="*/ 5 w 30"/>
                      <a:gd name="T17" fmla="*/ 1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0" h="9">
                        <a:moveTo>
                          <a:pt x="5" y="1"/>
                        </a:moveTo>
                        <a:cubicBezTo>
                          <a:pt x="5" y="1"/>
                          <a:pt x="5" y="1"/>
                          <a:pt x="6" y="1"/>
                        </a:cubicBezTo>
                        <a:cubicBezTo>
                          <a:pt x="11" y="1"/>
                          <a:pt x="17" y="1"/>
                          <a:pt x="22" y="0"/>
                        </a:cubicBezTo>
                        <a:cubicBezTo>
                          <a:pt x="24" y="0"/>
                          <a:pt x="27" y="1"/>
                          <a:pt x="29" y="2"/>
                        </a:cubicBezTo>
                        <a:cubicBezTo>
                          <a:pt x="30" y="6"/>
                          <a:pt x="28" y="7"/>
                          <a:pt x="25" y="8"/>
                        </a:cubicBezTo>
                        <a:cubicBezTo>
                          <a:pt x="22" y="9"/>
                          <a:pt x="19" y="5"/>
                          <a:pt x="16" y="6"/>
                        </a:cubicBezTo>
                        <a:cubicBezTo>
                          <a:pt x="13" y="6"/>
                          <a:pt x="9" y="7"/>
                          <a:pt x="5" y="7"/>
                        </a:cubicBezTo>
                        <a:cubicBezTo>
                          <a:pt x="3" y="7"/>
                          <a:pt x="1" y="6"/>
                          <a:pt x="0" y="4"/>
                        </a:cubicBezTo>
                        <a:cubicBezTo>
                          <a:pt x="1" y="2"/>
                          <a:pt x="3" y="1"/>
                          <a:pt x="5" y="1"/>
                        </a:cubicBezTo>
                        <a:close/>
                      </a:path>
                    </a:pathLst>
                  </a:custGeom>
                  <a:solidFill>
                    <a:srgbClr val="9F7F5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6" name="Freeform 325"/>
                  <p:cNvSpPr/>
                  <p:nvPr/>
                </p:nvSpPr>
                <p:spPr bwMode="auto">
                  <a:xfrm>
                    <a:off x="4660" y="2611"/>
                    <a:ext cx="76" cy="14"/>
                  </a:xfrm>
                  <a:custGeom>
                    <a:avLst/>
                    <a:gdLst>
                      <a:gd name="T0" fmla="*/ 23 w 32"/>
                      <a:gd name="T1" fmla="*/ 4 h 6"/>
                      <a:gd name="T2" fmla="*/ 0 w 32"/>
                      <a:gd name="T3" fmla="*/ 3 h 6"/>
                      <a:gd name="T4" fmla="*/ 8 w 32"/>
                      <a:gd name="T5" fmla="*/ 0 h 6"/>
                      <a:gd name="T6" fmla="*/ 10 w 32"/>
                      <a:gd name="T7" fmla="*/ 1 h 6"/>
                      <a:gd name="T8" fmla="*/ 26 w 32"/>
                      <a:gd name="T9" fmla="*/ 0 h 6"/>
                      <a:gd name="T10" fmla="*/ 31 w 32"/>
                      <a:gd name="T11" fmla="*/ 0 h 6"/>
                      <a:gd name="T12" fmla="*/ 32 w 32"/>
                      <a:gd name="T13" fmla="*/ 1 h 6"/>
                      <a:gd name="T14" fmla="*/ 31 w 32"/>
                      <a:gd name="T15" fmla="*/ 3 h 6"/>
                      <a:gd name="T16" fmla="*/ 23 w 32"/>
                      <a:gd name="T17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2" h="6">
                        <a:moveTo>
                          <a:pt x="23" y="4"/>
                        </a:moveTo>
                        <a:cubicBezTo>
                          <a:pt x="15" y="3"/>
                          <a:pt x="7" y="5"/>
                          <a:pt x="0" y="3"/>
                        </a:cubicBezTo>
                        <a:cubicBezTo>
                          <a:pt x="2" y="1"/>
                          <a:pt x="6" y="3"/>
                          <a:pt x="8" y="0"/>
                        </a:cubicBezTo>
                        <a:cubicBezTo>
                          <a:pt x="9" y="0"/>
                          <a:pt x="10" y="0"/>
                          <a:pt x="10" y="1"/>
                        </a:cubicBezTo>
                        <a:cubicBezTo>
                          <a:pt x="16" y="2"/>
                          <a:pt x="21" y="1"/>
                          <a:pt x="26" y="0"/>
                        </a:cubicBezTo>
                        <a:cubicBezTo>
                          <a:pt x="28" y="0"/>
                          <a:pt x="30" y="0"/>
                          <a:pt x="31" y="0"/>
                        </a:cubicBezTo>
                        <a:cubicBezTo>
                          <a:pt x="31" y="1"/>
                          <a:pt x="31" y="1"/>
                          <a:pt x="32" y="1"/>
                        </a:cubicBezTo>
                        <a:cubicBezTo>
                          <a:pt x="31" y="2"/>
                          <a:pt x="31" y="3"/>
                          <a:pt x="31" y="3"/>
                        </a:cubicBezTo>
                        <a:cubicBezTo>
                          <a:pt x="29" y="6"/>
                          <a:pt x="26" y="5"/>
                          <a:pt x="23" y="4"/>
                        </a:cubicBezTo>
                        <a:close/>
                      </a:path>
                    </a:pathLst>
                  </a:custGeom>
                  <a:solidFill>
                    <a:srgbClr val="A2978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7" name="Freeform 326"/>
                  <p:cNvSpPr/>
                  <p:nvPr/>
                </p:nvSpPr>
                <p:spPr bwMode="auto">
                  <a:xfrm>
                    <a:off x="4862" y="2651"/>
                    <a:ext cx="23" cy="53"/>
                  </a:xfrm>
                  <a:custGeom>
                    <a:avLst/>
                    <a:gdLst>
                      <a:gd name="T0" fmla="*/ 9 w 10"/>
                      <a:gd name="T1" fmla="*/ 5 h 22"/>
                      <a:gd name="T2" fmla="*/ 2 w 10"/>
                      <a:gd name="T3" fmla="*/ 22 h 22"/>
                      <a:gd name="T4" fmla="*/ 0 w 10"/>
                      <a:gd name="T5" fmla="*/ 22 h 22"/>
                      <a:gd name="T6" fmla="*/ 3 w 10"/>
                      <a:gd name="T7" fmla="*/ 10 h 22"/>
                      <a:gd name="T8" fmla="*/ 5 w 10"/>
                      <a:gd name="T9" fmla="*/ 3 h 22"/>
                      <a:gd name="T10" fmla="*/ 8 w 10"/>
                      <a:gd name="T11" fmla="*/ 0 h 22"/>
                      <a:gd name="T12" fmla="*/ 9 w 10"/>
                      <a:gd name="T13" fmla="*/ 5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" h="22">
                        <a:moveTo>
                          <a:pt x="9" y="5"/>
                        </a:moveTo>
                        <a:cubicBezTo>
                          <a:pt x="7" y="10"/>
                          <a:pt x="6" y="17"/>
                          <a:pt x="2" y="22"/>
                        </a:cubicBezTo>
                        <a:cubicBezTo>
                          <a:pt x="1" y="22"/>
                          <a:pt x="1" y="22"/>
                          <a:pt x="0" y="22"/>
                        </a:cubicBezTo>
                        <a:cubicBezTo>
                          <a:pt x="1" y="18"/>
                          <a:pt x="2" y="14"/>
                          <a:pt x="3" y="10"/>
                        </a:cubicBezTo>
                        <a:cubicBezTo>
                          <a:pt x="4" y="7"/>
                          <a:pt x="2" y="5"/>
                          <a:pt x="5" y="3"/>
                        </a:cubicBezTo>
                        <a:cubicBezTo>
                          <a:pt x="5" y="2"/>
                          <a:pt x="8" y="2"/>
                          <a:pt x="8" y="0"/>
                        </a:cubicBezTo>
                        <a:cubicBezTo>
                          <a:pt x="10" y="1"/>
                          <a:pt x="9" y="3"/>
                          <a:pt x="9" y="5"/>
                        </a:cubicBezTo>
                        <a:close/>
                      </a:path>
                    </a:pathLst>
                  </a:custGeom>
                  <a:solidFill>
                    <a:srgbClr val="FED9B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8" name="Freeform 327"/>
                  <p:cNvSpPr/>
                  <p:nvPr/>
                </p:nvSpPr>
                <p:spPr bwMode="auto">
                  <a:xfrm>
                    <a:off x="4705" y="2618"/>
                    <a:ext cx="28" cy="17"/>
                  </a:xfrm>
                  <a:custGeom>
                    <a:avLst/>
                    <a:gdLst>
                      <a:gd name="T0" fmla="*/ 4 w 12"/>
                      <a:gd name="T1" fmla="*/ 1 h 7"/>
                      <a:gd name="T2" fmla="*/ 12 w 12"/>
                      <a:gd name="T3" fmla="*/ 0 h 7"/>
                      <a:gd name="T4" fmla="*/ 5 w 12"/>
                      <a:gd name="T5" fmla="*/ 7 h 7"/>
                      <a:gd name="T6" fmla="*/ 0 w 12"/>
                      <a:gd name="T7" fmla="*/ 7 h 7"/>
                      <a:gd name="T8" fmla="*/ 4 w 12"/>
                      <a:gd name="T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7">
                        <a:moveTo>
                          <a:pt x="4" y="1"/>
                        </a:moveTo>
                        <a:cubicBezTo>
                          <a:pt x="6" y="0"/>
                          <a:pt x="9" y="1"/>
                          <a:pt x="12" y="0"/>
                        </a:cubicBezTo>
                        <a:cubicBezTo>
                          <a:pt x="12" y="5"/>
                          <a:pt x="9" y="7"/>
                          <a:pt x="5" y="7"/>
                        </a:cubicBezTo>
                        <a:cubicBezTo>
                          <a:pt x="3" y="7"/>
                          <a:pt x="2" y="7"/>
                          <a:pt x="0" y="7"/>
                        </a:cubicBezTo>
                        <a:cubicBezTo>
                          <a:pt x="2" y="5"/>
                          <a:pt x="3" y="4"/>
                          <a:pt x="4" y="1"/>
                        </a:cubicBezTo>
                        <a:close/>
                      </a:path>
                    </a:pathLst>
                  </a:custGeom>
                  <a:solidFill>
                    <a:srgbClr val="AD8E6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79" name="Freeform 328"/>
                  <p:cNvSpPr/>
                  <p:nvPr/>
                </p:nvSpPr>
                <p:spPr bwMode="auto">
                  <a:xfrm>
                    <a:off x="4631" y="2618"/>
                    <a:ext cx="53" cy="17"/>
                  </a:xfrm>
                  <a:custGeom>
                    <a:avLst/>
                    <a:gdLst>
                      <a:gd name="T0" fmla="*/ 7 w 22"/>
                      <a:gd name="T1" fmla="*/ 2 h 7"/>
                      <a:gd name="T2" fmla="*/ 18 w 22"/>
                      <a:gd name="T3" fmla="*/ 5 h 7"/>
                      <a:gd name="T4" fmla="*/ 22 w 22"/>
                      <a:gd name="T5" fmla="*/ 5 h 7"/>
                      <a:gd name="T6" fmla="*/ 0 w 22"/>
                      <a:gd name="T7" fmla="*/ 3 h 7"/>
                      <a:gd name="T8" fmla="*/ 4 w 22"/>
                      <a:gd name="T9" fmla="*/ 1 h 7"/>
                      <a:gd name="T10" fmla="*/ 7 w 22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2" h="7">
                        <a:moveTo>
                          <a:pt x="7" y="2"/>
                        </a:moveTo>
                        <a:cubicBezTo>
                          <a:pt x="10" y="7"/>
                          <a:pt x="14" y="4"/>
                          <a:pt x="18" y="5"/>
                        </a:cubicBezTo>
                        <a:cubicBezTo>
                          <a:pt x="20" y="5"/>
                          <a:pt x="21" y="4"/>
                          <a:pt x="22" y="5"/>
                        </a:cubicBezTo>
                        <a:cubicBezTo>
                          <a:pt x="15" y="7"/>
                          <a:pt x="7" y="7"/>
                          <a:pt x="0" y="3"/>
                        </a:cubicBezTo>
                        <a:cubicBezTo>
                          <a:pt x="1" y="2"/>
                          <a:pt x="3" y="3"/>
                          <a:pt x="4" y="1"/>
                        </a:cubicBezTo>
                        <a:cubicBezTo>
                          <a:pt x="5" y="0"/>
                          <a:pt x="6" y="1"/>
                          <a:pt x="7" y="2"/>
                        </a:cubicBezTo>
                        <a:close/>
                      </a:path>
                    </a:pathLst>
                  </a:custGeom>
                  <a:solidFill>
                    <a:srgbClr val="AD957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0" name="Freeform 329"/>
                  <p:cNvSpPr/>
                  <p:nvPr/>
                </p:nvSpPr>
                <p:spPr bwMode="auto">
                  <a:xfrm>
                    <a:off x="4627" y="2699"/>
                    <a:ext cx="16" cy="7"/>
                  </a:xfrm>
                  <a:custGeom>
                    <a:avLst/>
                    <a:gdLst>
                      <a:gd name="T0" fmla="*/ 5 w 7"/>
                      <a:gd name="T1" fmla="*/ 0 h 3"/>
                      <a:gd name="T2" fmla="*/ 6 w 7"/>
                      <a:gd name="T3" fmla="*/ 2 h 3"/>
                      <a:gd name="T4" fmla="*/ 5 w 7"/>
                      <a:gd name="T5" fmla="*/ 2 h 3"/>
                      <a:gd name="T6" fmla="*/ 0 w 7"/>
                      <a:gd name="T7" fmla="*/ 1 h 3"/>
                      <a:gd name="T8" fmla="*/ 3 w 7"/>
                      <a:gd name="T9" fmla="*/ 0 h 3"/>
                      <a:gd name="T10" fmla="*/ 5 w 7"/>
                      <a:gd name="T11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3">
                        <a:moveTo>
                          <a:pt x="5" y="0"/>
                        </a:moveTo>
                        <a:cubicBezTo>
                          <a:pt x="6" y="1"/>
                          <a:pt x="7" y="1"/>
                          <a:pt x="6" y="2"/>
                        </a:cubicBezTo>
                        <a:cubicBezTo>
                          <a:pt x="6" y="3"/>
                          <a:pt x="5" y="2"/>
                          <a:pt x="5" y="2"/>
                        </a:cubicBezTo>
                        <a:cubicBezTo>
                          <a:pt x="3" y="1"/>
                          <a:pt x="2" y="1"/>
                          <a:pt x="0" y="1"/>
                        </a:cubicBezTo>
                        <a:cubicBezTo>
                          <a:pt x="1" y="0"/>
                          <a:pt x="2" y="0"/>
                          <a:pt x="3" y="0"/>
                        </a:cubicBezTo>
                        <a:cubicBezTo>
                          <a:pt x="4" y="0"/>
                          <a:pt x="4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A5978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1" name="Freeform 330"/>
                  <p:cNvSpPr/>
                  <p:nvPr/>
                </p:nvSpPr>
                <p:spPr bwMode="auto">
                  <a:xfrm>
                    <a:off x="4881" y="2649"/>
                    <a:ext cx="7" cy="14"/>
                  </a:xfrm>
                  <a:custGeom>
                    <a:avLst/>
                    <a:gdLst>
                      <a:gd name="T0" fmla="*/ 1 w 3"/>
                      <a:gd name="T1" fmla="*/ 6 h 6"/>
                      <a:gd name="T2" fmla="*/ 0 w 3"/>
                      <a:gd name="T3" fmla="*/ 1 h 6"/>
                      <a:gd name="T4" fmla="*/ 0 w 3"/>
                      <a:gd name="T5" fmla="*/ 0 h 6"/>
                      <a:gd name="T6" fmla="*/ 1 w 3"/>
                      <a:gd name="T7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6">
                        <a:moveTo>
                          <a:pt x="1" y="6"/>
                        </a:moveTo>
                        <a:cubicBezTo>
                          <a:pt x="1" y="4"/>
                          <a:pt x="1" y="2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1"/>
                          <a:pt x="2" y="3"/>
                          <a:pt x="1" y="6"/>
                        </a:cubicBezTo>
                        <a:close/>
                      </a:path>
                    </a:pathLst>
                  </a:custGeom>
                  <a:solidFill>
                    <a:srgbClr val="FEE9D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2" name="Freeform 331"/>
                  <p:cNvSpPr/>
                  <p:nvPr/>
                </p:nvSpPr>
                <p:spPr bwMode="auto">
                  <a:xfrm>
                    <a:off x="4617" y="2685"/>
                    <a:ext cx="7" cy="4"/>
                  </a:xfrm>
                  <a:custGeom>
                    <a:avLst/>
                    <a:gdLst>
                      <a:gd name="T0" fmla="*/ 2 w 3"/>
                      <a:gd name="T1" fmla="*/ 0 h 2"/>
                      <a:gd name="T2" fmla="*/ 2 w 3"/>
                      <a:gd name="T3" fmla="*/ 1 h 2"/>
                      <a:gd name="T4" fmla="*/ 1 w 3"/>
                      <a:gd name="T5" fmla="*/ 2 h 2"/>
                      <a:gd name="T6" fmla="*/ 1 w 3"/>
                      <a:gd name="T7" fmla="*/ 1 h 2"/>
                      <a:gd name="T8" fmla="*/ 2 w 3"/>
                      <a:gd name="T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2">
                        <a:moveTo>
                          <a:pt x="2" y="0"/>
                        </a:moveTo>
                        <a:cubicBezTo>
                          <a:pt x="3" y="0"/>
                          <a:pt x="3" y="0"/>
                          <a:pt x="2" y="1"/>
                        </a:cubicBezTo>
                        <a:cubicBezTo>
                          <a:pt x="2" y="1"/>
                          <a:pt x="2" y="2"/>
                          <a:pt x="1" y="2"/>
                        </a:cubicBezTo>
                        <a:cubicBezTo>
                          <a:pt x="1" y="2"/>
                          <a:pt x="0" y="2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EC88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3" name="Freeform 332"/>
                  <p:cNvSpPr/>
                  <p:nvPr/>
                </p:nvSpPr>
                <p:spPr bwMode="auto">
                  <a:xfrm>
                    <a:off x="4366" y="1744"/>
                    <a:ext cx="187" cy="396"/>
                  </a:xfrm>
                  <a:custGeom>
                    <a:avLst/>
                    <a:gdLst>
                      <a:gd name="T0" fmla="*/ 11 w 79"/>
                      <a:gd name="T1" fmla="*/ 121 h 167"/>
                      <a:gd name="T2" fmla="*/ 16 w 79"/>
                      <a:gd name="T3" fmla="*/ 125 h 167"/>
                      <a:gd name="T4" fmla="*/ 20 w 79"/>
                      <a:gd name="T5" fmla="*/ 120 h 167"/>
                      <a:gd name="T6" fmla="*/ 23 w 79"/>
                      <a:gd name="T7" fmla="*/ 110 h 167"/>
                      <a:gd name="T8" fmla="*/ 26 w 79"/>
                      <a:gd name="T9" fmla="*/ 117 h 167"/>
                      <a:gd name="T10" fmla="*/ 32 w 79"/>
                      <a:gd name="T11" fmla="*/ 107 h 167"/>
                      <a:gd name="T12" fmla="*/ 29 w 79"/>
                      <a:gd name="T13" fmla="*/ 108 h 167"/>
                      <a:gd name="T14" fmla="*/ 28 w 79"/>
                      <a:gd name="T15" fmla="*/ 105 h 167"/>
                      <a:gd name="T16" fmla="*/ 24 w 79"/>
                      <a:gd name="T17" fmla="*/ 94 h 167"/>
                      <a:gd name="T18" fmla="*/ 20 w 79"/>
                      <a:gd name="T19" fmla="*/ 92 h 167"/>
                      <a:gd name="T20" fmla="*/ 26 w 79"/>
                      <a:gd name="T21" fmla="*/ 87 h 167"/>
                      <a:gd name="T22" fmla="*/ 26 w 79"/>
                      <a:gd name="T23" fmla="*/ 89 h 167"/>
                      <a:gd name="T24" fmla="*/ 27 w 79"/>
                      <a:gd name="T25" fmla="*/ 84 h 167"/>
                      <a:gd name="T26" fmla="*/ 34 w 79"/>
                      <a:gd name="T27" fmla="*/ 87 h 167"/>
                      <a:gd name="T28" fmla="*/ 35 w 79"/>
                      <a:gd name="T29" fmla="*/ 82 h 167"/>
                      <a:gd name="T30" fmla="*/ 37 w 79"/>
                      <a:gd name="T31" fmla="*/ 77 h 167"/>
                      <a:gd name="T32" fmla="*/ 29 w 79"/>
                      <a:gd name="T33" fmla="*/ 70 h 167"/>
                      <a:gd name="T34" fmla="*/ 24 w 79"/>
                      <a:gd name="T35" fmla="*/ 71 h 167"/>
                      <a:gd name="T36" fmla="*/ 27 w 79"/>
                      <a:gd name="T37" fmla="*/ 40 h 167"/>
                      <a:gd name="T38" fmla="*/ 52 w 79"/>
                      <a:gd name="T39" fmla="*/ 1 h 167"/>
                      <a:gd name="T40" fmla="*/ 57 w 79"/>
                      <a:gd name="T41" fmla="*/ 4 h 167"/>
                      <a:gd name="T42" fmla="*/ 62 w 79"/>
                      <a:gd name="T43" fmla="*/ 22 h 167"/>
                      <a:gd name="T44" fmla="*/ 51 w 79"/>
                      <a:gd name="T45" fmla="*/ 36 h 167"/>
                      <a:gd name="T46" fmla="*/ 37 w 79"/>
                      <a:gd name="T47" fmla="*/ 47 h 167"/>
                      <a:gd name="T48" fmla="*/ 44 w 79"/>
                      <a:gd name="T49" fmla="*/ 66 h 167"/>
                      <a:gd name="T50" fmla="*/ 53 w 79"/>
                      <a:gd name="T51" fmla="*/ 63 h 167"/>
                      <a:gd name="T52" fmla="*/ 60 w 79"/>
                      <a:gd name="T53" fmla="*/ 73 h 167"/>
                      <a:gd name="T54" fmla="*/ 62 w 79"/>
                      <a:gd name="T55" fmla="*/ 81 h 167"/>
                      <a:gd name="T56" fmla="*/ 57 w 79"/>
                      <a:gd name="T57" fmla="*/ 83 h 167"/>
                      <a:gd name="T58" fmla="*/ 56 w 79"/>
                      <a:gd name="T59" fmla="*/ 85 h 167"/>
                      <a:gd name="T60" fmla="*/ 52 w 79"/>
                      <a:gd name="T61" fmla="*/ 90 h 167"/>
                      <a:gd name="T62" fmla="*/ 50 w 79"/>
                      <a:gd name="T63" fmla="*/ 97 h 167"/>
                      <a:gd name="T64" fmla="*/ 42 w 79"/>
                      <a:gd name="T65" fmla="*/ 106 h 167"/>
                      <a:gd name="T66" fmla="*/ 42 w 79"/>
                      <a:gd name="T67" fmla="*/ 139 h 167"/>
                      <a:gd name="T68" fmla="*/ 73 w 79"/>
                      <a:gd name="T69" fmla="*/ 151 h 167"/>
                      <a:gd name="T70" fmla="*/ 79 w 79"/>
                      <a:gd name="T71" fmla="*/ 159 h 167"/>
                      <a:gd name="T72" fmla="*/ 70 w 79"/>
                      <a:gd name="T73" fmla="*/ 166 h 167"/>
                      <a:gd name="T74" fmla="*/ 57 w 79"/>
                      <a:gd name="T75" fmla="*/ 162 h 167"/>
                      <a:gd name="T76" fmla="*/ 54 w 79"/>
                      <a:gd name="T77" fmla="*/ 162 h 167"/>
                      <a:gd name="T78" fmla="*/ 17 w 79"/>
                      <a:gd name="T79" fmla="*/ 134 h 167"/>
                      <a:gd name="T80" fmla="*/ 6 w 79"/>
                      <a:gd name="T81" fmla="*/ 124 h 1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79" h="167">
                        <a:moveTo>
                          <a:pt x="0" y="117"/>
                        </a:moveTo>
                        <a:cubicBezTo>
                          <a:pt x="4" y="115"/>
                          <a:pt x="8" y="116"/>
                          <a:pt x="11" y="121"/>
                        </a:cubicBezTo>
                        <a:cubicBezTo>
                          <a:pt x="11" y="122"/>
                          <a:pt x="12" y="122"/>
                          <a:pt x="13" y="122"/>
                        </a:cubicBezTo>
                        <a:cubicBezTo>
                          <a:pt x="16" y="121"/>
                          <a:pt x="16" y="123"/>
                          <a:pt x="16" y="125"/>
                        </a:cubicBezTo>
                        <a:cubicBezTo>
                          <a:pt x="19" y="125"/>
                          <a:pt x="17" y="120"/>
                          <a:pt x="20" y="122"/>
                        </a:cubicBezTo>
                        <a:cubicBezTo>
                          <a:pt x="21" y="122"/>
                          <a:pt x="21" y="120"/>
                          <a:pt x="20" y="120"/>
                        </a:cubicBezTo>
                        <a:cubicBezTo>
                          <a:pt x="16" y="119"/>
                          <a:pt x="18" y="116"/>
                          <a:pt x="18" y="114"/>
                        </a:cubicBezTo>
                        <a:cubicBezTo>
                          <a:pt x="17" y="109"/>
                          <a:pt x="22" y="112"/>
                          <a:pt x="23" y="110"/>
                        </a:cubicBezTo>
                        <a:cubicBezTo>
                          <a:pt x="23" y="110"/>
                          <a:pt x="24" y="111"/>
                          <a:pt x="24" y="111"/>
                        </a:cubicBezTo>
                        <a:cubicBezTo>
                          <a:pt x="21" y="114"/>
                          <a:pt x="25" y="115"/>
                          <a:pt x="26" y="117"/>
                        </a:cubicBezTo>
                        <a:cubicBezTo>
                          <a:pt x="28" y="114"/>
                          <a:pt x="30" y="111"/>
                          <a:pt x="31" y="109"/>
                        </a:cubicBezTo>
                        <a:cubicBezTo>
                          <a:pt x="32" y="108"/>
                          <a:pt x="33" y="108"/>
                          <a:pt x="32" y="107"/>
                        </a:cubicBezTo>
                        <a:cubicBezTo>
                          <a:pt x="32" y="106"/>
                          <a:pt x="31" y="105"/>
                          <a:pt x="30" y="106"/>
                        </a:cubicBezTo>
                        <a:cubicBezTo>
                          <a:pt x="29" y="106"/>
                          <a:pt x="29" y="107"/>
                          <a:pt x="29" y="108"/>
                        </a:cubicBezTo>
                        <a:cubicBezTo>
                          <a:pt x="30" y="110"/>
                          <a:pt x="28" y="111"/>
                          <a:pt x="27" y="112"/>
                        </a:cubicBezTo>
                        <a:cubicBezTo>
                          <a:pt x="26" y="109"/>
                          <a:pt x="26" y="107"/>
                          <a:pt x="28" y="105"/>
                        </a:cubicBezTo>
                        <a:cubicBezTo>
                          <a:pt x="30" y="104"/>
                          <a:pt x="30" y="103"/>
                          <a:pt x="28" y="101"/>
                        </a:cubicBezTo>
                        <a:cubicBezTo>
                          <a:pt x="27" y="99"/>
                          <a:pt x="26" y="96"/>
                          <a:pt x="24" y="94"/>
                        </a:cubicBezTo>
                        <a:cubicBezTo>
                          <a:pt x="23" y="92"/>
                          <a:pt x="24" y="91"/>
                          <a:pt x="22" y="93"/>
                        </a:cubicBezTo>
                        <a:cubicBezTo>
                          <a:pt x="21" y="93"/>
                          <a:pt x="20" y="93"/>
                          <a:pt x="20" y="92"/>
                        </a:cubicBezTo>
                        <a:cubicBezTo>
                          <a:pt x="20" y="91"/>
                          <a:pt x="21" y="91"/>
                          <a:pt x="21" y="91"/>
                        </a:cubicBezTo>
                        <a:cubicBezTo>
                          <a:pt x="24" y="91"/>
                          <a:pt x="21" y="84"/>
                          <a:pt x="26" y="87"/>
                        </a:cubicBezTo>
                        <a:cubicBezTo>
                          <a:pt x="25" y="87"/>
                          <a:pt x="24" y="87"/>
                          <a:pt x="24" y="89"/>
                        </a:cubicBezTo>
                        <a:cubicBezTo>
                          <a:pt x="25" y="90"/>
                          <a:pt x="26" y="90"/>
                          <a:pt x="26" y="89"/>
                        </a:cubicBezTo>
                        <a:cubicBezTo>
                          <a:pt x="28" y="88"/>
                          <a:pt x="30" y="90"/>
                          <a:pt x="32" y="90"/>
                        </a:cubicBezTo>
                        <a:cubicBezTo>
                          <a:pt x="31" y="87"/>
                          <a:pt x="29" y="85"/>
                          <a:pt x="27" y="84"/>
                        </a:cubicBezTo>
                        <a:cubicBezTo>
                          <a:pt x="29" y="84"/>
                          <a:pt x="32" y="81"/>
                          <a:pt x="33" y="86"/>
                        </a:cubicBezTo>
                        <a:cubicBezTo>
                          <a:pt x="33" y="87"/>
                          <a:pt x="33" y="88"/>
                          <a:pt x="34" y="87"/>
                        </a:cubicBezTo>
                        <a:cubicBezTo>
                          <a:pt x="34" y="87"/>
                          <a:pt x="35" y="87"/>
                          <a:pt x="35" y="87"/>
                        </a:cubicBezTo>
                        <a:cubicBezTo>
                          <a:pt x="35" y="85"/>
                          <a:pt x="35" y="84"/>
                          <a:pt x="35" y="82"/>
                        </a:cubicBezTo>
                        <a:cubicBezTo>
                          <a:pt x="35" y="81"/>
                          <a:pt x="34" y="79"/>
                          <a:pt x="33" y="77"/>
                        </a:cubicBezTo>
                        <a:cubicBezTo>
                          <a:pt x="34" y="77"/>
                          <a:pt x="35" y="77"/>
                          <a:pt x="37" y="77"/>
                        </a:cubicBezTo>
                        <a:cubicBezTo>
                          <a:pt x="37" y="76"/>
                          <a:pt x="35" y="75"/>
                          <a:pt x="35" y="75"/>
                        </a:cubicBezTo>
                        <a:cubicBezTo>
                          <a:pt x="31" y="75"/>
                          <a:pt x="29" y="75"/>
                          <a:pt x="29" y="70"/>
                        </a:cubicBezTo>
                        <a:cubicBezTo>
                          <a:pt x="29" y="69"/>
                          <a:pt x="28" y="69"/>
                          <a:pt x="27" y="70"/>
                        </a:cubicBezTo>
                        <a:cubicBezTo>
                          <a:pt x="26" y="73"/>
                          <a:pt x="25" y="72"/>
                          <a:pt x="24" y="71"/>
                        </a:cubicBezTo>
                        <a:cubicBezTo>
                          <a:pt x="23" y="70"/>
                          <a:pt x="23" y="68"/>
                          <a:pt x="23" y="67"/>
                        </a:cubicBezTo>
                        <a:cubicBezTo>
                          <a:pt x="24" y="58"/>
                          <a:pt x="24" y="49"/>
                          <a:pt x="27" y="40"/>
                        </a:cubicBezTo>
                        <a:cubicBezTo>
                          <a:pt x="27" y="31"/>
                          <a:pt x="27" y="22"/>
                          <a:pt x="31" y="13"/>
                        </a:cubicBezTo>
                        <a:cubicBezTo>
                          <a:pt x="37" y="7"/>
                          <a:pt x="45" y="5"/>
                          <a:pt x="52" y="1"/>
                        </a:cubicBezTo>
                        <a:cubicBezTo>
                          <a:pt x="54" y="0"/>
                          <a:pt x="55" y="1"/>
                          <a:pt x="57" y="3"/>
                        </a:cubicBezTo>
                        <a:cubicBezTo>
                          <a:pt x="57" y="3"/>
                          <a:pt x="57" y="4"/>
                          <a:pt x="57" y="4"/>
                        </a:cubicBezTo>
                        <a:cubicBezTo>
                          <a:pt x="59" y="8"/>
                          <a:pt x="59" y="12"/>
                          <a:pt x="60" y="15"/>
                        </a:cubicBezTo>
                        <a:cubicBezTo>
                          <a:pt x="61" y="18"/>
                          <a:pt x="62" y="20"/>
                          <a:pt x="62" y="22"/>
                        </a:cubicBezTo>
                        <a:cubicBezTo>
                          <a:pt x="60" y="26"/>
                          <a:pt x="62" y="30"/>
                          <a:pt x="61" y="34"/>
                        </a:cubicBezTo>
                        <a:cubicBezTo>
                          <a:pt x="58" y="36"/>
                          <a:pt x="54" y="36"/>
                          <a:pt x="51" y="36"/>
                        </a:cubicBezTo>
                        <a:cubicBezTo>
                          <a:pt x="46" y="36"/>
                          <a:pt x="42" y="37"/>
                          <a:pt x="40" y="42"/>
                        </a:cubicBezTo>
                        <a:cubicBezTo>
                          <a:pt x="39" y="44"/>
                          <a:pt x="38" y="45"/>
                          <a:pt x="37" y="47"/>
                        </a:cubicBezTo>
                        <a:cubicBezTo>
                          <a:pt x="34" y="53"/>
                          <a:pt x="35" y="60"/>
                          <a:pt x="39" y="64"/>
                        </a:cubicBezTo>
                        <a:cubicBezTo>
                          <a:pt x="40" y="66"/>
                          <a:pt x="42" y="66"/>
                          <a:pt x="44" y="66"/>
                        </a:cubicBezTo>
                        <a:cubicBezTo>
                          <a:pt x="46" y="65"/>
                          <a:pt x="49" y="65"/>
                          <a:pt x="51" y="63"/>
                        </a:cubicBezTo>
                        <a:cubicBezTo>
                          <a:pt x="52" y="63"/>
                          <a:pt x="52" y="63"/>
                          <a:pt x="53" y="63"/>
                        </a:cubicBezTo>
                        <a:cubicBezTo>
                          <a:pt x="55" y="64"/>
                          <a:pt x="53" y="68"/>
                          <a:pt x="56" y="68"/>
                        </a:cubicBezTo>
                        <a:cubicBezTo>
                          <a:pt x="60" y="68"/>
                          <a:pt x="59" y="71"/>
                          <a:pt x="60" y="73"/>
                        </a:cubicBezTo>
                        <a:cubicBezTo>
                          <a:pt x="60" y="76"/>
                          <a:pt x="63" y="77"/>
                          <a:pt x="63" y="80"/>
                        </a:cubicBezTo>
                        <a:cubicBezTo>
                          <a:pt x="62" y="81"/>
                          <a:pt x="62" y="81"/>
                          <a:pt x="62" y="81"/>
                        </a:cubicBezTo>
                        <a:cubicBezTo>
                          <a:pt x="61" y="83"/>
                          <a:pt x="63" y="85"/>
                          <a:pt x="61" y="86"/>
                        </a:cubicBezTo>
                        <a:cubicBezTo>
                          <a:pt x="58" y="87"/>
                          <a:pt x="58" y="84"/>
                          <a:pt x="57" y="83"/>
                        </a:cubicBezTo>
                        <a:cubicBezTo>
                          <a:pt x="56" y="83"/>
                          <a:pt x="55" y="83"/>
                          <a:pt x="55" y="84"/>
                        </a:cubicBezTo>
                        <a:cubicBezTo>
                          <a:pt x="54" y="84"/>
                          <a:pt x="55" y="84"/>
                          <a:pt x="56" y="85"/>
                        </a:cubicBezTo>
                        <a:cubicBezTo>
                          <a:pt x="57" y="86"/>
                          <a:pt x="56" y="86"/>
                          <a:pt x="56" y="87"/>
                        </a:cubicBezTo>
                        <a:cubicBezTo>
                          <a:pt x="54" y="88"/>
                          <a:pt x="53" y="90"/>
                          <a:pt x="52" y="90"/>
                        </a:cubicBezTo>
                        <a:cubicBezTo>
                          <a:pt x="52" y="92"/>
                          <a:pt x="54" y="92"/>
                          <a:pt x="54" y="94"/>
                        </a:cubicBezTo>
                        <a:cubicBezTo>
                          <a:pt x="53" y="95"/>
                          <a:pt x="50" y="95"/>
                          <a:pt x="50" y="97"/>
                        </a:cubicBezTo>
                        <a:cubicBezTo>
                          <a:pt x="48" y="99"/>
                          <a:pt x="47" y="101"/>
                          <a:pt x="46" y="102"/>
                        </a:cubicBezTo>
                        <a:cubicBezTo>
                          <a:pt x="44" y="103"/>
                          <a:pt x="43" y="105"/>
                          <a:pt x="42" y="106"/>
                        </a:cubicBezTo>
                        <a:cubicBezTo>
                          <a:pt x="36" y="112"/>
                          <a:pt x="35" y="120"/>
                          <a:pt x="35" y="127"/>
                        </a:cubicBezTo>
                        <a:cubicBezTo>
                          <a:pt x="36" y="132"/>
                          <a:pt x="37" y="136"/>
                          <a:pt x="42" y="139"/>
                        </a:cubicBezTo>
                        <a:cubicBezTo>
                          <a:pt x="46" y="141"/>
                          <a:pt x="50" y="143"/>
                          <a:pt x="54" y="145"/>
                        </a:cubicBezTo>
                        <a:cubicBezTo>
                          <a:pt x="60" y="148"/>
                          <a:pt x="66" y="151"/>
                          <a:pt x="73" y="151"/>
                        </a:cubicBezTo>
                        <a:cubicBezTo>
                          <a:pt x="74" y="151"/>
                          <a:pt x="75" y="152"/>
                          <a:pt x="76" y="153"/>
                        </a:cubicBezTo>
                        <a:cubicBezTo>
                          <a:pt x="78" y="154"/>
                          <a:pt x="79" y="156"/>
                          <a:pt x="79" y="159"/>
                        </a:cubicBezTo>
                        <a:cubicBezTo>
                          <a:pt x="79" y="160"/>
                          <a:pt x="78" y="161"/>
                          <a:pt x="76" y="161"/>
                        </a:cubicBezTo>
                        <a:cubicBezTo>
                          <a:pt x="71" y="160"/>
                          <a:pt x="70" y="161"/>
                          <a:pt x="70" y="166"/>
                        </a:cubicBezTo>
                        <a:cubicBezTo>
                          <a:pt x="66" y="167"/>
                          <a:pt x="62" y="164"/>
                          <a:pt x="59" y="163"/>
                        </a:cubicBezTo>
                        <a:cubicBezTo>
                          <a:pt x="58" y="162"/>
                          <a:pt x="58" y="162"/>
                          <a:pt x="57" y="162"/>
                        </a:cubicBezTo>
                        <a:cubicBezTo>
                          <a:pt x="57" y="162"/>
                          <a:pt x="56" y="162"/>
                          <a:pt x="55" y="162"/>
                        </a:cubicBezTo>
                        <a:cubicBezTo>
                          <a:pt x="55" y="162"/>
                          <a:pt x="54" y="162"/>
                          <a:pt x="54" y="162"/>
                        </a:cubicBezTo>
                        <a:cubicBezTo>
                          <a:pt x="45" y="158"/>
                          <a:pt x="38" y="151"/>
                          <a:pt x="31" y="145"/>
                        </a:cubicBezTo>
                        <a:cubicBezTo>
                          <a:pt x="26" y="141"/>
                          <a:pt x="23" y="136"/>
                          <a:pt x="17" y="134"/>
                        </a:cubicBezTo>
                        <a:cubicBezTo>
                          <a:pt x="14" y="133"/>
                          <a:pt x="12" y="131"/>
                          <a:pt x="11" y="129"/>
                        </a:cubicBezTo>
                        <a:cubicBezTo>
                          <a:pt x="10" y="127"/>
                          <a:pt x="8" y="126"/>
                          <a:pt x="6" y="124"/>
                        </a:cubicBezTo>
                        <a:cubicBezTo>
                          <a:pt x="3" y="122"/>
                          <a:pt x="0" y="121"/>
                          <a:pt x="0" y="117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4" name="Freeform 333"/>
                  <p:cNvSpPr/>
                  <p:nvPr/>
                </p:nvSpPr>
                <p:spPr bwMode="auto">
                  <a:xfrm>
                    <a:off x="4313" y="2017"/>
                    <a:ext cx="224" cy="183"/>
                  </a:xfrm>
                  <a:custGeom>
                    <a:avLst/>
                    <a:gdLst>
                      <a:gd name="T0" fmla="*/ 22 w 94"/>
                      <a:gd name="T1" fmla="*/ 2 h 77"/>
                      <a:gd name="T2" fmla="*/ 30 w 94"/>
                      <a:gd name="T3" fmla="*/ 9 h 77"/>
                      <a:gd name="T4" fmla="*/ 34 w 94"/>
                      <a:gd name="T5" fmla="*/ 13 h 77"/>
                      <a:gd name="T6" fmla="*/ 40 w 94"/>
                      <a:gd name="T7" fmla="*/ 18 h 77"/>
                      <a:gd name="T8" fmla="*/ 52 w 94"/>
                      <a:gd name="T9" fmla="*/ 27 h 77"/>
                      <a:gd name="T10" fmla="*/ 77 w 94"/>
                      <a:gd name="T11" fmla="*/ 46 h 77"/>
                      <a:gd name="T12" fmla="*/ 75 w 94"/>
                      <a:gd name="T13" fmla="*/ 50 h 77"/>
                      <a:gd name="T14" fmla="*/ 71 w 94"/>
                      <a:gd name="T15" fmla="*/ 52 h 77"/>
                      <a:gd name="T16" fmla="*/ 76 w 94"/>
                      <a:gd name="T17" fmla="*/ 53 h 77"/>
                      <a:gd name="T18" fmla="*/ 73 w 94"/>
                      <a:gd name="T19" fmla="*/ 56 h 77"/>
                      <a:gd name="T20" fmla="*/ 71 w 94"/>
                      <a:gd name="T21" fmla="*/ 64 h 77"/>
                      <a:gd name="T22" fmla="*/ 72 w 94"/>
                      <a:gd name="T23" fmla="*/ 65 h 77"/>
                      <a:gd name="T24" fmla="*/ 72 w 94"/>
                      <a:gd name="T25" fmla="*/ 64 h 77"/>
                      <a:gd name="T26" fmla="*/ 73 w 94"/>
                      <a:gd name="T27" fmla="*/ 59 h 77"/>
                      <a:gd name="T28" fmla="*/ 77 w 94"/>
                      <a:gd name="T29" fmla="*/ 56 h 77"/>
                      <a:gd name="T30" fmla="*/ 90 w 94"/>
                      <a:gd name="T31" fmla="*/ 57 h 77"/>
                      <a:gd name="T32" fmla="*/ 93 w 94"/>
                      <a:gd name="T33" fmla="*/ 57 h 77"/>
                      <a:gd name="T34" fmla="*/ 91 w 94"/>
                      <a:gd name="T35" fmla="*/ 64 h 77"/>
                      <a:gd name="T36" fmla="*/ 87 w 94"/>
                      <a:gd name="T37" fmla="*/ 64 h 77"/>
                      <a:gd name="T38" fmla="*/ 78 w 94"/>
                      <a:gd name="T39" fmla="*/ 67 h 77"/>
                      <a:gd name="T40" fmla="*/ 87 w 94"/>
                      <a:gd name="T41" fmla="*/ 67 h 77"/>
                      <a:gd name="T42" fmla="*/ 90 w 94"/>
                      <a:gd name="T43" fmla="*/ 68 h 77"/>
                      <a:gd name="T44" fmla="*/ 92 w 94"/>
                      <a:gd name="T45" fmla="*/ 71 h 77"/>
                      <a:gd name="T46" fmla="*/ 88 w 94"/>
                      <a:gd name="T47" fmla="*/ 73 h 77"/>
                      <a:gd name="T48" fmla="*/ 84 w 94"/>
                      <a:gd name="T49" fmla="*/ 70 h 77"/>
                      <a:gd name="T50" fmla="*/ 86 w 94"/>
                      <a:gd name="T51" fmla="*/ 74 h 77"/>
                      <a:gd name="T52" fmla="*/ 80 w 94"/>
                      <a:gd name="T53" fmla="*/ 76 h 77"/>
                      <a:gd name="T54" fmla="*/ 74 w 94"/>
                      <a:gd name="T55" fmla="*/ 75 h 77"/>
                      <a:gd name="T56" fmla="*/ 64 w 94"/>
                      <a:gd name="T57" fmla="*/ 72 h 77"/>
                      <a:gd name="T58" fmla="*/ 54 w 94"/>
                      <a:gd name="T59" fmla="*/ 66 h 77"/>
                      <a:gd name="T60" fmla="*/ 43 w 94"/>
                      <a:gd name="T61" fmla="*/ 59 h 77"/>
                      <a:gd name="T62" fmla="*/ 43 w 94"/>
                      <a:gd name="T63" fmla="*/ 59 h 77"/>
                      <a:gd name="T64" fmla="*/ 32 w 94"/>
                      <a:gd name="T65" fmla="*/ 47 h 77"/>
                      <a:gd name="T66" fmla="*/ 22 w 94"/>
                      <a:gd name="T67" fmla="*/ 36 h 77"/>
                      <a:gd name="T68" fmla="*/ 32 w 94"/>
                      <a:gd name="T69" fmla="*/ 28 h 77"/>
                      <a:gd name="T70" fmla="*/ 25 w 94"/>
                      <a:gd name="T71" fmla="*/ 30 h 77"/>
                      <a:gd name="T72" fmla="*/ 22 w 94"/>
                      <a:gd name="T73" fmla="*/ 26 h 77"/>
                      <a:gd name="T74" fmla="*/ 30 w 94"/>
                      <a:gd name="T75" fmla="*/ 23 h 77"/>
                      <a:gd name="T76" fmla="*/ 27 w 94"/>
                      <a:gd name="T77" fmla="*/ 20 h 77"/>
                      <a:gd name="T78" fmla="*/ 31 w 94"/>
                      <a:gd name="T79" fmla="*/ 19 h 77"/>
                      <a:gd name="T80" fmla="*/ 37 w 94"/>
                      <a:gd name="T81" fmla="*/ 24 h 77"/>
                      <a:gd name="T82" fmla="*/ 38 w 94"/>
                      <a:gd name="T83" fmla="*/ 24 h 77"/>
                      <a:gd name="T84" fmla="*/ 38 w 94"/>
                      <a:gd name="T85" fmla="*/ 24 h 77"/>
                      <a:gd name="T86" fmla="*/ 30 w 94"/>
                      <a:gd name="T87" fmla="*/ 19 h 77"/>
                      <a:gd name="T88" fmla="*/ 26 w 94"/>
                      <a:gd name="T89" fmla="*/ 21 h 77"/>
                      <a:gd name="T90" fmla="*/ 22 w 94"/>
                      <a:gd name="T91" fmla="*/ 23 h 77"/>
                      <a:gd name="T92" fmla="*/ 19 w 94"/>
                      <a:gd name="T93" fmla="*/ 21 h 77"/>
                      <a:gd name="T94" fmla="*/ 21 w 94"/>
                      <a:gd name="T95" fmla="*/ 17 h 77"/>
                      <a:gd name="T96" fmla="*/ 18 w 94"/>
                      <a:gd name="T97" fmla="*/ 11 h 77"/>
                      <a:gd name="T98" fmla="*/ 13 w 94"/>
                      <a:gd name="T99" fmla="*/ 13 h 77"/>
                      <a:gd name="T100" fmla="*/ 12 w 94"/>
                      <a:gd name="T101" fmla="*/ 13 h 77"/>
                      <a:gd name="T102" fmla="*/ 8 w 94"/>
                      <a:gd name="T103" fmla="*/ 18 h 77"/>
                      <a:gd name="T104" fmla="*/ 6 w 94"/>
                      <a:gd name="T105" fmla="*/ 16 h 77"/>
                      <a:gd name="T106" fmla="*/ 6 w 94"/>
                      <a:gd name="T107" fmla="*/ 16 h 77"/>
                      <a:gd name="T108" fmla="*/ 2 w 94"/>
                      <a:gd name="T109" fmla="*/ 8 h 77"/>
                      <a:gd name="T110" fmla="*/ 0 w 94"/>
                      <a:gd name="T111" fmla="*/ 5 h 77"/>
                      <a:gd name="T112" fmla="*/ 3 w 94"/>
                      <a:gd name="T113" fmla="*/ 2 h 77"/>
                      <a:gd name="T114" fmla="*/ 8 w 94"/>
                      <a:gd name="T115" fmla="*/ 3 h 77"/>
                      <a:gd name="T116" fmla="*/ 11 w 94"/>
                      <a:gd name="T117" fmla="*/ 5 h 77"/>
                      <a:gd name="T118" fmla="*/ 19 w 94"/>
                      <a:gd name="T119" fmla="*/ 1 h 77"/>
                      <a:gd name="T120" fmla="*/ 22 w 94"/>
                      <a:gd name="T121" fmla="*/ 2 h 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94" h="77">
                        <a:moveTo>
                          <a:pt x="22" y="2"/>
                        </a:moveTo>
                        <a:cubicBezTo>
                          <a:pt x="24" y="5"/>
                          <a:pt x="26" y="8"/>
                          <a:pt x="30" y="9"/>
                        </a:cubicBezTo>
                        <a:cubicBezTo>
                          <a:pt x="32" y="10"/>
                          <a:pt x="34" y="11"/>
                          <a:pt x="34" y="13"/>
                        </a:cubicBezTo>
                        <a:cubicBezTo>
                          <a:pt x="35" y="16"/>
                          <a:pt x="38" y="18"/>
                          <a:pt x="40" y="18"/>
                        </a:cubicBezTo>
                        <a:cubicBezTo>
                          <a:pt x="45" y="20"/>
                          <a:pt x="48" y="24"/>
                          <a:pt x="52" y="27"/>
                        </a:cubicBezTo>
                        <a:cubicBezTo>
                          <a:pt x="59" y="34"/>
                          <a:pt x="67" y="41"/>
                          <a:pt x="77" y="46"/>
                        </a:cubicBezTo>
                        <a:cubicBezTo>
                          <a:pt x="78" y="48"/>
                          <a:pt x="77" y="49"/>
                          <a:pt x="75" y="50"/>
                        </a:cubicBezTo>
                        <a:cubicBezTo>
                          <a:pt x="74" y="50"/>
                          <a:pt x="72" y="50"/>
                          <a:pt x="71" y="52"/>
                        </a:cubicBezTo>
                        <a:cubicBezTo>
                          <a:pt x="73" y="52"/>
                          <a:pt x="75" y="51"/>
                          <a:pt x="76" y="53"/>
                        </a:cubicBezTo>
                        <a:cubicBezTo>
                          <a:pt x="76" y="55"/>
                          <a:pt x="74" y="55"/>
                          <a:pt x="73" y="56"/>
                        </a:cubicBezTo>
                        <a:cubicBezTo>
                          <a:pt x="72" y="58"/>
                          <a:pt x="73" y="61"/>
                          <a:pt x="71" y="64"/>
                        </a:cubicBezTo>
                        <a:cubicBezTo>
                          <a:pt x="72" y="64"/>
                          <a:pt x="72" y="64"/>
                          <a:pt x="72" y="65"/>
                        </a:cubicBezTo>
                        <a:cubicBezTo>
                          <a:pt x="72" y="65"/>
                          <a:pt x="72" y="64"/>
                          <a:pt x="72" y="64"/>
                        </a:cubicBezTo>
                        <a:cubicBezTo>
                          <a:pt x="73" y="62"/>
                          <a:pt x="73" y="61"/>
                          <a:pt x="73" y="59"/>
                        </a:cubicBezTo>
                        <a:cubicBezTo>
                          <a:pt x="72" y="56"/>
                          <a:pt x="74" y="55"/>
                          <a:pt x="77" y="56"/>
                        </a:cubicBezTo>
                        <a:cubicBezTo>
                          <a:pt x="80" y="57"/>
                          <a:pt x="87" y="58"/>
                          <a:pt x="90" y="57"/>
                        </a:cubicBezTo>
                        <a:cubicBezTo>
                          <a:pt x="91" y="56"/>
                          <a:pt x="92" y="56"/>
                          <a:pt x="93" y="57"/>
                        </a:cubicBezTo>
                        <a:cubicBezTo>
                          <a:pt x="94" y="60"/>
                          <a:pt x="91" y="61"/>
                          <a:pt x="91" y="64"/>
                        </a:cubicBezTo>
                        <a:cubicBezTo>
                          <a:pt x="91" y="65"/>
                          <a:pt x="88" y="65"/>
                          <a:pt x="87" y="64"/>
                        </a:cubicBezTo>
                        <a:cubicBezTo>
                          <a:pt x="82" y="62"/>
                          <a:pt x="82" y="63"/>
                          <a:pt x="78" y="67"/>
                        </a:cubicBezTo>
                        <a:cubicBezTo>
                          <a:pt x="81" y="64"/>
                          <a:pt x="84" y="64"/>
                          <a:pt x="87" y="67"/>
                        </a:cubicBezTo>
                        <a:cubicBezTo>
                          <a:pt x="87" y="68"/>
                          <a:pt x="88" y="68"/>
                          <a:pt x="90" y="68"/>
                        </a:cubicBezTo>
                        <a:cubicBezTo>
                          <a:pt x="91" y="69"/>
                          <a:pt x="93" y="69"/>
                          <a:pt x="92" y="71"/>
                        </a:cubicBezTo>
                        <a:cubicBezTo>
                          <a:pt x="91" y="73"/>
                          <a:pt x="89" y="73"/>
                          <a:pt x="88" y="73"/>
                        </a:cubicBezTo>
                        <a:cubicBezTo>
                          <a:pt x="86" y="72"/>
                          <a:pt x="86" y="71"/>
                          <a:pt x="84" y="70"/>
                        </a:cubicBezTo>
                        <a:cubicBezTo>
                          <a:pt x="85" y="71"/>
                          <a:pt x="87" y="72"/>
                          <a:pt x="86" y="74"/>
                        </a:cubicBezTo>
                        <a:cubicBezTo>
                          <a:pt x="84" y="75"/>
                          <a:pt x="82" y="77"/>
                          <a:pt x="80" y="76"/>
                        </a:cubicBezTo>
                        <a:cubicBezTo>
                          <a:pt x="78" y="75"/>
                          <a:pt x="76" y="75"/>
                          <a:pt x="74" y="75"/>
                        </a:cubicBezTo>
                        <a:cubicBezTo>
                          <a:pt x="70" y="74"/>
                          <a:pt x="67" y="73"/>
                          <a:pt x="64" y="72"/>
                        </a:cubicBezTo>
                        <a:cubicBezTo>
                          <a:pt x="61" y="69"/>
                          <a:pt x="58" y="68"/>
                          <a:pt x="54" y="66"/>
                        </a:cubicBezTo>
                        <a:cubicBezTo>
                          <a:pt x="50" y="65"/>
                          <a:pt x="46" y="61"/>
                          <a:pt x="43" y="59"/>
                        </a:cubicBezTo>
                        <a:cubicBezTo>
                          <a:pt x="43" y="59"/>
                          <a:pt x="43" y="59"/>
                          <a:pt x="43" y="59"/>
                        </a:cubicBezTo>
                        <a:cubicBezTo>
                          <a:pt x="39" y="55"/>
                          <a:pt x="35" y="51"/>
                          <a:pt x="32" y="47"/>
                        </a:cubicBezTo>
                        <a:cubicBezTo>
                          <a:pt x="28" y="44"/>
                          <a:pt x="24" y="41"/>
                          <a:pt x="22" y="36"/>
                        </a:cubicBezTo>
                        <a:cubicBezTo>
                          <a:pt x="24" y="33"/>
                          <a:pt x="27" y="30"/>
                          <a:pt x="32" y="28"/>
                        </a:cubicBezTo>
                        <a:cubicBezTo>
                          <a:pt x="29" y="29"/>
                          <a:pt x="27" y="30"/>
                          <a:pt x="25" y="30"/>
                        </a:cubicBezTo>
                        <a:cubicBezTo>
                          <a:pt x="22" y="30"/>
                          <a:pt x="21" y="29"/>
                          <a:pt x="22" y="26"/>
                        </a:cubicBezTo>
                        <a:cubicBezTo>
                          <a:pt x="23" y="23"/>
                          <a:pt x="26" y="22"/>
                          <a:pt x="30" y="23"/>
                        </a:cubicBezTo>
                        <a:cubicBezTo>
                          <a:pt x="29" y="22"/>
                          <a:pt x="27" y="23"/>
                          <a:pt x="27" y="20"/>
                        </a:cubicBezTo>
                        <a:cubicBezTo>
                          <a:pt x="28" y="18"/>
                          <a:pt x="30" y="19"/>
                          <a:pt x="31" y="19"/>
                        </a:cubicBezTo>
                        <a:cubicBezTo>
                          <a:pt x="34" y="20"/>
                          <a:pt x="36" y="21"/>
                          <a:pt x="37" y="24"/>
                        </a:cubicBezTo>
                        <a:cubicBezTo>
                          <a:pt x="38" y="24"/>
                          <a:pt x="38" y="25"/>
                          <a:pt x="38" y="24"/>
                        </a:cubicBezTo>
                        <a:cubicBezTo>
                          <a:pt x="38" y="24"/>
                          <a:pt x="38" y="24"/>
                          <a:pt x="38" y="24"/>
                        </a:cubicBezTo>
                        <a:cubicBezTo>
                          <a:pt x="36" y="21"/>
                          <a:pt x="33" y="20"/>
                          <a:pt x="30" y="19"/>
                        </a:cubicBezTo>
                        <a:cubicBezTo>
                          <a:pt x="28" y="18"/>
                          <a:pt x="26" y="19"/>
                          <a:pt x="26" y="21"/>
                        </a:cubicBezTo>
                        <a:cubicBezTo>
                          <a:pt x="25" y="23"/>
                          <a:pt x="24" y="24"/>
                          <a:pt x="22" y="23"/>
                        </a:cubicBezTo>
                        <a:cubicBezTo>
                          <a:pt x="21" y="22"/>
                          <a:pt x="19" y="23"/>
                          <a:pt x="19" y="21"/>
                        </a:cubicBezTo>
                        <a:cubicBezTo>
                          <a:pt x="18" y="19"/>
                          <a:pt x="20" y="18"/>
                          <a:pt x="21" y="17"/>
                        </a:cubicBezTo>
                        <a:cubicBezTo>
                          <a:pt x="20" y="15"/>
                          <a:pt x="17" y="14"/>
                          <a:pt x="18" y="11"/>
                        </a:cubicBezTo>
                        <a:cubicBezTo>
                          <a:pt x="16" y="11"/>
                          <a:pt x="15" y="13"/>
                          <a:pt x="13" y="13"/>
                        </a:cubicBezTo>
                        <a:cubicBezTo>
                          <a:pt x="13" y="13"/>
                          <a:pt x="12" y="13"/>
                          <a:pt x="12" y="13"/>
                        </a:cubicBezTo>
                        <a:cubicBezTo>
                          <a:pt x="16" y="19"/>
                          <a:pt x="9" y="16"/>
                          <a:pt x="8" y="18"/>
                        </a:cubicBezTo>
                        <a:cubicBezTo>
                          <a:pt x="6" y="19"/>
                          <a:pt x="6" y="17"/>
                          <a:pt x="6" y="16"/>
                        </a:cubicBez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2" y="15"/>
                          <a:pt x="4" y="11"/>
                          <a:pt x="2" y="8"/>
                        </a:cubicBezTo>
                        <a:cubicBezTo>
                          <a:pt x="1" y="8"/>
                          <a:pt x="1" y="6"/>
                          <a:pt x="0" y="5"/>
                        </a:cubicBezTo>
                        <a:cubicBezTo>
                          <a:pt x="1" y="4"/>
                          <a:pt x="2" y="3"/>
                          <a:pt x="3" y="2"/>
                        </a:cubicBezTo>
                        <a:cubicBezTo>
                          <a:pt x="5" y="0"/>
                          <a:pt x="6" y="0"/>
                          <a:pt x="8" y="3"/>
                        </a:cubicBezTo>
                        <a:cubicBezTo>
                          <a:pt x="8" y="4"/>
                          <a:pt x="8" y="7"/>
                          <a:pt x="11" y="5"/>
                        </a:cubicBezTo>
                        <a:cubicBezTo>
                          <a:pt x="16" y="8"/>
                          <a:pt x="17" y="4"/>
                          <a:pt x="19" y="1"/>
                        </a:cubicBezTo>
                        <a:cubicBezTo>
                          <a:pt x="20" y="1"/>
                          <a:pt x="21" y="2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87B0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5" name="Freeform 334"/>
                  <p:cNvSpPr/>
                  <p:nvPr/>
                </p:nvSpPr>
                <p:spPr bwMode="auto">
                  <a:xfrm>
                    <a:off x="4306" y="1706"/>
                    <a:ext cx="193" cy="254"/>
                  </a:xfrm>
                  <a:custGeom>
                    <a:avLst/>
                    <a:gdLst>
                      <a:gd name="T0" fmla="*/ 57 w 81"/>
                      <a:gd name="T1" fmla="*/ 28 h 107"/>
                      <a:gd name="T2" fmla="*/ 53 w 81"/>
                      <a:gd name="T3" fmla="*/ 57 h 107"/>
                      <a:gd name="T4" fmla="*/ 48 w 81"/>
                      <a:gd name="T5" fmla="*/ 84 h 107"/>
                      <a:gd name="T6" fmla="*/ 47 w 81"/>
                      <a:gd name="T7" fmla="*/ 89 h 107"/>
                      <a:gd name="T8" fmla="*/ 36 w 81"/>
                      <a:gd name="T9" fmla="*/ 102 h 107"/>
                      <a:gd name="T10" fmla="*/ 15 w 81"/>
                      <a:gd name="T11" fmla="*/ 103 h 107"/>
                      <a:gd name="T12" fmla="*/ 14 w 81"/>
                      <a:gd name="T13" fmla="*/ 103 h 107"/>
                      <a:gd name="T14" fmla="*/ 4 w 81"/>
                      <a:gd name="T15" fmla="*/ 96 h 107"/>
                      <a:gd name="T16" fmla="*/ 1 w 81"/>
                      <a:gd name="T17" fmla="*/ 77 h 107"/>
                      <a:gd name="T18" fmla="*/ 6 w 81"/>
                      <a:gd name="T19" fmla="*/ 82 h 107"/>
                      <a:gd name="T20" fmla="*/ 31 w 81"/>
                      <a:gd name="T21" fmla="*/ 86 h 107"/>
                      <a:gd name="T22" fmla="*/ 37 w 81"/>
                      <a:gd name="T23" fmla="*/ 80 h 107"/>
                      <a:gd name="T24" fmla="*/ 40 w 81"/>
                      <a:gd name="T25" fmla="*/ 73 h 107"/>
                      <a:gd name="T26" fmla="*/ 42 w 81"/>
                      <a:gd name="T27" fmla="*/ 68 h 107"/>
                      <a:gd name="T28" fmla="*/ 50 w 81"/>
                      <a:gd name="T29" fmla="*/ 35 h 107"/>
                      <a:gd name="T30" fmla="*/ 63 w 81"/>
                      <a:gd name="T31" fmla="*/ 9 h 107"/>
                      <a:gd name="T32" fmla="*/ 69 w 81"/>
                      <a:gd name="T33" fmla="*/ 3 h 107"/>
                      <a:gd name="T34" fmla="*/ 71 w 81"/>
                      <a:gd name="T35" fmla="*/ 4 h 107"/>
                      <a:gd name="T36" fmla="*/ 71 w 81"/>
                      <a:gd name="T37" fmla="*/ 2 h 107"/>
                      <a:gd name="T38" fmla="*/ 73 w 81"/>
                      <a:gd name="T39" fmla="*/ 0 h 107"/>
                      <a:gd name="T40" fmla="*/ 77 w 81"/>
                      <a:gd name="T41" fmla="*/ 1 h 107"/>
                      <a:gd name="T42" fmla="*/ 80 w 81"/>
                      <a:gd name="T43" fmla="*/ 3 h 107"/>
                      <a:gd name="T44" fmla="*/ 77 w 81"/>
                      <a:gd name="T45" fmla="*/ 6 h 107"/>
                      <a:gd name="T46" fmla="*/ 62 w 81"/>
                      <a:gd name="T47" fmla="*/ 20 h 107"/>
                      <a:gd name="T48" fmla="*/ 57 w 81"/>
                      <a:gd name="T49" fmla="*/ 28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81" h="107">
                        <a:moveTo>
                          <a:pt x="57" y="28"/>
                        </a:moveTo>
                        <a:cubicBezTo>
                          <a:pt x="54" y="38"/>
                          <a:pt x="53" y="47"/>
                          <a:pt x="53" y="57"/>
                        </a:cubicBezTo>
                        <a:cubicBezTo>
                          <a:pt x="50" y="66"/>
                          <a:pt x="49" y="75"/>
                          <a:pt x="48" y="84"/>
                        </a:cubicBezTo>
                        <a:cubicBezTo>
                          <a:pt x="48" y="86"/>
                          <a:pt x="48" y="87"/>
                          <a:pt x="47" y="89"/>
                        </a:cubicBezTo>
                        <a:cubicBezTo>
                          <a:pt x="45" y="95"/>
                          <a:pt x="40" y="98"/>
                          <a:pt x="36" y="102"/>
                        </a:cubicBezTo>
                        <a:cubicBezTo>
                          <a:pt x="29" y="104"/>
                          <a:pt x="22" y="107"/>
                          <a:pt x="15" y="103"/>
                        </a:cubicBezTo>
                        <a:cubicBezTo>
                          <a:pt x="15" y="103"/>
                          <a:pt x="15" y="103"/>
                          <a:pt x="14" y="103"/>
                        </a:cubicBezTo>
                        <a:cubicBezTo>
                          <a:pt x="11" y="100"/>
                          <a:pt x="8" y="98"/>
                          <a:pt x="4" y="96"/>
                        </a:cubicBezTo>
                        <a:cubicBezTo>
                          <a:pt x="2" y="90"/>
                          <a:pt x="0" y="84"/>
                          <a:pt x="1" y="77"/>
                        </a:cubicBezTo>
                        <a:cubicBezTo>
                          <a:pt x="3" y="79"/>
                          <a:pt x="5" y="79"/>
                          <a:pt x="6" y="82"/>
                        </a:cubicBezTo>
                        <a:cubicBezTo>
                          <a:pt x="13" y="88"/>
                          <a:pt x="22" y="86"/>
                          <a:pt x="31" y="86"/>
                        </a:cubicBezTo>
                        <a:cubicBezTo>
                          <a:pt x="34" y="86"/>
                          <a:pt x="37" y="84"/>
                          <a:pt x="37" y="80"/>
                        </a:cubicBezTo>
                        <a:cubicBezTo>
                          <a:pt x="38" y="78"/>
                          <a:pt x="39" y="75"/>
                          <a:pt x="40" y="73"/>
                        </a:cubicBezTo>
                        <a:cubicBezTo>
                          <a:pt x="41" y="72"/>
                          <a:pt x="42" y="70"/>
                          <a:pt x="42" y="68"/>
                        </a:cubicBezTo>
                        <a:cubicBezTo>
                          <a:pt x="42" y="56"/>
                          <a:pt x="47" y="46"/>
                          <a:pt x="50" y="35"/>
                        </a:cubicBezTo>
                        <a:cubicBezTo>
                          <a:pt x="53" y="26"/>
                          <a:pt x="57" y="17"/>
                          <a:pt x="63" y="9"/>
                        </a:cubicBezTo>
                        <a:cubicBezTo>
                          <a:pt x="64" y="6"/>
                          <a:pt x="66" y="4"/>
                          <a:pt x="69" y="3"/>
                        </a:cubicBezTo>
                        <a:cubicBezTo>
                          <a:pt x="70" y="3"/>
                          <a:pt x="70" y="4"/>
                          <a:pt x="71" y="4"/>
                        </a:cubicBezTo>
                        <a:cubicBezTo>
                          <a:pt x="71" y="3"/>
                          <a:pt x="71" y="3"/>
                          <a:pt x="71" y="2"/>
                        </a:cubicBezTo>
                        <a:cubicBezTo>
                          <a:pt x="71" y="1"/>
                          <a:pt x="72" y="0"/>
                          <a:pt x="73" y="0"/>
                        </a:cubicBezTo>
                        <a:cubicBezTo>
                          <a:pt x="74" y="0"/>
                          <a:pt x="75" y="1"/>
                          <a:pt x="77" y="1"/>
                        </a:cubicBezTo>
                        <a:cubicBezTo>
                          <a:pt x="78" y="1"/>
                          <a:pt x="80" y="1"/>
                          <a:pt x="80" y="3"/>
                        </a:cubicBezTo>
                        <a:cubicBezTo>
                          <a:pt x="81" y="6"/>
                          <a:pt x="78" y="6"/>
                          <a:pt x="77" y="6"/>
                        </a:cubicBezTo>
                        <a:cubicBezTo>
                          <a:pt x="70" y="9"/>
                          <a:pt x="65" y="14"/>
                          <a:pt x="62" y="20"/>
                        </a:cubicBezTo>
                        <a:cubicBezTo>
                          <a:pt x="60" y="23"/>
                          <a:pt x="59" y="26"/>
                          <a:pt x="57" y="28"/>
                        </a:cubicBezTo>
                        <a:close/>
                      </a:path>
                    </a:pathLst>
                  </a:custGeom>
                  <a:solidFill>
                    <a:srgbClr val="D7FEC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6" name="Freeform 335"/>
                  <p:cNvSpPr/>
                  <p:nvPr/>
                </p:nvSpPr>
                <p:spPr bwMode="auto">
                  <a:xfrm>
                    <a:off x="4283" y="1924"/>
                    <a:ext cx="76" cy="121"/>
                  </a:xfrm>
                  <a:custGeom>
                    <a:avLst/>
                    <a:gdLst>
                      <a:gd name="T0" fmla="*/ 32 w 32"/>
                      <a:gd name="T1" fmla="*/ 40 h 51"/>
                      <a:gd name="T2" fmla="*/ 31 w 32"/>
                      <a:gd name="T3" fmla="*/ 45 h 51"/>
                      <a:gd name="T4" fmla="*/ 25 w 32"/>
                      <a:gd name="T5" fmla="*/ 46 h 51"/>
                      <a:gd name="T6" fmla="*/ 23 w 32"/>
                      <a:gd name="T7" fmla="*/ 45 h 51"/>
                      <a:gd name="T8" fmla="*/ 20 w 32"/>
                      <a:gd name="T9" fmla="*/ 44 h 51"/>
                      <a:gd name="T10" fmla="*/ 19 w 32"/>
                      <a:gd name="T11" fmla="*/ 41 h 51"/>
                      <a:gd name="T12" fmla="*/ 16 w 32"/>
                      <a:gd name="T13" fmla="*/ 42 h 51"/>
                      <a:gd name="T14" fmla="*/ 14 w 32"/>
                      <a:gd name="T15" fmla="*/ 44 h 51"/>
                      <a:gd name="T16" fmla="*/ 11 w 32"/>
                      <a:gd name="T17" fmla="*/ 39 h 51"/>
                      <a:gd name="T18" fmla="*/ 8 w 32"/>
                      <a:gd name="T19" fmla="*/ 31 h 51"/>
                      <a:gd name="T20" fmla="*/ 1 w 32"/>
                      <a:gd name="T21" fmla="*/ 6 h 51"/>
                      <a:gd name="T22" fmla="*/ 1 w 32"/>
                      <a:gd name="T23" fmla="*/ 2 h 51"/>
                      <a:gd name="T24" fmla="*/ 3 w 32"/>
                      <a:gd name="T25" fmla="*/ 0 h 51"/>
                      <a:gd name="T26" fmla="*/ 5 w 32"/>
                      <a:gd name="T27" fmla="*/ 1 h 51"/>
                      <a:gd name="T28" fmla="*/ 8 w 32"/>
                      <a:gd name="T29" fmla="*/ 3 h 51"/>
                      <a:gd name="T30" fmla="*/ 24 w 32"/>
                      <a:gd name="T31" fmla="*/ 28 h 51"/>
                      <a:gd name="T32" fmla="*/ 32 w 32"/>
                      <a:gd name="T33" fmla="*/ 40 h 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51">
                        <a:moveTo>
                          <a:pt x="32" y="40"/>
                        </a:moveTo>
                        <a:cubicBezTo>
                          <a:pt x="32" y="42"/>
                          <a:pt x="29" y="43"/>
                          <a:pt x="31" y="45"/>
                        </a:cubicBezTo>
                        <a:cubicBezTo>
                          <a:pt x="29" y="47"/>
                          <a:pt x="27" y="47"/>
                          <a:pt x="25" y="46"/>
                        </a:cubicBezTo>
                        <a:cubicBezTo>
                          <a:pt x="25" y="45"/>
                          <a:pt x="24" y="44"/>
                          <a:pt x="23" y="45"/>
                        </a:cubicBezTo>
                        <a:cubicBezTo>
                          <a:pt x="20" y="51"/>
                          <a:pt x="21" y="45"/>
                          <a:pt x="20" y="44"/>
                        </a:cubicBezTo>
                        <a:cubicBezTo>
                          <a:pt x="19" y="43"/>
                          <a:pt x="20" y="41"/>
                          <a:pt x="19" y="41"/>
                        </a:cubicBezTo>
                        <a:cubicBezTo>
                          <a:pt x="17" y="40"/>
                          <a:pt x="16" y="42"/>
                          <a:pt x="16" y="42"/>
                        </a:cubicBezTo>
                        <a:cubicBezTo>
                          <a:pt x="15" y="43"/>
                          <a:pt x="14" y="43"/>
                          <a:pt x="14" y="44"/>
                        </a:cubicBezTo>
                        <a:cubicBezTo>
                          <a:pt x="12" y="43"/>
                          <a:pt x="11" y="41"/>
                          <a:pt x="11" y="39"/>
                        </a:cubicBezTo>
                        <a:cubicBezTo>
                          <a:pt x="11" y="36"/>
                          <a:pt x="10" y="33"/>
                          <a:pt x="8" y="31"/>
                        </a:cubicBezTo>
                        <a:cubicBezTo>
                          <a:pt x="5" y="23"/>
                          <a:pt x="2" y="15"/>
                          <a:pt x="1" y="6"/>
                        </a:cubicBezTo>
                        <a:cubicBezTo>
                          <a:pt x="0" y="5"/>
                          <a:pt x="1" y="3"/>
                          <a:pt x="1" y="2"/>
                        </a:cubicBezTo>
                        <a:cubicBezTo>
                          <a:pt x="1" y="1"/>
                          <a:pt x="2" y="0"/>
                          <a:pt x="3" y="0"/>
                        </a:cubicBezTo>
                        <a:cubicBezTo>
                          <a:pt x="4" y="0"/>
                          <a:pt x="5" y="0"/>
                          <a:pt x="5" y="1"/>
                        </a:cubicBezTo>
                        <a:cubicBezTo>
                          <a:pt x="5" y="4"/>
                          <a:pt x="7" y="1"/>
                          <a:pt x="8" y="3"/>
                        </a:cubicBezTo>
                        <a:cubicBezTo>
                          <a:pt x="13" y="11"/>
                          <a:pt x="19" y="20"/>
                          <a:pt x="24" y="28"/>
                        </a:cubicBezTo>
                        <a:cubicBezTo>
                          <a:pt x="26" y="33"/>
                          <a:pt x="30" y="35"/>
                          <a:pt x="32" y="40"/>
                        </a:cubicBezTo>
                        <a:close/>
                      </a:path>
                    </a:pathLst>
                  </a:custGeom>
                  <a:solidFill>
                    <a:srgbClr val="82AD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7" name="Freeform 336"/>
                  <p:cNvSpPr/>
                  <p:nvPr/>
                </p:nvSpPr>
                <p:spPr bwMode="auto">
                  <a:xfrm>
                    <a:off x="4266" y="1808"/>
                    <a:ext cx="47" cy="62"/>
                  </a:xfrm>
                  <a:custGeom>
                    <a:avLst/>
                    <a:gdLst>
                      <a:gd name="T0" fmla="*/ 0 w 20"/>
                      <a:gd name="T1" fmla="*/ 14 h 26"/>
                      <a:gd name="T2" fmla="*/ 2 w 20"/>
                      <a:gd name="T3" fmla="*/ 7 h 26"/>
                      <a:gd name="T4" fmla="*/ 18 w 20"/>
                      <a:gd name="T5" fmla="*/ 3 h 26"/>
                      <a:gd name="T6" fmla="*/ 20 w 20"/>
                      <a:gd name="T7" fmla="*/ 8 h 26"/>
                      <a:gd name="T8" fmla="*/ 19 w 20"/>
                      <a:gd name="T9" fmla="*/ 23 h 26"/>
                      <a:gd name="T10" fmla="*/ 18 w 20"/>
                      <a:gd name="T11" fmla="*/ 26 h 26"/>
                      <a:gd name="T12" fmla="*/ 17 w 20"/>
                      <a:gd name="T13" fmla="*/ 14 h 26"/>
                      <a:gd name="T14" fmla="*/ 13 w 20"/>
                      <a:gd name="T15" fmla="*/ 6 h 26"/>
                      <a:gd name="T16" fmla="*/ 10 w 20"/>
                      <a:gd name="T17" fmla="*/ 6 h 26"/>
                      <a:gd name="T18" fmla="*/ 9 w 20"/>
                      <a:gd name="T19" fmla="*/ 8 h 26"/>
                      <a:gd name="T20" fmla="*/ 0 w 20"/>
                      <a:gd name="T21" fmla="*/ 14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" h="26">
                        <a:moveTo>
                          <a:pt x="0" y="14"/>
                        </a:moveTo>
                        <a:cubicBezTo>
                          <a:pt x="0" y="12"/>
                          <a:pt x="1" y="9"/>
                          <a:pt x="2" y="7"/>
                        </a:cubicBezTo>
                        <a:cubicBezTo>
                          <a:pt x="4" y="2"/>
                          <a:pt x="14" y="0"/>
                          <a:pt x="18" y="3"/>
                        </a:cubicBezTo>
                        <a:cubicBezTo>
                          <a:pt x="20" y="4"/>
                          <a:pt x="20" y="6"/>
                          <a:pt x="20" y="8"/>
                        </a:cubicBezTo>
                        <a:cubicBezTo>
                          <a:pt x="19" y="13"/>
                          <a:pt x="19" y="18"/>
                          <a:pt x="19" y="23"/>
                        </a:cubicBezTo>
                        <a:cubicBezTo>
                          <a:pt x="19" y="24"/>
                          <a:pt x="20" y="25"/>
                          <a:pt x="18" y="26"/>
                        </a:cubicBezTo>
                        <a:cubicBezTo>
                          <a:pt x="18" y="22"/>
                          <a:pt x="18" y="18"/>
                          <a:pt x="17" y="14"/>
                        </a:cubicBezTo>
                        <a:cubicBezTo>
                          <a:pt x="16" y="11"/>
                          <a:pt x="14" y="8"/>
                          <a:pt x="13" y="6"/>
                        </a:cubicBezTo>
                        <a:cubicBezTo>
                          <a:pt x="12" y="4"/>
                          <a:pt x="11" y="5"/>
                          <a:pt x="10" y="6"/>
                        </a:cubicBezTo>
                        <a:cubicBezTo>
                          <a:pt x="10" y="7"/>
                          <a:pt x="9" y="7"/>
                          <a:pt x="9" y="8"/>
                        </a:cubicBezTo>
                        <a:cubicBezTo>
                          <a:pt x="8" y="13"/>
                          <a:pt x="5" y="15"/>
                          <a:pt x="0" y="14"/>
                        </a:cubicBezTo>
                        <a:close/>
                      </a:path>
                    </a:pathLst>
                  </a:custGeom>
                  <a:solidFill>
                    <a:srgbClr val="9DD3C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8" name="Freeform 337"/>
                  <p:cNvSpPr/>
                  <p:nvPr/>
                </p:nvSpPr>
                <p:spPr bwMode="auto">
                  <a:xfrm>
                    <a:off x="4275" y="1881"/>
                    <a:ext cx="27" cy="57"/>
                  </a:xfrm>
                  <a:custGeom>
                    <a:avLst/>
                    <a:gdLst>
                      <a:gd name="T0" fmla="*/ 11 w 11"/>
                      <a:gd name="T1" fmla="*/ 21 h 24"/>
                      <a:gd name="T2" fmla="*/ 8 w 11"/>
                      <a:gd name="T3" fmla="*/ 23 h 24"/>
                      <a:gd name="T4" fmla="*/ 8 w 11"/>
                      <a:gd name="T5" fmla="*/ 21 h 24"/>
                      <a:gd name="T6" fmla="*/ 7 w 11"/>
                      <a:gd name="T7" fmla="*/ 19 h 24"/>
                      <a:gd name="T8" fmla="*/ 5 w 11"/>
                      <a:gd name="T9" fmla="*/ 21 h 24"/>
                      <a:gd name="T10" fmla="*/ 4 w 11"/>
                      <a:gd name="T11" fmla="*/ 24 h 24"/>
                      <a:gd name="T12" fmla="*/ 0 w 11"/>
                      <a:gd name="T13" fmla="*/ 7 h 24"/>
                      <a:gd name="T14" fmla="*/ 1 w 11"/>
                      <a:gd name="T15" fmla="*/ 2 h 24"/>
                      <a:gd name="T16" fmla="*/ 3 w 11"/>
                      <a:gd name="T17" fmla="*/ 0 h 24"/>
                      <a:gd name="T18" fmla="*/ 5 w 11"/>
                      <a:gd name="T19" fmla="*/ 2 h 24"/>
                      <a:gd name="T20" fmla="*/ 11 w 11"/>
                      <a:gd name="T21" fmla="*/ 20 h 24"/>
                      <a:gd name="T22" fmla="*/ 11 w 11"/>
                      <a:gd name="T23" fmla="*/ 21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1" h="24">
                        <a:moveTo>
                          <a:pt x="11" y="21"/>
                        </a:moveTo>
                        <a:cubicBezTo>
                          <a:pt x="9" y="20"/>
                          <a:pt x="9" y="22"/>
                          <a:pt x="8" y="23"/>
                        </a:cubicBezTo>
                        <a:cubicBezTo>
                          <a:pt x="7" y="22"/>
                          <a:pt x="8" y="21"/>
                          <a:pt x="8" y="21"/>
                        </a:cubicBezTo>
                        <a:cubicBezTo>
                          <a:pt x="8" y="20"/>
                          <a:pt x="8" y="19"/>
                          <a:pt x="7" y="19"/>
                        </a:cubicBezTo>
                        <a:cubicBezTo>
                          <a:pt x="5" y="18"/>
                          <a:pt x="5" y="20"/>
                          <a:pt x="5" y="21"/>
                        </a:cubicBezTo>
                        <a:cubicBezTo>
                          <a:pt x="5" y="22"/>
                          <a:pt x="4" y="23"/>
                          <a:pt x="4" y="24"/>
                        </a:cubicBezTo>
                        <a:cubicBezTo>
                          <a:pt x="2" y="19"/>
                          <a:pt x="0" y="13"/>
                          <a:pt x="0" y="7"/>
                        </a:cubicBezTo>
                        <a:cubicBezTo>
                          <a:pt x="0" y="5"/>
                          <a:pt x="1" y="4"/>
                          <a:pt x="1" y="2"/>
                        </a:cubicBezTo>
                        <a:cubicBezTo>
                          <a:pt x="2" y="1"/>
                          <a:pt x="2" y="0"/>
                          <a:pt x="3" y="0"/>
                        </a:cubicBezTo>
                        <a:cubicBezTo>
                          <a:pt x="5" y="0"/>
                          <a:pt x="4" y="1"/>
                          <a:pt x="5" y="2"/>
                        </a:cubicBezTo>
                        <a:cubicBezTo>
                          <a:pt x="6" y="8"/>
                          <a:pt x="7" y="15"/>
                          <a:pt x="11" y="20"/>
                        </a:cubicBezTo>
                        <a:cubicBezTo>
                          <a:pt x="11" y="20"/>
                          <a:pt x="11" y="20"/>
                          <a:pt x="11" y="21"/>
                        </a:cubicBezTo>
                        <a:close/>
                      </a:path>
                    </a:pathLst>
                  </a:custGeom>
                  <a:solidFill>
                    <a:srgbClr val="92B8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89" name="Freeform 338"/>
                  <p:cNvSpPr/>
                  <p:nvPr/>
                </p:nvSpPr>
                <p:spPr bwMode="auto">
                  <a:xfrm>
                    <a:off x="4399" y="1976"/>
                    <a:ext cx="31" cy="31"/>
                  </a:xfrm>
                  <a:custGeom>
                    <a:avLst/>
                    <a:gdLst>
                      <a:gd name="T0" fmla="*/ 7 w 13"/>
                      <a:gd name="T1" fmla="*/ 2 h 13"/>
                      <a:gd name="T2" fmla="*/ 8 w 13"/>
                      <a:gd name="T3" fmla="*/ 0 h 13"/>
                      <a:gd name="T4" fmla="*/ 9 w 13"/>
                      <a:gd name="T5" fmla="*/ 1 h 13"/>
                      <a:gd name="T6" fmla="*/ 11 w 13"/>
                      <a:gd name="T7" fmla="*/ 5 h 13"/>
                      <a:gd name="T8" fmla="*/ 9 w 13"/>
                      <a:gd name="T9" fmla="*/ 11 h 13"/>
                      <a:gd name="T10" fmla="*/ 7 w 13"/>
                      <a:gd name="T11" fmla="*/ 12 h 13"/>
                      <a:gd name="T12" fmla="*/ 0 w 13"/>
                      <a:gd name="T13" fmla="*/ 8 h 13"/>
                      <a:gd name="T14" fmla="*/ 0 w 13"/>
                      <a:gd name="T15" fmla="*/ 7 h 13"/>
                      <a:gd name="T16" fmla="*/ 3 w 13"/>
                      <a:gd name="T17" fmla="*/ 6 h 13"/>
                      <a:gd name="T18" fmla="*/ 7 w 13"/>
                      <a:gd name="T19" fmla="*/ 2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3" h="13">
                        <a:moveTo>
                          <a:pt x="7" y="2"/>
                        </a:moveTo>
                        <a:cubicBezTo>
                          <a:pt x="7" y="1"/>
                          <a:pt x="7" y="1"/>
                          <a:pt x="8" y="0"/>
                        </a:cubicBezTo>
                        <a:cubicBezTo>
                          <a:pt x="9" y="0"/>
                          <a:pt x="9" y="0"/>
                          <a:pt x="9" y="1"/>
                        </a:cubicBezTo>
                        <a:cubicBezTo>
                          <a:pt x="10" y="3"/>
                          <a:pt x="13" y="3"/>
                          <a:pt x="11" y="5"/>
                        </a:cubicBezTo>
                        <a:cubicBezTo>
                          <a:pt x="10" y="7"/>
                          <a:pt x="9" y="9"/>
                          <a:pt x="9" y="11"/>
                        </a:cubicBezTo>
                        <a:cubicBezTo>
                          <a:pt x="9" y="13"/>
                          <a:pt x="7" y="12"/>
                          <a:pt x="7" y="12"/>
                        </a:cubicBezTo>
                        <a:cubicBezTo>
                          <a:pt x="5" y="11"/>
                          <a:pt x="2" y="10"/>
                          <a:pt x="0" y="8"/>
                        </a:cubicBezTo>
                        <a:cubicBezTo>
                          <a:pt x="0" y="8"/>
                          <a:pt x="0" y="7"/>
                          <a:pt x="0" y="7"/>
                        </a:cubicBezTo>
                        <a:cubicBezTo>
                          <a:pt x="1" y="6"/>
                          <a:pt x="2" y="6"/>
                          <a:pt x="3" y="6"/>
                        </a:cubicBezTo>
                        <a:cubicBezTo>
                          <a:pt x="6" y="7"/>
                          <a:pt x="8" y="5"/>
                          <a:pt x="7" y="2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0" name="Freeform 339"/>
                  <p:cNvSpPr/>
                  <p:nvPr/>
                </p:nvSpPr>
                <p:spPr bwMode="auto">
                  <a:xfrm>
                    <a:off x="4415" y="1841"/>
                    <a:ext cx="17" cy="76"/>
                  </a:xfrm>
                  <a:custGeom>
                    <a:avLst/>
                    <a:gdLst>
                      <a:gd name="T0" fmla="*/ 1 w 7"/>
                      <a:gd name="T1" fmla="*/ 32 h 32"/>
                      <a:gd name="T2" fmla="*/ 5 w 7"/>
                      <a:gd name="T3" fmla="*/ 2 h 32"/>
                      <a:gd name="T4" fmla="*/ 7 w 7"/>
                      <a:gd name="T5" fmla="*/ 0 h 32"/>
                      <a:gd name="T6" fmla="*/ 5 w 7"/>
                      <a:gd name="T7" fmla="*/ 13 h 32"/>
                      <a:gd name="T8" fmla="*/ 3 w 7"/>
                      <a:gd name="T9" fmla="*/ 30 h 32"/>
                      <a:gd name="T10" fmla="*/ 1 w 7"/>
                      <a:gd name="T11" fmla="*/ 32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32">
                        <a:moveTo>
                          <a:pt x="1" y="32"/>
                        </a:moveTo>
                        <a:cubicBezTo>
                          <a:pt x="0" y="22"/>
                          <a:pt x="4" y="12"/>
                          <a:pt x="5" y="2"/>
                        </a:cubicBezTo>
                        <a:cubicBezTo>
                          <a:pt x="5" y="2"/>
                          <a:pt x="6" y="1"/>
                          <a:pt x="7" y="0"/>
                        </a:cubicBezTo>
                        <a:cubicBezTo>
                          <a:pt x="7" y="5"/>
                          <a:pt x="5" y="9"/>
                          <a:pt x="5" y="13"/>
                        </a:cubicBezTo>
                        <a:cubicBezTo>
                          <a:pt x="4" y="19"/>
                          <a:pt x="4" y="24"/>
                          <a:pt x="3" y="30"/>
                        </a:cubicBezTo>
                        <a:cubicBezTo>
                          <a:pt x="2" y="30"/>
                          <a:pt x="2" y="31"/>
                          <a:pt x="1" y="32"/>
                        </a:cubicBezTo>
                        <a:close/>
                      </a:path>
                    </a:pathLst>
                  </a:custGeom>
                  <a:solidFill>
                    <a:srgbClr val="ABDBD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1" name="Freeform 340"/>
                  <p:cNvSpPr/>
                  <p:nvPr/>
                </p:nvSpPr>
                <p:spPr bwMode="auto">
                  <a:xfrm>
                    <a:off x="4302" y="1998"/>
                    <a:ext cx="26" cy="57"/>
                  </a:xfrm>
                  <a:custGeom>
                    <a:avLst/>
                    <a:gdLst>
                      <a:gd name="T0" fmla="*/ 0 w 11"/>
                      <a:gd name="T1" fmla="*/ 0 h 24"/>
                      <a:gd name="T2" fmla="*/ 3 w 11"/>
                      <a:gd name="T3" fmla="*/ 6 h 24"/>
                      <a:gd name="T4" fmla="*/ 6 w 11"/>
                      <a:gd name="T5" fmla="*/ 13 h 24"/>
                      <a:gd name="T6" fmla="*/ 9 w 11"/>
                      <a:gd name="T7" fmla="*/ 19 h 24"/>
                      <a:gd name="T8" fmla="*/ 11 w 11"/>
                      <a:gd name="T9" fmla="*/ 24 h 24"/>
                      <a:gd name="T10" fmla="*/ 8 w 11"/>
                      <a:gd name="T11" fmla="*/ 24 h 24"/>
                      <a:gd name="T12" fmla="*/ 3 w 11"/>
                      <a:gd name="T13" fmla="*/ 12 h 24"/>
                      <a:gd name="T14" fmla="*/ 0 w 11"/>
                      <a:gd name="T15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" h="24">
                        <a:moveTo>
                          <a:pt x="0" y="0"/>
                        </a:moveTo>
                        <a:cubicBezTo>
                          <a:pt x="3" y="1"/>
                          <a:pt x="4" y="3"/>
                          <a:pt x="3" y="6"/>
                        </a:cubicBezTo>
                        <a:cubicBezTo>
                          <a:pt x="3" y="9"/>
                          <a:pt x="4" y="11"/>
                          <a:pt x="6" y="13"/>
                        </a:cubicBezTo>
                        <a:cubicBezTo>
                          <a:pt x="7" y="15"/>
                          <a:pt x="8" y="18"/>
                          <a:pt x="9" y="19"/>
                        </a:cubicBezTo>
                        <a:cubicBezTo>
                          <a:pt x="11" y="21"/>
                          <a:pt x="8" y="23"/>
                          <a:pt x="11" y="24"/>
                        </a:cubicBezTo>
                        <a:cubicBezTo>
                          <a:pt x="10" y="24"/>
                          <a:pt x="9" y="24"/>
                          <a:pt x="8" y="24"/>
                        </a:cubicBezTo>
                        <a:cubicBezTo>
                          <a:pt x="7" y="20"/>
                          <a:pt x="6" y="15"/>
                          <a:pt x="3" y="12"/>
                        </a:cubicBezTo>
                        <a:cubicBezTo>
                          <a:pt x="2" y="8"/>
                          <a:pt x="1" y="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9B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2" name="Freeform 341"/>
                  <p:cNvSpPr/>
                  <p:nvPr/>
                </p:nvSpPr>
                <p:spPr bwMode="auto">
                  <a:xfrm>
                    <a:off x="4342" y="1948"/>
                    <a:ext cx="50" cy="12"/>
                  </a:xfrm>
                  <a:custGeom>
                    <a:avLst/>
                    <a:gdLst>
                      <a:gd name="T0" fmla="*/ 0 w 21"/>
                      <a:gd name="T1" fmla="*/ 1 h 5"/>
                      <a:gd name="T2" fmla="*/ 21 w 21"/>
                      <a:gd name="T3" fmla="*/ 0 h 5"/>
                      <a:gd name="T4" fmla="*/ 4 w 21"/>
                      <a:gd name="T5" fmla="*/ 5 h 5"/>
                      <a:gd name="T6" fmla="*/ 0 w 21"/>
                      <a:gd name="T7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" h="5">
                        <a:moveTo>
                          <a:pt x="0" y="1"/>
                        </a:moveTo>
                        <a:cubicBezTo>
                          <a:pt x="7" y="2"/>
                          <a:pt x="14" y="2"/>
                          <a:pt x="21" y="0"/>
                        </a:cubicBezTo>
                        <a:cubicBezTo>
                          <a:pt x="16" y="5"/>
                          <a:pt x="10" y="3"/>
                          <a:pt x="4" y="5"/>
                        </a:cubicBezTo>
                        <a:cubicBezTo>
                          <a:pt x="3" y="5"/>
                          <a:pt x="0" y="4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0FCF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3" name="Freeform 342"/>
                  <p:cNvSpPr/>
                  <p:nvPr/>
                </p:nvSpPr>
                <p:spPr bwMode="auto">
                  <a:xfrm>
                    <a:off x="4316" y="1934"/>
                    <a:ext cx="24" cy="16"/>
                  </a:xfrm>
                  <a:custGeom>
                    <a:avLst/>
                    <a:gdLst>
                      <a:gd name="T0" fmla="*/ 0 w 10"/>
                      <a:gd name="T1" fmla="*/ 0 h 7"/>
                      <a:gd name="T2" fmla="*/ 10 w 10"/>
                      <a:gd name="T3" fmla="*/ 7 h 7"/>
                      <a:gd name="T4" fmla="*/ 0 w 10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7">
                        <a:moveTo>
                          <a:pt x="0" y="0"/>
                        </a:moveTo>
                        <a:cubicBezTo>
                          <a:pt x="5" y="0"/>
                          <a:pt x="8" y="3"/>
                          <a:pt x="10" y="7"/>
                        </a:cubicBezTo>
                        <a:cubicBezTo>
                          <a:pt x="6" y="7"/>
                          <a:pt x="1" y="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A1D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4" name="Freeform 343"/>
                  <p:cNvSpPr/>
                  <p:nvPr/>
                </p:nvSpPr>
                <p:spPr bwMode="auto">
                  <a:xfrm>
                    <a:off x="4309" y="1862"/>
                    <a:ext cx="16" cy="22"/>
                  </a:xfrm>
                  <a:custGeom>
                    <a:avLst/>
                    <a:gdLst>
                      <a:gd name="T0" fmla="*/ 0 w 7"/>
                      <a:gd name="T1" fmla="*/ 3 h 9"/>
                      <a:gd name="T2" fmla="*/ 1 w 7"/>
                      <a:gd name="T3" fmla="*/ 0 h 9"/>
                      <a:gd name="T4" fmla="*/ 0 w 7"/>
                      <a:gd name="T5" fmla="*/ 9 h 9"/>
                      <a:gd name="T6" fmla="*/ 0 w 7"/>
                      <a:gd name="T7" fmla="*/ 3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9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1" y="0"/>
                        </a:cubicBezTo>
                        <a:cubicBezTo>
                          <a:pt x="7" y="3"/>
                          <a:pt x="1" y="6"/>
                          <a:pt x="0" y="9"/>
                        </a:cubicBezTo>
                        <a:cubicBezTo>
                          <a:pt x="0" y="7"/>
                          <a:pt x="0" y="5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D7FEC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5" name="Freeform 344"/>
                  <p:cNvSpPr/>
                  <p:nvPr/>
                </p:nvSpPr>
                <p:spPr bwMode="auto">
                  <a:xfrm>
                    <a:off x="4354" y="2350"/>
                    <a:ext cx="171" cy="97"/>
                  </a:xfrm>
                  <a:custGeom>
                    <a:avLst/>
                    <a:gdLst>
                      <a:gd name="T0" fmla="*/ 67 w 72"/>
                      <a:gd name="T1" fmla="*/ 27 h 41"/>
                      <a:gd name="T2" fmla="*/ 68 w 72"/>
                      <a:gd name="T3" fmla="*/ 34 h 41"/>
                      <a:gd name="T4" fmla="*/ 64 w 72"/>
                      <a:gd name="T5" fmla="*/ 32 h 41"/>
                      <a:gd name="T6" fmla="*/ 65 w 72"/>
                      <a:gd name="T7" fmla="*/ 40 h 41"/>
                      <a:gd name="T8" fmla="*/ 47 w 72"/>
                      <a:gd name="T9" fmla="*/ 36 h 41"/>
                      <a:gd name="T10" fmla="*/ 26 w 72"/>
                      <a:gd name="T11" fmla="*/ 30 h 41"/>
                      <a:gd name="T12" fmla="*/ 23 w 72"/>
                      <a:gd name="T13" fmla="*/ 28 h 41"/>
                      <a:gd name="T14" fmla="*/ 13 w 72"/>
                      <a:gd name="T15" fmla="*/ 23 h 41"/>
                      <a:gd name="T16" fmla="*/ 12 w 72"/>
                      <a:gd name="T17" fmla="*/ 23 h 41"/>
                      <a:gd name="T18" fmla="*/ 5 w 72"/>
                      <a:gd name="T19" fmla="*/ 17 h 41"/>
                      <a:gd name="T20" fmla="*/ 3 w 72"/>
                      <a:gd name="T21" fmla="*/ 2 h 41"/>
                      <a:gd name="T22" fmla="*/ 6 w 72"/>
                      <a:gd name="T23" fmla="*/ 1 h 41"/>
                      <a:gd name="T24" fmla="*/ 10 w 72"/>
                      <a:gd name="T25" fmla="*/ 2 h 41"/>
                      <a:gd name="T26" fmla="*/ 11 w 72"/>
                      <a:gd name="T27" fmla="*/ 2 h 41"/>
                      <a:gd name="T28" fmla="*/ 20 w 72"/>
                      <a:gd name="T29" fmla="*/ 5 h 41"/>
                      <a:gd name="T30" fmla="*/ 27 w 72"/>
                      <a:gd name="T31" fmla="*/ 6 h 41"/>
                      <a:gd name="T32" fmla="*/ 31 w 72"/>
                      <a:gd name="T33" fmla="*/ 6 h 41"/>
                      <a:gd name="T34" fmla="*/ 23 w 72"/>
                      <a:gd name="T35" fmla="*/ 7 h 41"/>
                      <a:gd name="T36" fmla="*/ 30 w 72"/>
                      <a:gd name="T37" fmla="*/ 9 h 41"/>
                      <a:gd name="T38" fmla="*/ 40 w 72"/>
                      <a:gd name="T39" fmla="*/ 15 h 41"/>
                      <a:gd name="T40" fmla="*/ 50 w 72"/>
                      <a:gd name="T41" fmla="*/ 20 h 41"/>
                      <a:gd name="T42" fmla="*/ 67 w 72"/>
                      <a:gd name="T43" fmla="*/ 27 h 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2" h="41">
                        <a:moveTo>
                          <a:pt x="67" y="27"/>
                        </a:moveTo>
                        <a:cubicBezTo>
                          <a:pt x="66" y="29"/>
                          <a:pt x="69" y="31"/>
                          <a:pt x="68" y="34"/>
                        </a:cubicBezTo>
                        <a:cubicBezTo>
                          <a:pt x="66" y="34"/>
                          <a:pt x="66" y="31"/>
                          <a:pt x="64" y="32"/>
                        </a:cubicBezTo>
                        <a:cubicBezTo>
                          <a:pt x="63" y="35"/>
                          <a:pt x="72" y="37"/>
                          <a:pt x="65" y="40"/>
                        </a:cubicBezTo>
                        <a:cubicBezTo>
                          <a:pt x="59" y="41"/>
                          <a:pt x="53" y="38"/>
                          <a:pt x="47" y="36"/>
                        </a:cubicBezTo>
                        <a:cubicBezTo>
                          <a:pt x="40" y="34"/>
                          <a:pt x="33" y="32"/>
                          <a:pt x="26" y="30"/>
                        </a:cubicBezTo>
                        <a:cubicBezTo>
                          <a:pt x="25" y="29"/>
                          <a:pt x="24" y="28"/>
                          <a:pt x="23" y="28"/>
                        </a:cubicBezTo>
                        <a:cubicBezTo>
                          <a:pt x="19" y="27"/>
                          <a:pt x="16" y="25"/>
                          <a:pt x="13" y="23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0" y="20"/>
                          <a:pt x="6" y="20"/>
                          <a:pt x="5" y="17"/>
                        </a:cubicBezTo>
                        <a:cubicBezTo>
                          <a:pt x="1" y="12"/>
                          <a:pt x="0" y="7"/>
                          <a:pt x="3" y="2"/>
                        </a:cubicBezTo>
                        <a:cubicBezTo>
                          <a:pt x="3" y="0"/>
                          <a:pt x="5" y="0"/>
                          <a:pt x="6" y="1"/>
                        </a:cubicBezTo>
                        <a:cubicBezTo>
                          <a:pt x="7" y="2"/>
                          <a:pt x="8" y="4"/>
                          <a:pt x="10" y="2"/>
                        </a:cubicBezTo>
                        <a:cubicBezTo>
                          <a:pt x="10" y="2"/>
                          <a:pt x="10" y="2"/>
                          <a:pt x="11" y="2"/>
                        </a:cubicBezTo>
                        <a:cubicBezTo>
                          <a:pt x="13" y="4"/>
                          <a:pt x="17" y="4"/>
                          <a:pt x="20" y="5"/>
                        </a:cubicBezTo>
                        <a:cubicBezTo>
                          <a:pt x="22" y="5"/>
                          <a:pt x="25" y="4"/>
                          <a:pt x="27" y="6"/>
                        </a:cubicBezTo>
                        <a:cubicBezTo>
                          <a:pt x="28" y="6"/>
                          <a:pt x="29" y="6"/>
                          <a:pt x="31" y="6"/>
                        </a:cubicBezTo>
                        <a:cubicBezTo>
                          <a:pt x="29" y="9"/>
                          <a:pt x="26" y="8"/>
                          <a:pt x="23" y="7"/>
                        </a:cubicBezTo>
                        <a:cubicBezTo>
                          <a:pt x="26" y="8"/>
                          <a:pt x="28" y="9"/>
                          <a:pt x="30" y="9"/>
                        </a:cubicBezTo>
                        <a:cubicBezTo>
                          <a:pt x="34" y="10"/>
                          <a:pt x="37" y="12"/>
                          <a:pt x="40" y="15"/>
                        </a:cubicBezTo>
                        <a:cubicBezTo>
                          <a:pt x="42" y="18"/>
                          <a:pt x="46" y="19"/>
                          <a:pt x="50" y="20"/>
                        </a:cubicBezTo>
                        <a:cubicBezTo>
                          <a:pt x="56" y="21"/>
                          <a:pt x="62" y="24"/>
                          <a:pt x="67" y="27"/>
                        </a:cubicBezTo>
                        <a:close/>
                      </a:path>
                    </a:pathLst>
                  </a:custGeom>
                  <a:solidFill>
                    <a:srgbClr val="FEC6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6" name="Freeform 345"/>
                  <p:cNvSpPr/>
                  <p:nvPr/>
                </p:nvSpPr>
                <p:spPr bwMode="auto">
                  <a:xfrm>
                    <a:off x="4518" y="2418"/>
                    <a:ext cx="54" cy="36"/>
                  </a:xfrm>
                  <a:custGeom>
                    <a:avLst/>
                    <a:gdLst>
                      <a:gd name="T0" fmla="*/ 2 w 23"/>
                      <a:gd name="T1" fmla="*/ 12 h 15"/>
                      <a:gd name="T2" fmla="*/ 1 w 23"/>
                      <a:gd name="T3" fmla="*/ 10 h 15"/>
                      <a:gd name="T4" fmla="*/ 1 w 23"/>
                      <a:gd name="T5" fmla="*/ 9 h 15"/>
                      <a:gd name="T6" fmla="*/ 0 w 23"/>
                      <a:gd name="T7" fmla="*/ 0 h 15"/>
                      <a:gd name="T8" fmla="*/ 9 w 23"/>
                      <a:gd name="T9" fmla="*/ 6 h 15"/>
                      <a:gd name="T10" fmla="*/ 13 w 23"/>
                      <a:gd name="T11" fmla="*/ 6 h 15"/>
                      <a:gd name="T12" fmla="*/ 18 w 23"/>
                      <a:gd name="T13" fmla="*/ 6 h 15"/>
                      <a:gd name="T14" fmla="*/ 23 w 23"/>
                      <a:gd name="T15" fmla="*/ 8 h 15"/>
                      <a:gd name="T16" fmla="*/ 16 w 23"/>
                      <a:gd name="T17" fmla="*/ 13 h 15"/>
                      <a:gd name="T18" fmla="*/ 13 w 23"/>
                      <a:gd name="T19" fmla="*/ 11 h 15"/>
                      <a:gd name="T20" fmla="*/ 11 w 23"/>
                      <a:gd name="T21" fmla="*/ 15 h 15"/>
                      <a:gd name="T22" fmla="*/ 11 w 23"/>
                      <a:gd name="T23" fmla="*/ 15 h 15"/>
                      <a:gd name="T24" fmla="*/ 6 w 23"/>
                      <a:gd name="T25" fmla="*/ 14 h 15"/>
                      <a:gd name="T26" fmla="*/ 4 w 23"/>
                      <a:gd name="T27" fmla="*/ 14 h 15"/>
                      <a:gd name="T28" fmla="*/ 2 w 23"/>
                      <a:gd name="T29" fmla="*/ 1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3" h="15">
                        <a:moveTo>
                          <a:pt x="2" y="12"/>
                        </a:moveTo>
                        <a:cubicBezTo>
                          <a:pt x="2" y="11"/>
                          <a:pt x="5" y="9"/>
                          <a:pt x="1" y="10"/>
                        </a:cubicBezTo>
                        <a:cubicBezTo>
                          <a:pt x="0" y="10"/>
                          <a:pt x="0" y="9"/>
                          <a:pt x="1" y="9"/>
                        </a:cubicBezTo>
                        <a:cubicBezTo>
                          <a:pt x="2" y="6"/>
                          <a:pt x="0" y="3"/>
                          <a:pt x="0" y="0"/>
                        </a:cubicBezTo>
                        <a:cubicBezTo>
                          <a:pt x="4" y="1"/>
                          <a:pt x="8" y="2"/>
                          <a:pt x="9" y="6"/>
                        </a:cubicBezTo>
                        <a:cubicBezTo>
                          <a:pt x="10" y="8"/>
                          <a:pt x="11" y="8"/>
                          <a:pt x="13" y="6"/>
                        </a:cubicBezTo>
                        <a:cubicBezTo>
                          <a:pt x="15" y="4"/>
                          <a:pt x="17" y="4"/>
                          <a:pt x="18" y="6"/>
                        </a:cubicBezTo>
                        <a:cubicBezTo>
                          <a:pt x="19" y="8"/>
                          <a:pt x="23" y="5"/>
                          <a:pt x="23" y="8"/>
                        </a:cubicBezTo>
                        <a:cubicBezTo>
                          <a:pt x="23" y="12"/>
                          <a:pt x="20" y="15"/>
                          <a:pt x="16" y="13"/>
                        </a:cubicBezTo>
                        <a:cubicBezTo>
                          <a:pt x="15" y="12"/>
                          <a:pt x="14" y="11"/>
                          <a:pt x="13" y="11"/>
                        </a:cubicBezTo>
                        <a:cubicBezTo>
                          <a:pt x="12" y="12"/>
                          <a:pt x="13" y="15"/>
                          <a:pt x="11" y="15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9" y="14"/>
                          <a:pt x="7" y="15"/>
                          <a:pt x="6" y="14"/>
                        </a:cubicBezTo>
                        <a:cubicBezTo>
                          <a:pt x="5" y="14"/>
                          <a:pt x="5" y="14"/>
                          <a:pt x="4" y="14"/>
                        </a:cubicBezTo>
                        <a:cubicBezTo>
                          <a:pt x="3" y="14"/>
                          <a:pt x="3" y="13"/>
                          <a:pt x="2" y="12"/>
                        </a:cubicBezTo>
                        <a:close/>
                      </a:path>
                    </a:pathLst>
                  </a:custGeom>
                  <a:solidFill>
                    <a:srgbClr val="FEC6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7" name="Freeform 346"/>
                  <p:cNvSpPr/>
                  <p:nvPr/>
                </p:nvSpPr>
                <p:spPr bwMode="auto">
                  <a:xfrm>
                    <a:off x="4385" y="2404"/>
                    <a:ext cx="30" cy="17"/>
                  </a:xfrm>
                  <a:custGeom>
                    <a:avLst/>
                    <a:gdLst>
                      <a:gd name="T0" fmla="*/ 0 w 13"/>
                      <a:gd name="T1" fmla="*/ 0 h 7"/>
                      <a:gd name="T2" fmla="*/ 12 w 13"/>
                      <a:gd name="T3" fmla="*/ 5 h 7"/>
                      <a:gd name="T4" fmla="*/ 13 w 13"/>
                      <a:gd name="T5" fmla="*/ 7 h 7"/>
                      <a:gd name="T6" fmla="*/ 0 w 13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7">
                        <a:moveTo>
                          <a:pt x="0" y="0"/>
                        </a:moveTo>
                        <a:cubicBezTo>
                          <a:pt x="4" y="1"/>
                          <a:pt x="8" y="4"/>
                          <a:pt x="12" y="5"/>
                        </a:cubicBezTo>
                        <a:cubicBezTo>
                          <a:pt x="13" y="5"/>
                          <a:pt x="13" y="6"/>
                          <a:pt x="13" y="7"/>
                        </a:cubicBezTo>
                        <a:cubicBezTo>
                          <a:pt x="8" y="6"/>
                          <a:pt x="3" y="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CD9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8" name="Freeform 347"/>
                  <p:cNvSpPr/>
                  <p:nvPr/>
                </p:nvSpPr>
                <p:spPr bwMode="auto">
                  <a:xfrm>
                    <a:off x="4366" y="2390"/>
                    <a:ext cx="16" cy="14"/>
                  </a:xfrm>
                  <a:custGeom>
                    <a:avLst/>
                    <a:gdLst>
                      <a:gd name="T0" fmla="*/ 0 w 7"/>
                      <a:gd name="T1" fmla="*/ 0 h 6"/>
                      <a:gd name="T2" fmla="*/ 7 w 7"/>
                      <a:gd name="T3" fmla="*/ 6 h 6"/>
                      <a:gd name="T4" fmla="*/ 0 w 7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6">
                        <a:moveTo>
                          <a:pt x="0" y="0"/>
                        </a:moveTo>
                        <a:cubicBezTo>
                          <a:pt x="2" y="2"/>
                          <a:pt x="6" y="2"/>
                          <a:pt x="7" y="6"/>
                        </a:cubicBezTo>
                        <a:cubicBezTo>
                          <a:pt x="5" y="4"/>
                          <a:pt x="0" y="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D1A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299" name="Freeform 348"/>
                  <p:cNvSpPr/>
                  <p:nvPr/>
                </p:nvSpPr>
                <p:spPr bwMode="auto">
                  <a:xfrm>
                    <a:off x="4591" y="2708"/>
                    <a:ext cx="76" cy="69"/>
                  </a:xfrm>
                  <a:custGeom>
                    <a:avLst/>
                    <a:gdLst>
                      <a:gd name="T0" fmla="*/ 7 w 32"/>
                      <a:gd name="T1" fmla="*/ 2 h 29"/>
                      <a:gd name="T2" fmla="*/ 15 w 32"/>
                      <a:gd name="T3" fmla="*/ 2 h 29"/>
                      <a:gd name="T4" fmla="*/ 19 w 32"/>
                      <a:gd name="T5" fmla="*/ 7 h 29"/>
                      <a:gd name="T6" fmla="*/ 22 w 32"/>
                      <a:gd name="T7" fmla="*/ 8 h 29"/>
                      <a:gd name="T8" fmla="*/ 32 w 32"/>
                      <a:gd name="T9" fmla="*/ 10 h 29"/>
                      <a:gd name="T10" fmla="*/ 28 w 32"/>
                      <a:gd name="T11" fmla="*/ 13 h 29"/>
                      <a:gd name="T12" fmla="*/ 20 w 32"/>
                      <a:gd name="T13" fmla="*/ 16 h 29"/>
                      <a:gd name="T14" fmla="*/ 15 w 32"/>
                      <a:gd name="T15" fmla="*/ 25 h 29"/>
                      <a:gd name="T16" fmla="*/ 10 w 32"/>
                      <a:gd name="T17" fmla="*/ 28 h 29"/>
                      <a:gd name="T18" fmla="*/ 6 w 32"/>
                      <a:gd name="T19" fmla="*/ 25 h 29"/>
                      <a:gd name="T20" fmla="*/ 1 w 32"/>
                      <a:gd name="T21" fmla="*/ 24 h 29"/>
                      <a:gd name="T22" fmla="*/ 0 w 32"/>
                      <a:gd name="T23" fmla="*/ 23 h 29"/>
                      <a:gd name="T24" fmla="*/ 2 w 32"/>
                      <a:gd name="T25" fmla="*/ 17 h 29"/>
                      <a:gd name="T26" fmla="*/ 2 w 32"/>
                      <a:gd name="T27" fmla="*/ 11 h 29"/>
                      <a:gd name="T28" fmla="*/ 4 w 32"/>
                      <a:gd name="T29" fmla="*/ 7 h 29"/>
                      <a:gd name="T30" fmla="*/ 5 w 32"/>
                      <a:gd name="T31" fmla="*/ 10 h 29"/>
                      <a:gd name="T32" fmla="*/ 4 w 32"/>
                      <a:gd name="T33" fmla="*/ 6 h 29"/>
                      <a:gd name="T34" fmla="*/ 2 w 32"/>
                      <a:gd name="T35" fmla="*/ 1 h 29"/>
                      <a:gd name="T36" fmla="*/ 7 w 32"/>
                      <a:gd name="T37" fmla="*/ 2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32" h="29">
                        <a:moveTo>
                          <a:pt x="7" y="2"/>
                        </a:moveTo>
                        <a:cubicBezTo>
                          <a:pt x="9" y="2"/>
                          <a:pt x="12" y="2"/>
                          <a:pt x="15" y="2"/>
                        </a:cubicBezTo>
                        <a:cubicBezTo>
                          <a:pt x="17" y="3"/>
                          <a:pt x="20" y="3"/>
                          <a:pt x="19" y="7"/>
                        </a:cubicBezTo>
                        <a:cubicBezTo>
                          <a:pt x="18" y="9"/>
                          <a:pt x="20" y="9"/>
                          <a:pt x="22" y="8"/>
                        </a:cubicBezTo>
                        <a:cubicBezTo>
                          <a:pt x="25" y="8"/>
                          <a:pt x="29" y="7"/>
                          <a:pt x="32" y="10"/>
                        </a:cubicBezTo>
                        <a:cubicBezTo>
                          <a:pt x="31" y="13"/>
                          <a:pt x="29" y="12"/>
                          <a:pt x="28" y="13"/>
                        </a:cubicBezTo>
                        <a:cubicBezTo>
                          <a:pt x="25" y="14"/>
                          <a:pt x="22" y="15"/>
                          <a:pt x="20" y="16"/>
                        </a:cubicBezTo>
                        <a:cubicBezTo>
                          <a:pt x="16" y="19"/>
                          <a:pt x="14" y="21"/>
                          <a:pt x="15" y="25"/>
                        </a:cubicBezTo>
                        <a:cubicBezTo>
                          <a:pt x="14" y="27"/>
                          <a:pt x="13" y="29"/>
                          <a:pt x="10" y="28"/>
                        </a:cubicBezTo>
                        <a:cubicBezTo>
                          <a:pt x="10" y="25"/>
                          <a:pt x="8" y="24"/>
                          <a:pt x="6" y="25"/>
                        </a:cubicBezTo>
                        <a:cubicBezTo>
                          <a:pt x="4" y="26"/>
                          <a:pt x="3" y="24"/>
                          <a:pt x="1" y="24"/>
                        </a:cubicBezTo>
                        <a:cubicBezTo>
                          <a:pt x="1" y="24"/>
                          <a:pt x="0" y="23"/>
                          <a:pt x="0" y="23"/>
                        </a:cubicBezTo>
                        <a:cubicBezTo>
                          <a:pt x="3" y="21"/>
                          <a:pt x="4" y="19"/>
                          <a:pt x="2" y="17"/>
                        </a:cubicBezTo>
                        <a:cubicBezTo>
                          <a:pt x="5" y="15"/>
                          <a:pt x="3" y="13"/>
                          <a:pt x="2" y="11"/>
                        </a:cubicBezTo>
                        <a:cubicBezTo>
                          <a:pt x="0" y="8"/>
                          <a:pt x="3" y="9"/>
                          <a:pt x="4" y="7"/>
                        </a:cubicBezTo>
                        <a:cubicBezTo>
                          <a:pt x="6" y="7"/>
                          <a:pt x="4" y="9"/>
                          <a:pt x="5" y="10"/>
                        </a:cubicBezTo>
                        <a:cubicBezTo>
                          <a:pt x="5" y="8"/>
                          <a:pt x="6" y="6"/>
                          <a:pt x="4" y="6"/>
                        </a:cubicBezTo>
                        <a:cubicBezTo>
                          <a:pt x="1" y="5"/>
                          <a:pt x="1" y="3"/>
                          <a:pt x="2" y="1"/>
                        </a:cubicBezTo>
                        <a:cubicBezTo>
                          <a:pt x="4" y="0"/>
                          <a:pt x="5" y="1"/>
                          <a:pt x="7" y="2"/>
                        </a:cubicBez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0" name="Freeform 349"/>
                  <p:cNvSpPr/>
                  <p:nvPr/>
                </p:nvSpPr>
                <p:spPr bwMode="auto">
                  <a:xfrm>
                    <a:off x="4518" y="2704"/>
                    <a:ext cx="59" cy="45"/>
                  </a:xfrm>
                  <a:custGeom>
                    <a:avLst/>
                    <a:gdLst>
                      <a:gd name="T0" fmla="*/ 20 w 25"/>
                      <a:gd name="T1" fmla="*/ 1 h 19"/>
                      <a:gd name="T2" fmla="*/ 23 w 25"/>
                      <a:gd name="T3" fmla="*/ 0 h 19"/>
                      <a:gd name="T4" fmla="*/ 25 w 25"/>
                      <a:gd name="T5" fmla="*/ 2 h 19"/>
                      <a:gd name="T6" fmla="*/ 25 w 25"/>
                      <a:gd name="T7" fmla="*/ 2 h 19"/>
                      <a:gd name="T8" fmla="*/ 15 w 25"/>
                      <a:gd name="T9" fmla="*/ 8 h 19"/>
                      <a:gd name="T10" fmla="*/ 14 w 25"/>
                      <a:gd name="T11" fmla="*/ 11 h 19"/>
                      <a:gd name="T12" fmla="*/ 18 w 25"/>
                      <a:gd name="T13" fmla="*/ 15 h 19"/>
                      <a:gd name="T14" fmla="*/ 19 w 25"/>
                      <a:gd name="T15" fmla="*/ 19 h 19"/>
                      <a:gd name="T16" fmla="*/ 16 w 25"/>
                      <a:gd name="T17" fmla="*/ 18 h 19"/>
                      <a:gd name="T18" fmla="*/ 12 w 25"/>
                      <a:gd name="T19" fmla="*/ 15 h 19"/>
                      <a:gd name="T20" fmla="*/ 10 w 25"/>
                      <a:gd name="T21" fmla="*/ 13 h 19"/>
                      <a:gd name="T22" fmla="*/ 8 w 25"/>
                      <a:gd name="T23" fmla="*/ 11 h 19"/>
                      <a:gd name="T24" fmla="*/ 5 w 25"/>
                      <a:gd name="T25" fmla="*/ 16 h 19"/>
                      <a:gd name="T26" fmla="*/ 2 w 25"/>
                      <a:gd name="T27" fmla="*/ 18 h 19"/>
                      <a:gd name="T28" fmla="*/ 0 w 25"/>
                      <a:gd name="T29" fmla="*/ 10 h 19"/>
                      <a:gd name="T30" fmla="*/ 3 w 25"/>
                      <a:gd name="T31" fmla="*/ 6 h 19"/>
                      <a:gd name="T32" fmla="*/ 3 w 25"/>
                      <a:gd name="T33" fmla="*/ 4 h 19"/>
                      <a:gd name="T34" fmla="*/ 3 w 25"/>
                      <a:gd name="T35" fmla="*/ 2 h 19"/>
                      <a:gd name="T36" fmla="*/ 3 w 25"/>
                      <a:gd name="T37" fmla="*/ 2 h 19"/>
                      <a:gd name="T38" fmla="*/ 10 w 25"/>
                      <a:gd name="T39" fmla="*/ 2 h 19"/>
                      <a:gd name="T40" fmla="*/ 17 w 25"/>
                      <a:gd name="T41" fmla="*/ 1 h 19"/>
                      <a:gd name="T42" fmla="*/ 20 w 25"/>
                      <a:gd name="T43" fmla="*/ 1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25" h="19">
                        <a:moveTo>
                          <a:pt x="20" y="1"/>
                        </a:moveTo>
                        <a:cubicBezTo>
                          <a:pt x="21" y="0"/>
                          <a:pt x="22" y="0"/>
                          <a:pt x="23" y="0"/>
                        </a:cubicBezTo>
                        <a:cubicBezTo>
                          <a:pt x="23" y="1"/>
                          <a:pt x="25" y="1"/>
                          <a:pt x="25" y="2"/>
                        </a:cubicBezTo>
                        <a:cubicBezTo>
                          <a:pt x="25" y="2"/>
                          <a:pt x="25" y="2"/>
                          <a:pt x="25" y="2"/>
                        </a:cubicBezTo>
                        <a:cubicBezTo>
                          <a:pt x="23" y="6"/>
                          <a:pt x="21" y="10"/>
                          <a:pt x="15" y="8"/>
                        </a:cubicBezTo>
                        <a:cubicBezTo>
                          <a:pt x="15" y="8"/>
                          <a:pt x="13" y="9"/>
                          <a:pt x="14" y="11"/>
                        </a:cubicBezTo>
                        <a:cubicBezTo>
                          <a:pt x="15" y="12"/>
                          <a:pt x="16" y="14"/>
                          <a:pt x="18" y="15"/>
                        </a:cubicBezTo>
                        <a:cubicBezTo>
                          <a:pt x="19" y="16"/>
                          <a:pt x="20" y="18"/>
                          <a:pt x="19" y="19"/>
                        </a:cubicBezTo>
                        <a:cubicBezTo>
                          <a:pt x="18" y="19"/>
                          <a:pt x="17" y="18"/>
                          <a:pt x="16" y="18"/>
                        </a:cubicBezTo>
                        <a:cubicBezTo>
                          <a:pt x="15" y="16"/>
                          <a:pt x="13" y="17"/>
                          <a:pt x="12" y="15"/>
                        </a:cubicBezTo>
                        <a:cubicBezTo>
                          <a:pt x="10" y="15"/>
                          <a:pt x="10" y="14"/>
                          <a:pt x="10" y="13"/>
                        </a:cubicBezTo>
                        <a:cubicBezTo>
                          <a:pt x="10" y="11"/>
                          <a:pt x="9" y="11"/>
                          <a:pt x="8" y="11"/>
                        </a:cubicBezTo>
                        <a:cubicBezTo>
                          <a:pt x="7" y="13"/>
                          <a:pt x="6" y="14"/>
                          <a:pt x="5" y="16"/>
                        </a:cubicBezTo>
                        <a:cubicBezTo>
                          <a:pt x="4" y="17"/>
                          <a:pt x="3" y="18"/>
                          <a:pt x="2" y="18"/>
                        </a:cubicBezTo>
                        <a:cubicBezTo>
                          <a:pt x="1" y="15"/>
                          <a:pt x="3" y="12"/>
                          <a:pt x="0" y="10"/>
                        </a:cubicBezTo>
                        <a:cubicBezTo>
                          <a:pt x="1" y="9"/>
                          <a:pt x="3" y="8"/>
                          <a:pt x="3" y="6"/>
                        </a:cubicBezTo>
                        <a:cubicBezTo>
                          <a:pt x="3" y="5"/>
                          <a:pt x="3" y="5"/>
                          <a:pt x="3" y="4"/>
                        </a:cubicBezTo>
                        <a:cubicBezTo>
                          <a:pt x="2" y="3"/>
                          <a:pt x="2" y="3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5" y="1"/>
                          <a:pt x="8" y="1"/>
                          <a:pt x="10" y="2"/>
                        </a:cubicBezTo>
                        <a:cubicBezTo>
                          <a:pt x="12" y="1"/>
                          <a:pt x="15" y="1"/>
                          <a:pt x="17" y="1"/>
                        </a:cubicBezTo>
                        <a:cubicBezTo>
                          <a:pt x="18" y="2"/>
                          <a:pt x="18" y="2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1" name="Freeform 350"/>
                  <p:cNvSpPr/>
                  <p:nvPr/>
                </p:nvSpPr>
                <p:spPr bwMode="auto">
                  <a:xfrm>
                    <a:off x="4612" y="2765"/>
                    <a:ext cx="43" cy="29"/>
                  </a:xfrm>
                  <a:custGeom>
                    <a:avLst/>
                    <a:gdLst>
                      <a:gd name="T0" fmla="*/ 1 w 18"/>
                      <a:gd name="T1" fmla="*/ 4 h 12"/>
                      <a:gd name="T2" fmla="*/ 5 w 18"/>
                      <a:gd name="T3" fmla="*/ 1 h 12"/>
                      <a:gd name="T4" fmla="*/ 13 w 18"/>
                      <a:gd name="T5" fmla="*/ 6 h 12"/>
                      <a:gd name="T6" fmla="*/ 16 w 18"/>
                      <a:gd name="T7" fmla="*/ 7 h 12"/>
                      <a:gd name="T8" fmla="*/ 16 w 18"/>
                      <a:gd name="T9" fmla="*/ 10 h 12"/>
                      <a:gd name="T10" fmla="*/ 7 w 18"/>
                      <a:gd name="T11" fmla="*/ 12 h 12"/>
                      <a:gd name="T12" fmla="*/ 5 w 18"/>
                      <a:gd name="T13" fmla="*/ 12 h 12"/>
                      <a:gd name="T14" fmla="*/ 0 w 18"/>
                      <a:gd name="T15" fmla="*/ 9 h 12"/>
                      <a:gd name="T16" fmla="*/ 0 w 18"/>
                      <a:gd name="T17" fmla="*/ 7 h 12"/>
                      <a:gd name="T18" fmla="*/ 1 w 18"/>
                      <a:gd name="T19" fmla="*/ 5 h 12"/>
                      <a:gd name="T20" fmla="*/ 1 w 18"/>
                      <a:gd name="T21" fmla="*/ 4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8" h="12">
                        <a:moveTo>
                          <a:pt x="1" y="4"/>
                        </a:moveTo>
                        <a:cubicBezTo>
                          <a:pt x="4" y="4"/>
                          <a:pt x="4" y="2"/>
                          <a:pt x="5" y="1"/>
                        </a:cubicBezTo>
                        <a:cubicBezTo>
                          <a:pt x="9" y="0"/>
                          <a:pt x="12" y="3"/>
                          <a:pt x="13" y="6"/>
                        </a:cubicBezTo>
                        <a:cubicBezTo>
                          <a:pt x="14" y="10"/>
                          <a:pt x="15" y="6"/>
                          <a:pt x="16" y="7"/>
                        </a:cubicBezTo>
                        <a:cubicBezTo>
                          <a:pt x="18" y="9"/>
                          <a:pt x="18" y="9"/>
                          <a:pt x="16" y="10"/>
                        </a:cubicBezTo>
                        <a:cubicBezTo>
                          <a:pt x="13" y="12"/>
                          <a:pt x="10" y="10"/>
                          <a:pt x="7" y="12"/>
                        </a:cubicBezTo>
                        <a:cubicBezTo>
                          <a:pt x="7" y="12"/>
                          <a:pt x="6" y="12"/>
                          <a:pt x="5" y="12"/>
                        </a:cubicBezTo>
                        <a:cubicBezTo>
                          <a:pt x="3" y="11"/>
                          <a:pt x="1" y="10"/>
                          <a:pt x="0" y="9"/>
                        </a:cubicBezTo>
                        <a:cubicBezTo>
                          <a:pt x="0" y="9"/>
                          <a:pt x="0" y="8"/>
                          <a:pt x="0" y="7"/>
                        </a:cubicBezTo>
                        <a:cubicBezTo>
                          <a:pt x="0" y="6"/>
                          <a:pt x="1" y="5"/>
                          <a:pt x="1" y="5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lose/>
                      </a:path>
                    </a:pathLst>
                  </a:custGeom>
                  <a:solidFill>
                    <a:srgbClr val="94949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2" name="Freeform 351"/>
                  <p:cNvSpPr/>
                  <p:nvPr/>
                </p:nvSpPr>
                <p:spPr bwMode="auto">
                  <a:xfrm>
                    <a:off x="4522" y="2723"/>
                    <a:ext cx="24" cy="33"/>
                  </a:xfrm>
                  <a:custGeom>
                    <a:avLst/>
                    <a:gdLst>
                      <a:gd name="T0" fmla="*/ 6 w 10"/>
                      <a:gd name="T1" fmla="*/ 2 h 14"/>
                      <a:gd name="T2" fmla="*/ 8 w 10"/>
                      <a:gd name="T3" fmla="*/ 1 h 14"/>
                      <a:gd name="T4" fmla="*/ 9 w 10"/>
                      <a:gd name="T5" fmla="*/ 4 h 14"/>
                      <a:gd name="T6" fmla="*/ 10 w 10"/>
                      <a:gd name="T7" fmla="*/ 7 h 14"/>
                      <a:gd name="T8" fmla="*/ 7 w 10"/>
                      <a:gd name="T9" fmla="*/ 10 h 14"/>
                      <a:gd name="T10" fmla="*/ 3 w 10"/>
                      <a:gd name="T11" fmla="*/ 12 h 14"/>
                      <a:gd name="T12" fmla="*/ 0 w 10"/>
                      <a:gd name="T13" fmla="*/ 10 h 14"/>
                      <a:gd name="T14" fmla="*/ 2 w 10"/>
                      <a:gd name="T15" fmla="*/ 8 h 14"/>
                      <a:gd name="T16" fmla="*/ 6 w 10"/>
                      <a:gd name="T17" fmla="*/ 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0" h="14">
                        <a:moveTo>
                          <a:pt x="6" y="2"/>
                        </a:moveTo>
                        <a:cubicBezTo>
                          <a:pt x="7" y="2"/>
                          <a:pt x="7" y="0"/>
                          <a:pt x="8" y="1"/>
                        </a:cubicBezTo>
                        <a:cubicBezTo>
                          <a:pt x="10" y="2"/>
                          <a:pt x="10" y="3"/>
                          <a:pt x="9" y="4"/>
                        </a:cubicBezTo>
                        <a:cubicBezTo>
                          <a:pt x="9" y="5"/>
                          <a:pt x="9" y="6"/>
                          <a:pt x="10" y="7"/>
                        </a:cubicBezTo>
                        <a:cubicBezTo>
                          <a:pt x="10" y="9"/>
                          <a:pt x="9" y="10"/>
                          <a:pt x="7" y="10"/>
                        </a:cubicBezTo>
                        <a:cubicBezTo>
                          <a:pt x="5" y="9"/>
                          <a:pt x="4" y="10"/>
                          <a:pt x="3" y="12"/>
                        </a:cubicBezTo>
                        <a:cubicBezTo>
                          <a:pt x="0" y="14"/>
                          <a:pt x="0" y="12"/>
                          <a:pt x="0" y="10"/>
                        </a:cubicBezTo>
                        <a:cubicBezTo>
                          <a:pt x="1" y="9"/>
                          <a:pt x="1" y="9"/>
                          <a:pt x="2" y="8"/>
                        </a:cubicBezTo>
                        <a:cubicBezTo>
                          <a:pt x="4" y="7"/>
                          <a:pt x="6" y="5"/>
                          <a:pt x="6" y="2"/>
                        </a:cubicBezTo>
                        <a:close/>
                      </a:path>
                    </a:pathLst>
                  </a:custGeom>
                  <a:solidFill>
                    <a:srgbClr val="92929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3" name="Freeform 352"/>
                  <p:cNvSpPr/>
                  <p:nvPr/>
                </p:nvSpPr>
                <p:spPr bwMode="auto">
                  <a:xfrm>
                    <a:off x="4596" y="2773"/>
                    <a:ext cx="19" cy="9"/>
                  </a:xfrm>
                  <a:custGeom>
                    <a:avLst/>
                    <a:gdLst>
                      <a:gd name="T0" fmla="*/ 8 w 8"/>
                      <a:gd name="T1" fmla="*/ 2 h 4"/>
                      <a:gd name="T2" fmla="*/ 7 w 8"/>
                      <a:gd name="T3" fmla="*/ 4 h 4"/>
                      <a:gd name="T4" fmla="*/ 0 w 8"/>
                      <a:gd name="T5" fmla="*/ 4 h 4"/>
                      <a:gd name="T6" fmla="*/ 8 w 8"/>
                      <a:gd name="T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4">
                        <a:moveTo>
                          <a:pt x="8" y="2"/>
                        </a:moveTo>
                        <a:cubicBezTo>
                          <a:pt x="8" y="3"/>
                          <a:pt x="8" y="4"/>
                          <a:pt x="7" y="4"/>
                        </a:cubicBezTo>
                        <a:cubicBezTo>
                          <a:pt x="4" y="4"/>
                          <a:pt x="2" y="1"/>
                          <a:pt x="0" y="4"/>
                        </a:cubicBezTo>
                        <a:cubicBezTo>
                          <a:pt x="1" y="0"/>
                          <a:pt x="3" y="0"/>
                          <a:pt x="8" y="2"/>
                        </a:cubicBez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4" name="Freeform 353"/>
                  <p:cNvSpPr/>
                  <p:nvPr/>
                </p:nvSpPr>
                <p:spPr bwMode="auto">
                  <a:xfrm>
                    <a:off x="4574" y="2727"/>
                    <a:ext cx="15" cy="17"/>
                  </a:xfrm>
                  <a:custGeom>
                    <a:avLst/>
                    <a:gdLst>
                      <a:gd name="T0" fmla="*/ 0 w 6"/>
                      <a:gd name="T1" fmla="*/ 1 h 7"/>
                      <a:gd name="T2" fmla="*/ 5 w 6"/>
                      <a:gd name="T3" fmla="*/ 4 h 7"/>
                      <a:gd name="T4" fmla="*/ 6 w 6"/>
                      <a:gd name="T5" fmla="*/ 6 h 7"/>
                      <a:gd name="T6" fmla="*/ 3 w 6"/>
                      <a:gd name="T7" fmla="*/ 7 h 7"/>
                      <a:gd name="T8" fmla="*/ 1 w 6"/>
                      <a:gd name="T9" fmla="*/ 5 h 7"/>
                      <a:gd name="T10" fmla="*/ 0 w 6"/>
                      <a:gd name="T11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7">
                        <a:moveTo>
                          <a:pt x="0" y="1"/>
                        </a:moveTo>
                        <a:cubicBezTo>
                          <a:pt x="3" y="0"/>
                          <a:pt x="3" y="3"/>
                          <a:pt x="5" y="4"/>
                        </a:cubicBezTo>
                        <a:cubicBezTo>
                          <a:pt x="6" y="4"/>
                          <a:pt x="6" y="5"/>
                          <a:pt x="6" y="6"/>
                        </a:cubicBezTo>
                        <a:cubicBezTo>
                          <a:pt x="5" y="6"/>
                          <a:pt x="4" y="6"/>
                          <a:pt x="3" y="7"/>
                        </a:cubicBezTo>
                        <a:cubicBezTo>
                          <a:pt x="2" y="7"/>
                          <a:pt x="2" y="6"/>
                          <a:pt x="1" y="5"/>
                        </a:cubicBezTo>
                        <a:cubicBezTo>
                          <a:pt x="1" y="4"/>
                          <a:pt x="1" y="2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5" name="Freeform 354"/>
                  <p:cNvSpPr/>
                  <p:nvPr/>
                </p:nvSpPr>
                <p:spPr bwMode="auto">
                  <a:xfrm>
                    <a:off x="4598" y="2716"/>
                    <a:ext cx="10" cy="21"/>
                  </a:xfrm>
                  <a:custGeom>
                    <a:avLst/>
                    <a:gdLst>
                      <a:gd name="T0" fmla="*/ 1 w 4"/>
                      <a:gd name="T1" fmla="*/ 3 h 9"/>
                      <a:gd name="T2" fmla="*/ 2 w 4"/>
                      <a:gd name="T3" fmla="*/ 0 h 9"/>
                      <a:gd name="T4" fmla="*/ 3 w 4"/>
                      <a:gd name="T5" fmla="*/ 3 h 9"/>
                      <a:gd name="T6" fmla="*/ 4 w 4"/>
                      <a:gd name="T7" fmla="*/ 8 h 9"/>
                      <a:gd name="T8" fmla="*/ 1 w 4"/>
                      <a:gd name="T9" fmla="*/ 4 h 9"/>
                      <a:gd name="T10" fmla="*/ 1 w 4"/>
                      <a:gd name="T11" fmla="*/ 3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9">
                        <a:moveTo>
                          <a:pt x="1" y="3"/>
                        </a:moveTo>
                        <a:cubicBezTo>
                          <a:pt x="1" y="2"/>
                          <a:pt x="2" y="0"/>
                          <a:pt x="2" y="0"/>
                        </a:cubicBezTo>
                        <a:cubicBezTo>
                          <a:pt x="4" y="1"/>
                          <a:pt x="3" y="2"/>
                          <a:pt x="3" y="3"/>
                        </a:cubicBezTo>
                        <a:cubicBezTo>
                          <a:pt x="3" y="5"/>
                          <a:pt x="3" y="6"/>
                          <a:pt x="4" y="8"/>
                        </a:cubicBezTo>
                        <a:cubicBezTo>
                          <a:pt x="0" y="9"/>
                          <a:pt x="2" y="6"/>
                          <a:pt x="1" y="4"/>
                        </a:cubicBezTo>
                        <a:cubicBezTo>
                          <a:pt x="1" y="4"/>
                          <a:pt x="1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A5A5A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6" name="Freeform 355"/>
                  <p:cNvSpPr/>
                  <p:nvPr/>
                </p:nvSpPr>
                <p:spPr bwMode="auto">
                  <a:xfrm>
                    <a:off x="4515" y="2708"/>
                    <a:ext cx="10" cy="8"/>
                  </a:xfrm>
                  <a:custGeom>
                    <a:avLst/>
                    <a:gdLst>
                      <a:gd name="T0" fmla="*/ 4 w 4"/>
                      <a:gd name="T1" fmla="*/ 0 h 3"/>
                      <a:gd name="T2" fmla="*/ 4 w 4"/>
                      <a:gd name="T3" fmla="*/ 2 h 3"/>
                      <a:gd name="T4" fmla="*/ 1 w 4"/>
                      <a:gd name="T5" fmla="*/ 2 h 3"/>
                      <a:gd name="T6" fmla="*/ 1 w 4"/>
                      <a:gd name="T7" fmla="*/ 0 h 3"/>
                      <a:gd name="T8" fmla="*/ 4 w 4"/>
                      <a:gd name="T9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3">
                        <a:moveTo>
                          <a:pt x="4" y="0"/>
                        </a:move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3" y="2"/>
                          <a:pt x="2" y="3"/>
                          <a:pt x="1" y="2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2" y="0"/>
                          <a:pt x="3" y="0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91908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7" name="Freeform 356"/>
                  <p:cNvSpPr/>
                  <p:nvPr/>
                </p:nvSpPr>
                <p:spPr bwMode="auto">
                  <a:xfrm>
                    <a:off x="4591" y="2704"/>
                    <a:ext cx="17" cy="9"/>
                  </a:xfrm>
                  <a:custGeom>
                    <a:avLst/>
                    <a:gdLst>
                      <a:gd name="T0" fmla="*/ 7 w 7"/>
                      <a:gd name="T1" fmla="*/ 4 h 4"/>
                      <a:gd name="T2" fmla="*/ 2 w 7"/>
                      <a:gd name="T3" fmla="*/ 3 h 4"/>
                      <a:gd name="T4" fmla="*/ 0 w 7"/>
                      <a:gd name="T5" fmla="*/ 2 h 4"/>
                      <a:gd name="T6" fmla="*/ 7 w 7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4">
                        <a:moveTo>
                          <a:pt x="7" y="4"/>
                        </a:moveTo>
                        <a:cubicBezTo>
                          <a:pt x="5" y="3"/>
                          <a:pt x="3" y="3"/>
                          <a:pt x="2" y="3"/>
                        </a:cubicBezTo>
                        <a:cubicBezTo>
                          <a:pt x="1" y="3"/>
                          <a:pt x="0" y="3"/>
                          <a:pt x="0" y="2"/>
                        </a:cubicBezTo>
                        <a:cubicBezTo>
                          <a:pt x="2" y="2"/>
                          <a:pt x="5" y="0"/>
                          <a:pt x="7" y="4"/>
                        </a:cubicBezTo>
                        <a:close/>
                      </a:path>
                    </a:pathLst>
                  </a:custGeom>
                  <a:solidFill>
                    <a:srgbClr val="A5978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8" name="Freeform 357"/>
                  <p:cNvSpPr/>
                  <p:nvPr/>
                </p:nvSpPr>
                <p:spPr bwMode="auto">
                  <a:xfrm>
                    <a:off x="4560" y="2732"/>
                    <a:ext cx="7" cy="7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2 w 3"/>
                      <a:gd name="T3" fmla="*/ 0 h 3"/>
                      <a:gd name="T4" fmla="*/ 3 w 3"/>
                      <a:gd name="T5" fmla="*/ 1 h 3"/>
                      <a:gd name="T6" fmla="*/ 0 w 3"/>
                      <a:gd name="T7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3" y="0"/>
                          <a:pt x="3" y="1"/>
                          <a:pt x="3" y="1"/>
                        </a:cubicBezTo>
                        <a:cubicBezTo>
                          <a:pt x="3" y="3"/>
                          <a:pt x="2" y="3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09" name="Freeform 358"/>
                  <p:cNvSpPr/>
                  <p:nvPr/>
                </p:nvSpPr>
                <p:spPr bwMode="auto">
                  <a:xfrm>
                    <a:off x="4508" y="2782"/>
                    <a:ext cx="2" cy="7"/>
                  </a:xfrm>
                  <a:custGeom>
                    <a:avLst/>
                    <a:gdLst>
                      <a:gd name="T0" fmla="*/ 1 w 1"/>
                      <a:gd name="T1" fmla="*/ 1 h 3"/>
                      <a:gd name="T2" fmla="*/ 0 w 1"/>
                      <a:gd name="T3" fmla="*/ 3 h 3"/>
                      <a:gd name="T4" fmla="*/ 0 w 1"/>
                      <a:gd name="T5" fmla="*/ 2 h 3"/>
                      <a:gd name="T6" fmla="*/ 1 w 1"/>
                      <a:gd name="T7" fmla="*/ 0 h 3"/>
                      <a:gd name="T8" fmla="*/ 1 w 1"/>
                      <a:gd name="T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" h="3">
                        <a:moveTo>
                          <a:pt x="1" y="1"/>
                        </a:moveTo>
                        <a:cubicBezTo>
                          <a:pt x="1" y="2"/>
                          <a:pt x="1" y="2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1"/>
                          <a:pt x="1" y="1"/>
                          <a:pt x="1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0" name="Freeform 359"/>
                  <p:cNvSpPr/>
                  <p:nvPr/>
                </p:nvSpPr>
                <p:spPr bwMode="auto">
                  <a:xfrm>
                    <a:off x="4309" y="1527"/>
                    <a:ext cx="228" cy="186"/>
                  </a:xfrm>
                  <a:custGeom>
                    <a:avLst/>
                    <a:gdLst>
                      <a:gd name="T0" fmla="*/ 72 w 96"/>
                      <a:gd name="T1" fmla="*/ 75 h 78"/>
                      <a:gd name="T2" fmla="*/ 70 w 96"/>
                      <a:gd name="T3" fmla="*/ 77 h 78"/>
                      <a:gd name="T4" fmla="*/ 69 w 96"/>
                      <a:gd name="T5" fmla="*/ 78 h 78"/>
                      <a:gd name="T6" fmla="*/ 63 w 96"/>
                      <a:gd name="T7" fmla="*/ 77 h 78"/>
                      <a:gd name="T8" fmla="*/ 61 w 96"/>
                      <a:gd name="T9" fmla="*/ 74 h 78"/>
                      <a:gd name="T10" fmla="*/ 64 w 96"/>
                      <a:gd name="T11" fmla="*/ 70 h 78"/>
                      <a:gd name="T12" fmla="*/ 71 w 96"/>
                      <a:gd name="T13" fmla="*/ 60 h 78"/>
                      <a:gd name="T14" fmla="*/ 71 w 96"/>
                      <a:gd name="T15" fmla="*/ 59 h 78"/>
                      <a:gd name="T16" fmla="*/ 63 w 96"/>
                      <a:gd name="T17" fmla="*/ 60 h 78"/>
                      <a:gd name="T18" fmla="*/ 59 w 96"/>
                      <a:gd name="T19" fmla="*/ 60 h 78"/>
                      <a:gd name="T20" fmla="*/ 64 w 96"/>
                      <a:gd name="T21" fmla="*/ 60 h 78"/>
                      <a:gd name="T22" fmla="*/ 62 w 96"/>
                      <a:gd name="T23" fmla="*/ 63 h 78"/>
                      <a:gd name="T24" fmla="*/ 51 w 96"/>
                      <a:gd name="T25" fmla="*/ 62 h 78"/>
                      <a:gd name="T26" fmla="*/ 53 w 96"/>
                      <a:gd name="T27" fmla="*/ 53 h 78"/>
                      <a:gd name="T28" fmla="*/ 54 w 96"/>
                      <a:gd name="T29" fmla="*/ 46 h 78"/>
                      <a:gd name="T30" fmla="*/ 28 w 96"/>
                      <a:gd name="T31" fmla="*/ 61 h 78"/>
                      <a:gd name="T32" fmla="*/ 8 w 96"/>
                      <a:gd name="T33" fmla="*/ 63 h 78"/>
                      <a:gd name="T34" fmla="*/ 5 w 96"/>
                      <a:gd name="T35" fmla="*/ 62 h 78"/>
                      <a:gd name="T36" fmla="*/ 1 w 96"/>
                      <a:gd name="T37" fmla="*/ 56 h 78"/>
                      <a:gd name="T38" fmla="*/ 0 w 96"/>
                      <a:gd name="T39" fmla="*/ 51 h 78"/>
                      <a:gd name="T40" fmla="*/ 3 w 96"/>
                      <a:gd name="T41" fmla="*/ 48 h 78"/>
                      <a:gd name="T42" fmla="*/ 17 w 96"/>
                      <a:gd name="T43" fmla="*/ 25 h 78"/>
                      <a:gd name="T44" fmla="*/ 26 w 96"/>
                      <a:gd name="T45" fmla="*/ 16 h 78"/>
                      <a:gd name="T46" fmla="*/ 31 w 96"/>
                      <a:gd name="T47" fmla="*/ 14 h 78"/>
                      <a:gd name="T48" fmla="*/ 28 w 96"/>
                      <a:gd name="T49" fmla="*/ 19 h 78"/>
                      <a:gd name="T50" fmla="*/ 32 w 96"/>
                      <a:gd name="T51" fmla="*/ 21 h 78"/>
                      <a:gd name="T52" fmla="*/ 33 w 96"/>
                      <a:gd name="T53" fmla="*/ 22 h 78"/>
                      <a:gd name="T54" fmla="*/ 39 w 96"/>
                      <a:gd name="T55" fmla="*/ 25 h 78"/>
                      <a:gd name="T56" fmla="*/ 46 w 96"/>
                      <a:gd name="T57" fmla="*/ 17 h 78"/>
                      <a:gd name="T58" fmla="*/ 52 w 96"/>
                      <a:gd name="T59" fmla="*/ 15 h 78"/>
                      <a:gd name="T60" fmla="*/ 45 w 96"/>
                      <a:gd name="T61" fmla="*/ 16 h 78"/>
                      <a:gd name="T62" fmla="*/ 41 w 96"/>
                      <a:gd name="T63" fmla="*/ 13 h 78"/>
                      <a:gd name="T64" fmla="*/ 39 w 96"/>
                      <a:gd name="T65" fmla="*/ 8 h 78"/>
                      <a:gd name="T66" fmla="*/ 48 w 96"/>
                      <a:gd name="T67" fmla="*/ 2 h 78"/>
                      <a:gd name="T68" fmla="*/ 75 w 96"/>
                      <a:gd name="T69" fmla="*/ 1 h 78"/>
                      <a:gd name="T70" fmla="*/ 73 w 96"/>
                      <a:gd name="T71" fmla="*/ 9 h 78"/>
                      <a:gd name="T72" fmla="*/ 76 w 96"/>
                      <a:gd name="T73" fmla="*/ 16 h 78"/>
                      <a:gd name="T74" fmla="*/ 71 w 96"/>
                      <a:gd name="T75" fmla="*/ 13 h 78"/>
                      <a:gd name="T76" fmla="*/ 70 w 96"/>
                      <a:gd name="T77" fmla="*/ 12 h 78"/>
                      <a:gd name="T78" fmla="*/ 68 w 96"/>
                      <a:gd name="T79" fmla="*/ 13 h 78"/>
                      <a:gd name="T80" fmla="*/ 72 w 96"/>
                      <a:gd name="T81" fmla="*/ 18 h 78"/>
                      <a:gd name="T82" fmla="*/ 77 w 96"/>
                      <a:gd name="T83" fmla="*/ 21 h 78"/>
                      <a:gd name="T84" fmla="*/ 76 w 96"/>
                      <a:gd name="T85" fmla="*/ 23 h 78"/>
                      <a:gd name="T86" fmla="*/ 69 w 96"/>
                      <a:gd name="T87" fmla="*/ 23 h 78"/>
                      <a:gd name="T88" fmla="*/ 76 w 96"/>
                      <a:gd name="T89" fmla="*/ 23 h 78"/>
                      <a:gd name="T90" fmla="*/ 71 w 96"/>
                      <a:gd name="T91" fmla="*/ 35 h 78"/>
                      <a:gd name="T92" fmla="*/ 76 w 96"/>
                      <a:gd name="T93" fmla="*/ 36 h 78"/>
                      <a:gd name="T94" fmla="*/ 84 w 96"/>
                      <a:gd name="T95" fmla="*/ 39 h 78"/>
                      <a:gd name="T96" fmla="*/ 88 w 96"/>
                      <a:gd name="T97" fmla="*/ 35 h 78"/>
                      <a:gd name="T98" fmla="*/ 91 w 96"/>
                      <a:gd name="T99" fmla="*/ 34 h 78"/>
                      <a:gd name="T100" fmla="*/ 96 w 96"/>
                      <a:gd name="T101" fmla="*/ 40 h 78"/>
                      <a:gd name="T102" fmla="*/ 94 w 96"/>
                      <a:gd name="T103" fmla="*/ 44 h 78"/>
                      <a:gd name="T104" fmla="*/ 93 w 96"/>
                      <a:gd name="T105" fmla="*/ 43 h 78"/>
                      <a:gd name="T106" fmla="*/ 91 w 96"/>
                      <a:gd name="T107" fmla="*/ 40 h 78"/>
                      <a:gd name="T108" fmla="*/ 86 w 96"/>
                      <a:gd name="T109" fmla="*/ 43 h 78"/>
                      <a:gd name="T110" fmla="*/ 81 w 96"/>
                      <a:gd name="T111" fmla="*/ 46 h 78"/>
                      <a:gd name="T112" fmla="*/ 80 w 96"/>
                      <a:gd name="T113" fmla="*/ 49 h 78"/>
                      <a:gd name="T114" fmla="*/ 78 w 96"/>
                      <a:gd name="T115" fmla="*/ 63 h 78"/>
                      <a:gd name="T116" fmla="*/ 77 w 96"/>
                      <a:gd name="T117" fmla="*/ 62 h 78"/>
                      <a:gd name="T118" fmla="*/ 76 w 96"/>
                      <a:gd name="T119" fmla="*/ 61 h 78"/>
                      <a:gd name="T120" fmla="*/ 76 w 96"/>
                      <a:gd name="T121" fmla="*/ 67 h 78"/>
                      <a:gd name="T122" fmla="*/ 77 w 96"/>
                      <a:gd name="T123" fmla="*/ 69 h 78"/>
                      <a:gd name="T124" fmla="*/ 72 w 96"/>
                      <a:gd name="T125" fmla="*/ 75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96" h="78">
                        <a:moveTo>
                          <a:pt x="72" y="75"/>
                        </a:moveTo>
                        <a:cubicBezTo>
                          <a:pt x="71" y="76"/>
                          <a:pt x="70" y="76"/>
                          <a:pt x="70" y="77"/>
                        </a:cubicBezTo>
                        <a:cubicBezTo>
                          <a:pt x="70" y="78"/>
                          <a:pt x="69" y="78"/>
                          <a:pt x="69" y="78"/>
                        </a:cubicBezTo>
                        <a:cubicBezTo>
                          <a:pt x="67" y="77"/>
                          <a:pt x="65" y="76"/>
                          <a:pt x="63" y="77"/>
                        </a:cubicBezTo>
                        <a:cubicBezTo>
                          <a:pt x="61" y="77"/>
                          <a:pt x="60" y="76"/>
                          <a:pt x="61" y="74"/>
                        </a:cubicBezTo>
                        <a:cubicBezTo>
                          <a:pt x="62" y="73"/>
                          <a:pt x="63" y="70"/>
                          <a:pt x="64" y="70"/>
                        </a:cubicBezTo>
                        <a:cubicBezTo>
                          <a:pt x="71" y="69"/>
                          <a:pt x="70" y="64"/>
                          <a:pt x="71" y="60"/>
                        </a:cubicBezTo>
                        <a:cubicBezTo>
                          <a:pt x="71" y="59"/>
                          <a:pt x="71" y="59"/>
                          <a:pt x="71" y="59"/>
                        </a:cubicBezTo>
                        <a:cubicBezTo>
                          <a:pt x="68" y="63"/>
                          <a:pt x="68" y="63"/>
                          <a:pt x="63" y="60"/>
                        </a:cubicBezTo>
                        <a:cubicBezTo>
                          <a:pt x="62" y="59"/>
                          <a:pt x="61" y="60"/>
                          <a:pt x="59" y="60"/>
                        </a:cubicBezTo>
                        <a:cubicBezTo>
                          <a:pt x="61" y="60"/>
                          <a:pt x="63" y="59"/>
                          <a:pt x="64" y="60"/>
                        </a:cubicBezTo>
                        <a:cubicBezTo>
                          <a:pt x="65" y="62"/>
                          <a:pt x="64" y="63"/>
                          <a:pt x="62" y="63"/>
                        </a:cubicBezTo>
                        <a:cubicBezTo>
                          <a:pt x="58" y="65"/>
                          <a:pt x="54" y="64"/>
                          <a:pt x="51" y="62"/>
                        </a:cubicBezTo>
                        <a:cubicBezTo>
                          <a:pt x="50" y="59"/>
                          <a:pt x="52" y="56"/>
                          <a:pt x="53" y="53"/>
                        </a:cubicBezTo>
                        <a:cubicBezTo>
                          <a:pt x="54" y="51"/>
                          <a:pt x="54" y="49"/>
                          <a:pt x="54" y="46"/>
                        </a:cubicBezTo>
                        <a:cubicBezTo>
                          <a:pt x="45" y="50"/>
                          <a:pt x="36" y="54"/>
                          <a:pt x="28" y="61"/>
                        </a:cubicBezTo>
                        <a:cubicBezTo>
                          <a:pt x="22" y="66"/>
                          <a:pt x="15" y="65"/>
                          <a:pt x="8" y="63"/>
                        </a:cubicBezTo>
                        <a:cubicBezTo>
                          <a:pt x="7" y="62"/>
                          <a:pt x="6" y="62"/>
                          <a:pt x="5" y="62"/>
                        </a:cubicBezTo>
                        <a:cubicBezTo>
                          <a:pt x="1" y="62"/>
                          <a:pt x="0" y="59"/>
                          <a:pt x="1" y="56"/>
                        </a:cubicBezTo>
                        <a:cubicBezTo>
                          <a:pt x="1" y="54"/>
                          <a:pt x="2" y="52"/>
                          <a:pt x="0" y="51"/>
                        </a:cubicBezTo>
                        <a:cubicBezTo>
                          <a:pt x="2" y="50"/>
                          <a:pt x="2" y="49"/>
                          <a:pt x="3" y="48"/>
                        </a:cubicBezTo>
                        <a:cubicBezTo>
                          <a:pt x="5" y="39"/>
                          <a:pt x="11" y="32"/>
                          <a:pt x="17" y="25"/>
                        </a:cubicBezTo>
                        <a:cubicBezTo>
                          <a:pt x="20" y="22"/>
                          <a:pt x="24" y="20"/>
                          <a:pt x="26" y="16"/>
                        </a:cubicBezTo>
                        <a:cubicBezTo>
                          <a:pt x="27" y="14"/>
                          <a:pt x="29" y="14"/>
                          <a:pt x="31" y="14"/>
                        </a:cubicBezTo>
                        <a:cubicBezTo>
                          <a:pt x="32" y="17"/>
                          <a:pt x="28" y="17"/>
                          <a:pt x="28" y="19"/>
                        </a:cubicBezTo>
                        <a:cubicBezTo>
                          <a:pt x="29" y="19"/>
                          <a:pt x="32" y="17"/>
                          <a:pt x="32" y="21"/>
                        </a:cubicBezTo>
                        <a:cubicBezTo>
                          <a:pt x="32" y="22"/>
                          <a:pt x="32" y="22"/>
                          <a:pt x="33" y="22"/>
                        </a:cubicBezTo>
                        <a:cubicBezTo>
                          <a:pt x="36" y="21"/>
                          <a:pt x="38" y="23"/>
                          <a:pt x="39" y="25"/>
                        </a:cubicBezTo>
                        <a:cubicBezTo>
                          <a:pt x="39" y="18"/>
                          <a:pt x="39" y="18"/>
                          <a:pt x="46" y="17"/>
                        </a:cubicBezTo>
                        <a:cubicBezTo>
                          <a:pt x="48" y="17"/>
                          <a:pt x="49" y="17"/>
                          <a:pt x="52" y="15"/>
                        </a:cubicBezTo>
                        <a:cubicBezTo>
                          <a:pt x="49" y="15"/>
                          <a:pt x="47" y="16"/>
                          <a:pt x="45" y="16"/>
                        </a:cubicBezTo>
                        <a:cubicBezTo>
                          <a:pt x="43" y="16"/>
                          <a:pt x="40" y="15"/>
                          <a:pt x="41" y="13"/>
                        </a:cubicBezTo>
                        <a:cubicBezTo>
                          <a:pt x="43" y="10"/>
                          <a:pt x="41" y="9"/>
                          <a:pt x="39" y="8"/>
                        </a:cubicBezTo>
                        <a:cubicBezTo>
                          <a:pt x="41" y="5"/>
                          <a:pt x="44" y="3"/>
                          <a:pt x="48" y="2"/>
                        </a:cubicBezTo>
                        <a:cubicBezTo>
                          <a:pt x="57" y="0"/>
                          <a:pt x="66" y="0"/>
                          <a:pt x="75" y="1"/>
                        </a:cubicBezTo>
                        <a:cubicBezTo>
                          <a:pt x="74" y="3"/>
                          <a:pt x="75" y="6"/>
                          <a:pt x="73" y="9"/>
                        </a:cubicBezTo>
                        <a:cubicBezTo>
                          <a:pt x="72" y="11"/>
                          <a:pt x="74" y="14"/>
                          <a:pt x="76" y="16"/>
                        </a:cubicBezTo>
                        <a:cubicBezTo>
                          <a:pt x="73" y="17"/>
                          <a:pt x="71" y="15"/>
                          <a:pt x="71" y="13"/>
                        </a:cubicBezTo>
                        <a:cubicBezTo>
                          <a:pt x="70" y="12"/>
                          <a:pt x="71" y="11"/>
                          <a:pt x="70" y="12"/>
                        </a:cubicBezTo>
                        <a:cubicBezTo>
                          <a:pt x="69" y="12"/>
                          <a:pt x="68" y="13"/>
                          <a:pt x="68" y="13"/>
                        </a:cubicBezTo>
                        <a:cubicBezTo>
                          <a:pt x="69" y="15"/>
                          <a:pt x="69" y="18"/>
                          <a:pt x="72" y="18"/>
                        </a:cubicBezTo>
                        <a:cubicBezTo>
                          <a:pt x="74" y="18"/>
                          <a:pt x="75" y="20"/>
                          <a:pt x="77" y="21"/>
                        </a:cubicBezTo>
                        <a:cubicBezTo>
                          <a:pt x="78" y="22"/>
                          <a:pt x="77" y="23"/>
                          <a:pt x="76" y="23"/>
                        </a:cubicBezTo>
                        <a:cubicBezTo>
                          <a:pt x="73" y="22"/>
                          <a:pt x="71" y="22"/>
                          <a:pt x="69" y="23"/>
                        </a:cubicBezTo>
                        <a:cubicBezTo>
                          <a:pt x="72" y="22"/>
                          <a:pt x="74" y="23"/>
                          <a:pt x="76" y="23"/>
                        </a:cubicBezTo>
                        <a:cubicBezTo>
                          <a:pt x="76" y="28"/>
                          <a:pt x="72" y="31"/>
                          <a:pt x="71" y="35"/>
                        </a:cubicBezTo>
                        <a:cubicBezTo>
                          <a:pt x="73" y="35"/>
                          <a:pt x="75" y="32"/>
                          <a:pt x="76" y="36"/>
                        </a:cubicBezTo>
                        <a:cubicBezTo>
                          <a:pt x="77" y="39"/>
                          <a:pt x="81" y="39"/>
                          <a:pt x="84" y="39"/>
                        </a:cubicBezTo>
                        <a:cubicBezTo>
                          <a:pt x="85" y="40"/>
                          <a:pt x="89" y="39"/>
                          <a:pt x="88" y="35"/>
                        </a:cubicBezTo>
                        <a:cubicBezTo>
                          <a:pt x="88" y="34"/>
                          <a:pt x="90" y="33"/>
                          <a:pt x="91" y="34"/>
                        </a:cubicBezTo>
                        <a:cubicBezTo>
                          <a:pt x="93" y="35"/>
                          <a:pt x="96" y="37"/>
                          <a:pt x="96" y="40"/>
                        </a:cubicBezTo>
                        <a:cubicBezTo>
                          <a:pt x="96" y="41"/>
                          <a:pt x="93" y="42"/>
                          <a:pt x="94" y="44"/>
                        </a:cubicBezTo>
                        <a:cubicBezTo>
                          <a:pt x="92" y="44"/>
                          <a:pt x="93" y="44"/>
                          <a:pt x="93" y="43"/>
                        </a:cubicBezTo>
                        <a:cubicBezTo>
                          <a:pt x="91" y="42"/>
                          <a:pt x="92" y="39"/>
                          <a:pt x="91" y="40"/>
                        </a:cubicBezTo>
                        <a:cubicBezTo>
                          <a:pt x="89" y="40"/>
                          <a:pt x="87" y="40"/>
                          <a:pt x="86" y="43"/>
                        </a:cubicBezTo>
                        <a:cubicBezTo>
                          <a:pt x="86" y="45"/>
                          <a:pt x="83" y="44"/>
                          <a:pt x="81" y="46"/>
                        </a:cubicBezTo>
                        <a:cubicBezTo>
                          <a:pt x="81" y="47"/>
                          <a:pt x="80" y="48"/>
                          <a:pt x="80" y="49"/>
                        </a:cubicBezTo>
                        <a:cubicBezTo>
                          <a:pt x="82" y="53"/>
                          <a:pt x="80" y="61"/>
                          <a:pt x="78" y="63"/>
                        </a:cubicBezTo>
                        <a:cubicBezTo>
                          <a:pt x="78" y="63"/>
                          <a:pt x="77" y="62"/>
                          <a:pt x="77" y="62"/>
                        </a:cubicBezTo>
                        <a:cubicBezTo>
                          <a:pt x="76" y="62"/>
                          <a:pt x="77" y="60"/>
                          <a:pt x="76" y="61"/>
                        </a:cubicBezTo>
                        <a:cubicBezTo>
                          <a:pt x="74" y="63"/>
                          <a:pt x="75" y="65"/>
                          <a:pt x="76" y="67"/>
                        </a:cubicBezTo>
                        <a:cubicBezTo>
                          <a:pt x="76" y="67"/>
                          <a:pt x="76" y="68"/>
                          <a:pt x="77" y="69"/>
                        </a:cubicBezTo>
                        <a:cubicBezTo>
                          <a:pt x="77" y="72"/>
                          <a:pt x="75" y="75"/>
                          <a:pt x="72" y="75"/>
                        </a:cubicBezTo>
                        <a:close/>
                      </a:path>
                    </a:pathLst>
                  </a:custGeom>
                  <a:solidFill>
                    <a:srgbClr val="BCFEB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1" name="Freeform 360"/>
                  <p:cNvSpPr/>
                  <p:nvPr/>
                </p:nvSpPr>
                <p:spPr bwMode="auto">
                  <a:xfrm>
                    <a:off x="4366" y="1546"/>
                    <a:ext cx="71" cy="48"/>
                  </a:xfrm>
                  <a:custGeom>
                    <a:avLst/>
                    <a:gdLst>
                      <a:gd name="T0" fmla="*/ 15 w 30"/>
                      <a:gd name="T1" fmla="*/ 0 h 20"/>
                      <a:gd name="T2" fmla="*/ 22 w 30"/>
                      <a:gd name="T3" fmla="*/ 2 h 20"/>
                      <a:gd name="T4" fmla="*/ 18 w 30"/>
                      <a:gd name="T5" fmla="*/ 4 h 20"/>
                      <a:gd name="T6" fmla="*/ 19 w 30"/>
                      <a:gd name="T7" fmla="*/ 7 h 20"/>
                      <a:gd name="T8" fmla="*/ 28 w 30"/>
                      <a:gd name="T9" fmla="*/ 5 h 20"/>
                      <a:gd name="T10" fmla="*/ 25 w 30"/>
                      <a:gd name="T11" fmla="*/ 10 h 20"/>
                      <a:gd name="T12" fmla="*/ 22 w 30"/>
                      <a:gd name="T13" fmla="*/ 10 h 20"/>
                      <a:gd name="T14" fmla="*/ 17 w 30"/>
                      <a:gd name="T15" fmla="*/ 19 h 20"/>
                      <a:gd name="T16" fmla="*/ 16 w 30"/>
                      <a:gd name="T17" fmla="*/ 20 h 20"/>
                      <a:gd name="T18" fmla="*/ 7 w 30"/>
                      <a:gd name="T19" fmla="*/ 16 h 20"/>
                      <a:gd name="T20" fmla="*/ 7 w 30"/>
                      <a:gd name="T21" fmla="*/ 11 h 20"/>
                      <a:gd name="T22" fmla="*/ 0 w 30"/>
                      <a:gd name="T23" fmla="*/ 13 h 20"/>
                      <a:gd name="T24" fmla="*/ 7 w 30"/>
                      <a:gd name="T25" fmla="*/ 6 h 20"/>
                      <a:gd name="T26" fmla="*/ 15 w 30"/>
                      <a:gd name="T27" fmla="*/ 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0" h="20">
                        <a:moveTo>
                          <a:pt x="15" y="0"/>
                        </a:moveTo>
                        <a:cubicBezTo>
                          <a:pt x="17" y="1"/>
                          <a:pt x="20" y="0"/>
                          <a:pt x="22" y="2"/>
                        </a:cubicBezTo>
                        <a:cubicBezTo>
                          <a:pt x="21" y="4"/>
                          <a:pt x="18" y="1"/>
                          <a:pt x="18" y="4"/>
                        </a:cubicBezTo>
                        <a:cubicBezTo>
                          <a:pt x="18" y="5"/>
                          <a:pt x="18" y="6"/>
                          <a:pt x="19" y="7"/>
                        </a:cubicBezTo>
                        <a:cubicBezTo>
                          <a:pt x="21" y="8"/>
                          <a:pt x="25" y="7"/>
                          <a:pt x="28" y="5"/>
                        </a:cubicBezTo>
                        <a:cubicBezTo>
                          <a:pt x="30" y="9"/>
                          <a:pt x="30" y="9"/>
                          <a:pt x="25" y="10"/>
                        </a:cubicBezTo>
                        <a:cubicBezTo>
                          <a:pt x="24" y="10"/>
                          <a:pt x="23" y="10"/>
                          <a:pt x="22" y="10"/>
                        </a:cubicBezTo>
                        <a:cubicBezTo>
                          <a:pt x="15" y="11"/>
                          <a:pt x="14" y="12"/>
                          <a:pt x="17" y="19"/>
                        </a:cubicBezTo>
                        <a:cubicBezTo>
                          <a:pt x="17" y="19"/>
                          <a:pt x="17" y="20"/>
                          <a:pt x="16" y="20"/>
                        </a:cubicBezTo>
                        <a:cubicBezTo>
                          <a:pt x="14" y="18"/>
                          <a:pt x="13" y="11"/>
                          <a:pt x="7" y="16"/>
                        </a:cubicBezTo>
                        <a:cubicBezTo>
                          <a:pt x="6" y="14"/>
                          <a:pt x="8" y="13"/>
                          <a:pt x="7" y="11"/>
                        </a:cubicBezTo>
                        <a:cubicBezTo>
                          <a:pt x="5" y="12"/>
                          <a:pt x="3" y="13"/>
                          <a:pt x="0" y="13"/>
                        </a:cubicBezTo>
                        <a:cubicBezTo>
                          <a:pt x="2" y="10"/>
                          <a:pt x="5" y="9"/>
                          <a:pt x="7" y="6"/>
                        </a:cubicBezTo>
                        <a:cubicBezTo>
                          <a:pt x="9" y="4"/>
                          <a:pt x="12" y="1"/>
                          <a:pt x="15" y="0"/>
                        </a:cubicBezTo>
                        <a:close/>
                      </a:path>
                    </a:pathLst>
                  </a:custGeom>
                  <a:solidFill>
                    <a:srgbClr val="B7FE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2" name="Freeform 361"/>
                  <p:cNvSpPr/>
                  <p:nvPr/>
                </p:nvSpPr>
                <p:spPr bwMode="auto">
                  <a:xfrm>
                    <a:off x="4525" y="2704"/>
                    <a:ext cx="16" cy="4"/>
                  </a:xfrm>
                  <a:custGeom>
                    <a:avLst/>
                    <a:gdLst>
                      <a:gd name="T0" fmla="*/ 7 w 7"/>
                      <a:gd name="T1" fmla="*/ 2 h 2"/>
                      <a:gd name="T2" fmla="*/ 0 w 7"/>
                      <a:gd name="T3" fmla="*/ 2 h 2"/>
                      <a:gd name="T4" fmla="*/ 7 w 7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2">
                        <a:moveTo>
                          <a:pt x="7" y="2"/>
                        </a:moveTo>
                        <a:cubicBezTo>
                          <a:pt x="4" y="2"/>
                          <a:pt x="2" y="2"/>
                          <a:pt x="0" y="2"/>
                        </a:cubicBezTo>
                        <a:cubicBezTo>
                          <a:pt x="2" y="0"/>
                          <a:pt x="5" y="1"/>
                          <a:pt x="7" y="2"/>
                        </a:cubicBezTo>
                        <a:close/>
                      </a:path>
                    </a:pathLst>
                  </a:custGeom>
                  <a:solidFill>
                    <a:srgbClr val="FDF2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3" name="Freeform 362"/>
                  <p:cNvSpPr/>
                  <p:nvPr/>
                </p:nvSpPr>
                <p:spPr bwMode="auto">
                  <a:xfrm>
                    <a:off x="4570" y="2704"/>
                    <a:ext cx="7" cy="7"/>
                  </a:xfrm>
                  <a:custGeom>
                    <a:avLst/>
                    <a:gdLst>
                      <a:gd name="T0" fmla="*/ 3 w 3"/>
                      <a:gd name="T1" fmla="*/ 2 h 3"/>
                      <a:gd name="T2" fmla="*/ 0 w 3"/>
                      <a:gd name="T3" fmla="*/ 2 h 3"/>
                      <a:gd name="T4" fmla="*/ 1 w 3"/>
                      <a:gd name="T5" fmla="*/ 0 h 3"/>
                      <a:gd name="T6" fmla="*/ 2 w 3"/>
                      <a:gd name="T7" fmla="*/ 0 h 3"/>
                      <a:gd name="T8" fmla="*/ 3 w 3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3">
                        <a:moveTo>
                          <a:pt x="3" y="2"/>
                        </a:moveTo>
                        <a:cubicBezTo>
                          <a:pt x="2" y="1"/>
                          <a:pt x="1" y="3"/>
                          <a:pt x="0" y="2"/>
                        </a:cubicBezTo>
                        <a:cubicBezTo>
                          <a:pt x="0" y="2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1"/>
                          <a:pt x="3" y="1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9B9B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4" name="Freeform 363"/>
                  <p:cNvSpPr/>
                  <p:nvPr/>
                </p:nvSpPr>
                <p:spPr bwMode="auto">
                  <a:xfrm>
                    <a:off x="4615" y="2699"/>
                    <a:ext cx="9" cy="7"/>
                  </a:xfrm>
                  <a:custGeom>
                    <a:avLst/>
                    <a:gdLst>
                      <a:gd name="T0" fmla="*/ 4 w 4"/>
                      <a:gd name="T1" fmla="*/ 1 h 3"/>
                      <a:gd name="T2" fmla="*/ 0 w 4"/>
                      <a:gd name="T3" fmla="*/ 1 h 3"/>
                      <a:gd name="T4" fmla="*/ 4 w 4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4" y="1"/>
                        </a:moveTo>
                        <a:cubicBezTo>
                          <a:pt x="3" y="3"/>
                          <a:pt x="2" y="1"/>
                          <a:pt x="0" y="1"/>
                        </a:cubicBezTo>
                        <a:cubicBezTo>
                          <a:pt x="2" y="0"/>
                          <a:pt x="3" y="0"/>
                          <a:pt x="4" y="1"/>
                        </a:cubicBezTo>
                        <a:close/>
                      </a:path>
                    </a:pathLst>
                  </a:custGeom>
                  <a:solidFill>
                    <a:srgbClr val="A5978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5" name="Freeform 364"/>
                  <p:cNvSpPr/>
                  <p:nvPr/>
                </p:nvSpPr>
                <p:spPr bwMode="auto">
                  <a:xfrm>
                    <a:off x="4582" y="2701"/>
                    <a:ext cx="11" cy="5"/>
                  </a:xfrm>
                  <a:custGeom>
                    <a:avLst/>
                    <a:gdLst>
                      <a:gd name="T0" fmla="*/ 5 w 5"/>
                      <a:gd name="T1" fmla="*/ 0 h 2"/>
                      <a:gd name="T2" fmla="*/ 0 w 5"/>
                      <a:gd name="T3" fmla="*/ 1 h 2"/>
                      <a:gd name="T4" fmla="*/ 5 w 5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2">
                        <a:moveTo>
                          <a:pt x="5" y="0"/>
                        </a:moveTo>
                        <a:cubicBezTo>
                          <a:pt x="3" y="2"/>
                          <a:pt x="2" y="1"/>
                          <a:pt x="0" y="1"/>
                        </a:cubicBezTo>
                        <a:cubicBezTo>
                          <a:pt x="1" y="0"/>
                          <a:pt x="3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A5978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6" name="Freeform 365"/>
                  <p:cNvSpPr/>
                  <p:nvPr/>
                </p:nvSpPr>
                <p:spPr bwMode="auto">
                  <a:xfrm>
                    <a:off x="4558" y="2706"/>
                    <a:ext cx="7" cy="5"/>
                  </a:xfrm>
                  <a:custGeom>
                    <a:avLst/>
                    <a:gdLst>
                      <a:gd name="T0" fmla="*/ 3 w 3"/>
                      <a:gd name="T1" fmla="*/ 0 h 2"/>
                      <a:gd name="T2" fmla="*/ 1 w 3"/>
                      <a:gd name="T3" fmla="*/ 2 h 2"/>
                      <a:gd name="T4" fmla="*/ 0 w 3"/>
                      <a:gd name="T5" fmla="*/ 0 h 2"/>
                      <a:gd name="T6" fmla="*/ 3 w 3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2">
                        <a:moveTo>
                          <a:pt x="3" y="0"/>
                        </a:moveTo>
                        <a:cubicBezTo>
                          <a:pt x="3" y="1"/>
                          <a:pt x="2" y="2"/>
                          <a:pt x="1" y="2"/>
                        </a:cubicBezTo>
                        <a:cubicBezTo>
                          <a:pt x="1" y="2"/>
                          <a:pt x="1" y="0"/>
                          <a:pt x="0" y="0"/>
                        </a:cubicBezTo>
                        <a:cubicBezTo>
                          <a:pt x="1" y="0"/>
                          <a:pt x="2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9B9B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7" name="Freeform 366"/>
                  <p:cNvSpPr/>
                  <p:nvPr/>
                </p:nvSpPr>
                <p:spPr bwMode="auto">
                  <a:xfrm>
                    <a:off x="4643" y="2506"/>
                    <a:ext cx="69" cy="15"/>
                  </a:xfrm>
                  <a:custGeom>
                    <a:avLst/>
                    <a:gdLst>
                      <a:gd name="T0" fmla="*/ 19 w 29"/>
                      <a:gd name="T1" fmla="*/ 3 h 6"/>
                      <a:gd name="T2" fmla="*/ 17 w 29"/>
                      <a:gd name="T3" fmla="*/ 5 h 6"/>
                      <a:gd name="T4" fmla="*/ 8 w 29"/>
                      <a:gd name="T5" fmla="*/ 5 h 6"/>
                      <a:gd name="T6" fmla="*/ 1 w 29"/>
                      <a:gd name="T7" fmla="*/ 4 h 6"/>
                      <a:gd name="T8" fmla="*/ 2 w 29"/>
                      <a:gd name="T9" fmla="*/ 2 h 6"/>
                      <a:gd name="T10" fmla="*/ 13 w 29"/>
                      <a:gd name="T11" fmla="*/ 0 h 6"/>
                      <a:gd name="T12" fmla="*/ 29 w 29"/>
                      <a:gd name="T13" fmla="*/ 2 h 6"/>
                      <a:gd name="T14" fmla="*/ 19 w 29"/>
                      <a:gd name="T15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9" h="6">
                        <a:moveTo>
                          <a:pt x="19" y="3"/>
                        </a:moveTo>
                        <a:cubicBezTo>
                          <a:pt x="19" y="4"/>
                          <a:pt x="18" y="5"/>
                          <a:pt x="17" y="5"/>
                        </a:cubicBezTo>
                        <a:cubicBezTo>
                          <a:pt x="14" y="3"/>
                          <a:pt x="10" y="4"/>
                          <a:pt x="8" y="5"/>
                        </a:cubicBezTo>
                        <a:cubicBezTo>
                          <a:pt x="5" y="6"/>
                          <a:pt x="3" y="4"/>
                          <a:pt x="1" y="4"/>
                        </a:cubicBezTo>
                        <a:cubicBezTo>
                          <a:pt x="0" y="4"/>
                          <a:pt x="2" y="3"/>
                          <a:pt x="2" y="2"/>
                        </a:cubicBezTo>
                        <a:cubicBezTo>
                          <a:pt x="6" y="1"/>
                          <a:pt x="10" y="1"/>
                          <a:pt x="13" y="0"/>
                        </a:cubicBezTo>
                        <a:cubicBezTo>
                          <a:pt x="18" y="2"/>
                          <a:pt x="24" y="0"/>
                          <a:pt x="29" y="2"/>
                        </a:cubicBezTo>
                        <a:cubicBezTo>
                          <a:pt x="26" y="4"/>
                          <a:pt x="23" y="4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A4937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8" name="Freeform 367"/>
                  <p:cNvSpPr/>
                  <p:nvPr/>
                </p:nvSpPr>
                <p:spPr bwMode="auto">
                  <a:xfrm>
                    <a:off x="4646" y="2476"/>
                    <a:ext cx="19" cy="9"/>
                  </a:xfrm>
                  <a:custGeom>
                    <a:avLst/>
                    <a:gdLst>
                      <a:gd name="T0" fmla="*/ 0 w 8"/>
                      <a:gd name="T1" fmla="*/ 3 h 4"/>
                      <a:gd name="T2" fmla="*/ 6 w 8"/>
                      <a:gd name="T3" fmla="*/ 1 h 4"/>
                      <a:gd name="T4" fmla="*/ 4 w 8"/>
                      <a:gd name="T5" fmla="*/ 3 h 4"/>
                      <a:gd name="T6" fmla="*/ 0 w 8"/>
                      <a:gd name="T7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4">
                        <a:moveTo>
                          <a:pt x="0" y="3"/>
                        </a:moveTo>
                        <a:cubicBezTo>
                          <a:pt x="2" y="2"/>
                          <a:pt x="4" y="0"/>
                          <a:pt x="6" y="1"/>
                        </a:cubicBezTo>
                        <a:cubicBezTo>
                          <a:pt x="8" y="3"/>
                          <a:pt x="6" y="4"/>
                          <a:pt x="4" y="3"/>
                        </a:cubicBezTo>
                        <a:cubicBezTo>
                          <a:pt x="3" y="3"/>
                          <a:pt x="2" y="4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FEE4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19" name="Freeform 368"/>
                  <p:cNvSpPr/>
                  <p:nvPr/>
                </p:nvSpPr>
                <p:spPr bwMode="auto">
                  <a:xfrm>
                    <a:off x="4639" y="2473"/>
                    <a:ext cx="9" cy="7"/>
                  </a:xfrm>
                  <a:custGeom>
                    <a:avLst/>
                    <a:gdLst>
                      <a:gd name="T0" fmla="*/ 0 w 4"/>
                      <a:gd name="T1" fmla="*/ 0 h 3"/>
                      <a:gd name="T2" fmla="*/ 3 w 4"/>
                      <a:gd name="T3" fmla="*/ 0 h 3"/>
                      <a:gd name="T4" fmla="*/ 3 w 4"/>
                      <a:gd name="T5" fmla="*/ 2 h 3"/>
                      <a:gd name="T6" fmla="*/ 0 w 4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  <a:cubicBezTo>
                          <a:pt x="4" y="1"/>
                          <a:pt x="3" y="2"/>
                          <a:pt x="3" y="2"/>
                        </a:cubicBezTo>
                        <a:cubicBezTo>
                          <a:pt x="1" y="3"/>
                          <a:pt x="0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E4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0" name="Freeform 369"/>
                  <p:cNvSpPr/>
                  <p:nvPr/>
                </p:nvSpPr>
                <p:spPr bwMode="auto">
                  <a:xfrm>
                    <a:off x="4532" y="2452"/>
                    <a:ext cx="12" cy="4"/>
                  </a:xfrm>
                  <a:custGeom>
                    <a:avLst/>
                    <a:gdLst>
                      <a:gd name="T0" fmla="*/ 0 w 5"/>
                      <a:gd name="T1" fmla="*/ 0 h 2"/>
                      <a:gd name="T2" fmla="*/ 5 w 5"/>
                      <a:gd name="T3" fmla="*/ 1 h 2"/>
                      <a:gd name="T4" fmla="*/ 0 w 5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2">
                        <a:moveTo>
                          <a:pt x="0" y="0"/>
                        </a:moveTo>
                        <a:cubicBezTo>
                          <a:pt x="2" y="1"/>
                          <a:pt x="3" y="0"/>
                          <a:pt x="5" y="1"/>
                        </a:cubicBezTo>
                        <a:cubicBezTo>
                          <a:pt x="3" y="1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ECA9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1" name="Freeform 370"/>
                  <p:cNvSpPr/>
                  <p:nvPr/>
                </p:nvSpPr>
                <p:spPr bwMode="auto">
                  <a:xfrm>
                    <a:off x="4280" y="1682"/>
                    <a:ext cx="150" cy="233"/>
                  </a:xfrm>
                  <a:custGeom>
                    <a:avLst/>
                    <a:gdLst>
                      <a:gd name="T0" fmla="*/ 62 w 63"/>
                      <a:gd name="T1" fmla="*/ 45 h 98"/>
                      <a:gd name="T2" fmla="*/ 55 w 63"/>
                      <a:gd name="T3" fmla="*/ 68 h 98"/>
                      <a:gd name="T4" fmla="*/ 53 w 63"/>
                      <a:gd name="T5" fmla="*/ 82 h 98"/>
                      <a:gd name="T6" fmla="*/ 49 w 63"/>
                      <a:gd name="T7" fmla="*/ 93 h 98"/>
                      <a:gd name="T8" fmla="*/ 40 w 63"/>
                      <a:gd name="T9" fmla="*/ 97 h 98"/>
                      <a:gd name="T10" fmla="*/ 26 w 63"/>
                      <a:gd name="T11" fmla="*/ 97 h 98"/>
                      <a:gd name="T12" fmla="*/ 17 w 63"/>
                      <a:gd name="T13" fmla="*/ 92 h 98"/>
                      <a:gd name="T14" fmla="*/ 17 w 63"/>
                      <a:gd name="T15" fmla="*/ 74 h 98"/>
                      <a:gd name="T16" fmla="*/ 18 w 63"/>
                      <a:gd name="T17" fmla="*/ 57 h 98"/>
                      <a:gd name="T18" fmla="*/ 17 w 63"/>
                      <a:gd name="T19" fmla="*/ 55 h 98"/>
                      <a:gd name="T20" fmla="*/ 13 w 63"/>
                      <a:gd name="T21" fmla="*/ 47 h 98"/>
                      <a:gd name="T22" fmla="*/ 9 w 63"/>
                      <a:gd name="T23" fmla="*/ 44 h 98"/>
                      <a:gd name="T24" fmla="*/ 1 w 63"/>
                      <a:gd name="T25" fmla="*/ 37 h 98"/>
                      <a:gd name="T26" fmla="*/ 15 w 63"/>
                      <a:gd name="T27" fmla="*/ 5 h 98"/>
                      <a:gd name="T28" fmla="*/ 15 w 63"/>
                      <a:gd name="T29" fmla="*/ 4 h 98"/>
                      <a:gd name="T30" fmla="*/ 33 w 63"/>
                      <a:gd name="T31" fmla="*/ 3 h 98"/>
                      <a:gd name="T32" fmla="*/ 40 w 63"/>
                      <a:gd name="T33" fmla="*/ 16 h 98"/>
                      <a:gd name="T34" fmla="*/ 41 w 63"/>
                      <a:gd name="T35" fmla="*/ 24 h 98"/>
                      <a:gd name="T36" fmla="*/ 45 w 63"/>
                      <a:gd name="T37" fmla="*/ 20 h 98"/>
                      <a:gd name="T38" fmla="*/ 55 w 63"/>
                      <a:gd name="T39" fmla="*/ 18 h 98"/>
                      <a:gd name="T40" fmla="*/ 58 w 63"/>
                      <a:gd name="T41" fmla="*/ 20 h 98"/>
                      <a:gd name="T42" fmla="*/ 55 w 63"/>
                      <a:gd name="T43" fmla="*/ 28 h 98"/>
                      <a:gd name="T44" fmla="*/ 54 w 63"/>
                      <a:gd name="T45" fmla="*/ 28 h 98"/>
                      <a:gd name="T46" fmla="*/ 48 w 63"/>
                      <a:gd name="T47" fmla="*/ 29 h 98"/>
                      <a:gd name="T48" fmla="*/ 51 w 63"/>
                      <a:gd name="T49" fmla="*/ 32 h 98"/>
                      <a:gd name="T50" fmla="*/ 57 w 63"/>
                      <a:gd name="T51" fmla="*/ 35 h 98"/>
                      <a:gd name="T52" fmla="*/ 63 w 63"/>
                      <a:gd name="T53" fmla="*/ 39 h 98"/>
                      <a:gd name="T54" fmla="*/ 62 w 63"/>
                      <a:gd name="T55" fmla="*/ 45 h 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63" h="98">
                        <a:moveTo>
                          <a:pt x="62" y="45"/>
                        </a:moveTo>
                        <a:cubicBezTo>
                          <a:pt x="60" y="53"/>
                          <a:pt x="58" y="60"/>
                          <a:pt x="55" y="68"/>
                        </a:cubicBezTo>
                        <a:cubicBezTo>
                          <a:pt x="54" y="73"/>
                          <a:pt x="56" y="78"/>
                          <a:pt x="53" y="82"/>
                        </a:cubicBezTo>
                        <a:cubicBezTo>
                          <a:pt x="51" y="85"/>
                          <a:pt x="50" y="89"/>
                          <a:pt x="49" y="93"/>
                        </a:cubicBezTo>
                        <a:cubicBezTo>
                          <a:pt x="48" y="97"/>
                          <a:pt x="44" y="98"/>
                          <a:pt x="40" y="97"/>
                        </a:cubicBezTo>
                        <a:cubicBezTo>
                          <a:pt x="35" y="97"/>
                          <a:pt x="31" y="98"/>
                          <a:pt x="26" y="97"/>
                        </a:cubicBezTo>
                        <a:cubicBezTo>
                          <a:pt x="22" y="97"/>
                          <a:pt x="19" y="95"/>
                          <a:pt x="17" y="92"/>
                        </a:cubicBezTo>
                        <a:cubicBezTo>
                          <a:pt x="16" y="86"/>
                          <a:pt x="18" y="80"/>
                          <a:pt x="17" y="74"/>
                        </a:cubicBezTo>
                        <a:cubicBezTo>
                          <a:pt x="16" y="68"/>
                          <a:pt x="17" y="63"/>
                          <a:pt x="18" y="57"/>
                        </a:cubicBezTo>
                        <a:cubicBezTo>
                          <a:pt x="18" y="56"/>
                          <a:pt x="18" y="55"/>
                          <a:pt x="17" y="55"/>
                        </a:cubicBezTo>
                        <a:cubicBezTo>
                          <a:pt x="14" y="53"/>
                          <a:pt x="13" y="50"/>
                          <a:pt x="13" y="47"/>
                        </a:cubicBezTo>
                        <a:cubicBezTo>
                          <a:pt x="14" y="44"/>
                          <a:pt x="11" y="44"/>
                          <a:pt x="9" y="44"/>
                        </a:cubicBezTo>
                        <a:cubicBezTo>
                          <a:pt x="2" y="44"/>
                          <a:pt x="0" y="43"/>
                          <a:pt x="1" y="37"/>
                        </a:cubicBezTo>
                        <a:cubicBezTo>
                          <a:pt x="4" y="25"/>
                          <a:pt x="8" y="14"/>
                          <a:pt x="15" y="5"/>
                        </a:cubicBezTo>
                        <a:cubicBezTo>
                          <a:pt x="15" y="4"/>
                          <a:pt x="15" y="4"/>
                          <a:pt x="15" y="4"/>
                        </a:cubicBezTo>
                        <a:cubicBezTo>
                          <a:pt x="21" y="0"/>
                          <a:pt x="27" y="2"/>
                          <a:pt x="33" y="3"/>
                        </a:cubicBezTo>
                        <a:cubicBezTo>
                          <a:pt x="39" y="5"/>
                          <a:pt x="40" y="10"/>
                          <a:pt x="40" y="16"/>
                        </a:cubicBezTo>
                        <a:cubicBezTo>
                          <a:pt x="40" y="18"/>
                          <a:pt x="41" y="21"/>
                          <a:pt x="41" y="24"/>
                        </a:cubicBezTo>
                        <a:cubicBezTo>
                          <a:pt x="42" y="22"/>
                          <a:pt x="44" y="21"/>
                          <a:pt x="45" y="20"/>
                        </a:cubicBezTo>
                        <a:cubicBezTo>
                          <a:pt x="48" y="18"/>
                          <a:pt x="52" y="20"/>
                          <a:pt x="55" y="18"/>
                        </a:cubicBezTo>
                        <a:cubicBezTo>
                          <a:pt x="56" y="17"/>
                          <a:pt x="57" y="18"/>
                          <a:pt x="58" y="20"/>
                        </a:cubicBezTo>
                        <a:cubicBezTo>
                          <a:pt x="58" y="21"/>
                          <a:pt x="55" y="28"/>
                          <a:pt x="55" y="28"/>
                        </a:cubicBezTo>
                        <a:cubicBezTo>
                          <a:pt x="54" y="28"/>
                          <a:pt x="55" y="28"/>
                          <a:pt x="54" y="28"/>
                        </a:cubicBezTo>
                        <a:cubicBezTo>
                          <a:pt x="52" y="27"/>
                          <a:pt x="51" y="30"/>
                          <a:pt x="48" y="29"/>
                        </a:cubicBezTo>
                        <a:cubicBezTo>
                          <a:pt x="50" y="29"/>
                          <a:pt x="52" y="28"/>
                          <a:pt x="51" y="32"/>
                        </a:cubicBezTo>
                        <a:cubicBezTo>
                          <a:pt x="51" y="34"/>
                          <a:pt x="55" y="36"/>
                          <a:pt x="57" y="35"/>
                        </a:cubicBezTo>
                        <a:cubicBezTo>
                          <a:pt x="61" y="33"/>
                          <a:pt x="63" y="35"/>
                          <a:pt x="63" y="39"/>
                        </a:cubicBezTo>
                        <a:cubicBezTo>
                          <a:pt x="62" y="41"/>
                          <a:pt x="62" y="43"/>
                          <a:pt x="62" y="45"/>
                        </a:cubicBezTo>
                        <a:close/>
                      </a:path>
                    </a:pathLst>
                  </a:custGeom>
                  <a:solidFill>
                    <a:srgbClr val="B5FEA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2" name="Freeform 371"/>
                  <p:cNvSpPr/>
                  <p:nvPr/>
                </p:nvSpPr>
                <p:spPr bwMode="auto">
                  <a:xfrm>
                    <a:off x="4309" y="1630"/>
                    <a:ext cx="133" cy="99"/>
                  </a:xfrm>
                  <a:custGeom>
                    <a:avLst/>
                    <a:gdLst>
                      <a:gd name="T0" fmla="*/ 28 w 56"/>
                      <a:gd name="T1" fmla="*/ 38 h 42"/>
                      <a:gd name="T2" fmla="*/ 27 w 56"/>
                      <a:gd name="T3" fmla="*/ 34 h 42"/>
                      <a:gd name="T4" fmla="*/ 21 w 56"/>
                      <a:gd name="T5" fmla="*/ 26 h 42"/>
                      <a:gd name="T6" fmla="*/ 19 w 56"/>
                      <a:gd name="T7" fmla="*/ 24 h 42"/>
                      <a:gd name="T8" fmla="*/ 4 w 56"/>
                      <a:gd name="T9" fmla="*/ 25 h 42"/>
                      <a:gd name="T10" fmla="*/ 3 w 56"/>
                      <a:gd name="T11" fmla="*/ 27 h 42"/>
                      <a:gd name="T12" fmla="*/ 3 w 56"/>
                      <a:gd name="T13" fmla="*/ 27 h 42"/>
                      <a:gd name="T14" fmla="*/ 1 w 56"/>
                      <a:gd name="T15" fmla="*/ 25 h 42"/>
                      <a:gd name="T16" fmla="*/ 4 w 56"/>
                      <a:gd name="T17" fmla="*/ 20 h 42"/>
                      <a:gd name="T18" fmla="*/ 8 w 56"/>
                      <a:gd name="T19" fmla="*/ 20 h 42"/>
                      <a:gd name="T20" fmla="*/ 19 w 56"/>
                      <a:gd name="T21" fmla="*/ 20 h 42"/>
                      <a:gd name="T22" fmla="*/ 25 w 56"/>
                      <a:gd name="T23" fmla="*/ 18 h 42"/>
                      <a:gd name="T24" fmla="*/ 36 w 56"/>
                      <a:gd name="T25" fmla="*/ 10 h 42"/>
                      <a:gd name="T26" fmla="*/ 46 w 56"/>
                      <a:gd name="T27" fmla="*/ 6 h 42"/>
                      <a:gd name="T28" fmla="*/ 56 w 56"/>
                      <a:gd name="T29" fmla="*/ 0 h 42"/>
                      <a:gd name="T30" fmla="*/ 51 w 56"/>
                      <a:gd name="T31" fmla="*/ 19 h 42"/>
                      <a:gd name="T32" fmla="*/ 51 w 56"/>
                      <a:gd name="T33" fmla="*/ 20 h 42"/>
                      <a:gd name="T34" fmla="*/ 48 w 56"/>
                      <a:gd name="T35" fmla="*/ 23 h 42"/>
                      <a:gd name="T36" fmla="*/ 36 w 56"/>
                      <a:gd name="T37" fmla="*/ 38 h 42"/>
                      <a:gd name="T38" fmla="*/ 33 w 56"/>
                      <a:gd name="T39" fmla="*/ 41 h 42"/>
                      <a:gd name="T40" fmla="*/ 28 w 56"/>
                      <a:gd name="T41" fmla="*/ 38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56" h="42">
                        <a:moveTo>
                          <a:pt x="28" y="38"/>
                        </a:moveTo>
                        <a:cubicBezTo>
                          <a:pt x="27" y="37"/>
                          <a:pt x="27" y="36"/>
                          <a:pt x="27" y="34"/>
                        </a:cubicBezTo>
                        <a:cubicBezTo>
                          <a:pt x="27" y="30"/>
                          <a:pt x="24" y="28"/>
                          <a:pt x="21" y="26"/>
                        </a:cubicBezTo>
                        <a:cubicBezTo>
                          <a:pt x="21" y="25"/>
                          <a:pt x="20" y="24"/>
                          <a:pt x="19" y="24"/>
                        </a:cubicBezTo>
                        <a:cubicBezTo>
                          <a:pt x="14" y="25"/>
                          <a:pt x="9" y="23"/>
                          <a:pt x="4" y="25"/>
                        </a:cubicBezTo>
                        <a:cubicBezTo>
                          <a:pt x="3" y="26"/>
                          <a:pt x="3" y="26"/>
                          <a:pt x="3" y="27"/>
                        </a:cubicBezTo>
                        <a:cubicBezTo>
                          <a:pt x="3" y="27"/>
                          <a:pt x="3" y="27"/>
                          <a:pt x="3" y="27"/>
                        </a:cubicBezTo>
                        <a:cubicBezTo>
                          <a:pt x="2" y="26"/>
                          <a:pt x="0" y="27"/>
                          <a:pt x="1" y="25"/>
                        </a:cubicBezTo>
                        <a:cubicBezTo>
                          <a:pt x="1" y="23"/>
                          <a:pt x="1" y="21"/>
                          <a:pt x="4" y="20"/>
                        </a:cubicBezTo>
                        <a:cubicBezTo>
                          <a:pt x="5" y="20"/>
                          <a:pt x="6" y="20"/>
                          <a:pt x="8" y="20"/>
                        </a:cubicBezTo>
                        <a:cubicBezTo>
                          <a:pt x="11" y="20"/>
                          <a:pt x="15" y="20"/>
                          <a:pt x="19" y="20"/>
                        </a:cubicBezTo>
                        <a:cubicBezTo>
                          <a:pt x="21" y="20"/>
                          <a:pt x="24" y="20"/>
                          <a:pt x="25" y="18"/>
                        </a:cubicBezTo>
                        <a:cubicBezTo>
                          <a:pt x="28" y="15"/>
                          <a:pt x="33" y="14"/>
                          <a:pt x="36" y="10"/>
                        </a:cubicBezTo>
                        <a:cubicBezTo>
                          <a:pt x="38" y="7"/>
                          <a:pt x="42" y="7"/>
                          <a:pt x="46" y="6"/>
                        </a:cubicBezTo>
                        <a:cubicBezTo>
                          <a:pt x="49" y="4"/>
                          <a:pt x="52" y="2"/>
                          <a:pt x="56" y="0"/>
                        </a:cubicBezTo>
                        <a:cubicBezTo>
                          <a:pt x="56" y="7"/>
                          <a:pt x="54" y="13"/>
                          <a:pt x="51" y="19"/>
                        </a:cubicBezTo>
                        <a:cubicBezTo>
                          <a:pt x="51" y="19"/>
                          <a:pt x="51" y="19"/>
                          <a:pt x="51" y="20"/>
                        </a:cubicBezTo>
                        <a:cubicBezTo>
                          <a:pt x="50" y="21"/>
                          <a:pt x="49" y="22"/>
                          <a:pt x="48" y="23"/>
                        </a:cubicBezTo>
                        <a:cubicBezTo>
                          <a:pt x="44" y="28"/>
                          <a:pt x="39" y="32"/>
                          <a:pt x="36" y="38"/>
                        </a:cubicBezTo>
                        <a:cubicBezTo>
                          <a:pt x="35" y="39"/>
                          <a:pt x="34" y="40"/>
                          <a:pt x="33" y="41"/>
                        </a:cubicBezTo>
                        <a:cubicBezTo>
                          <a:pt x="30" y="42"/>
                          <a:pt x="28" y="42"/>
                          <a:pt x="28" y="38"/>
                        </a:cubicBezTo>
                        <a:close/>
                      </a:path>
                    </a:pathLst>
                  </a:custGeom>
                  <a:solidFill>
                    <a:srgbClr val="DAFE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3" name="Freeform 372"/>
                  <p:cNvSpPr/>
                  <p:nvPr/>
                </p:nvSpPr>
                <p:spPr bwMode="auto">
                  <a:xfrm>
                    <a:off x="4774" y="1442"/>
                    <a:ext cx="171" cy="126"/>
                  </a:xfrm>
                  <a:custGeom>
                    <a:avLst/>
                    <a:gdLst>
                      <a:gd name="T0" fmla="*/ 1 w 72"/>
                      <a:gd name="T1" fmla="*/ 22 h 53"/>
                      <a:gd name="T2" fmla="*/ 0 w 72"/>
                      <a:gd name="T3" fmla="*/ 21 h 53"/>
                      <a:gd name="T4" fmla="*/ 4 w 72"/>
                      <a:gd name="T5" fmla="*/ 10 h 53"/>
                      <a:gd name="T6" fmla="*/ 7 w 72"/>
                      <a:gd name="T7" fmla="*/ 4 h 53"/>
                      <a:gd name="T8" fmla="*/ 19 w 72"/>
                      <a:gd name="T9" fmla="*/ 3 h 53"/>
                      <a:gd name="T10" fmla="*/ 20 w 72"/>
                      <a:gd name="T11" fmla="*/ 3 h 53"/>
                      <a:gd name="T12" fmla="*/ 24 w 72"/>
                      <a:gd name="T13" fmla="*/ 1 h 53"/>
                      <a:gd name="T14" fmla="*/ 25 w 72"/>
                      <a:gd name="T15" fmla="*/ 0 h 53"/>
                      <a:gd name="T16" fmla="*/ 35 w 72"/>
                      <a:gd name="T17" fmla="*/ 2 h 53"/>
                      <a:gd name="T18" fmla="*/ 41 w 72"/>
                      <a:gd name="T19" fmla="*/ 5 h 53"/>
                      <a:gd name="T20" fmla="*/ 51 w 72"/>
                      <a:gd name="T21" fmla="*/ 11 h 53"/>
                      <a:gd name="T22" fmla="*/ 56 w 72"/>
                      <a:gd name="T23" fmla="*/ 14 h 53"/>
                      <a:gd name="T24" fmla="*/ 57 w 72"/>
                      <a:gd name="T25" fmla="*/ 16 h 53"/>
                      <a:gd name="T26" fmla="*/ 58 w 72"/>
                      <a:gd name="T27" fmla="*/ 19 h 53"/>
                      <a:gd name="T28" fmla="*/ 67 w 72"/>
                      <a:gd name="T29" fmla="*/ 19 h 53"/>
                      <a:gd name="T30" fmla="*/ 68 w 72"/>
                      <a:gd name="T31" fmla="*/ 21 h 53"/>
                      <a:gd name="T32" fmla="*/ 70 w 72"/>
                      <a:gd name="T33" fmla="*/ 25 h 53"/>
                      <a:gd name="T34" fmla="*/ 68 w 72"/>
                      <a:gd name="T35" fmla="*/ 41 h 53"/>
                      <a:gd name="T36" fmla="*/ 68 w 72"/>
                      <a:gd name="T37" fmla="*/ 45 h 53"/>
                      <a:gd name="T38" fmla="*/ 62 w 72"/>
                      <a:gd name="T39" fmla="*/ 49 h 53"/>
                      <a:gd name="T40" fmla="*/ 60 w 72"/>
                      <a:gd name="T41" fmla="*/ 52 h 53"/>
                      <a:gd name="T42" fmla="*/ 59 w 72"/>
                      <a:gd name="T43" fmla="*/ 53 h 53"/>
                      <a:gd name="T44" fmla="*/ 33 w 72"/>
                      <a:gd name="T45" fmla="*/ 52 h 53"/>
                      <a:gd name="T46" fmla="*/ 31 w 72"/>
                      <a:gd name="T47" fmla="*/ 51 h 53"/>
                      <a:gd name="T48" fmla="*/ 28 w 72"/>
                      <a:gd name="T49" fmla="*/ 51 h 53"/>
                      <a:gd name="T50" fmla="*/ 28 w 72"/>
                      <a:gd name="T51" fmla="*/ 50 h 53"/>
                      <a:gd name="T52" fmla="*/ 24 w 72"/>
                      <a:gd name="T53" fmla="*/ 34 h 53"/>
                      <a:gd name="T54" fmla="*/ 11 w 72"/>
                      <a:gd name="T55" fmla="*/ 26 h 53"/>
                      <a:gd name="T56" fmla="*/ 6 w 72"/>
                      <a:gd name="T57" fmla="*/ 24 h 53"/>
                      <a:gd name="T58" fmla="*/ 1 w 72"/>
                      <a:gd name="T59" fmla="*/ 22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72" h="53">
                        <a:moveTo>
                          <a:pt x="1" y="22"/>
                        </a:moveTo>
                        <a:cubicBezTo>
                          <a:pt x="0" y="22"/>
                          <a:pt x="0" y="22"/>
                          <a:pt x="0" y="21"/>
                        </a:cubicBezTo>
                        <a:cubicBezTo>
                          <a:pt x="1" y="17"/>
                          <a:pt x="2" y="13"/>
                          <a:pt x="4" y="10"/>
                        </a:cubicBezTo>
                        <a:cubicBezTo>
                          <a:pt x="6" y="8"/>
                          <a:pt x="5" y="6"/>
                          <a:pt x="7" y="4"/>
                        </a:cubicBezTo>
                        <a:cubicBezTo>
                          <a:pt x="11" y="1"/>
                          <a:pt x="15" y="1"/>
                          <a:pt x="19" y="3"/>
                        </a:cubicBezTo>
                        <a:cubicBezTo>
                          <a:pt x="19" y="3"/>
                          <a:pt x="19" y="3"/>
                          <a:pt x="20" y="3"/>
                        </a:cubicBezTo>
                        <a:cubicBezTo>
                          <a:pt x="23" y="5"/>
                          <a:pt x="24" y="4"/>
                          <a:pt x="24" y="1"/>
                        </a:cubicBezTo>
                        <a:cubicBezTo>
                          <a:pt x="24" y="0"/>
                          <a:pt x="24" y="0"/>
                          <a:pt x="25" y="0"/>
                        </a:cubicBezTo>
                        <a:cubicBezTo>
                          <a:pt x="28" y="4"/>
                          <a:pt x="32" y="1"/>
                          <a:pt x="35" y="2"/>
                        </a:cubicBezTo>
                        <a:cubicBezTo>
                          <a:pt x="38" y="2"/>
                          <a:pt x="38" y="5"/>
                          <a:pt x="41" y="5"/>
                        </a:cubicBezTo>
                        <a:cubicBezTo>
                          <a:pt x="46" y="4"/>
                          <a:pt x="48" y="8"/>
                          <a:pt x="51" y="11"/>
                        </a:cubicBezTo>
                        <a:cubicBezTo>
                          <a:pt x="52" y="12"/>
                          <a:pt x="54" y="13"/>
                          <a:pt x="56" y="14"/>
                        </a:cubicBezTo>
                        <a:cubicBezTo>
                          <a:pt x="56" y="15"/>
                          <a:pt x="56" y="15"/>
                          <a:pt x="57" y="16"/>
                        </a:cubicBezTo>
                        <a:cubicBezTo>
                          <a:pt x="57" y="17"/>
                          <a:pt x="58" y="18"/>
                          <a:pt x="58" y="19"/>
                        </a:cubicBezTo>
                        <a:cubicBezTo>
                          <a:pt x="61" y="20"/>
                          <a:pt x="64" y="17"/>
                          <a:pt x="67" y="19"/>
                        </a:cubicBezTo>
                        <a:cubicBezTo>
                          <a:pt x="66" y="20"/>
                          <a:pt x="67" y="21"/>
                          <a:pt x="68" y="21"/>
                        </a:cubicBezTo>
                        <a:cubicBezTo>
                          <a:pt x="69" y="22"/>
                          <a:pt x="70" y="23"/>
                          <a:pt x="70" y="25"/>
                        </a:cubicBezTo>
                        <a:cubicBezTo>
                          <a:pt x="71" y="31"/>
                          <a:pt x="72" y="36"/>
                          <a:pt x="68" y="41"/>
                        </a:cubicBezTo>
                        <a:cubicBezTo>
                          <a:pt x="67" y="42"/>
                          <a:pt x="68" y="43"/>
                          <a:pt x="68" y="45"/>
                        </a:cubicBezTo>
                        <a:cubicBezTo>
                          <a:pt x="67" y="47"/>
                          <a:pt x="65" y="50"/>
                          <a:pt x="62" y="49"/>
                        </a:cubicBezTo>
                        <a:cubicBezTo>
                          <a:pt x="60" y="49"/>
                          <a:pt x="60" y="49"/>
                          <a:pt x="60" y="52"/>
                        </a:cubicBezTo>
                        <a:cubicBezTo>
                          <a:pt x="60" y="52"/>
                          <a:pt x="59" y="53"/>
                          <a:pt x="59" y="53"/>
                        </a:cubicBezTo>
                        <a:cubicBezTo>
                          <a:pt x="50" y="52"/>
                          <a:pt x="42" y="53"/>
                          <a:pt x="33" y="52"/>
                        </a:cubicBezTo>
                        <a:cubicBezTo>
                          <a:pt x="32" y="52"/>
                          <a:pt x="31" y="52"/>
                          <a:pt x="31" y="51"/>
                        </a:cubicBezTo>
                        <a:cubicBezTo>
                          <a:pt x="30" y="47"/>
                          <a:pt x="29" y="51"/>
                          <a:pt x="28" y="51"/>
                        </a:cubicBezTo>
                        <a:cubicBezTo>
                          <a:pt x="28" y="51"/>
                          <a:pt x="28" y="50"/>
                          <a:pt x="28" y="50"/>
                        </a:cubicBezTo>
                        <a:cubicBezTo>
                          <a:pt x="30" y="44"/>
                          <a:pt x="27" y="38"/>
                          <a:pt x="24" y="34"/>
                        </a:cubicBezTo>
                        <a:cubicBezTo>
                          <a:pt x="21" y="30"/>
                          <a:pt x="16" y="27"/>
                          <a:pt x="11" y="26"/>
                        </a:cubicBezTo>
                        <a:cubicBezTo>
                          <a:pt x="8" y="26"/>
                          <a:pt x="8" y="24"/>
                          <a:pt x="6" y="24"/>
                        </a:cubicBezTo>
                        <a:cubicBezTo>
                          <a:pt x="4" y="23"/>
                          <a:pt x="2" y="22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AFC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4" name="Freeform 373"/>
                  <p:cNvSpPr/>
                  <p:nvPr/>
                </p:nvSpPr>
                <p:spPr bwMode="auto">
                  <a:xfrm>
                    <a:off x="4911" y="1347"/>
                    <a:ext cx="69" cy="104"/>
                  </a:xfrm>
                  <a:custGeom>
                    <a:avLst/>
                    <a:gdLst>
                      <a:gd name="T0" fmla="*/ 4 w 29"/>
                      <a:gd name="T1" fmla="*/ 28 h 44"/>
                      <a:gd name="T2" fmla="*/ 7 w 29"/>
                      <a:gd name="T3" fmla="*/ 21 h 44"/>
                      <a:gd name="T4" fmla="*/ 17 w 29"/>
                      <a:gd name="T5" fmla="*/ 0 h 44"/>
                      <a:gd name="T6" fmla="*/ 18 w 29"/>
                      <a:gd name="T7" fmla="*/ 17 h 44"/>
                      <a:gd name="T8" fmla="*/ 16 w 29"/>
                      <a:gd name="T9" fmla="*/ 19 h 44"/>
                      <a:gd name="T10" fmla="*/ 14 w 29"/>
                      <a:gd name="T11" fmla="*/ 23 h 44"/>
                      <a:gd name="T12" fmla="*/ 16 w 29"/>
                      <a:gd name="T13" fmla="*/ 23 h 44"/>
                      <a:gd name="T14" fmla="*/ 19 w 29"/>
                      <a:gd name="T15" fmla="*/ 22 h 44"/>
                      <a:gd name="T16" fmla="*/ 27 w 29"/>
                      <a:gd name="T17" fmla="*/ 15 h 44"/>
                      <a:gd name="T18" fmla="*/ 29 w 29"/>
                      <a:gd name="T19" fmla="*/ 15 h 44"/>
                      <a:gd name="T20" fmla="*/ 20 w 29"/>
                      <a:gd name="T21" fmla="*/ 34 h 44"/>
                      <a:gd name="T22" fmla="*/ 2 w 29"/>
                      <a:gd name="T23" fmla="*/ 41 h 44"/>
                      <a:gd name="T24" fmla="*/ 1 w 29"/>
                      <a:gd name="T25" fmla="*/ 38 h 44"/>
                      <a:gd name="T26" fmla="*/ 4 w 29"/>
                      <a:gd name="T27" fmla="*/ 28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29" h="44">
                        <a:moveTo>
                          <a:pt x="4" y="28"/>
                        </a:moveTo>
                        <a:cubicBezTo>
                          <a:pt x="6" y="26"/>
                          <a:pt x="7" y="24"/>
                          <a:pt x="7" y="21"/>
                        </a:cubicBezTo>
                        <a:cubicBezTo>
                          <a:pt x="9" y="13"/>
                          <a:pt x="13" y="6"/>
                          <a:pt x="17" y="0"/>
                        </a:cubicBezTo>
                        <a:cubicBezTo>
                          <a:pt x="23" y="6"/>
                          <a:pt x="20" y="11"/>
                          <a:pt x="18" y="17"/>
                        </a:cubicBezTo>
                        <a:cubicBezTo>
                          <a:pt x="17" y="18"/>
                          <a:pt x="16" y="19"/>
                          <a:pt x="16" y="19"/>
                        </a:cubicBezTo>
                        <a:cubicBezTo>
                          <a:pt x="12" y="19"/>
                          <a:pt x="16" y="21"/>
                          <a:pt x="14" y="23"/>
                        </a:cubicBezTo>
                        <a:cubicBezTo>
                          <a:pt x="13" y="23"/>
                          <a:pt x="15" y="23"/>
                          <a:pt x="16" y="23"/>
                        </a:cubicBezTo>
                        <a:cubicBezTo>
                          <a:pt x="17" y="24"/>
                          <a:pt x="18" y="23"/>
                          <a:pt x="19" y="22"/>
                        </a:cubicBezTo>
                        <a:cubicBezTo>
                          <a:pt x="21" y="19"/>
                          <a:pt x="25" y="18"/>
                          <a:pt x="27" y="15"/>
                        </a:cubicBezTo>
                        <a:cubicBezTo>
                          <a:pt x="28" y="14"/>
                          <a:pt x="29" y="15"/>
                          <a:pt x="29" y="15"/>
                        </a:cubicBezTo>
                        <a:cubicBezTo>
                          <a:pt x="27" y="22"/>
                          <a:pt x="22" y="27"/>
                          <a:pt x="20" y="34"/>
                        </a:cubicBezTo>
                        <a:cubicBezTo>
                          <a:pt x="18" y="40"/>
                          <a:pt x="9" y="44"/>
                          <a:pt x="2" y="41"/>
                        </a:cubicBezTo>
                        <a:cubicBezTo>
                          <a:pt x="0" y="40"/>
                          <a:pt x="1" y="39"/>
                          <a:pt x="1" y="38"/>
                        </a:cubicBezTo>
                        <a:cubicBezTo>
                          <a:pt x="1" y="34"/>
                          <a:pt x="4" y="31"/>
                          <a:pt x="4" y="28"/>
                        </a:cubicBezTo>
                        <a:close/>
                      </a:path>
                    </a:pathLst>
                  </a:custGeom>
                  <a:solidFill>
                    <a:srgbClr val="8F8F8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5" name="Freeform 374"/>
                  <p:cNvSpPr/>
                  <p:nvPr/>
                </p:nvSpPr>
                <p:spPr bwMode="auto">
                  <a:xfrm>
                    <a:off x="4938" y="1333"/>
                    <a:ext cx="61" cy="76"/>
                  </a:xfrm>
                  <a:custGeom>
                    <a:avLst/>
                    <a:gdLst>
                      <a:gd name="T0" fmla="*/ 18 w 26"/>
                      <a:gd name="T1" fmla="*/ 21 h 32"/>
                      <a:gd name="T2" fmla="*/ 14 w 26"/>
                      <a:gd name="T3" fmla="*/ 25 h 32"/>
                      <a:gd name="T4" fmla="*/ 8 w 26"/>
                      <a:gd name="T5" fmla="*/ 31 h 32"/>
                      <a:gd name="T6" fmla="*/ 6 w 26"/>
                      <a:gd name="T7" fmla="*/ 31 h 32"/>
                      <a:gd name="T8" fmla="*/ 1 w 26"/>
                      <a:gd name="T9" fmla="*/ 29 h 32"/>
                      <a:gd name="T10" fmla="*/ 3 w 26"/>
                      <a:gd name="T11" fmla="*/ 27 h 32"/>
                      <a:gd name="T12" fmla="*/ 0 w 26"/>
                      <a:gd name="T13" fmla="*/ 25 h 32"/>
                      <a:gd name="T14" fmla="*/ 4 w 26"/>
                      <a:gd name="T15" fmla="*/ 25 h 32"/>
                      <a:gd name="T16" fmla="*/ 7 w 26"/>
                      <a:gd name="T17" fmla="*/ 19 h 32"/>
                      <a:gd name="T18" fmla="*/ 7 w 26"/>
                      <a:gd name="T19" fmla="*/ 10 h 32"/>
                      <a:gd name="T20" fmla="*/ 6 w 26"/>
                      <a:gd name="T21" fmla="*/ 6 h 32"/>
                      <a:gd name="T22" fmla="*/ 13 w 26"/>
                      <a:gd name="T23" fmla="*/ 1 h 32"/>
                      <a:gd name="T24" fmla="*/ 19 w 26"/>
                      <a:gd name="T25" fmla="*/ 0 h 32"/>
                      <a:gd name="T26" fmla="*/ 26 w 26"/>
                      <a:gd name="T27" fmla="*/ 4 h 32"/>
                      <a:gd name="T28" fmla="*/ 18 w 26"/>
                      <a:gd name="T29" fmla="*/ 21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6" h="32">
                        <a:moveTo>
                          <a:pt x="18" y="21"/>
                        </a:moveTo>
                        <a:cubicBezTo>
                          <a:pt x="15" y="20"/>
                          <a:pt x="16" y="24"/>
                          <a:pt x="14" y="25"/>
                        </a:cubicBezTo>
                        <a:cubicBezTo>
                          <a:pt x="12" y="27"/>
                          <a:pt x="8" y="27"/>
                          <a:pt x="8" y="31"/>
                        </a:cubicBezTo>
                        <a:cubicBezTo>
                          <a:pt x="8" y="32"/>
                          <a:pt x="7" y="32"/>
                          <a:pt x="6" y="31"/>
                        </a:cubicBezTo>
                        <a:cubicBezTo>
                          <a:pt x="4" y="31"/>
                          <a:pt x="3" y="30"/>
                          <a:pt x="1" y="29"/>
                        </a:cubicBezTo>
                        <a:cubicBezTo>
                          <a:pt x="1" y="28"/>
                          <a:pt x="4" y="29"/>
                          <a:pt x="3" y="27"/>
                        </a:cubicBezTo>
                        <a:cubicBezTo>
                          <a:pt x="2" y="25"/>
                          <a:pt x="0" y="28"/>
                          <a:pt x="0" y="25"/>
                        </a:cubicBezTo>
                        <a:cubicBezTo>
                          <a:pt x="1" y="23"/>
                          <a:pt x="3" y="25"/>
                          <a:pt x="4" y="25"/>
                        </a:cubicBezTo>
                        <a:cubicBezTo>
                          <a:pt x="7" y="24"/>
                          <a:pt x="6" y="21"/>
                          <a:pt x="7" y="19"/>
                        </a:cubicBezTo>
                        <a:cubicBezTo>
                          <a:pt x="8" y="16"/>
                          <a:pt x="11" y="12"/>
                          <a:pt x="7" y="10"/>
                        </a:cubicBezTo>
                        <a:cubicBezTo>
                          <a:pt x="5" y="9"/>
                          <a:pt x="8" y="7"/>
                          <a:pt x="6" y="6"/>
                        </a:cubicBezTo>
                        <a:cubicBezTo>
                          <a:pt x="7" y="1"/>
                          <a:pt x="10" y="1"/>
                          <a:pt x="13" y="1"/>
                        </a:cubicBezTo>
                        <a:cubicBezTo>
                          <a:pt x="15" y="0"/>
                          <a:pt x="17" y="0"/>
                          <a:pt x="19" y="0"/>
                        </a:cubicBezTo>
                        <a:cubicBezTo>
                          <a:pt x="22" y="1"/>
                          <a:pt x="24" y="1"/>
                          <a:pt x="26" y="4"/>
                        </a:cubicBezTo>
                        <a:cubicBezTo>
                          <a:pt x="25" y="10"/>
                          <a:pt x="20" y="15"/>
                          <a:pt x="18" y="21"/>
                        </a:cubicBezTo>
                        <a:close/>
                      </a:path>
                    </a:pathLst>
                  </a:custGeom>
                  <a:solidFill>
                    <a:srgbClr val="89898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6" name="Freeform 375"/>
                  <p:cNvSpPr/>
                  <p:nvPr/>
                </p:nvSpPr>
                <p:spPr bwMode="auto">
                  <a:xfrm>
                    <a:off x="4871" y="1439"/>
                    <a:ext cx="57" cy="46"/>
                  </a:xfrm>
                  <a:custGeom>
                    <a:avLst/>
                    <a:gdLst>
                      <a:gd name="T0" fmla="*/ 10 w 24"/>
                      <a:gd name="T1" fmla="*/ 13 h 19"/>
                      <a:gd name="T2" fmla="*/ 0 w 24"/>
                      <a:gd name="T3" fmla="*/ 6 h 19"/>
                      <a:gd name="T4" fmla="*/ 0 w 24"/>
                      <a:gd name="T5" fmla="*/ 5 h 19"/>
                      <a:gd name="T6" fmla="*/ 4 w 24"/>
                      <a:gd name="T7" fmla="*/ 2 h 19"/>
                      <a:gd name="T8" fmla="*/ 16 w 24"/>
                      <a:gd name="T9" fmla="*/ 7 h 19"/>
                      <a:gd name="T10" fmla="*/ 22 w 24"/>
                      <a:gd name="T11" fmla="*/ 15 h 19"/>
                      <a:gd name="T12" fmla="*/ 17 w 24"/>
                      <a:gd name="T13" fmla="*/ 14 h 19"/>
                      <a:gd name="T14" fmla="*/ 19 w 24"/>
                      <a:gd name="T15" fmla="*/ 18 h 19"/>
                      <a:gd name="T16" fmla="*/ 19 w 24"/>
                      <a:gd name="T17" fmla="*/ 18 h 19"/>
                      <a:gd name="T18" fmla="*/ 14 w 24"/>
                      <a:gd name="T19" fmla="*/ 17 h 19"/>
                      <a:gd name="T20" fmla="*/ 14 w 24"/>
                      <a:gd name="T21" fmla="*/ 15 h 19"/>
                      <a:gd name="T22" fmla="*/ 10 w 24"/>
                      <a:gd name="T23" fmla="*/ 13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4" h="19">
                        <a:moveTo>
                          <a:pt x="10" y="13"/>
                        </a:moveTo>
                        <a:cubicBezTo>
                          <a:pt x="7" y="9"/>
                          <a:pt x="4" y="7"/>
                          <a:pt x="0" y="6"/>
                        </a:cubicBezTo>
                        <a:cubicBezTo>
                          <a:pt x="0" y="6"/>
                          <a:pt x="0" y="5"/>
                          <a:pt x="0" y="5"/>
                        </a:cubicBezTo>
                        <a:cubicBezTo>
                          <a:pt x="0" y="1"/>
                          <a:pt x="1" y="0"/>
                          <a:pt x="4" y="2"/>
                        </a:cubicBezTo>
                        <a:cubicBezTo>
                          <a:pt x="8" y="4"/>
                          <a:pt x="13" y="5"/>
                          <a:pt x="16" y="7"/>
                        </a:cubicBezTo>
                        <a:cubicBezTo>
                          <a:pt x="18" y="10"/>
                          <a:pt x="24" y="9"/>
                          <a:pt x="22" y="15"/>
                        </a:cubicBezTo>
                        <a:cubicBezTo>
                          <a:pt x="20" y="16"/>
                          <a:pt x="19" y="14"/>
                          <a:pt x="17" y="14"/>
                        </a:cubicBezTo>
                        <a:cubicBezTo>
                          <a:pt x="17" y="16"/>
                          <a:pt x="21" y="16"/>
                          <a:pt x="19" y="18"/>
                        </a:cubicBezTo>
                        <a:cubicBezTo>
                          <a:pt x="19" y="18"/>
                          <a:pt x="19" y="18"/>
                          <a:pt x="19" y="18"/>
                        </a:cubicBezTo>
                        <a:cubicBezTo>
                          <a:pt x="17" y="19"/>
                          <a:pt x="16" y="18"/>
                          <a:pt x="14" y="17"/>
                        </a:cubicBezTo>
                        <a:cubicBezTo>
                          <a:pt x="14" y="17"/>
                          <a:pt x="14" y="16"/>
                          <a:pt x="14" y="15"/>
                        </a:cubicBezTo>
                        <a:cubicBezTo>
                          <a:pt x="13" y="14"/>
                          <a:pt x="11" y="14"/>
                          <a:pt x="10" y="13"/>
                        </a:cubicBezTo>
                        <a:close/>
                      </a:path>
                    </a:pathLst>
                  </a:custGeom>
                  <a:solidFill>
                    <a:srgbClr val="9BA2A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7" name="Freeform 376"/>
                  <p:cNvSpPr/>
                  <p:nvPr/>
                </p:nvSpPr>
                <p:spPr bwMode="auto">
                  <a:xfrm>
                    <a:off x="4907" y="1468"/>
                    <a:ext cx="28" cy="17"/>
                  </a:xfrm>
                  <a:custGeom>
                    <a:avLst/>
                    <a:gdLst>
                      <a:gd name="T0" fmla="*/ 4 w 12"/>
                      <a:gd name="T1" fmla="*/ 6 h 7"/>
                      <a:gd name="T2" fmla="*/ 2 w 12"/>
                      <a:gd name="T3" fmla="*/ 4 h 7"/>
                      <a:gd name="T4" fmla="*/ 1 w 12"/>
                      <a:gd name="T5" fmla="*/ 1 h 7"/>
                      <a:gd name="T6" fmla="*/ 4 w 12"/>
                      <a:gd name="T7" fmla="*/ 1 h 7"/>
                      <a:gd name="T8" fmla="*/ 7 w 12"/>
                      <a:gd name="T9" fmla="*/ 3 h 7"/>
                      <a:gd name="T10" fmla="*/ 12 w 12"/>
                      <a:gd name="T11" fmla="*/ 6 h 7"/>
                      <a:gd name="T12" fmla="*/ 4 w 12"/>
                      <a:gd name="T13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7">
                        <a:moveTo>
                          <a:pt x="4" y="6"/>
                        </a:moveTo>
                        <a:cubicBezTo>
                          <a:pt x="4" y="5"/>
                          <a:pt x="3" y="5"/>
                          <a:pt x="2" y="4"/>
                        </a:cubicBezTo>
                        <a:cubicBezTo>
                          <a:pt x="0" y="3"/>
                          <a:pt x="0" y="2"/>
                          <a:pt x="1" y="1"/>
                        </a:cubicBezTo>
                        <a:cubicBezTo>
                          <a:pt x="1" y="0"/>
                          <a:pt x="2" y="0"/>
                          <a:pt x="4" y="1"/>
                        </a:cubicBezTo>
                        <a:cubicBezTo>
                          <a:pt x="5" y="2"/>
                          <a:pt x="6" y="2"/>
                          <a:pt x="7" y="3"/>
                        </a:cubicBezTo>
                        <a:cubicBezTo>
                          <a:pt x="9" y="4"/>
                          <a:pt x="10" y="5"/>
                          <a:pt x="12" y="6"/>
                        </a:cubicBezTo>
                        <a:cubicBezTo>
                          <a:pt x="10" y="7"/>
                          <a:pt x="7" y="6"/>
                          <a:pt x="4" y="6"/>
                        </a:cubicBezTo>
                        <a:close/>
                      </a:path>
                    </a:pathLst>
                  </a:custGeom>
                  <a:solidFill>
                    <a:srgbClr val="9098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8" name="Freeform 377"/>
                  <p:cNvSpPr/>
                  <p:nvPr/>
                </p:nvSpPr>
                <p:spPr bwMode="auto">
                  <a:xfrm>
                    <a:off x="4883" y="1425"/>
                    <a:ext cx="28" cy="17"/>
                  </a:xfrm>
                  <a:custGeom>
                    <a:avLst/>
                    <a:gdLst>
                      <a:gd name="T0" fmla="*/ 4 w 12"/>
                      <a:gd name="T1" fmla="*/ 0 h 7"/>
                      <a:gd name="T2" fmla="*/ 8 w 12"/>
                      <a:gd name="T3" fmla="*/ 3 h 7"/>
                      <a:gd name="T4" fmla="*/ 11 w 12"/>
                      <a:gd name="T5" fmla="*/ 1 h 7"/>
                      <a:gd name="T6" fmla="*/ 9 w 12"/>
                      <a:gd name="T7" fmla="*/ 6 h 7"/>
                      <a:gd name="T8" fmla="*/ 4 w 12"/>
                      <a:gd name="T9" fmla="*/ 5 h 7"/>
                      <a:gd name="T10" fmla="*/ 4 w 12"/>
                      <a:gd name="T11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2" h="7">
                        <a:moveTo>
                          <a:pt x="4" y="0"/>
                        </a:moveTo>
                        <a:cubicBezTo>
                          <a:pt x="3" y="4"/>
                          <a:pt x="7" y="1"/>
                          <a:pt x="8" y="3"/>
                        </a:cubicBezTo>
                        <a:cubicBezTo>
                          <a:pt x="9" y="2"/>
                          <a:pt x="9" y="0"/>
                          <a:pt x="11" y="1"/>
                        </a:cubicBezTo>
                        <a:cubicBezTo>
                          <a:pt x="12" y="3"/>
                          <a:pt x="10" y="5"/>
                          <a:pt x="9" y="6"/>
                        </a:cubicBezTo>
                        <a:cubicBezTo>
                          <a:pt x="8" y="7"/>
                          <a:pt x="6" y="5"/>
                          <a:pt x="4" y="5"/>
                        </a:cubicBezTo>
                        <a:cubicBezTo>
                          <a:pt x="5" y="4"/>
                          <a:pt x="0" y="2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A4A4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29" name="Freeform 378"/>
                  <p:cNvSpPr/>
                  <p:nvPr/>
                </p:nvSpPr>
                <p:spPr bwMode="auto">
                  <a:xfrm>
                    <a:off x="4923" y="1487"/>
                    <a:ext cx="19" cy="14"/>
                  </a:xfrm>
                  <a:custGeom>
                    <a:avLst/>
                    <a:gdLst>
                      <a:gd name="T0" fmla="*/ 7 w 8"/>
                      <a:gd name="T1" fmla="*/ 6 h 6"/>
                      <a:gd name="T2" fmla="*/ 3 w 8"/>
                      <a:gd name="T3" fmla="*/ 2 h 6"/>
                      <a:gd name="T4" fmla="*/ 4 w 8"/>
                      <a:gd name="T5" fmla="*/ 0 h 6"/>
                      <a:gd name="T6" fmla="*/ 7 w 8"/>
                      <a:gd name="T7" fmla="*/ 0 h 6"/>
                      <a:gd name="T8" fmla="*/ 8 w 8"/>
                      <a:gd name="T9" fmla="*/ 6 h 6"/>
                      <a:gd name="T10" fmla="*/ 7 w 8"/>
                      <a:gd name="T11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6">
                        <a:moveTo>
                          <a:pt x="7" y="6"/>
                        </a:moveTo>
                        <a:cubicBezTo>
                          <a:pt x="6" y="4"/>
                          <a:pt x="4" y="4"/>
                          <a:pt x="3" y="2"/>
                        </a:cubicBezTo>
                        <a:cubicBezTo>
                          <a:pt x="0" y="0"/>
                          <a:pt x="2" y="0"/>
                          <a:pt x="4" y="0"/>
                        </a:cubicBezTo>
                        <a:cubicBezTo>
                          <a:pt x="5" y="0"/>
                          <a:pt x="6" y="0"/>
                          <a:pt x="7" y="0"/>
                        </a:cubicBezTo>
                        <a:cubicBezTo>
                          <a:pt x="7" y="2"/>
                          <a:pt x="7" y="4"/>
                          <a:pt x="8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lose/>
                      </a:path>
                    </a:pathLst>
                  </a:custGeom>
                  <a:solidFill>
                    <a:srgbClr val="E6EE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0" name="Freeform 379"/>
                  <p:cNvSpPr/>
                  <p:nvPr/>
                </p:nvSpPr>
                <p:spPr bwMode="auto">
                  <a:xfrm>
                    <a:off x="4904" y="1480"/>
                    <a:ext cx="12" cy="7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5 w 5"/>
                      <a:gd name="T3" fmla="*/ 1 h 3"/>
                      <a:gd name="T4" fmla="*/ 3 w 5"/>
                      <a:gd name="T5" fmla="*/ 3 h 3"/>
                      <a:gd name="T6" fmla="*/ 0 w 5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3">
                        <a:moveTo>
                          <a:pt x="0" y="0"/>
                        </a:moveTo>
                        <a:cubicBezTo>
                          <a:pt x="2" y="0"/>
                          <a:pt x="4" y="0"/>
                          <a:pt x="5" y="1"/>
                        </a:cubicBezTo>
                        <a:cubicBezTo>
                          <a:pt x="5" y="2"/>
                          <a:pt x="4" y="2"/>
                          <a:pt x="3" y="3"/>
                        </a:cubicBezTo>
                        <a:cubicBezTo>
                          <a:pt x="2" y="3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098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1" name="Freeform 380"/>
                  <p:cNvSpPr/>
                  <p:nvPr/>
                </p:nvSpPr>
                <p:spPr bwMode="auto">
                  <a:xfrm>
                    <a:off x="4522" y="2007"/>
                    <a:ext cx="292" cy="264"/>
                  </a:xfrm>
                  <a:custGeom>
                    <a:avLst/>
                    <a:gdLst>
                      <a:gd name="T0" fmla="*/ 2 w 123"/>
                      <a:gd name="T1" fmla="*/ 51 h 111"/>
                      <a:gd name="T2" fmla="*/ 13 w 123"/>
                      <a:gd name="T3" fmla="*/ 48 h 111"/>
                      <a:gd name="T4" fmla="*/ 43 w 123"/>
                      <a:gd name="T5" fmla="*/ 52 h 111"/>
                      <a:gd name="T6" fmla="*/ 55 w 123"/>
                      <a:gd name="T7" fmla="*/ 49 h 111"/>
                      <a:gd name="T8" fmla="*/ 64 w 123"/>
                      <a:gd name="T9" fmla="*/ 54 h 111"/>
                      <a:gd name="T10" fmla="*/ 70 w 123"/>
                      <a:gd name="T11" fmla="*/ 56 h 111"/>
                      <a:gd name="T12" fmla="*/ 85 w 123"/>
                      <a:gd name="T13" fmla="*/ 56 h 111"/>
                      <a:gd name="T14" fmla="*/ 83 w 123"/>
                      <a:gd name="T15" fmla="*/ 34 h 111"/>
                      <a:gd name="T16" fmla="*/ 73 w 123"/>
                      <a:gd name="T17" fmla="*/ 16 h 111"/>
                      <a:gd name="T18" fmla="*/ 68 w 123"/>
                      <a:gd name="T19" fmla="*/ 7 h 111"/>
                      <a:gd name="T20" fmla="*/ 84 w 123"/>
                      <a:gd name="T21" fmla="*/ 8 h 111"/>
                      <a:gd name="T22" fmla="*/ 98 w 123"/>
                      <a:gd name="T23" fmla="*/ 7 h 111"/>
                      <a:gd name="T24" fmla="*/ 115 w 123"/>
                      <a:gd name="T25" fmla="*/ 1 h 111"/>
                      <a:gd name="T26" fmla="*/ 109 w 123"/>
                      <a:gd name="T27" fmla="*/ 20 h 111"/>
                      <a:gd name="T28" fmla="*/ 112 w 123"/>
                      <a:gd name="T29" fmla="*/ 36 h 111"/>
                      <a:gd name="T30" fmla="*/ 118 w 123"/>
                      <a:gd name="T31" fmla="*/ 37 h 111"/>
                      <a:gd name="T32" fmla="*/ 114 w 123"/>
                      <a:gd name="T33" fmla="*/ 44 h 111"/>
                      <a:gd name="T34" fmla="*/ 121 w 123"/>
                      <a:gd name="T35" fmla="*/ 54 h 111"/>
                      <a:gd name="T36" fmla="*/ 116 w 123"/>
                      <a:gd name="T37" fmla="*/ 62 h 111"/>
                      <a:gd name="T38" fmla="*/ 115 w 123"/>
                      <a:gd name="T39" fmla="*/ 62 h 111"/>
                      <a:gd name="T40" fmla="*/ 89 w 123"/>
                      <a:gd name="T41" fmla="*/ 72 h 111"/>
                      <a:gd name="T42" fmla="*/ 92 w 123"/>
                      <a:gd name="T43" fmla="*/ 81 h 111"/>
                      <a:gd name="T44" fmla="*/ 111 w 123"/>
                      <a:gd name="T45" fmla="*/ 83 h 111"/>
                      <a:gd name="T46" fmla="*/ 110 w 123"/>
                      <a:gd name="T47" fmla="*/ 96 h 111"/>
                      <a:gd name="T48" fmla="*/ 113 w 123"/>
                      <a:gd name="T49" fmla="*/ 99 h 111"/>
                      <a:gd name="T50" fmla="*/ 103 w 123"/>
                      <a:gd name="T51" fmla="*/ 106 h 111"/>
                      <a:gd name="T52" fmla="*/ 34 w 123"/>
                      <a:gd name="T53" fmla="*/ 107 h 111"/>
                      <a:gd name="T54" fmla="*/ 4 w 123"/>
                      <a:gd name="T55" fmla="*/ 101 h 111"/>
                      <a:gd name="T56" fmla="*/ 8 w 123"/>
                      <a:gd name="T57" fmla="*/ 95 h 111"/>
                      <a:gd name="T58" fmla="*/ 3 w 123"/>
                      <a:gd name="T59" fmla="*/ 89 h 111"/>
                      <a:gd name="T60" fmla="*/ 10 w 123"/>
                      <a:gd name="T61" fmla="*/ 90 h 111"/>
                      <a:gd name="T62" fmla="*/ 22 w 123"/>
                      <a:gd name="T63" fmla="*/ 94 h 111"/>
                      <a:gd name="T64" fmla="*/ 25 w 123"/>
                      <a:gd name="T65" fmla="*/ 82 h 111"/>
                      <a:gd name="T66" fmla="*/ 22 w 123"/>
                      <a:gd name="T67" fmla="*/ 70 h 111"/>
                      <a:gd name="T68" fmla="*/ 4 w 123"/>
                      <a:gd name="T69" fmla="*/ 58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123" h="111">
                        <a:moveTo>
                          <a:pt x="4" y="55"/>
                        </a:moveTo>
                        <a:cubicBezTo>
                          <a:pt x="5" y="53"/>
                          <a:pt x="0" y="51"/>
                          <a:pt x="2" y="51"/>
                        </a:cubicBezTo>
                        <a:cubicBezTo>
                          <a:pt x="5" y="50"/>
                          <a:pt x="7" y="44"/>
                          <a:pt x="11" y="49"/>
                        </a:cubicBezTo>
                        <a:cubicBezTo>
                          <a:pt x="12" y="50"/>
                          <a:pt x="12" y="49"/>
                          <a:pt x="13" y="48"/>
                        </a:cubicBezTo>
                        <a:cubicBezTo>
                          <a:pt x="16" y="50"/>
                          <a:pt x="18" y="54"/>
                          <a:pt x="21" y="56"/>
                        </a:cubicBezTo>
                        <a:cubicBezTo>
                          <a:pt x="28" y="61"/>
                          <a:pt x="37" y="59"/>
                          <a:pt x="43" y="52"/>
                        </a:cubicBezTo>
                        <a:cubicBezTo>
                          <a:pt x="44" y="51"/>
                          <a:pt x="45" y="50"/>
                          <a:pt x="46" y="49"/>
                        </a:cubicBezTo>
                        <a:cubicBezTo>
                          <a:pt x="49" y="49"/>
                          <a:pt x="52" y="49"/>
                          <a:pt x="55" y="49"/>
                        </a:cubicBezTo>
                        <a:cubicBezTo>
                          <a:pt x="55" y="49"/>
                          <a:pt x="56" y="49"/>
                          <a:pt x="56" y="49"/>
                        </a:cubicBezTo>
                        <a:cubicBezTo>
                          <a:pt x="59" y="51"/>
                          <a:pt x="62" y="51"/>
                          <a:pt x="64" y="54"/>
                        </a:cubicBezTo>
                        <a:cubicBezTo>
                          <a:pt x="65" y="55"/>
                          <a:pt x="66" y="55"/>
                          <a:pt x="68" y="55"/>
                        </a:cubicBezTo>
                        <a:cubicBezTo>
                          <a:pt x="68" y="55"/>
                          <a:pt x="69" y="55"/>
                          <a:pt x="70" y="56"/>
                        </a:cubicBezTo>
                        <a:cubicBezTo>
                          <a:pt x="73" y="60"/>
                          <a:pt x="78" y="58"/>
                          <a:pt x="82" y="58"/>
                        </a:cubicBezTo>
                        <a:cubicBezTo>
                          <a:pt x="84" y="58"/>
                          <a:pt x="84" y="57"/>
                          <a:pt x="85" y="56"/>
                        </a:cubicBezTo>
                        <a:cubicBezTo>
                          <a:pt x="86" y="50"/>
                          <a:pt x="88" y="45"/>
                          <a:pt x="87" y="40"/>
                        </a:cubicBezTo>
                        <a:cubicBezTo>
                          <a:pt x="87" y="37"/>
                          <a:pt x="86" y="35"/>
                          <a:pt x="83" y="34"/>
                        </a:cubicBezTo>
                        <a:cubicBezTo>
                          <a:pt x="83" y="33"/>
                          <a:pt x="82" y="33"/>
                          <a:pt x="82" y="32"/>
                        </a:cubicBezTo>
                        <a:cubicBezTo>
                          <a:pt x="79" y="27"/>
                          <a:pt x="76" y="21"/>
                          <a:pt x="73" y="16"/>
                        </a:cubicBezTo>
                        <a:cubicBezTo>
                          <a:pt x="71" y="13"/>
                          <a:pt x="67" y="12"/>
                          <a:pt x="64" y="9"/>
                        </a:cubicBezTo>
                        <a:cubicBezTo>
                          <a:pt x="65" y="8"/>
                          <a:pt x="66" y="7"/>
                          <a:pt x="68" y="7"/>
                        </a:cubicBezTo>
                        <a:cubicBezTo>
                          <a:pt x="72" y="9"/>
                          <a:pt x="77" y="6"/>
                          <a:pt x="81" y="9"/>
                        </a:cubicBezTo>
                        <a:cubicBezTo>
                          <a:pt x="82" y="10"/>
                          <a:pt x="83" y="9"/>
                          <a:pt x="84" y="8"/>
                        </a:cubicBezTo>
                        <a:cubicBezTo>
                          <a:pt x="86" y="4"/>
                          <a:pt x="90" y="6"/>
                          <a:pt x="91" y="7"/>
                        </a:cubicBezTo>
                        <a:cubicBezTo>
                          <a:pt x="94" y="9"/>
                          <a:pt x="96" y="8"/>
                          <a:pt x="98" y="7"/>
                        </a:cubicBezTo>
                        <a:cubicBezTo>
                          <a:pt x="102" y="6"/>
                          <a:pt x="107" y="6"/>
                          <a:pt x="111" y="4"/>
                        </a:cubicBezTo>
                        <a:cubicBezTo>
                          <a:pt x="112" y="3"/>
                          <a:pt x="113" y="0"/>
                          <a:pt x="115" y="1"/>
                        </a:cubicBezTo>
                        <a:cubicBezTo>
                          <a:pt x="117" y="3"/>
                          <a:pt x="115" y="5"/>
                          <a:pt x="114" y="7"/>
                        </a:cubicBezTo>
                        <a:cubicBezTo>
                          <a:pt x="112" y="11"/>
                          <a:pt x="108" y="15"/>
                          <a:pt x="109" y="20"/>
                        </a:cubicBezTo>
                        <a:cubicBezTo>
                          <a:pt x="107" y="25"/>
                          <a:pt x="110" y="29"/>
                          <a:pt x="112" y="33"/>
                        </a:cubicBezTo>
                        <a:cubicBezTo>
                          <a:pt x="112" y="34"/>
                          <a:pt x="111" y="36"/>
                          <a:pt x="112" y="36"/>
                        </a:cubicBezTo>
                        <a:cubicBezTo>
                          <a:pt x="113" y="37"/>
                          <a:pt x="113" y="35"/>
                          <a:pt x="114" y="35"/>
                        </a:cubicBezTo>
                        <a:cubicBezTo>
                          <a:pt x="116" y="35"/>
                          <a:pt x="118" y="35"/>
                          <a:pt x="118" y="37"/>
                        </a:cubicBezTo>
                        <a:cubicBezTo>
                          <a:pt x="118" y="38"/>
                          <a:pt x="118" y="38"/>
                          <a:pt x="118" y="38"/>
                        </a:cubicBezTo>
                        <a:cubicBezTo>
                          <a:pt x="118" y="43"/>
                          <a:pt x="118" y="43"/>
                          <a:pt x="114" y="44"/>
                        </a:cubicBezTo>
                        <a:cubicBezTo>
                          <a:pt x="116" y="46"/>
                          <a:pt x="116" y="46"/>
                          <a:pt x="112" y="53"/>
                        </a:cubicBezTo>
                        <a:cubicBezTo>
                          <a:pt x="116" y="49"/>
                          <a:pt x="118" y="52"/>
                          <a:pt x="121" y="54"/>
                        </a:cubicBezTo>
                        <a:cubicBezTo>
                          <a:pt x="123" y="56"/>
                          <a:pt x="122" y="59"/>
                          <a:pt x="120" y="61"/>
                        </a:cubicBezTo>
                        <a:cubicBezTo>
                          <a:pt x="119" y="62"/>
                          <a:pt x="117" y="63"/>
                          <a:pt x="116" y="62"/>
                        </a:cubicBezTo>
                        <a:cubicBezTo>
                          <a:pt x="115" y="62"/>
                          <a:pt x="115" y="60"/>
                          <a:pt x="114" y="60"/>
                        </a:cubicBezTo>
                        <a:cubicBezTo>
                          <a:pt x="114" y="61"/>
                          <a:pt x="116" y="61"/>
                          <a:pt x="115" y="62"/>
                        </a:cubicBezTo>
                        <a:cubicBezTo>
                          <a:pt x="110" y="66"/>
                          <a:pt x="105" y="66"/>
                          <a:pt x="99" y="67"/>
                        </a:cubicBezTo>
                        <a:cubicBezTo>
                          <a:pt x="96" y="68"/>
                          <a:pt x="92" y="70"/>
                          <a:pt x="89" y="72"/>
                        </a:cubicBezTo>
                        <a:cubicBezTo>
                          <a:pt x="88" y="73"/>
                          <a:pt x="86" y="75"/>
                          <a:pt x="87" y="78"/>
                        </a:cubicBezTo>
                        <a:cubicBezTo>
                          <a:pt x="87" y="80"/>
                          <a:pt x="90" y="80"/>
                          <a:pt x="92" y="81"/>
                        </a:cubicBezTo>
                        <a:cubicBezTo>
                          <a:pt x="95" y="81"/>
                          <a:pt x="99" y="81"/>
                          <a:pt x="103" y="82"/>
                        </a:cubicBezTo>
                        <a:cubicBezTo>
                          <a:pt x="106" y="83"/>
                          <a:pt x="108" y="82"/>
                          <a:pt x="111" y="83"/>
                        </a:cubicBezTo>
                        <a:cubicBezTo>
                          <a:pt x="112" y="85"/>
                          <a:pt x="114" y="87"/>
                          <a:pt x="110" y="88"/>
                        </a:cubicBezTo>
                        <a:cubicBezTo>
                          <a:pt x="111" y="91"/>
                          <a:pt x="108" y="94"/>
                          <a:pt x="110" y="96"/>
                        </a:cubicBezTo>
                        <a:cubicBezTo>
                          <a:pt x="111" y="97"/>
                          <a:pt x="112" y="97"/>
                          <a:pt x="112" y="98"/>
                        </a:cubicBezTo>
                        <a:cubicBezTo>
                          <a:pt x="113" y="99"/>
                          <a:pt x="113" y="99"/>
                          <a:pt x="113" y="99"/>
                        </a:cubicBezTo>
                        <a:cubicBezTo>
                          <a:pt x="113" y="101"/>
                          <a:pt x="112" y="102"/>
                          <a:pt x="111" y="102"/>
                        </a:cubicBezTo>
                        <a:cubicBezTo>
                          <a:pt x="107" y="101"/>
                          <a:pt x="106" y="105"/>
                          <a:pt x="103" y="106"/>
                        </a:cubicBezTo>
                        <a:cubicBezTo>
                          <a:pt x="95" y="109"/>
                          <a:pt x="88" y="109"/>
                          <a:pt x="80" y="109"/>
                        </a:cubicBezTo>
                        <a:cubicBezTo>
                          <a:pt x="65" y="111"/>
                          <a:pt x="50" y="108"/>
                          <a:pt x="34" y="107"/>
                        </a:cubicBezTo>
                        <a:cubicBezTo>
                          <a:pt x="32" y="106"/>
                          <a:pt x="30" y="106"/>
                          <a:pt x="28" y="105"/>
                        </a:cubicBezTo>
                        <a:cubicBezTo>
                          <a:pt x="21" y="101"/>
                          <a:pt x="12" y="102"/>
                          <a:pt x="4" y="101"/>
                        </a:cubicBezTo>
                        <a:cubicBezTo>
                          <a:pt x="3" y="101"/>
                          <a:pt x="2" y="101"/>
                          <a:pt x="1" y="100"/>
                        </a:cubicBezTo>
                        <a:cubicBezTo>
                          <a:pt x="6" y="101"/>
                          <a:pt x="5" y="95"/>
                          <a:pt x="8" y="95"/>
                        </a:cubicBezTo>
                        <a:cubicBezTo>
                          <a:pt x="8" y="94"/>
                          <a:pt x="7" y="92"/>
                          <a:pt x="6" y="92"/>
                        </a:cubicBezTo>
                        <a:cubicBezTo>
                          <a:pt x="4" y="91"/>
                          <a:pt x="2" y="90"/>
                          <a:pt x="3" y="89"/>
                        </a:cubicBezTo>
                        <a:cubicBezTo>
                          <a:pt x="4" y="87"/>
                          <a:pt x="7" y="88"/>
                          <a:pt x="8" y="90"/>
                        </a:cubicBezTo>
                        <a:cubicBezTo>
                          <a:pt x="8" y="90"/>
                          <a:pt x="9" y="90"/>
                          <a:pt x="10" y="90"/>
                        </a:cubicBezTo>
                        <a:cubicBezTo>
                          <a:pt x="10" y="93"/>
                          <a:pt x="13" y="94"/>
                          <a:pt x="12" y="98"/>
                        </a:cubicBezTo>
                        <a:cubicBezTo>
                          <a:pt x="15" y="94"/>
                          <a:pt x="19" y="96"/>
                          <a:pt x="22" y="94"/>
                        </a:cubicBezTo>
                        <a:cubicBezTo>
                          <a:pt x="23" y="94"/>
                          <a:pt x="25" y="94"/>
                          <a:pt x="24" y="92"/>
                        </a:cubicBezTo>
                        <a:cubicBezTo>
                          <a:pt x="23" y="89"/>
                          <a:pt x="25" y="85"/>
                          <a:pt x="25" y="82"/>
                        </a:cubicBezTo>
                        <a:cubicBezTo>
                          <a:pt x="28" y="78"/>
                          <a:pt x="31" y="79"/>
                          <a:pt x="34" y="79"/>
                        </a:cubicBezTo>
                        <a:cubicBezTo>
                          <a:pt x="29" y="78"/>
                          <a:pt x="25" y="74"/>
                          <a:pt x="22" y="70"/>
                        </a:cubicBezTo>
                        <a:cubicBezTo>
                          <a:pt x="18" y="65"/>
                          <a:pt x="13" y="62"/>
                          <a:pt x="8" y="60"/>
                        </a:cubicBezTo>
                        <a:cubicBezTo>
                          <a:pt x="6" y="59"/>
                          <a:pt x="5" y="59"/>
                          <a:pt x="4" y="58"/>
                        </a:cubicBezTo>
                        <a:cubicBezTo>
                          <a:pt x="4" y="57"/>
                          <a:pt x="3" y="56"/>
                          <a:pt x="4" y="55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2" name="Freeform 381"/>
                  <p:cNvSpPr/>
                  <p:nvPr/>
                </p:nvSpPr>
                <p:spPr bwMode="auto">
                  <a:xfrm>
                    <a:off x="4475" y="2126"/>
                    <a:ext cx="133" cy="81"/>
                  </a:xfrm>
                  <a:custGeom>
                    <a:avLst/>
                    <a:gdLst>
                      <a:gd name="T0" fmla="*/ 25 w 56"/>
                      <a:gd name="T1" fmla="*/ 8 h 34"/>
                      <a:gd name="T2" fmla="*/ 39 w 56"/>
                      <a:gd name="T3" fmla="*/ 15 h 34"/>
                      <a:gd name="T4" fmla="*/ 42 w 56"/>
                      <a:gd name="T5" fmla="*/ 16 h 34"/>
                      <a:gd name="T6" fmla="*/ 56 w 56"/>
                      <a:gd name="T7" fmla="*/ 30 h 34"/>
                      <a:gd name="T8" fmla="*/ 45 w 56"/>
                      <a:gd name="T9" fmla="*/ 32 h 34"/>
                      <a:gd name="T10" fmla="*/ 37 w 56"/>
                      <a:gd name="T11" fmla="*/ 34 h 34"/>
                      <a:gd name="T12" fmla="*/ 6 w 56"/>
                      <a:gd name="T13" fmla="*/ 29 h 34"/>
                      <a:gd name="T14" fmla="*/ 10 w 56"/>
                      <a:gd name="T15" fmla="*/ 27 h 34"/>
                      <a:gd name="T16" fmla="*/ 18 w 56"/>
                      <a:gd name="T17" fmla="*/ 27 h 34"/>
                      <a:gd name="T18" fmla="*/ 15 w 56"/>
                      <a:gd name="T19" fmla="*/ 22 h 34"/>
                      <a:gd name="T20" fmla="*/ 19 w 56"/>
                      <a:gd name="T21" fmla="*/ 25 h 34"/>
                      <a:gd name="T22" fmla="*/ 23 w 56"/>
                      <a:gd name="T23" fmla="*/ 26 h 34"/>
                      <a:gd name="T24" fmla="*/ 23 w 56"/>
                      <a:gd name="T25" fmla="*/ 24 h 34"/>
                      <a:gd name="T26" fmla="*/ 21 w 56"/>
                      <a:gd name="T27" fmla="*/ 24 h 34"/>
                      <a:gd name="T28" fmla="*/ 19 w 56"/>
                      <a:gd name="T29" fmla="*/ 23 h 34"/>
                      <a:gd name="T30" fmla="*/ 11 w 56"/>
                      <a:gd name="T31" fmla="*/ 22 h 34"/>
                      <a:gd name="T32" fmla="*/ 9 w 56"/>
                      <a:gd name="T33" fmla="*/ 22 h 34"/>
                      <a:gd name="T34" fmla="*/ 9 w 56"/>
                      <a:gd name="T35" fmla="*/ 20 h 34"/>
                      <a:gd name="T36" fmla="*/ 23 w 56"/>
                      <a:gd name="T37" fmla="*/ 19 h 34"/>
                      <a:gd name="T38" fmla="*/ 24 w 56"/>
                      <a:gd name="T39" fmla="*/ 11 h 34"/>
                      <a:gd name="T40" fmla="*/ 14 w 56"/>
                      <a:gd name="T41" fmla="*/ 12 h 34"/>
                      <a:gd name="T42" fmla="*/ 12 w 56"/>
                      <a:gd name="T43" fmla="*/ 13 h 34"/>
                      <a:gd name="T44" fmla="*/ 9 w 56"/>
                      <a:gd name="T45" fmla="*/ 14 h 34"/>
                      <a:gd name="T46" fmla="*/ 10 w 56"/>
                      <a:gd name="T47" fmla="*/ 12 h 34"/>
                      <a:gd name="T48" fmla="*/ 9 w 56"/>
                      <a:gd name="T49" fmla="*/ 12 h 34"/>
                      <a:gd name="T50" fmla="*/ 6 w 56"/>
                      <a:gd name="T51" fmla="*/ 11 h 34"/>
                      <a:gd name="T52" fmla="*/ 6 w 56"/>
                      <a:gd name="T53" fmla="*/ 12 h 34"/>
                      <a:gd name="T54" fmla="*/ 5 w 56"/>
                      <a:gd name="T55" fmla="*/ 20 h 34"/>
                      <a:gd name="T56" fmla="*/ 2 w 56"/>
                      <a:gd name="T57" fmla="*/ 19 h 34"/>
                      <a:gd name="T58" fmla="*/ 1 w 56"/>
                      <a:gd name="T59" fmla="*/ 16 h 34"/>
                      <a:gd name="T60" fmla="*/ 3 w 56"/>
                      <a:gd name="T61" fmla="*/ 13 h 34"/>
                      <a:gd name="T62" fmla="*/ 7 w 56"/>
                      <a:gd name="T63" fmla="*/ 8 h 34"/>
                      <a:gd name="T64" fmla="*/ 5 w 56"/>
                      <a:gd name="T65" fmla="*/ 6 h 34"/>
                      <a:gd name="T66" fmla="*/ 0 w 56"/>
                      <a:gd name="T67" fmla="*/ 6 h 34"/>
                      <a:gd name="T68" fmla="*/ 5 w 56"/>
                      <a:gd name="T69" fmla="*/ 3 h 34"/>
                      <a:gd name="T70" fmla="*/ 9 w 56"/>
                      <a:gd name="T71" fmla="*/ 0 h 34"/>
                      <a:gd name="T72" fmla="*/ 10 w 56"/>
                      <a:gd name="T73" fmla="*/ 0 h 34"/>
                      <a:gd name="T74" fmla="*/ 11 w 56"/>
                      <a:gd name="T75" fmla="*/ 0 h 34"/>
                      <a:gd name="T76" fmla="*/ 12 w 56"/>
                      <a:gd name="T77" fmla="*/ 0 h 34"/>
                      <a:gd name="T78" fmla="*/ 22 w 56"/>
                      <a:gd name="T79" fmla="*/ 6 h 34"/>
                      <a:gd name="T80" fmla="*/ 25 w 56"/>
                      <a:gd name="T81" fmla="*/ 8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56" h="34">
                        <a:moveTo>
                          <a:pt x="25" y="8"/>
                        </a:moveTo>
                        <a:cubicBezTo>
                          <a:pt x="30" y="9"/>
                          <a:pt x="35" y="11"/>
                          <a:pt x="39" y="15"/>
                        </a:cubicBezTo>
                        <a:cubicBezTo>
                          <a:pt x="40" y="15"/>
                          <a:pt x="41" y="16"/>
                          <a:pt x="42" y="16"/>
                        </a:cubicBezTo>
                        <a:cubicBezTo>
                          <a:pt x="44" y="23"/>
                          <a:pt x="51" y="26"/>
                          <a:pt x="56" y="30"/>
                        </a:cubicBezTo>
                        <a:cubicBezTo>
                          <a:pt x="52" y="30"/>
                          <a:pt x="48" y="30"/>
                          <a:pt x="45" y="32"/>
                        </a:cubicBezTo>
                        <a:cubicBezTo>
                          <a:pt x="43" y="33"/>
                          <a:pt x="40" y="34"/>
                          <a:pt x="37" y="34"/>
                        </a:cubicBezTo>
                        <a:cubicBezTo>
                          <a:pt x="26" y="33"/>
                          <a:pt x="16" y="32"/>
                          <a:pt x="6" y="29"/>
                        </a:cubicBezTo>
                        <a:cubicBezTo>
                          <a:pt x="7" y="28"/>
                          <a:pt x="8" y="26"/>
                          <a:pt x="10" y="27"/>
                        </a:cubicBezTo>
                        <a:cubicBezTo>
                          <a:pt x="13" y="31"/>
                          <a:pt x="15" y="29"/>
                          <a:pt x="18" y="27"/>
                        </a:cubicBezTo>
                        <a:cubicBezTo>
                          <a:pt x="15" y="26"/>
                          <a:pt x="13" y="25"/>
                          <a:pt x="15" y="22"/>
                        </a:cubicBezTo>
                        <a:cubicBezTo>
                          <a:pt x="17" y="22"/>
                          <a:pt x="18" y="25"/>
                          <a:pt x="19" y="25"/>
                        </a:cubicBezTo>
                        <a:cubicBezTo>
                          <a:pt x="20" y="26"/>
                          <a:pt x="21" y="26"/>
                          <a:pt x="23" y="26"/>
                        </a:cubicBezTo>
                        <a:cubicBezTo>
                          <a:pt x="23" y="25"/>
                          <a:pt x="24" y="25"/>
                          <a:pt x="23" y="24"/>
                        </a:cubicBezTo>
                        <a:cubicBezTo>
                          <a:pt x="23" y="23"/>
                          <a:pt x="22" y="23"/>
                          <a:pt x="21" y="24"/>
                        </a:cubicBezTo>
                        <a:cubicBezTo>
                          <a:pt x="20" y="24"/>
                          <a:pt x="19" y="23"/>
                          <a:pt x="19" y="23"/>
                        </a:cubicBezTo>
                        <a:cubicBezTo>
                          <a:pt x="16" y="19"/>
                          <a:pt x="14" y="19"/>
                          <a:pt x="11" y="22"/>
                        </a:cubicBezTo>
                        <a:cubicBezTo>
                          <a:pt x="10" y="23"/>
                          <a:pt x="9" y="23"/>
                          <a:pt x="9" y="22"/>
                        </a:cubicBezTo>
                        <a:cubicBezTo>
                          <a:pt x="8" y="21"/>
                          <a:pt x="9" y="21"/>
                          <a:pt x="9" y="20"/>
                        </a:cubicBezTo>
                        <a:cubicBezTo>
                          <a:pt x="13" y="15"/>
                          <a:pt x="15" y="14"/>
                          <a:pt x="23" y="19"/>
                        </a:cubicBezTo>
                        <a:cubicBezTo>
                          <a:pt x="19" y="15"/>
                          <a:pt x="25" y="14"/>
                          <a:pt x="24" y="11"/>
                        </a:cubicBezTo>
                        <a:cubicBezTo>
                          <a:pt x="21" y="13"/>
                          <a:pt x="18" y="14"/>
                          <a:pt x="14" y="12"/>
                        </a:cubicBezTo>
                        <a:cubicBezTo>
                          <a:pt x="13" y="10"/>
                          <a:pt x="13" y="13"/>
                          <a:pt x="12" y="13"/>
                        </a:cubicBezTo>
                        <a:cubicBezTo>
                          <a:pt x="11" y="14"/>
                          <a:pt x="10" y="15"/>
                          <a:pt x="9" y="14"/>
                        </a:cubicBezTo>
                        <a:cubicBezTo>
                          <a:pt x="8" y="13"/>
                          <a:pt x="10" y="13"/>
                          <a:pt x="10" y="12"/>
                        </a:cubicBezTo>
                        <a:cubicBezTo>
                          <a:pt x="11" y="11"/>
                          <a:pt x="9" y="12"/>
                          <a:pt x="9" y="12"/>
                        </a:cubicBezTo>
                        <a:cubicBezTo>
                          <a:pt x="8" y="11"/>
                          <a:pt x="7" y="9"/>
                          <a:pt x="6" y="11"/>
                        </a:cubicBezTo>
                        <a:cubicBezTo>
                          <a:pt x="5" y="11"/>
                          <a:pt x="6" y="12"/>
                          <a:pt x="6" y="12"/>
                        </a:cubicBezTo>
                        <a:cubicBezTo>
                          <a:pt x="9" y="15"/>
                          <a:pt x="4" y="17"/>
                          <a:pt x="5" y="20"/>
                        </a:cubicBezTo>
                        <a:cubicBezTo>
                          <a:pt x="6" y="21"/>
                          <a:pt x="4" y="18"/>
                          <a:pt x="2" y="19"/>
                        </a:cubicBezTo>
                        <a:cubicBezTo>
                          <a:pt x="1" y="19"/>
                          <a:pt x="1" y="16"/>
                          <a:pt x="1" y="16"/>
                        </a:cubicBezTo>
                        <a:cubicBezTo>
                          <a:pt x="4" y="16"/>
                          <a:pt x="3" y="14"/>
                          <a:pt x="3" y="13"/>
                        </a:cubicBezTo>
                        <a:cubicBezTo>
                          <a:pt x="4" y="10"/>
                          <a:pt x="4" y="8"/>
                          <a:pt x="7" y="8"/>
                        </a:cubicBezTo>
                        <a:cubicBezTo>
                          <a:pt x="7" y="7"/>
                          <a:pt x="6" y="7"/>
                          <a:pt x="5" y="6"/>
                        </a:cubicBezTo>
                        <a:cubicBezTo>
                          <a:pt x="3" y="6"/>
                          <a:pt x="1" y="8"/>
                          <a:pt x="0" y="6"/>
                        </a:cubicBezTo>
                        <a:cubicBezTo>
                          <a:pt x="0" y="5"/>
                          <a:pt x="3" y="4"/>
                          <a:pt x="5" y="3"/>
                        </a:cubicBezTo>
                        <a:cubicBezTo>
                          <a:pt x="6" y="2"/>
                          <a:pt x="9" y="3"/>
                          <a:pt x="9" y="0"/>
                        </a:cubicBezTo>
                        <a:cubicBezTo>
                          <a:pt x="9" y="0"/>
                          <a:pt x="9" y="0"/>
                          <a:pt x="10" y="0"/>
                        </a:cubicBezTo>
                        <a:cubicBezTo>
                          <a:pt x="10" y="1"/>
                          <a:pt x="11" y="1"/>
                          <a:pt x="11" y="0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5" y="4"/>
                          <a:pt x="19" y="3"/>
                          <a:pt x="22" y="6"/>
                        </a:cubicBezTo>
                        <a:cubicBezTo>
                          <a:pt x="23" y="7"/>
                          <a:pt x="24" y="7"/>
                          <a:pt x="25" y="8"/>
                        </a:cubicBezTo>
                        <a:close/>
                      </a:path>
                    </a:pathLst>
                  </a:custGeom>
                  <a:solidFill>
                    <a:srgbClr val="92B8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3" name="Freeform 382"/>
                  <p:cNvSpPr/>
                  <p:nvPr/>
                </p:nvSpPr>
                <p:spPr bwMode="auto">
                  <a:xfrm>
                    <a:off x="4475" y="2231"/>
                    <a:ext cx="31" cy="57"/>
                  </a:xfrm>
                  <a:custGeom>
                    <a:avLst/>
                    <a:gdLst>
                      <a:gd name="T0" fmla="*/ 12 w 13"/>
                      <a:gd name="T1" fmla="*/ 4 h 24"/>
                      <a:gd name="T2" fmla="*/ 1 w 13"/>
                      <a:gd name="T3" fmla="*/ 24 h 24"/>
                      <a:gd name="T4" fmla="*/ 1 w 13"/>
                      <a:gd name="T5" fmla="*/ 18 h 24"/>
                      <a:gd name="T6" fmla="*/ 5 w 13"/>
                      <a:gd name="T7" fmla="*/ 1 h 24"/>
                      <a:gd name="T8" fmla="*/ 11 w 13"/>
                      <a:gd name="T9" fmla="*/ 1 h 24"/>
                      <a:gd name="T10" fmla="*/ 12 w 13"/>
                      <a:gd name="T11" fmla="*/ 3 h 24"/>
                      <a:gd name="T12" fmla="*/ 13 w 13"/>
                      <a:gd name="T13" fmla="*/ 4 h 24"/>
                      <a:gd name="T14" fmla="*/ 12 w 13"/>
                      <a:gd name="T15" fmla="*/ 4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24">
                        <a:moveTo>
                          <a:pt x="12" y="4"/>
                        </a:moveTo>
                        <a:cubicBezTo>
                          <a:pt x="10" y="12"/>
                          <a:pt x="5" y="18"/>
                          <a:pt x="1" y="24"/>
                        </a:cubicBezTo>
                        <a:cubicBezTo>
                          <a:pt x="0" y="22"/>
                          <a:pt x="0" y="20"/>
                          <a:pt x="1" y="18"/>
                        </a:cubicBezTo>
                        <a:cubicBezTo>
                          <a:pt x="3" y="13"/>
                          <a:pt x="2" y="6"/>
                          <a:pt x="5" y="1"/>
                        </a:cubicBezTo>
                        <a:cubicBezTo>
                          <a:pt x="7" y="0"/>
                          <a:pt x="9" y="2"/>
                          <a:pt x="11" y="1"/>
                        </a:cubicBezTo>
                        <a:cubicBezTo>
                          <a:pt x="12" y="2"/>
                          <a:pt x="12" y="2"/>
                          <a:pt x="12" y="3"/>
                        </a:cubicBezTo>
                        <a:cubicBezTo>
                          <a:pt x="13" y="3"/>
                          <a:pt x="13" y="4"/>
                          <a:pt x="13" y="4"/>
                        </a:cubicBezTo>
                        <a:cubicBezTo>
                          <a:pt x="13" y="4"/>
                          <a:pt x="13" y="4"/>
                          <a:pt x="12" y="4"/>
                        </a:cubicBezTo>
                        <a:close/>
                      </a:path>
                    </a:pathLst>
                  </a:custGeom>
                  <a:solidFill>
                    <a:srgbClr val="A0A2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4" name="Freeform 383"/>
                  <p:cNvSpPr/>
                  <p:nvPr/>
                </p:nvSpPr>
                <p:spPr bwMode="auto">
                  <a:xfrm>
                    <a:off x="4451" y="2197"/>
                    <a:ext cx="50" cy="46"/>
                  </a:xfrm>
                  <a:custGeom>
                    <a:avLst/>
                    <a:gdLst>
                      <a:gd name="T0" fmla="*/ 21 w 21"/>
                      <a:gd name="T1" fmla="*/ 15 h 19"/>
                      <a:gd name="T2" fmla="*/ 16 w 21"/>
                      <a:gd name="T3" fmla="*/ 15 h 19"/>
                      <a:gd name="T4" fmla="*/ 12 w 21"/>
                      <a:gd name="T5" fmla="*/ 11 h 19"/>
                      <a:gd name="T6" fmla="*/ 0 w 21"/>
                      <a:gd name="T7" fmla="*/ 2 h 19"/>
                      <a:gd name="T8" fmla="*/ 3 w 21"/>
                      <a:gd name="T9" fmla="*/ 1 h 19"/>
                      <a:gd name="T10" fmla="*/ 8 w 21"/>
                      <a:gd name="T11" fmla="*/ 2 h 19"/>
                      <a:gd name="T12" fmla="*/ 21 w 21"/>
                      <a:gd name="T13" fmla="*/ 1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1" h="19">
                        <a:moveTo>
                          <a:pt x="21" y="15"/>
                        </a:moveTo>
                        <a:cubicBezTo>
                          <a:pt x="19" y="19"/>
                          <a:pt x="18" y="15"/>
                          <a:pt x="16" y="15"/>
                        </a:cubicBezTo>
                        <a:cubicBezTo>
                          <a:pt x="14" y="14"/>
                          <a:pt x="12" y="13"/>
                          <a:pt x="12" y="11"/>
                        </a:cubicBezTo>
                        <a:cubicBezTo>
                          <a:pt x="7" y="9"/>
                          <a:pt x="4" y="5"/>
                          <a:pt x="0" y="2"/>
                        </a:cubicBezTo>
                        <a:cubicBezTo>
                          <a:pt x="1" y="0"/>
                          <a:pt x="2" y="1"/>
                          <a:pt x="3" y="1"/>
                        </a:cubicBezTo>
                        <a:cubicBezTo>
                          <a:pt x="5" y="1"/>
                          <a:pt x="7" y="1"/>
                          <a:pt x="8" y="2"/>
                        </a:cubicBezTo>
                        <a:cubicBezTo>
                          <a:pt x="11" y="8"/>
                          <a:pt x="18" y="10"/>
                          <a:pt x="21" y="15"/>
                        </a:cubicBezTo>
                        <a:close/>
                      </a:path>
                    </a:pathLst>
                  </a:custGeom>
                  <a:solidFill>
                    <a:srgbClr val="7D8BA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5" name="Freeform 384"/>
                  <p:cNvSpPr/>
                  <p:nvPr/>
                </p:nvSpPr>
                <p:spPr bwMode="auto">
                  <a:xfrm>
                    <a:off x="4415" y="2157"/>
                    <a:ext cx="50" cy="31"/>
                  </a:xfrm>
                  <a:custGeom>
                    <a:avLst/>
                    <a:gdLst>
                      <a:gd name="T0" fmla="*/ 0 w 21"/>
                      <a:gd name="T1" fmla="*/ 0 h 13"/>
                      <a:gd name="T2" fmla="*/ 9 w 21"/>
                      <a:gd name="T3" fmla="*/ 5 h 13"/>
                      <a:gd name="T4" fmla="*/ 13 w 21"/>
                      <a:gd name="T5" fmla="*/ 7 h 13"/>
                      <a:gd name="T6" fmla="*/ 21 w 21"/>
                      <a:gd name="T7" fmla="*/ 13 h 13"/>
                      <a:gd name="T8" fmla="*/ 1 w 21"/>
                      <a:gd name="T9" fmla="*/ 2 h 13"/>
                      <a:gd name="T10" fmla="*/ 0 w 21"/>
                      <a:gd name="T11" fmla="*/ 0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" h="13">
                        <a:moveTo>
                          <a:pt x="0" y="0"/>
                        </a:moveTo>
                        <a:cubicBezTo>
                          <a:pt x="3" y="1"/>
                          <a:pt x="6" y="2"/>
                          <a:pt x="9" y="5"/>
                        </a:cubicBezTo>
                        <a:cubicBezTo>
                          <a:pt x="10" y="6"/>
                          <a:pt x="11" y="7"/>
                          <a:pt x="13" y="7"/>
                        </a:cubicBezTo>
                        <a:cubicBezTo>
                          <a:pt x="17" y="8"/>
                          <a:pt x="19" y="10"/>
                          <a:pt x="21" y="13"/>
                        </a:cubicBezTo>
                        <a:cubicBezTo>
                          <a:pt x="15" y="9"/>
                          <a:pt x="6" y="8"/>
                          <a:pt x="1" y="2"/>
                        </a:cubicBezTo>
                        <a:cubicBezTo>
                          <a:pt x="1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A3C4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6" name="Freeform 385"/>
                  <p:cNvSpPr/>
                  <p:nvPr/>
                </p:nvSpPr>
                <p:spPr bwMode="auto">
                  <a:xfrm>
                    <a:off x="4544" y="2209"/>
                    <a:ext cx="30" cy="17"/>
                  </a:xfrm>
                  <a:custGeom>
                    <a:avLst/>
                    <a:gdLst>
                      <a:gd name="T0" fmla="*/ 7 w 13"/>
                      <a:gd name="T1" fmla="*/ 6 h 7"/>
                      <a:gd name="T2" fmla="*/ 4 w 13"/>
                      <a:gd name="T3" fmla="*/ 6 h 7"/>
                      <a:gd name="T4" fmla="*/ 1 w 13"/>
                      <a:gd name="T5" fmla="*/ 4 h 7"/>
                      <a:gd name="T6" fmla="*/ 5 w 13"/>
                      <a:gd name="T7" fmla="*/ 2 h 7"/>
                      <a:gd name="T8" fmla="*/ 6 w 13"/>
                      <a:gd name="T9" fmla="*/ 1 h 7"/>
                      <a:gd name="T10" fmla="*/ 8 w 13"/>
                      <a:gd name="T11" fmla="*/ 0 h 7"/>
                      <a:gd name="T12" fmla="*/ 9 w 13"/>
                      <a:gd name="T13" fmla="*/ 2 h 7"/>
                      <a:gd name="T14" fmla="*/ 12 w 13"/>
                      <a:gd name="T15" fmla="*/ 6 h 7"/>
                      <a:gd name="T16" fmla="*/ 7 w 13"/>
                      <a:gd name="T17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3" h="7">
                        <a:moveTo>
                          <a:pt x="7" y="6"/>
                        </a:moveTo>
                        <a:cubicBezTo>
                          <a:pt x="6" y="7"/>
                          <a:pt x="5" y="7"/>
                          <a:pt x="4" y="6"/>
                        </a:cubicBezTo>
                        <a:cubicBezTo>
                          <a:pt x="3" y="5"/>
                          <a:pt x="0" y="7"/>
                          <a:pt x="1" y="4"/>
                        </a:cubicBezTo>
                        <a:cubicBezTo>
                          <a:pt x="1" y="2"/>
                          <a:pt x="3" y="2"/>
                          <a:pt x="5" y="2"/>
                        </a:cubicBezTo>
                        <a:cubicBezTo>
                          <a:pt x="6" y="3"/>
                          <a:pt x="7" y="5"/>
                          <a:pt x="6" y="1"/>
                        </a:cubicBezTo>
                        <a:cubicBezTo>
                          <a:pt x="6" y="0"/>
                          <a:pt x="7" y="0"/>
                          <a:pt x="8" y="0"/>
                        </a:cubicBezTo>
                        <a:cubicBezTo>
                          <a:pt x="9" y="1"/>
                          <a:pt x="9" y="1"/>
                          <a:pt x="9" y="2"/>
                        </a:cubicBezTo>
                        <a:cubicBezTo>
                          <a:pt x="10" y="3"/>
                          <a:pt x="13" y="4"/>
                          <a:pt x="12" y="6"/>
                        </a:cubicBezTo>
                        <a:cubicBezTo>
                          <a:pt x="11" y="7"/>
                          <a:pt x="9" y="7"/>
                          <a:pt x="7" y="6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7" name="Freeform 386"/>
                  <p:cNvSpPr/>
                  <p:nvPr/>
                </p:nvSpPr>
                <p:spPr bwMode="auto">
                  <a:xfrm>
                    <a:off x="4503" y="2233"/>
                    <a:ext cx="24" cy="12"/>
                  </a:xfrm>
                  <a:custGeom>
                    <a:avLst/>
                    <a:gdLst>
                      <a:gd name="T0" fmla="*/ 0 w 10"/>
                      <a:gd name="T1" fmla="*/ 3 h 5"/>
                      <a:gd name="T2" fmla="*/ 0 w 10"/>
                      <a:gd name="T3" fmla="*/ 2 h 5"/>
                      <a:gd name="T4" fmla="*/ 9 w 10"/>
                      <a:gd name="T5" fmla="*/ 2 h 5"/>
                      <a:gd name="T6" fmla="*/ 9 w 10"/>
                      <a:gd name="T7" fmla="*/ 5 h 5"/>
                      <a:gd name="T8" fmla="*/ 0 w 10"/>
                      <a:gd name="T9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5">
                        <a:moveTo>
                          <a:pt x="0" y="3"/>
                        </a:move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3" y="0"/>
                          <a:pt x="6" y="3"/>
                          <a:pt x="9" y="2"/>
                        </a:cubicBezTo>
                        <a:cubicBezTo>
                          <a:pt x="10" y="1"/>
                          <a:pt x="9" y="4"/>
                          <a:pt x="9" y="5"/>
                        </a:cubicBezTo>
                        <a:cubicBezTo>
                          <a:pt x="6" y="4"/>
                          <a:pt x="3" y="4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8" name="Freeform 387"/>
                  <p:cNvSpPr/>
                  <p:nvPr/>
                </p:nvSpPr>
                <p:spPr bwMode="auto">
                  <a:xfrm>
                    <a:off x="4515" y="2231"/>
                    <a:ext cx="5" cy="2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1 w 2"/>
                      <a:gd name="T3" fmla="*/ 1 h 1"/>
                      <a:gd name="T4" fmla="*/ 0 w 2"/>
                      <a:gd name="T5" fmla="*/ 0 h 1"/>
                      <a:gd name="T6" fmla="*/ 1 w 2"/>
                      <a:gd name="T7" fmla="*/ 0 h 1"/>
                      <a:gd name="T8" fmla="*/ 2 w 2"/>
                      <a:gd name="T9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39" name="Freeform 388"/>
                  <p:cNvSpPr/>
                  <p:nvPr/>
                </p:nvSpPr>
                <p:spPr bwMode="auto">
                  <a:xfrm>
                    <a:off x="5080" y="1304"/>
                    <a:ext cx="12" cy="7"/>
                  </a:xfrm>
                  <a:custGeom>
                    <a:avLst/>
                    <a:gdLst>
                      <a:gd name="T0" fmla="*/ 5 w 5"/>
                      <a:gd name="T1" fmla="*/ 3 h 3"/>
                      <a:gd name="T2" fmla="*/ 0 w 5"/>
                      <a:gd name="T3" fmla="*/ 0 h 3"/>
                      <a:gd name="T4" fmla="*/ 5 w 5"/>
                      <a:gd name="T5" fmla="*/ 2 h 3"/>
                      <a:gd name="T6" fmla="*/ 5 w 5"/>
                      <a:gd name="T7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3">
                        <a:moveTo>
                          <a:pt x="5" y="3"/>
                        </a:moveTo>
                        <a:cubicBezTo>
                          <a:pt x="3" y="3"/>
                          <a:pt x="0" y="3"/>
                          <a:pt x="0" y="0"/>
                        </a:cubicBezTo>
                        <a:cubicBezTo>
                          <a:pt x="2" y="0"/>
                          <a:pt x="3" y="1"/>
                          <a:pt x="5" y="2"/>
                        </a:cubicBezTo>
                        <a:cubicBezTo>
                          <a:pt x="5" y="2"/>
                          <a:pt x="5" y="3"/>
                          <a:pt x="5" y="3"/>
                        </a:cubicBezTo>
                        <a:close/>
                      </a:path>
                    </a:pathLst>
                  </a:custGeom>
                  <a:solidFill>
                    <a:srgbClr val="FED1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0" name="Freeform 389"/>
                  <p:cNvSpPr/>
                  <p:nvPr/>
                </p:nvSpPr>
                <p:spPr bwMode="auto">
                  <a:xfrm>
                    <a:off x="4394" y="2233"/>
                    <a:ext cx="90" cy="105"/>
                  </a:xfrm>
                  <a:custGeom>
                    <a:avLst/>
                    <a:gdLst>
                      <a:gd name="T0" fmla="*/ 26 w 38"/>
                      <a:gd name="T1" fmla="*/ 39 h 44"/>
                      <a:gd name="T2" fmla="*/ 10 w 38"/>
                      <a:gd name="T3" fmla="*/ 43 h 44"/>
                      <a:gd name="T4" fmla="*/ 7 w 38"/>
                      <a:gd name="T5" fmla="*/ 42 h 44"/>
                      <a:gd name="T6" fmla="*/ 1 w 38"/>
                      <a:gd name="T7" fmla="*/ 37 h 44"/>
                      <a:gd name="T8" fmla="*/ 8 w 38"/>
                      <a:gd name="T9" fmla="*/ 25 h 44"/>
                      <a:gd name="T10" fmla="*/ 13 w 38"/>
                      <a:gd name="T11" fmla="*/ 16 h 44"/>
                      <a:gd name="T12" fmla="*/ 15 w 38"/>
                      <a:gd name="T13" fmla="*/ 12 h 44"/>
                      <a:gd name="T14" fmla="*/ 16 w 38"/>
                      <a:gd name="T15" fmla="*/ 10 h 44"/>
                      <a:gd name="T16" fmla="*/ 25 w 38"/>
                      <a:gd name="T17" fmla="*/ 8 h 44"/>
                      <a:gd name="T18" fmla="*/ 28 w 38"/>
                      <a:gd name="T19" fmla="*/ 5 h 44"/>
                      <a:gd name="T20" fmla="*/ 32 w 38"/>
                      <a:gd name="T21" fmla="*/ 2 h 44"/>
                      <a:gd name="T22" fmla="*/ 35 w 38"/>
                      <a:gd name="T23" fmla="*/ 1 h 44"/>
                      <a:gd name="T24" fmla="*/ 38 w 38"/>
                      <a:gd name="T25" fmla="*/ 1 h 44"/>
                      <a:gd name="T26" fmla="*/ 37 w 38"/>
                      <a:gd name="T27" fmla="*/ 5 h 44"/>
                      <a:gd name="T28" fmla="*/ 33 w 38"/>
                      <a:gd name="T29" fmla="*/ 10 h 44"/>
                      <a:gd name="T30" fmla="*/ 30 w 38"/>
                      <a:gd name="T31" fmla="*/ 12 h 44"/>
                      <a:gd name="T32" fmla="*/ 26 w 38"/>
                      <a:gd name="T33" fmla="*/ 16 h 44"/>
                      <a:gd name="T34" fmla="*/ 22 w 38"/>
                      <a:gd name="T35" fmla="*/ 17 h 44"/>
                      <a:gd name="T36" fmla="*/ 30 w 38"/>
                      <a:gd name="T37" fmla="*/ 23 h 44"/>
                      <a:gd name="T38" fmla="*/ 33 w 38"/>
                      <a:gd name="T39" fmla="*/ 28 h 44"/>
                      <a:gd name="T40" fmla="*/ 26 w 38"/>
                      <a:gd name="T41" fmla="*/ 39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38" h="44">
                        <a:moveTo>
                          <a:pt x="26" y="39"/>
                        </a:moveTo>
                        <a:cubicBezTo>
                          <a:pt x="24" y="43"/>
                          <a:pt x="15" y="44"/>
                          <a:pt x="10" y="43"/>
                        </a:cubicBezTo>
                        <a:cubicBezTo>
                          <a:pt x="9" y="42"/>
                          <a:pt x="8" y="42"/>
                          <a:pt x="7" y="42"/>
                        </a:cubicBezTo>
                        <a:cubicBezTo>
                          <a:pt x="4" y="43"/>
                          <a:pt x="0" y="39"/>
                          <a:pt x="1" y="37"/>
                        </a:cubicBezTo>
                        <a:cubicBezTo>
                          <a:pt x="3" y="33"/>
                          <a:pt x="4" y="28"/>
                          <a:pt x="8" y="25"/>
                        </a:cubicBezTo>
                        <a:cubicBezTo>
                          <a:pt x="9" y="22"/>
                          <a:pt x="11" y="19"/>
                          <a:pt x="13" y="16"/>
                        </a:cubicBezTo>
                        <a:cubicBezTo>
                          <a:pt x="14" y="15"/>
                          <a:pt x="14" y="13"/>
                          <a:pt x="15" y="12"/>
                        </a:cubicBezTo>
                        <a:cubicBezTo>
                          <a:pt x="15" y="11"/>
                          <a:pt x="15" y="10"/>
                          <a:pt x="16" y="10"/>
                        </a:cubicBezTo>
                        <a:cubicBezTo>
                          <a:pt x="19" y="9"/>
                          <a:pt x="21" y="7"/>
                          <a:pt x="25" y="8"/>
                        </a:cubicBezTo>
                        <a:cubicBezTo>
                          <a:pt x="26" y="9"/>
                          <a:pt x="29" y="7"/>
                          <a:pt x="28" y="5"/>
                        </a:cubicBezTo>
                        <a:cubicBezTo>
                          <a:pt x="27" y="0"/>
                          <a:pt x="30" y="1"/>
                          <a:pt x="32" y="2"/>
                        </a:cubicBezTo>
                        <a:cubicBezTo>
                          <a:pt x="33" y="2"/>
                          <a:pt x="34" y="3"/>
                          <a:pt x="35" y="1"/>
                        </a:cubicBezTo>
                        <a:cubicBezTo>
                          <a:pt x="35" y="0"/>
                          <a:pt x="37" y="0"/>
                          <a:pt x="38" y="1"/>
                        </a:cubicBezTo>
                        <a:cubicBezTo>
                          <a:pt x="38" y="3"/>
                          <a:pt x="38" y="4"/>
                          <a:pt x="37" y="5"/>
                        </a:cubicBezTo>
                        <a:cubicBezTo>
                          <a:pt x="34" y="5"/>
                          <a:pt x="33" y="7"/>
                          <a:pt x="33" y="10"/>
                        </a:cubicBezTo>
                        <a:cubicBezTo>
                          <a:pt x="32" y="11"/>
                          <a:pt x="32" y="12"/>
                          <a:pt x="30" y="12"/>
                        </a:cubicBezTo>
                        <a:cubicBezTo>
                          <a:pt x="28" y="13"/>
                          <a:pt x="26" y="12"/>
                          <a:pt x="26" y="16"/>
                        </a:cubicBezTo>
                        <a:cubicBezTo>
                          <a:pt x="26" y="18"/>
                          <a:pt x="23" y="15"/>
                          <a:pt x="22" y="17"/>
                        </a:cubicBezTo>
                        <a:cubicBezTo>
                          <a:pt x="25" y="19"/>
                          <a:pt x="27" y="22"/>
                          <a:pt x="30" y="23"/>
                        </a:cubicBezTo>
                        <a:cubicBezTo>
                          <a:pt x="33" y="24"/>
                          <a:pt x="32" y="26"/>
                          <a:pt x="33" y="28"/>
                        </a:cubicBezTo>
                        <a:cubicBezTo>
                          <a:pt x="31" y="32"/>
                          <a:pt x="30" y="36"/>
                          <a:pt x="26" y="39"/>
                        </a:cubicBezTo>
                        <a:close/>
                      </a:path>
                    </a:pathLst>
                  </a:custGeom>
                  <a:solidFill>
                    <a:srgbClr val="79797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1" name="Freeform 390"/>
                  <p:cNvSpPr/>
                  <p:nvPr/>
                </p:nvSpPr>
                <p:spPr bwMode="auto">
                  <a:xfrm>
                    <a:off x="4432" y="2224"/>
                    <a:ext cx="57" cy="76"/>
                  </a:xfrm>
                  <a:custGeom>
                    <a:avLst/>
                    <a:gdLst>
                      <a:gd name="T0" fmla="*/ 16 w 24"/>
                      <a:gd name="T1" fmla="*/ 32 h 32"/>
                      <a:gd name="T2" fmla="*/ 4 w 24"/>
                      <a:gd name="T3" fmla="*/ 21 h 32"/>
                      <a:gd name="T4" fmla="*/ 10 w 24"/>
                      <a:gd name="T5" fmla="*/ 20 h 32"/>
                      <a:gd name="T6" fmla="*/ 13 w 24"/>
                      <a:gd name="T7" fmla="*/ 16 h 32"/>
                      <a:gd name="T8" fmla="*/ 16 w 24"/>
                      <a:gd name="T9" fmla="*/ 14 h 32"/>
                      <a:gd name="T10" fmla="*/ 21 w 24"/>
                      <a:gd name="T11" fmla="*/ 8 h 32"/>
                      <a:gd name="T12" fmla="*/ 21 w 24"/>
                      <a:gd name="T13" fmla="*/ 6 h 32"/>
                      <a:gd name="T14" fmla="*/ 19 w 24"/>
                      <a:gd name="T15" fmla="*/ 5 h 32"/>
                      <a:gd name="T16" fmla="*/ 13 w 24"/>
                      <a:gd name="T17" fmla="*/ 6 h 32"/>
                      <a:gd name="T18" fmla="*/ 14 w 24"/>
                      <a:gd name="T19" fmla="*/ 11 h 32"/>
                      <a:gd name="T20" fmla="*/ 6 w 24"/>
                      <a:gd name="T21" fmla="*/ 13 h 32"/>
                      <a:gd name="T22" fmla="*/ 2 w 24"/>
                      <a:gd name="T23" fmla="*/ 16 h 32"/>
                      <a:gd name="T24" fmla="*/ 0 w 24"/>
                      <a:gd name="T25" fmla="*/ 14 h 32"/>
                      <a:gd name="T26" fmla="*/ 5 w 24"/>
                      <a:gd name="T27" fmla="*/ 3 h 32"/>
                      <a:gd name="T28" fmla="*/ 10 w 24"/>
                      <a:gd name="T29" fmla="*/ 0 h 32"/>
                      <a:gd name="T30" fmla="*/ 20 w 24"/>
                      <a:gd name="T31" fmla="*/ 0 h 32"/>
                      <a:gd name="T32" fmla="*/ 24 w 24"/>
                      <a:gd name="T33" fmla="*/ 4 h 32"/>
                      <a:gd name="T34" fmla="*/ 20 w 24"/>
                      <a:gd name="T35" fmla="*/ 19 h 32"/>
                      <a:gd name="T36" fmla="*/ 19 w 24"/>
                      <a:gd name="T37" fmla="*/ 27 h 32"/>
                      <a:gd name="T38" fmla="*/ 19 w 24"/>
                      <a:gd name="T39" fmla="*/ 28 h 32"/>
                      <a:gd name="T40" fmla="*/ 16 w 24"/>
                      <a:gd name="T41" fmla="*/ 32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4" h="32">
                        <a:moveTo>
                          <a:pt x="16" y="32"/>
                        </a:moveTo>
                        <a:cubicBezTo>
                          <a:pt x="15" y="30"/>
                          <a:pt x="6" y="22"/>
                          <a:pt x="4" y="21"/>
                        </a:cubicBezTo>
                        <a:cubicBezTo>
                          <a:pt x="6" y="19"/>
                          <a:pt x="7" y="17"/>
                          <a:pt x="10" y="20"/>
                        </a:cubicBezTo>
                        <a:cubicBezTo>
                          <a:pt x="8" y="16"/>
                          <a:pt x="9" y="15"/>
                          <a:pt x="13" y="16"/>
                        </a:cubicBezTo>
                        <a:cubicBezTo>
                          <a:pt x="14" y="16"/>
                          <a:pt x="16" y="15"/>
                          <a:pt x="16" y="14"/>
                        </a:cubicBezTo>
                        <a:cubicBezTo>
                          <a:pt x="16" y="11"/>
                          <a:pt x="16" y="7"/>
                          <a:pt x="21" y="8"/>
                        </a:cubicBezTo>
                        <a:cubicBezTo>
                          <a:pt x="21" y="8"/>
                          <a:pt x="21" y="6"/>
                          <a:pt x="21" y="6"/>
                        </a:cubicBezTo>
                        <a:cubicBezTo>
                          <a:pt x="21" y="5"/>
                          <a:pt x="19" y="5"/>
                          <a:pt x="19" y="5"/>
                        </a:cubicBezTo>
                        <a:cubicBezTo>
                          <a:pt x="18" y="9"/>
                          <a:pt x="15" y="6"/>
                          <a:pt x="13" y="6"/>
                        </a:cubicBezTo>
                        <a:cubicBezTo>
                          <a:pt x="13" y="8"/>
                          <a:pt x="16" y="10"/>
                          <a:pt x="14" y="11"/>
                        </a:cubicBezTo>
                        <a:cubicBezTo>
                          <a:pt x="12" y="12"/>
                          <a:pt x="10" y="16"/>
                          <a:pt x="6" y="13"/>
                        </a:cubicBezTo>
                        <a:cubicBezTo>
                          <a:pt x="3" y="11"/>
                          <a:pt x="2" y="14"/>
                          <a:pt x="2" y="16"/>
                        </a:cubicBezTo>
                        <a:cubicBezTo>
                          <a:pt x="1" y="15"/>
                          <a:pt x="0" y="15"/>
                          <a:pt x="0" y="14"/>
                        </a:cubicBezTo>
                        <a:cubicBezTo>
                          <a:pt x="1" y="10"/>
                          <a:pt x="4" y="7"/>
                          <a:pt x="5" y="3"/>
                        </a:cubicBezTo>
                        <a:cubicBezTo>
                          <a:pt x="6" y="1"/>
                          <a:pt x="8" y="0"/>
                          <a:pt x="10" y="0"/>
                        </a:cubicBezTo>
                        <a:cubicBezTo>
                          <a:pt x="13" y="0"/>
                          <a:pt x="17" y="0"/>
                          <a:pt x="20" y="0"/>
                        </a:cubicBezTo>
                        <a:cubicBezTo>
                          <a:pt x="21" y="1"/>
                          <a:pt x="23" y="3"/>
                          <a:pt x="24" y="4"/>
                        </a:cubicBezTo>
                        <a:cubicBezTo>
                          <a:pt x="22" y="9"/>
                          <a:pt x="22" y="15"/>
                          <a:pt x="20" y="19"/>
                        </a:cubicBezTo>
                        <a:cubicBezTo>
                          <a:pt x="19" y="22"/>
                          <a:pt x="19" y="25"/>
                          <a:pt x="19" y="27"/>
                        </a:cubicBezTo>
                        <a:cubicBezTo>
                          <a:pt x="19" y="28"/>
                          <a:pt x="19" y="28"/>
                          <a:pt x="19" y="28"/>
                        </a:cubicBezTo>
                        <a:cubicBezTo>
                          <a:pt x="18" y="29"/>
                          <a:pt x="18" y="32"/>
                          <a:pt x="16" y="32"/>
                        </a:cubicBezTo>
                        <a:close/>
                      </a:path>
                    </a:pathLst>
                  </a:custGeom>
                  <a:solidFill>
                    <a:srgbClr val="7E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2" name="Freeform 391"/>
                  <p:cNvSpPr/>
                  <p:nvPr/>
                </p:nvSpPr>
                <p:spPr bwMode="auto">
                  <a:xfrm>
                    <a:off x="4425" y="2262"/>
                    <a:ext cx="7" cy="9"/>
                  </a:xfrm>
                  <a:custGeom>
                    <a:avLst/>
                    <a:gdLst>
                      <a:gd name="T0" fmla="*/ 2 w 3"/>
                      <a:gd name="T1" fmla="*/ 0 h 4"/>
                      <a:gd name="T2" fmla="*/ 0 w 3"/>
                      <a:gd name="T3" fmla="*/ 4 h 4"/>
                      <a:gd name="T4" fmla="*/ 2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2" y="0"/>
                        </a:moveTo>
                        <a:cubicBezTo>
                          <a:pt x="1" y="1"/>
                          <a:pt x="3" y="4"/>
                          <a:pt x="0" y="4"/>
                        </a:cubicBezTo>
                        <a:cubicBezTo>
                          <a:pt x="0" y="3"/>
                          <a:pt x="0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7E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3" name="Freeform 392"/>
                  <p:cNvSpPr/>
                  <p:nvPr/>
                </p:nvSpPr>
                <p:spPr bwMode="auto">
                  <a:xfrm>
                    <a:off x="4688" y="2511"/>
                    <a:ext cx="29" cy="10"/>
                  </a:xfrm>
                  <a:custGeom>
                    <a:avLst/>
                    <a:gdLst>
                      <a:gd name="T0" fmla="*/ 0 w 12"/>
                      <a:gd name="T1" fmla="*/ 1 h 4"/>
                      <a:gd name="T2" fmla="*/ 10 w 12"/>
                      <a:gd name="T3" fmla="*/ 0 h 4"/>
                      <a:gd name="T4" fmla="*/ 12 w 12"/>
                      <a:gd name="T5" fmla="*/ 1 h 4"/>
                      <a:gd name="T6" fmla="*/ 0 w 12"/>
                      <a:gd name="T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1"/>
                        </a:moveTo>
                        <a:cubicBezTo>
                          <a:pt x="3" y="1"/>
                          <a:pt x="7" y="0"/>
                          <a:pt x="10" y="0"/>
                        </a:cubicBezTo>
                        <a:cubicBezTo>
                          <a:pt x="11" y="0"/>
                          <a:pt x="11" y="0"/>
                          <a:pt x="12" y="1"/>
                        </a:cubicBezTo>
                        <a:cubicBezTo>
                          <a:pt x="8" y="4"/>
                          <a:pt x="4" y="4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877E7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4" name="Freeform 393"/>
                  <p:cNvSpPr/>
                  <p:nvPr/>
                </p:nvSpPr>
                <p:spPr bwMode="auto">
                  <a:xfrm>
                    <a:off x="4696" y="2456"/>
                    <a:ext cx="28" cy="10"/>
                  </a:xfrm>
                  <a:custGeom>
                    <a:avLst/>
                    <a:gdLst>
                      <a:gd name="T0" fmla="*/ 0 w 12"/>
                      <a:gd name="T1" fmla="*/ 4 h 4"/>
                      <a:gd name="T2" fmla="*/ 10 w 12"/>
                      <a:gd name="T3" fmla="*/ 1 h 4"/>
                      <a:gd name="T4" fmla="*/ 12 w 12"/>
                      <a:gd name="T5" fmla="*/ 2 h 4"/>
                      <a:gd name="T6" fmla="*/ 0 w 12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4"/>
                        </a:moveTo>
                        <a:cubicBezTo>
                          <a:pt x="3" y="1"/>
                          <a:pt x="7" y="3"/>
                          <a:pt x="10" y="1"/>
                        </a:cubicBezTo>
                        <a:cubicBezTo>
                          <a:pt x="11" y="0"/>
                          <a:pt x="11" y="1"/>
                          <a:pt x="12" y="2"/>
                        </a:cubicBezTo>
                        <a:cubicBezTo>
                          <a:pt x="8" y="4"/>
                          <a:pt x="4" y="3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ECF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5" name="Freeform 394"/>
                  <p:cNvSpPr/>
                  <p:nvPr/>
                </p:nvSpPr>
                <p:spPr bwMode="auto">
                  <a:xfrm>
                    <a:off x="4408" y="2364"/>
                    <a:ext cx="112" cy="50"/>
                  </a:xfrm>
                  <a:custGeom>
                    <a:avLst/>
                    <a:gdLst>
                      <a:gd name="T0" fmla="*/ 44 w 47"/>
                      <a:gd name="T1" fmla="*/ 21 h 21"/>
                      <a:gd name="T2" fmla="*/ 19 w 47"/>
                      <a:gd name="T3" fmla="*/ 12 h 21"/>
                      <a:gd name="T4" fmla="*/ 14 w 47"/>
                      <a:gd name="T5" fmla="*/ 8 h 21"/>
                      <a:gd name="T6" fmla="*/ 10 w 47"/>
                      <a:gd name="T7" fmla="*/ 6 h 21"/>
                      <a:gd name="T8" fmla="*/ 0 w 47"/>
                      <a:gd name="T9" fmla="*/ 1 h 21"/>
                      <a:gd name="T10" fmla="*/ 8 w 47"/>
                      <a:gd name="T11" fmla="*/ 0 h 21"/>
                      <a:gd name="T12" fmla="*/ 10 w 47"/>
                      <a:gd name="T13" fmla="*/ 0 h 21"/>
                      <a:gd name="T14" fmla="*/ 12 w 47"/>
                      <a:gd name="T15" fmla="*/ 2 h 21"/>
                      <a:gd name="T16" fmla="*/ 27 w 47"/>
                      <a:gd name="T17" fmla="*/ 10 h 21"/>
                      <a:gd name="T18" fmla="*/ 43 w 47"/>
                      <a:gd name="T19" fmla="*/ 19 h 21"/>
                      <a:gd name="T20" fmla="*/ 47 w 47"/>
                      <a:gd name="T21" fmla="*/ 21 h 21"/>
                      <a:gd name="T22" fmla="*/ 44 w 47"/>
                      <a:gd name="T23" fmla="*/ 21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7" h="21">
                        <a:moveTo>
                          <a:pt x="44" y="21"/>
                        </a:moveTo>
                        <a:cubicBezTo>
                          <a:pt x="36" y="18"/>
                          <a:pt x="27" y="15"/>
                          <a:pt x="19" y="12"/>
                        </a:cubicBezTo>
                        <a:cubicBezTo>
                          <a:pt x="17" y="12"/>
                          <a:pt x="15" y="11"/>
                          <a:pt x="14" y="8"/>
                        </a:cubicBezTo>
                        <a:cubicBezTo>
                          <a:pt x="14" y="7"/>
                          <a:pt x="12" y="6"/>
                          <a:pt x="10" y="6"/>
                        </a:cubicBezTo>
                        <a:cubicBezTo>
                          <a:pt x="7" y="5"/>
                          <a:pt x="3" y="4"/>
                          <a:pt x="0" y="1"/>
                        </a:cubicBezTo>
                        <a:cubicBezTo>
                          <a:pt x="2" y="0"/>
                          <a:pt x="5" y="2"/>
                          <a:pt x="8" y="0"/>
                        </a:cubicBezTo>
                        <a:cubicBezTo>
                          <a:pt x="8" y="0"/>
                          <a:pt x="9" y="0"/>
                          <a:pt x="10" y="0"/>
                        </a:cubicBezTo>
                        <a:cubicBezTo>
                          <a:pt x="10" y="1"/>
                          <a:pt x="11" y="1"/>
                          <a:pt x="12" y="2"/>
                        </a:cubicBezTo>
                        <a:cubicBezTo>
                          <a:pt x="18" y="4"/>
                          <a:pt x="23" y="6"/>
                          <a:pt x="27" y="10"/>
                        </a:cubicBezTo>
                        <a:cubicBezTo>
                          <a:pt x="31" y="15"/>
                          <a:pt x="37" y="17"/>
                          <a:pt x="43" y="19"/>
                        </a:cubicBezTo>
                        <a:cubicBezTo>
                          <a:pt x="44" y="20"/>
                          <a:pt x="46" y="20"/>
                          <a:pt x="47" y="21"/>
                        </a:cubicBezTo>
                        <a:cubicBezTo>
                          <a:pt x="46" y="21"/>
                          <a:pt x="45" y="21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DDFB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6" name="Freeform 395"/>
                  <p:cNvSpPr/>
                  <p:nvPr/>
                </p:nvSpPr>
                <p:spPr bwMode="auto">
                  <a:xfrm>
                    <a:off x="4456" y="2290"/>
                    <a:ext cx="21" cy="41"/>
                  </a:xfrm>
                  <a:custGeom>
                    <a:avLst/>
                    <a:gdLst>
                      <a:gd name="T0" fmla="*/ 6 w 9"/>
                      <a:gd name="T1" fmla="*/ 4 h 17"/>
                      <a:gd name="T2" fmla="*/ 9 w 9"/>
                      <a:gd name="T3" fmla="*/ 0 h 17"/>
                      <a:gd name="T4" fmla="*/ 0 w 9"/>
                      <a:gd name="T5" fmla="*/ 17 h 17"/>
                      <a:gd name="T6" fmla="*/ 0 w 9"/>
                      <a:gd name="T7" fmla="*/ 15 h 17"/>
                      <a:gd name="T8" fmla="*/ 6 w 9"/>
                      <a:gd name="T9" fmla="*/ 4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17">
                        <a:moveTo>
                          <a:pt x="6" y="4"/>
                        </a:moveTo>
                        <a:cubicBezTo>
                          <a:pt x="7" y="3"/>
                          <a:pt x="8" y="1"/>
                          <a:pt x="9" y="0"/>
                        </a:cubicBezTo>
                        <a:cubicBezTo>
                          <a:pt x="8" y="7"/>
                          <a:pt x="6" y="13"/>
                          <a:pt x="0" y="17"/>
                        </a:cubicBezTo>
                        <a:cubicBezTo>
                          <a:pt x="0" y="16"/>
                          <a:pt x="0" y="16"/>
                          <a:pt x="0" y="15"/>
                        </a:cubicBezTo>
                        <a:cubicBezTo>
                          <a:pt x="2" y="11"/>
                          <a:pt x="4" y="7"/>
                          <a:pt x="6" y="4"/>
                        </a:cubicBezTo>
                        <a:close/>
                      </a:path>
                    </a:pathLst>
                  </a:custGeom>
                  <a:solidFill>
                    <a:srgbClr val="D2D2D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7" name="Freeform 396"/>
                  <p:cNvSpPr/>
                  <p:nvPr/>
                </p:nvSpPr>
                <p:spPr bwMode="auto">
                  <a:xfrm>
                    <a:off x="4380" y="2354"/>
                    <a:ext cx="38" cy="12"/>
                  </a:xfrm>
                  <a:custGeom>
                    <a:avLst/>
                    <a:gdLst>
                      <a:gd name="T0" fmla="*/ 16 w 16"/>
                      <a:gd name="T1" fmla="*/ 4 h 5"/>
                      <a:gd name="T2" fmla="*/ 1 w 16"/>
                      <a:gd name="T3" fmla="*/ 2 h 5"/>
                      <a:gd name="T4" fmla="*/ 0 w 16"/>
                      <a:gd name="T5" fmla="*/ 0 h 5"/>
                      <a:gd name="T6" fmla="*/ 5 w 16"/>
                      <a:gd name="T7" fmla="*/ 1 h 5"/>
                      <a:gd name="T8" fmla="*/ 12 w 16"/>
                      <a:gd name="T9" fmla="*/ 1 h 5"/>
                      <a:gd name="T10" fmla="*/ 16 w 16"/>
                      <a:gd name="T11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6" h="5">
                        <a:moveTo>
                          <a:pt x="16" y="4"/>
                        </a:moveTo>
                        <a:cubicBezTo>
                          <a:pt x="11" y="4"/>
                          <a:pt x="6" y="5"/>
                          <a:pt x="1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2" y="0"/>
                          <a:pt x="3" y="1"/>
                          <a:pt x="5" y="1"/>
                        </a:cubicBezTo>
                        <a:cubicBezTo>
                          <a:pt x="8" y="1"/>
                          <a:pt x="10" y="1"/>
                          <a:pt x="12" y="1"/>
                        </a:cubicBezTo>
                        <a:cubicBezTo>
                          <a:pt x="14" y="1"/>
                          <a:pt x="16" y="2"/>
                          <a:pt x="16" y="4"/>
                        </a:cubicBezTo>
                        <a:close/>
                      </a:path>
                    </a:pathLst>
                  </a:custGeom>
                  <a:solidFill>
                    <a:srgbClr val="9D8C7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8" name="Freeform 397"/>
                  <p:cNvSpPr/>
                  <p:nvPr/>
                </p:nvSpPr>
                <p:spPr bwMode="auto">
                  <a:xfrm>
                    <a:off x="4864" y="2713"/>
                    <a:ext cx="74" cy="74"/>
                  </a:xfrm>
                  <a:custGeom>
                    <a:avLst/>
                    <a:gdLst>
                      <a:gd name="T0" fmla="*/ 12 w 31"/>
                      <a:gd name="T1" fmla="*/ 30 h 31"/>
                      <a:gd name="T2" fmla="*/ 4 w 31"/>
                      <a:gd name="T3" fmla="*/ 30 h 31"/>
                      <a:gd name="T4" fmla="*/ 3 w 31"/>
                      <a:gd name="T5" fmla="*/ 29 h 31"/>
                      <a:gd name="T6" fmla="*/ 15 w 31"/>
                      <a:gd name="T7" fmla="*/ 24 h 31"/>
                      <a:gd name="T8" fmla="*/ 11 w 31"/>
                      <a:gd name="T9" fmla="*/ 25 h 31"/>
                      <a:gd name="T10" fmla="*/ 4 w 31"/>
                      <a:gd name="T11" fmla="*/ 20 h 31"/>
                      <a:gd name="T12" fmla="*/ 3 w 31"/>
                      <a:gd name="T13" fmla="*/ 18 h 31"/>
                      <a:gd name="T14" fmla="*/ 2 w 31"/>
                      <a:gd name="T15" fmla="*/ 15 h 31"/>
                      <a:gd name="T16" fmla="*/ 4 w 31"/>
                      <a:gd name="T17" fmla="*/ 9 h 31"/>
                      <a:gd name="T18" fmla="*/ 5 w 31"/>
                      <a:gd name="T19" fmla="*/ 8 h 31"/>
                      <a:gd name="T20" fmla="*/ 8 w 31"/>
                      <a:gd name="T21" fmla="*/ 8 h 31"/>
                      <a:gd name="T22" fmla="*/ 9 w 31"/>
                      <a:gd name="T23" fmla="*/ 11 h 31"/>
                      <a:gd name="T24" fmla="*/ 19 w 31"/>
                      <a:gd name="T25" fmla="*/ 12 h 31"/>
                      <a:gd name="T26" fmla="*/ 15 w 31"/>
                      <a:gd name="T27" fmla="*/ 8 h 31"/>
                      <a:gd name="T28" fmla="*/ 14 w 31"/>
                      <a:gd name="T29" fmla="*/ 7 h 31"/>
                      <a:gd name="T30" fmla="*/ 14 w 31"/>
                      <a:gd name="T31" fmla="*/ 4 h 31"/>
                      <a:gd name="T32" fmla="*/ 21 w 31"/>
                      <a:gd name="T33" fmla="*/ 1 h 31"/>
                      <a:gd name="T34" fmla="*/ 27 w 31"/>
                      <a:gd name="T35" fmla="*/ 15 h 31"/>
                      <a:gd name="T36" fmla="*/ 26 w 31"/>
                      <a:gd name="T37" fmla="*/ 20 h 31"/>
                      <a:gd name="T38" fmla="*/ 23 w 31"/>
                      <a:gd name="T39" fmla="*/ 26 h 31"/>
                      <a:gd name="T40" fmla="*/ 23 w 31"/>
                      <a:gd name="T41" fmla="*/ 26 h 31"/>
                      <a:gd name="T42" fmla="*/ 20 w 31"/>
                      <a:gd name="T43" fmla="*/ 29 h 31"/>
                      <a:gd name="T44" fmla="*/ 20 w 31"/>
                      <a:gd name="T45" fmla="*/ 29 h 31"/>
                      <a:gd name="T46" fmla="*/ 13 w 31"/>
                      <a:gd name="T47" fmla="*/ 30 h 31"/>
                      <a:gd name="T48" fmla="*/ 12 w 31"/>
                      <a:gd name="T49" fmla="*/ 3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31" h="31">
                        <a:moveTo>
                          <a:pt x="12" y="30"/>
                        </a:moveTo>
                        <a:cubicBezTo>
                          <a:pt x="9" y="28"/>
                          <a:pt x="6" y="31"/>
                          <a:pt x="4" y="30"/>
                        </a:cubicBezTo>
                        <a:cubicBezTo>
                          <a:pt x="4" y="30"/>
                          <a:pt x="3" y="30"/>
                          <a:pt x="3" y="29"/>
                        </a:cubicBezTo>
                        <a:cubicBezTo>
                          <a:pt x="6" y="25"/>
                          <a:pt x="10" y="26"/>
                          <a:pt x="15" y="24"/>
                        </a:cubicBezTo>
                        <a:cubicBezTo>
                          <a:pt x="13" y="24"/>
                          <a:pt x="12" y="24"/>
                          <a:pt x="11" y="25"/>
                        </a:cubicBezTo>
                        <a:cubicBezTo>
                          <a:pt x="7" y="26"/>
                          <a:pt x="5" y="25"/>
                          <a:pt x="4" y="20"/>
                        </a:cubicBezTo>
                        <a:cubicBezTo>
                          <a:pt x="4" y="19"/>
                          <a:pt x="3" y="19"/>
                          <a:pt x="3" y="18"/>
                        </a:cubicBezTo>
                        <a:cubicBezTo>
                          <a:pt x="1" y="17"/>
                          <a:pt x="0" y="16"/>
                          <a:pt x="2" y="15"/>
                        </a:cubicBezTo>
                        <a:cubicBezTo>
                          <a:pt x="5" y="13"/>
                          <a:pt x="2" y="10"/>
                          <a:pt x="4" y="9"/>
                        </a:cubicBezTo>
                        <a:cubicBezTo>
                          <a:pt x="4" y="8"/>
                          <a:pt x="5" y="8"/>
                          <a:pt x="5" y="8"/>
                        </a:cubicBezTo>
                        <a:cubicBezTo>
                          <a:pt x="6" y="8"/>
                          <a:pt x="7" y="8"/>
                          <a:pt x="8" y="8"/>
                        </a:cubicBezTo>
                        <a:cubicBezTo>
                          <a:pt x="8" y="9"/>
                          <a:pt x="7" y="10"/>
                          <a:pt x="9" y="11"/>
                        </a:cubicBezTo>
                        <a:cubicBezTo>
                          <a:pt x="13" y="11"/>
                          <a:pt x="17" y="12"/>
                          <a:pt x="19" y="12"/>
                        </a:cubicBezTo>
                        <a:cubicBezTo>
                          <a:pt x="17" y="13"/>
                          <a:pt x="16" y="10"/>
                          <a:pt x="15" y="8"/>
                        </a:cubicBezTo>
                        <a:cubicBezTo>
                          <a:pt x="15" y="8"/>
                          <a:pt x="14" y="8"/>
                          <a:pt x="14" y="7"/>
                        </a:cubicBezTo>
                        <a:cubicBezTo>
                          <a:pt x="13" y="6"/>
                          <a:pt x="13" y="5"/>
                          <a:pt x="14" y="4"/>
                        </a:cubicBezTo>
                        <a:cubicBezTo>
                          <a:pt x="16" y="3"/>
                          <a:pt x="18" y="0"/>
                          <a:pt x="21" y="1"/>
                        </a:cubicBezTo>
                        <a:cubicBezTo>
                          <a:pt x="27" y="2"/>
                          <a:pt x="31" y="10"/>
                          <a:pt x="27" y="15"/>
                        </a:cubicBezTo>
                        <a:cubicBezTo>
                          <a:pt x="26" y="17"/>
                          <a:pt x="27" y="18"/>
                          <a:pt x="26" y="20"/>
                        </a:cubicBezTo>
                        <a:cubicBezTo>
                          <a:pt x="25" y="22"/>
                          <a:pt x="24" y="24"/>
                          <a:pt x="23" y="26"/>
                        </a:cubicBezTo>
                        <a:cubicBezTo>
                          <a:pt x="23" y="26"/>
                          <a:pt x="23" y="26"/>
                          <a:pt x="23" y="26"/>
                        </a:cubicBezTo>
                        <a:cubicBezTo>
                          <a:pt x="22" y="27"/>
                          <a:pt x="22" y="28"/>
                          <a:pt x="20" y="29"/>
                        </a:cubicBezTo>
                        <a:cubicBezTo>
                          <a:pt x="20" y="29"/>
                          <a:pt x="20" y="29"/>
                          <a:pt x="20" y="29"/>
                        </a:cubicBezTo>
                        <a:cubicBezTo>
                          <a:pt x="18" y="31"/>
                          <a:pt x="16" y="30"/>
                          <a:pt x="13" y="30"/>
                        </a:cubicBezTo>
                        <a:cubicBezTo>
                          <a:pt x="13" y="30"/>
                          <a:pt x="12" y="30"/>
                          <a:pt x="12" y="30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49" name="Freeform 398"/>
                  <p:cNvSpPr/>
                  <p:nvPr/>
                </p:nvSpPr>
                <p:spPr bwMode="auto">
                  <a:xfrm>
                    <a:off x="4824" y="2708"/>
                    <a:ext cx="97" cy="36"/>
                  </a:xfrm>
                  <a:custGeom>
                    <a:avLst/>
                    <a:gdLst>
                      <a:gd name="T0" fmla="*/ 38 w 41"/>
                      <a:gd name="T1" fmla="*/ 3 h 15"/>
                      <a:gd name="T2" fmla="*/ 31 w 41"/>
                      <a:gd name="T3" fmla="*/ 9 h 15"/>
                      <a:gd name="T4" fmla="*/ 31 w 41"/>
                      <a:gd name="T5" fmla="*/ 11 h 15"/>
                      <a:gd name="T6" fmla="*/ 31 w 41"/>
                      <a:gd name="T7" fmla="*/ 9 h 15"/>
                      <a:gd name="T8" fmla="*/ 36 w 41"/>
                      <a:gd name="T9" fmla="*/ 8 h 15"/>
                      <a:gd name="T10" fmla="*/ 34 w 41"/>
                      <a:gd name="T11" fmla="*/ 13 h 15"/>
                      <a:gd name="T12" fmla="*/ 41 w 41"/>
                      <a:gd name="T13" fmla="*/ 12 h 15"/>
                      <a:gd name="T14" fmla="*/ 33 w 41"/>
                      <a:gd name="T15" fmla="*/ 15 h 15"/>
                      <a:gd name="T16" fmla="*/ 26 w 41"/>
                      <a:gd name="T17" fmla="*/ 14 h 15"/>
                      <a:gd name="T18" fmla="*/ 25 w 41"/>
                      <a:gd name="T19" fmla="*/ 10 h 15"/>
                      <a:gd name="T20" fmla="*/ 21 w 41"/>
                      <a:gd name="T21" fmla="*/ 7 h 15"/>
                      <a:gd name="T22" fmla="*/ 20 w 41"/>
                      <a:gd name="T23" fmla="*/ 7 h 15"/>
                      <a:gd name="T24" fmla="*/ 21 w 41"/>
                      <a:gd name="T25" fmla="*/ 7 h 15"/>
                      <a:gd name="T26" fmla="*/ 22 w 41"/>
                      <a:gd name="T27" fmla="*/ 10 h 15"/>
                      <a:gd name="T28" fmla="*/ 18 w 41"/>
                      <a:gd name="T29" fmla="*/ 12 h 15"/>
                      <a:gd name="T30" fmla="*/ 17 w 41"/>
                      <a:gd name="T31" fmla="*/ 12 h 15"/>
                      <a:gd name="T32" fmla="*/ 15 w 41"/>
                      <a:gd name="T33" fmla="*/ 7 h 15"/>
                      <a:gd name="T34" fmla="*/ 12 w 41"/>
                      <a:gd name="T35" fmla="*/ 14 h 15"/>
                      <a:gd name="T36" fmla="*/ 5 w 41"/>
                      <a:gd name="T37" fmla="*/ 10 h 15"/>
                      <a:gd name="T38" fmla="*/ 8 w 41"/>
                      <a:gd name="T39" fmla="*/ 9 h 15"/>
                      <a:gd name="T40" fmla="*/ 5 w 41"/>
                      <a:gd name="T41" fmla="*/ 10 h 15"/>
                      <a:gd name="T42" fmla="*/ 3 w 41"/>
                      <a:gd name="T43" fmla="*/ 11 h 15"/>
                      <a:gd name="T44" fmla="*/ 1 w 41"/>
                      <a:gd name="T45" fmla="*/ 3 h 15"/>
                      <a:gd name="T46" fmla="*/ 14 w 41"/>
                      <a:gd name="T47" fmla="*/ 1 h 15"/>
                      <a:gd name="T48" fmla="*/ 15 w 41"/>
                      <a:gd name="T49" fmla="*/ 0 h 15"/>
                      <a:gd name="T50" fmla="*/ 31 w 41"/>
                      <a:gd name="T51" fmla="*/ 1 h 15"/>
                      <a:gd name="T52" fmla="*/ 38 w 41"/>
                      <a:gd name="T53" fmla="*/ 3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1" h="15">
                        <a:moveTo>
                          <a:pt x="38" y="3"/>
                        </a:moveTo>
                        <a:cubicBezTo>
                          <a:pt x="36" y="5"/>
                          <a:pt x="31" y="5"/>
                          <a:pt x="31" y="9"/>
                        </a:cubicBezTo>
                        <a:cubicBezTo>
                          <a:pt x="31" y="10"/>
                          <a:pt x="31" y="10"/>
                          <a:pt x="31" y="11"/>
                        </a:cubicBezTo>
                        <a:cubicBezTo>
                          <a:pt x="31" y="10"/>
                          <a:pt x="31" y="10"/>
                          <a:pt x="31" y="9"/>
                        </a:cubicBezTo>
                        <a:cubicBezTo>
                          <a:pt x="33" y="9"/>
                          <a:pt x="34" y="8"/>
                          <a:pt x="36" y="8"/>
                        </a:cubicBezTo>
                        <a:cubicBezTo>
                          <a:pt x="36" y="10"/>
                          <a:pt x="32" y="10"/>
                          <a:pt x="34" y="13"/>
                        </a:cubicBezTo>
                        <a:cubicBezTo>
                          <a:pt x="36" y="12"/>
                          <a:pt x="38" y="10"/>
                          <a:pt x="41" y="12"/>
                        </a:cubicBezTo>
                        <a:cubicBezTo>
                          <a:pt x="39" y="14"/>
                          <a:pt x="36" y="15"/>
                          <a:pt x="33" y="15"/>
                        </a:cubicBezTo>
                        <a:cubicBezTo>
                          <a:pt x="31" y="14"/>
                          <a:pt x="28" y="15"/>
                          <a:pt x="26" y="14"/>
                        </a:cubicBezTo>
                        <a:cubicBezTo>
                          <a:pt x="23" y="13"/>
                          <a:pt x="23" y="12"/>
                          <a:pt x="25" y="10"/>
                        </a:cubicBezTo>
                        <a:cubicBezTo>
                          <a:pt x="23" y="10"/>
                          <a:pt x="22" y="8"/>
                          <a:pt x="21" y="7"/>
                        </a:cubicBezTo>
                        <a:cubicBezTo>
                          <a:pt x="20" y="6"/>
                          <a:pt x="20" y="7"/>
                          <a:pt x="20" y="7"/>
                        </a:cubicBezTo>
                        <a:cubicBezTo>
                          <a:pt x="20" y="7"/>
                          <a:pt x="20" y="7"/>
                          <a:pt x="21" y="7"/>
                        </a:cubicBezTo>
                        <a:cubicBezTo>
                          <a:pt x="22" y="8"/>
                          <a:pt x="23" y="9"/>
                          <a:pt x="22" y="10"/>
                        </a:cubicBezTo>
                        <a:cubicBezTo>
                          <a:pt x="21" y="11"/>
                          <a:pt x="19" y="11"/>
                          <a:pt x="18" y="12"/>
                        </a:cubicBezTo>
                        <a:cubicBezTo>
                          <a:pt x="18" y="13"/>
                          <a:pt x="17" y="13"/>
                          <a:pt x="17" y="12"/>
                        </a:cubicBezTo>
                        <a:cubicBezTo>
                          <a:pt x="16" y="11"/>
                          <a:pt x="17" y="8"/>
                          <a:pt x="15" y="7"/>
                        </a:cubicBezTo>
                        <a:cubicBezTo>
                          <a:pt x="16" y="9"/>
                          <a:pt x="14" y="14"/>
                          <a:pt x="12" y="14"/>
                        </a:cubicBezTo>
                        <a:cubicBezTo>
                          <a:pt x="9" y="14"/>
                          <a:pt x="6" y="13"/>
                          <a:pt x="5" y="10"/>
                        </a:cubicBezTo>
                        <a:cubicBezTo>
                          <a:pt x="6" y="9"/>
                          <a:pt x="7" y="8"/>
                          <a:pt x="8" y="9"/>
                        </a:cubicBezTo>
                        <a:cubicBezTo>
                          <a:pt x="7" y="8"/>
                          <a:pt x="6" y="9"/>
                          <a:pt x="5" y="10"/>
                        </a:cubicBezTo>
                        <a:cubicBezTo>
                          <a:pt x="5" y="11"/>
                          <a:pt x="5" y="12"/>
                          <a:pt x="3" y="11"/>
                        </a:cubicBezTo>
                        <a:cubicBezTo>
                          <a:pt x="1" y="10"/>
                          <a:pt x="0" y="6"/>
                          <a:pt x="1" y="3"/>
                        </a:cubicBezTo>
                        <a:cubicBezTo>
                          <a:pt x="5" y="2"/>
                          <a:pt x="10" y="2"/>
                          <a:pt x="14" y="1"/>
                        </a:cubicBezTo>
                        <a:cubicBezTo>
                          <a:pt x="14" y="0"/>
                          <a:pt x="15" y="0"/>
                          <a:pt x="15" y="0"/>
                        </a:cubicBezTo>
                        <a:cubicBezTo>
                          <a:pt x="20" y="2"/>
                          <a:pt x="25" y="0"/>
                          <a:pt x="31" y="1"/>
                        </a:cubicBezTo>
                        <a:cubicBezTo>
                          <a:pt x="33" y="1"/>
                          <a:pt x="36" y="1"/>
                          <a:pt x="38" y="3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0" name="Freeform 399"/>
                  <p:cNvSpPr/>
                  <p:nvPr/>
                </p:nvSpPr>
                <p:spPr bwMode="auto">
                  <a:xfrm>
                    <a:off x="4919" y="2761"/>
                    <a:ext cx="30" cy="23"/>
                  </a:xfrm>
                  <a:custGeom>
                    <a:avLst/>
                    <a:gdLst>
                      <a:gd name="T0" fmla="*/ 0 w 13"/>
                      <a:gd name="T1" fmla="*/ 6 h 10"/>
                      <a:gd name="T2" fmla="*/ 3 w 13"/>
                      <a:gd name="T3" fmla="*/ 0 h 10"/>
                      <a:gd name="T4" fmla="*/ 3 w 13"/>
                      <a:gd name="T5" fmla="*/ 3 h 10"/>
                      <a:gd name="T6" fmla="*/ 3 w 13"/>
                      <a:gd name="T7" fmla="*/ 5 h 10"/>
                      <a:gd name="T8" fmla="*/ 5 w 13"/>
                      <a:gd name="T9" fmla="*/ 5 h 10"/>
                      <a:gd name="T10" fmla="*/ 13 w 13"/>
                      <a:gd name="T11" fmla="*/ 5 h 10"/>
                      <a:gd name="T12" fmla="*/ 6 w 13"/>
                      <a:gd name="T13" fmla="*/ 9 h 10"/>
                      <a:gd name="T14" fmla="*/ 0 w 13"/>
                      <a:gd name="T15" fmla="*/ 6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10">
                        <a:moveTo>
                          <a:pt x="0" y="6"/>
                        </a:moveTo>
                        <a:cubicBezTo>
                          <a:pt x="0" y="3"/>
                          <a:pt x="1" y="1"/>
                          <a:pt x="3" y="0"/>
                        </a:cubicBezTo>
                        <a:cubicBezTo>
                          <a:pt x="3" y="1"/>
                          <a:pt x="6" y="2"/>
                          <a:pt x="3" y="3"/>
                        </a:cubicBezTo>
                        <a:cubicBezTo>
                          <a:pt x="3" y="4"/>
                          <a:pt x="2" y="4"/>
                          <a:pt x="3" y="5"/>
                        </a:cubicBezTo>
                        <a:cubicBezTo>
                          <a:pt x="4" y="7"/>
                          <a:pt x="4" y="5"/>
                          <a:pt x="5" y="5"/>
                        </a:cubicBezTo>
                        <a:cubicBezTo>
                          <a:pt x="8" y="3"/>
                          <a:pt x="10" y="4"/>
                          <a:pt x="13" y="5"/>
                        </a:cubicBezTo>
                        <a:cubicBezTo>
                          <a:pt x="12" y="9"/>
                          <a:pt x="8" y="7"/>
                          <a:pt x="6" y="9"/>
                        </a:cubicBezTo>
                        <a:cubicBezTo>
                          <a:pt x="4" y="10"/>
                          <a:pt x="2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A6A6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1" name="Freeform 400"/>
                  <p:cNvSpPr/>
                  <p:nvPr/>
                </p:nvSpPr>
                <p:spPr bwMode="auto">
                  <a:xfrm>
                    <a:off x="4895" y="2782"/>
                    <a:ext cx="16" cy="12"/>
                  </a:xfrm>
                  <a:custGeom>
                    <a:avLst/>
                    <a:gdLst>
                      <a:gd name="T0" fmla="*/ 0 w 7"/>
                      <a:gd name="T1" fmla="*/ 1 h 5"/>
                      <a:gd name="T2" fmla="*/ 7 w 7"/>
                      <a:gd name="T3" fmla="*/ 0 h 5"/>
                      <a:gd name="T4" fmla="*/ 0 w 7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5">
                        <a:moveTo>
                          <a:pt x="0" y="1"/>
                        </a:moveTo>
                        <a:cubicBezTo>
                          <a:pt x="3" y="0"/>
                          <a:pt x="5" y="0"/>
                          <a:pt x="7" y="0"/>
                        </a:cubicBezTo>
                        <a:cubicBezTo>
                          <a:pt x="6" y="5"/>
                          <a:pt x="3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A6A6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2" name="Freeform 401"/>
                  <p:cNvSpPr/>
                  <p:nvPr/>
                </p:nvSpPr>
                <p:spPr bwMode="auto">
                  <a:xfrm>
                    <a:off x="4911" y="2775"/>
                    <a:ext cx="8" cy="7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  <a:gd name="T4" fmla="*/ 3 w 3"/>
                      <a:gd name="T5" fmla="*/ 3 h 3"/>
                      <a:gd name="T6" fmla="*/ 0 w 3"/>
                      <a:gd name="T7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1" y="1"/>
                          <a:pt x="2" y="0"/>
                          <a:pt x="3" y="0"/>
                        </a:cubicBezTo>
                        <a:cubicBezTo>
                          <a:pt x="3" y="1"/>
                          <a:pt x="3" y="2"/>
                          <a:pt x="3" y="3"/>
                        </a:cubicBezTo>
                        <a:cubicBezTo>
                          <a:pt x="2" y="3"/>
                          <a:pt x="1" y="3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A6A6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3" name="Freeform 402"/>
                  <p:cNvSpPr/>
                  <p:nvPr/>
                </p:nvSpPr>
                <p:spPr bwMode="auto">
                  <a:xfrm>
                    <a:off x="4919" y="2782"/>
                    <a:ext cx="7" cy="2"/>
                  </a:xfrm>
                  <a:custGeom>
                    <a:avLst/>
                    <a:gdLst>
                      <a:gd name="T0" fmla="*/ 3 w 3"/>
                      <a:gd name="T1" fmla="*/ 1 h 1"/>
                      <a:gd name="T2" fmla="*/ 2 w 3"/>
                      <a:gd name="T3" fmla="*/ 1 h 1"/>
                      <a:gd name="T4" fmla="*/ 0 w 3"/>
                      <a:gd name="T5" fmla="*/ 1 h 1"/>
                      <a:gd name="T6" fmla="*/ 1 w 3"/>
                      <a:gd name="T7" fmla="*/ 0 h 1"/>
                      <a:gd name="T8" fmla="*/ 3 w 3"/>
                      <a:gd name="T9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1">
                        <a:moveTo>
                          <a:pt x="3" y="1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1"/>
                          <a:pt x="1" y="1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A6A6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4" name="Freeform 403"/>
                  <p:cNvSpPr/>
                  <p:nvPr/>
                </p:nvSpPr>
                <p:spPr bwMode="auto">
                  <a:xfrm>
                    <a:off x="4629" y="2552"/>
                    <a:ext cx="50" cy="71"/>
                  </a:xfrm>
                  <a:custGeom>
                    <a:avLst/>
                    <a:gdLst>
                      <a:gd name="T0" fmla="*/ 8 w 21"/>
                      <a:gd name="T1" fmla="*/ 30 h 30"/>
                      <a:gd name="T2" fmla="*/ 5 w 21"/>
                      <a:gd name="T3" fmla="*/ 29 h 30"/>
                      <a:gd name="T4" fmla="*/ 5 w 21"/>
                      <a:gd name="T5" fmla="*/ 25 h 30"/>
                      <a:gd name="T6" fmla="*/ 7 w 21"/>
                      <a:gd name="T7" fmla="*/ 22 h 30"/>
                      <a:gd name="T8" fmla="*/ 2 w 21"/>
                      <a:gd name="T9" fmla="*/ 18 h 30"/>
                      <a:gd name="T10" fmla="*/ 1 w 21"/>
                      <a:gd name="T11" fmla="*/ 18 h 30"/>
                      <a:gd name="T12" fmla="*/ 2 w 21"/>
                      <a:gd name="T13" fmla="*/ 10 h 30"/>
                      <a:gd name="T14" fmla="*/ 3 w 21"/>
                      <a:gd name="T15" fmla="*/ 13 h 30"/>
                      <a:gd name="T16" fmla="*/ 6 w 21"/>
                      <a:gd name="T17" fmla="*/ 17 h 30"/>
                      <a:gd name="T18" fmla="*/ 11 w 21"/>
                      <a:gd name="T19" fmla="*/ 13 h 30"/>
                      <a:gd name="T20" fmla="*/ 11 w 21"/>
                      <a:gd name="T21" fmla="*/ 10 h 30"/>
                      <a:gd name="T22" fmla="*/ 9 w 21"/>
                      <a:gd name="T23" fmla="*/ 12 h 30"/>
                      <a:gd name="T24" fmla="*/ 5 w 21"/>
                      <a:gd name="T25" fmla="*/ 12 h 30"/>
                      <a:gd name="T26" fmla="*/ 5 w 21"/>
                      <a:gd name="T27" fmla="*/ 6 h 30"/>
                      <a:gd name="T28" fmla="*/ 8 w 21"/>
                      <a:gd name="T29" fmla="*/ 4 h 30"/>
                      <a:gd name="T30" fmla="*/ 9 w 21"/>
                      <a:gd name="T31" fmla="*/ 2 h 30"/>
                      <a:gd name="T32" fmla="*/ 9 w 21"/>
                      <a:gd name="T33" fmla="*/ 1 h 30"/>
                      <a:gd name="T34" fmla="*/ 11 w 21"/>
                      <a:gd name="T35" fmla="*/ 1 h 30"/>
                      <a:gd name="T36" fmla="*/ 20 w 21"/>
                      <a:gd name="T37" fmla="*/ 3 h 30"/>
                      <a:gd name="T38" fmla="*/ 21 w 21"/>
                      <a:gd name="T39" fmla="*/ 4 h 30"/>
                      <a:gd name="T40" fmla="*/ 20 w 21"/>
                      <a:gd name="T41" fmla="*/ 10 h 30"/>
                      <a:gd name="T42" fmla="*/ 17 w 21"/>
                      <a:gd name="T43" fmla="*/ 12 h 30"/>
                      <a:gd name="T44" fmla="*/ 17 w 21"/>
                      <a:gd name="T45" fmla="*/ 8 h 30"/>
                      <a:gd name="T46" fmla="*/ 18 w 21"/>
                      <a:gd name="T47" fmla="*/ 16 h 30"/>
                      <a:gd name="T48" fmla="*/ 12 w 21"/>
                      <a:gd name="T49" fmla="*/ 28 h 30"/>
                      <a:gd name="T50" fmla="*/ 8 w 21"/>
                      <a:gd name="T51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21" h="30">
                        <a:moveTo>
                          <a:pt x="8" y="30"/>
                        </a:moveTo>
                        <a:cubicBezTo>
                          <a:pt x="7" y="30"/>
                          <a:pt x="6" y="30"/>
                          <a:pt x="5" y="29"/>
                        </a:cubicBezTo>
                        <a:cubicBezTo>
                          <a:pt x="7" y="28"/>
                          <a:pt x="9" y="27"/>
                          <a:pt x="5" y="25"/>
                        </a:cubicBezTo>
                        <a:cubicBezTo>
                          <a:pt x="6" y="24"/>
                          <a:pt x="9" y="25"/>
                          <a:pt x="7" y="22"/>
                        </a:cubicBezTo>
                        <a:cubicBezTo>
                          <a:pt x="6" y="20"/>
                          <a:pt x="6" y="16"/>
                          <a:pt x="2" y="18"/>
                        </a:cubicBezTo>
                        <a:cubicBezTo>
                          <a:pt x="1" y="19"/>
                          <a:pt x="1" y="18"/>
                          <a:pt x="1" y="18"/>
                        </a:cubicBezTo>
                        <a:cubicBezTo>
                          <a:pt x="2" y="15"/>
                          <a:pt x="0" y="13"/>
                          <a:pt x="2" y="10"/>
                        </a:cubicBezTo>
                        <a:cubicBezTo>
                          <a:pt x="3" y="11"/>
                          <a:pt x="4" y="13"/>
                          <a:pt x="3" y="13"/>
                        </a:cubicBezTo>
                        <a:cubicBezTo>
                          <a:pt x="3" y="16"/>
                          <a:pt x="5" y="18"/>
                          <a:pt x="6" y="17"/>
                        </a:cubicBezTo>
                        <a:cubicBezTo>
                          <a:pt x="8" y="17"/>
                          <a:pt x="11" y="16"/>
                          <a:pt x="11" y="13"/>
                        </a:cubicBezTo>
                        <a:cubicBezTo>
                          <a:pt x="11" y="12"/>
                          <a:pt x="12" y="11"/>
                          <a:pt x="11" y="10"/>
                        </a:cubicBezTo>
                        <a:cubicBezTo>
                          <a:pt x="9" y="10"/>
                          <a:pt x="10" y="12"/>
                          <a:pt x="9" y="12"/>
                        </a:cubicBezTo>
                        <a:cubicBezTo>
                          <a:pt x="8" y="13"/>
                          <a:pt x="6" y="13"/>
                          <a:pt x="5" y="12"/>
                        </a:cubicBezTo>
                        <a:cubicBezTo>
                          <a:pt x="4" y="10"/>
                          <a:pt x="6" y="8"/>
                          <a:pt x="5" y="6"/>
                        </a:cubicBezTo>
                        <a:cubicBezTo>
                          <a:pt x="4" y="5"/>
                          <a:pt x="6" y="4"/>
                          <a:pt x="8" y="4"/>
                        </a:cubicBezTo>
                        <a:cubicBezTo>
                          <a:pt x="8" y="4"/>
                          <a:pt x="8" y="3"/>
                          <a:pt x="9" y="2"/>
                        </a:cubicBezTo>
                        <a:cubicBezTo>
                          <a:pt x="8" y="2"/>
                          <a:pt x="8" y="1"/>
                          <a:pt x="9" y="1"/>
                        </a:cubicBezTo>
                        <a:cubicBezTo>
                          <a:pt x="10" y="0"/>
                          <a:pt x="10" y="1"/>
                          <a:pt x="11" y="1"/>
                        </a:cubicBezTo>
                        <a:cubicBezTo>
                          <a:pt x="13" y="3"/>
                          <a:pt x="17" y="3"/>
                          <a:pt x="20" y="3"/>
                        </a:cubicBezTo>
                        <a:cubicBezTo>
                          <a:pt x="20" y="3"/>
                          <a:pt x="20" y="3"/>
                          <a:pt x="21" y="4"/>
                        </a:cubicBezTo>
                        <a:cubicBezTo>
                          <a:pt x="20" y="6"/>
                          <a:pt x="21" y="8"/>
                          <a:pt x="20" y="10"/>
                        </a:cubicBezTo>
                        <a:cubicBezTo>
                          <a:pt x="19" y="10"/>
                          <a:pt x="18" y="12"/>
                          <a:pt x="17" y="12"/>
                        </a:cubicBezTo>
                        <a:cubicBezTo>
                          <a:pt x="15" y="11"/>
                          <a:pt x="19" y="9"/>
                          <a:pt x="17" y="8"/>
                        </a:cubicBezTo>
                        <a:cubicBezTo>
                          <a:pt x="11" y="11"/>
                          <a:pt x="15" y="13"/>
                          <a:pt x="18" y="16"/>
                        </a:cubicBezTo>
                        <a:cubicBezTo>
                          <a:pt x="15" y="16"/>
                          <a:pt x="12" y="23"/>
                          <a:pt x="12" y="28"/>
                        </a:cubicBezTo>
                        <a:cubicBezTo>
                          <a:pt x="10" y="29"/>
                          <a:pt x="9" y="30"/>
                          <a:pt x="8" y="30"/>
                        </a:cubicBezTo>
                        <a:close/>
                      </a:path>
                    </a:pathLst>
                  </a:custGeom>
                  <a:solidFill>
                    <a:srgbClr val="9B9A9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5" name="Freeform 404"/>
                  <p:cNvSpPr/>
                  <p:nvPr/>
                </p:nvSpPr>
                <p:spPr bwMode="auto">
                  <a:xfrm>
                    <a:off x="4641" y="2537"/>
                    <a:ext cx="40" cy="24"/>
                  </a:xfrm>
                  <a:custGeom>
                    <a:avLst/>
                    <a:gdLst>
                      <a:gd name="T0" fmla="*/ 5 w 17"/>
                      <a:gd name="T1" fmla="*/ 8 h 10"/>
                      <a:gd name="T2" fmla="*/ 4 w 17"/>
                      <a:gd name="T3" fmla="*/ 7 h 10"/>
                      <a:gd name="T4" fmla="*/ 4 w 17"/>
                      <a:gd name="T5" fmla="*/ 8 h 10"/>
                      <a:gd name="T6" fmla="*/ 1 w 17"/>
                      <a:gd name="T7" fmla="*/ 5 h 10"/>
                      <a:gd name="T8" fmla="*/ 5 w 17"/>
                      <a:gd name="T9" fmla="*/ 5 h 10"/>
                      <a:gd name="T10" fmla="*/ 12 w 17"/>
                      <a:gd name="T11" fmla="*/ 0 h 10"/>
                      <a:gd name="T12" fmla="*/ 15 w 17"/>
                      <a:gd name="T13" fmla="*/ 5 h 10"/>
                      <a:gd name="T14" fmla="*/ 16 w 17"/>
                      <a:gd name="T15" fmla="*/ 6 h 10"/>
                      <a:gd name="T16" fmla="*/ 16 w 17"/>
                      <a:gd name="T17" fmla="*/ 9 h 10"/>
                      <a:gd name="T18" fmla="*/ 16 w 17"/>
                      <a:gd name="T19" fmla="*/ 9 h 10"/>
                      <a:gd name="T20" fmla="*/ 15 w 17"/>
                      <a:gd name="T21" fmla="*/ 9 h 10"/>
                      <a:gd name="T22" fmla="*/ 15 w 17"/>
                      <a:gd name="T23" fmla="*/ 9 h 10"/>
                      <a:gd name="T24" fmla="*/ 9 w 17"/>
                      <a:gd name="T25" fmla="*/ 8 h 10"/>
                      <a:gd name="T26" fmla="*/ 5 w 17"/>
                      <a:gd name="T27" fmla="*/ 8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7" h="10">
                        <a:moveTo>
                          <a:pt x="5" y="8"/>
                        </a:moveTo>
                        <a:cubicBezTo>
                          <a:pt x="5" y="8"/>
                          <a:pt x="4" y="8"/>
                          <a:pt x="4" y="7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1" y="8"/>
                          <a:pt x="0" y="6"/>
                          <a:pt x="1" y="5"/>
                        </a:cubicBezTo>
                        <a:cubicBezTo>
                          <a:pt x="1" y="2"/>
                          <a:pt x="3" y="4"/>
                          <a:pt x="5" y="5"/>
                        </a:cubicBezTo>
                        <a:cubicBezTo>
                          <a:pt x="8" y="5"/>
                          <a:pt x="9" y="2"/>
                          <a:pt x="12" y="0"/>
                        </a:cubicBezTo>
                        <a:cubicBezTo>
                          <a:pt x="11" y="4"/>
                          <a:pt x="13" y="5"/>
                          <a:pt x="15" y="5"/>
                        </a:cubicBezTo>
                        <a:cubicBezTo>
                          <a:pt x="16" y="5"/>
                          <a:pt x="16" y="5"/>
                          <a:pt x="16" y="6"/>
                        </a:cubicBezTo>
                        <a:cubicBezTo>
                          <a:pt x="17" y="7"/>
                          <a:pt x="17" y="8"/>
                          <a:pt x="16" y="9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16" y="10"/>
                          <a:pt x="16" y="10"/>
                          <a:pt x="15" y="9"/>
                        </a:cubicBezTo>
                        <a:cubicBezTo>
                          <a:pt x="15" y="9"/>
                          <a:pt x="15" y="9"/>
                          <a:pt x="15" y="9"/>
                        </a:cubicBezTo>
                        <a:cubicBezTo>
                          <a:pt x="14" y="7"/>
                          <a:pt x="11" y="8"/>
                          <a:pt x="9" y="8"/>
                        </a:cubicBezTo>
                        <a:cubicBezTo>
                          <a:pt x="8" y="8"/>
                          <a:pt x="6" y="9"/>
                          <a:pt x="5" y="8"/>
                        </a:cubicBezTo>
                        <a:close/>
                      </a:path>
                    </a:pathLst>
                  </a:custGeom>
                  <a:solidFill>
                    <a:srgbClr val="98989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356" name="Freeform 405"/>
                  <p:cNvSpPr/>
                  <p:nvPr/>
                </p:nvSpPr>
                <p:spPr bwMode="auto">
                  <a:xfrm>
                    <a:off x="4631" y="2609"/>
                    <a:ext cx="10" cy="11"/>
                  </a:xfrm>
                  <a:custGeom>
                    <a:avLst/>
                    <a:gdLst>
                      <a:gd name="T0" fmla="*/ 4 w 4"/>
                      <a:gd name="T1" fmla="*/ 1 h 5"/>
                      <a:gd name="T2" fmla="*/ 1 w 4"/>
                      <a:gd name="T3" fmla="*/ 5 h 5"/>
                      <a:gd name="T4" fmla="*/ 0 w 4"/>
                      <a:gd name="T5" fmla="*/ 3 h 5"/>
                      <a:gd name="T6" fmla="*/ 4 w 4"/>
                      <a:gd name="T7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4" y="1"/>
                        </a:moveTo>
                        <a:cubicBezTo>
                          <a:pt x="3" y="3"/>
                          <a:pt x="3" y="5"/>
                          <a:pt x="1" y="5"/>
                        </a:cubicBezTo>
                        <a:cubicBezTo>
                          <a:pt x="0" y="5"/>
                          <a:pt x="0" y="3"/>
                          <a:pt x="0" y="3"/>
                        </a:cubicBezTo>
                        <a:cubicBezTo>
                          <a:pt x="0" y="0"/>
                          <a:pt x="3" y="3"/>
                          <a:pt x="4" y="1"/>
                        </a:cubicBezTo>
                        <a:close/>
                      </a:path>
                    </a:pathLst>
                  </a:custGeom>
                  <a:solidFill>
                    <a:srgbClr val="9B9A9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</p:grpSp>
            <p:grpSp>
              <p:nvGrpSpPr>
                <p:cNvPr id="11" name="Group 607"/>
                <p:cNvGrpSpPr/>
                <p:nvPr/>
              </p:nvGrpSpPr>
              <p:grpSpPr bwMode="auto">
                <a:xfrm>
                  <a:off x="6843713" y="2163763"/>
                  <a:ext cx="1457325" cy="2271713"/>
                  <a:chOff x="4311" y="1363"/>
                  <a:chExt cx="918" cy="1431"/>
                </a:xfrm>
              </p:grpSpPr>
              <p:sp>
                <p:nvSpPr>
                  <p:cNvPr id="1957" name="Freeform 407"/>
                  <p:cNvSpPr/>
                  <p:nvPr/>
                </p:nvSpPr>
                <p:spPr bwMode="auto">
                  <a:xfrm>
                    <a:off x="4674" y="2530"/>
                    <a:ext cx="14" cy="12"/>
                  </a:xfrm>
                  <a:custGeom>
                    <a:avLst/>
                    <a:gdLst>
                      <a:gd name="T0" fmla="*/ 3 w 6"/>
                      <a:gd name="T1" fmla="*/ 0 h 5"/>
                      <a:gd name="T2" fmla="*/ 2 w 6"/>
                      <a:gd name="T3" fmla="*/ 5 h 5"/>
                      <a:gd name="T4" fmla="*/ 3 w 6"/>
                      <a:gd name="T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5">
                        <a:moveTo>
                          <a:pt x="3" y="0"/>
                        </a:moveTo>
                        <a:cubicBezTo>
                          <a:pt x="6" y="2"/>
                          <a:pt x="3" y="3"/>
                          <a:pt x="2" y="5"/>
                        </a:cubicBezTo>
                        <a:cubicBezTo>
                          <a:pt x="0" y="3"/>
                          <a:pt x="4" y="2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58" name="Freeform 408"/>
                  <p:cNvSpPr/>
                  <p:nvPr/>
                </p:nvSpPr>
                <p:spPr bwMode="auto">
                  <a:xfrm>
                    <a:off x="4688" y="2533"/>
                    <a:ext cx="38" cy="21"/>
                  </a:xfrm>
                  <a:custGeom>
                    <a:avLst/>
                    <a:gdLst>
                      <a:gd name="T0" fmla="*/ 15 w 16"/>
                      <a:gd name="T1" fmla="*/ 3 h 9"/>
                      <a:gd name="T2" fmla="*/ 16 w 16"/>
                      <a:gd name="T3" fmla="*/ 4 h 9"/>
                      <a:gd name="T4" fmla="*/ 11 w 16"/>
                      <a:gd name="T5" fmla="*/ 6 h 9"/>
                      <a:gd name="T6" fmla="*/ 6 w 16"/>
                      <a:gd name="T7" fmla="*/ 7 h 9"/>
                      <a:gd name="T8" fmla="*/ 2 w 16"/>
                      <a:gd name="T9" fmla="*/ 7 h 9"/>
                      <a:gd name="T10" fmla="*/ 1 w 16"/>
                      <a:gd name="T11" fmla="*/ 4 h 9"/>
                      <a:gd name="T12" fmla="*/ 4 w 16"/>
                      <a:gd name="T13" fmla="*/ 3 h 9"/>
                      <a:gd name="T14" fmla="*/ 15 w 16"/>
                      <a:gd name="T15" fmla="*/ 3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" h="9">
                        <a:moveTo>
                          <a:pt x="15" y="3"/>
                        </a:moveTo>
                        <a:cubicBezTo>
                          <a:pt x="15" y="3"/>
                          <a:pt x="16" y="3"/>
                          <a:pt x="16" y="4"/>
                        </a:cubicBezTo>
                        <a:cubicBezTo>
                          <a:pt x="15" y="5"/>
                          <a:pt x="14" y="6"/>
                          <a:pt x="11" y="6"/>
                        </a:cubicBezTo>
                        <a:cubicBezTo>
                          <a:pt x="9" y="6"/>
                          <a:pt x="7" y="5"/>
                          <a:pt x="6" y="7"/>
                        </a:cubicBezTo>
                        <a:cubicBezTo>
                          <a:pt x="4" y="9"/>
                          <a:pt x="3" y="7"/>
                          <a:pt x="2" y="7"/>
                        </a:cubicBezTo>
                        <a:cubicBezTo>
                          <a:pt x="0" y="6"/>
                          <a:pt x="1" y="5"/>
                          <a:pt x="1" y="4"/>
                        </a:cubicBezTo>
                        <a:cubicBezTo>
                          <a:pt x="1" y="1"/>
                          <a:pt x="3" y="4"/>
                          <a:pt x="4" y="3"/>
                        </a:cubicBezTo>
                        <a:cubicBezTo>
                          <a:pt x="7" y="0"/>
                          <a:pt x="11" y="1"/>
                          <a:pt x="15" y="3"/>
                        </a:cubicBezTo>
                        <a:close/>
                      </a:path>
                    </a:pathLst>
                  </a:custGeom>
                  <a:solidFill>
                    <a:srgbClr val="78787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59" name="Freeform 409"/>
                  <p:cNvSpPr/>
                  <p:nvPr/>
                </p:nvSpPr>
                <p:spPr bwMode="auto">
                  <a:xfrm>
                    <a:off x="4672" y="2559"/>
                    <a:ext cx="31" cy="28"/>
                  </a:xfrm>
                  <a:custGeom>
                    <a:avLst/>
                    <a:gdLst>
                      <a:gd name="T0" fmla="*/ 2 w 13"/>
                      <a:gd name="T1" fmla="*/ 0 h 12"/>
                      <a:gd name="T2" fmla="*/ 3 w 13"/>
                      <a:gd name="T3" fmla="*/ 0 h 12"/>
                      <a:gd name="T4" fmla="*/ 10 w 13"/>
                      <a:gd name="T5" fmla="*/ 5 h 12"/>
                      <a:gd name="T6" fmla="*/ 11 w 13"/>
                      <a:gd name="T7" fmla="*/ 8 h 12"/>
                      <a:gd name="T8" fmla="*/ 12 w 13"/>
                      <a:gd name="T9" fmla="*/ 12 h 12"/>
                      <a:gd name="T10" fmla="*/ 6 w 13"/>
                      <a:gd name="T11" fmla="*/ 8 h 12"/>
                      <a:gd name="T12" fmla="*/ 2 w 13"/>
                      <a:gd name="T13" fmla="*/ 7 h 12"/>
                      <a:gd name="T14" fmla="*/ 2 w 13"/>
                      <a:gd name="T1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12">
                        <a:moveTo>
                          <a:pt x="2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6" y="5"/>
                          <a:pt x="10" y="5"/>
                        </a:cubicBezTo>
                        <a:cubicBezTo>
                          <a:pt x="12" y="5"/>
                          <a:pt x="12" y="6"/>
                          <a:pt x="11" y="8"/>
                        </a:cubicBezTo>
                        <a:cubicBezTo>
                          <a:pt x="9" y="10"/>
                          <a:pt x="13" y="10"/>
                          <a:pt x="12" y="12"/>
                        </a:cubicBezTo>
                        <a:cubicBezTo>
                          <a:pt x="10" y="11"/>
                          <a:pt x="7" y="11"/>
                          <a:pt x="6" y="8"/>
                        </a:cubicBezTo>
                        <a:cubicBezTo>
                          <a:pt x="6" y="6"/>
                          <a:pt x="4" y="8"/>
                          <a:pt x="2" y="7"/>
                        </a:cubicBezTo>
                        <a:cubicBezTo>
                          <a:pt x="0" y="5"/>
                          <a:pt x="1" y="3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0" name="Freeform 410"/>
                  <p:cNvSpPr/>
                  <p:nvPr/>
                </p:nvSpPr>
                <p:spPr bwMode="auto">
                  <a:xfrm>
                    <a:off x="4705" y="2552"/>
                    <a:ext cx="14" cy="19"/>
                  </a:xfrm>
                  <a:custGeom>
                    <a:avLst/>
                    <a:gdLst>
                      <a:gd name="T0" fmla="*/ 2 w 6"/>
                      <a:gd name="T1" fmla="*/ 6 h 8"/>
                      <a:gd name="T2" fmla="*/ 2 w 6"/>
                      <a:gd name="T3" fmla="*/ 5 h 8"/>
                      <a:gd name="T4" fmla="*/ 1 w 6"/>
                      <a:gd name="T5" fmla="*/ 2 h 8"/>
                      <a:gd name="T6" fmla="*/ 4 w 6"/>
                      <a:gd name="T7" fmla="*/ 3 h 8"/>
                      <a:gd name="T8" fmla="*/ 6 w 6"/>
                      <a:gd name="T9" fmla="*/ 4 h 8"/>
                      <a:gd name="T10" fmla="*/ 6 w 6"/>
                      <a:gd name="T11" fmla="*/ 5 h 8"/>
                      <a:gd name="T12" fmla="*/ 2 w 6"/>
                      <a:gd name="T13" fmla="*/ 6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" h="8">
                        <a:moveTo>
                          <a:pt x="2" y="6"/>
                        </a:moveTo>
                        <a:cubicBezTo>
                          <a:pt x="2" y="6"/>
                          <a:pt x="2" y="5"/>
                          <a:pt x="2" y="5"/>
                        </a:cubicBezTo>
                        <a:cubicBezTo>
                          <a:pt x="0" y="4"/>
                          <a:pt x="0" y="3"/>
                          <a:pt x="1" y="2"/>
                        </a:cubicBezTo>
                        <a:cubicBezTo>
                          <a:pt x="3" y="0"/>
                          <a:pt x="3" y="2"/>
                          <a:pt x="4" y="3"/>
                        </a:cubicBezTo>
                        <a:cubicBezTo>
                          <a:pt x="4" y="4"/>
                          <a:pt x="5" y="4"/>
                          <a:pt x="6" y="4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5" y="6"/>
                          <a:pt x="3" y="8"/>
                          <a:pt x="2" y="6"/>
                        </a:cubicBezTo>
                        <a:close/>
                      </a:path>
                    </a:pathLst>
                  </a:custGeom>
                  <a:solidFill>
                    <a:srgbClr val="8E8E8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1" name="Freeform 411"/>
                  <p:cNvSpPr/>
                  <p:nvPr/>
                </p:nvSpPr>
                <p:spPr bwMode="auto">
                  <a:xfrm>
                    <a:off x="4679" y="2544"/>
                    <a:ext cx="12" cy="15"/>
                  </a:xfrm>
                  <a:custGeom>
                    <a:avLst/>
                    <a:gdLst>
                      <a:gd name="T0" fmla="*/ 0 w 5"/>
                      <a:gd name="T1" fmla="*/ 6 h 6"/>
                      <a:gd name="T2" fmla="*/ 0 w 5"/>
                      <a:gd name="T3" fmla="*/ 3 h 6"/>
                      <a:gd name="T4" fmla="*/ 4 w 5"/>
                      <a:gd name="T5" fmla="*/ 1 h 6"/>
                      <a:gd name="T6" fmla="*/ 3 w 5"/>
                      <a:gd name="T7" fmla="*/ 5 h 6"/>
                      <a:gd name="T8" fmla="*/ 0 w 5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6">
                        <a:moveTo>
                          <a:pt x="0" y="6"/>
                        </a:move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1" y="2"/>
                          <a:pt x="2" y="0"/>
                          <a:pt x="4" y="1"/>
                        </a:cubicBezTo>
                        <a:cubicBezTo>
                          <a:pt x="5" y="3"/>
                          <a:pt x="4" y="4"/>
                          <a:pt x="3" y="5"/>
                        </a:cubicBezTo>
                        <a:cubicBezTo>
                          <a:pt x="2" y="6"/>
                          <a:pt x="1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2" name="Freeform 412"/>
                  <p:cNvSpPr/>
                  <p:nvPr/>
                </p:nvSpPr>
                <p:spPr bwMode="auto">
                  <a:xfrm>
                    <a:off x="4710" y="2563"/>
                    <a:ext cx="14" cy="10"/>
                  </a:xfrm>
                  <a:custGeom>
                    <a:avLst/>
                    <a:gdLst>
                      <a:gd name="T0" fmla="*/ 0 w 6"/>
                      <a:gd name="T1" fmla="*/ 1 h 4"/>
                      <a:gd name="T2" fmla="*/ 4 w 6"/>
                      <a:gd name="T3" fmla="*/ 0 h 4"/>
                      <a:gd name="T4" fmla="*/ 5 w 6"/>
                      <a:gd name="T5" fmla="*/ 4 h 4"/>
                      <a:gd name="T6" fmla="*/ 0 w 6"/>
                      <a:gd name="T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4">
                        <a:moveTo>
                          <a:pt x="0" y="1"/>
                        </a:moveTo>
                        <a:cubicBezTo>
                          <a:pt x="1" y="1"/>
                          <a:pt x="2" y="1"/>
                          <a:pt x="4" y="0"/>
                        </a:cubicBezTo>
                        <a:cubicBezTo>
                          <a:pt x="4" y="1"/>
                          <a:pt x="6" y="2"/>
                          <a:pt x="5" y="4"/>
                        </a:cubicBezTo>
                        <a:cubicBezTo>
                          <a:pt x="3" y="3"/>
                          <a:pt x="1" y="4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75757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3" name="Freeform 413"/>
                  <p:cNvSpPr/>
                  <p:nvPr/>
                </p:nvSpPr>
                <p:spPr bwMode="auto">
                  <a:xfrm>
                    <a:off x="4717" y="2525"/>
                    <a:ext cx="7" cy="10"/>
                  </a:xfrm>
                  <a:custGeom>
                    <a:avLst/>
                    <a:gdLst>
                      <a:gd name="T0" fmla="*/ 3 w 3"/>
                      <a:gd name="T1" fmla="*/ 1 h 4"/>
                      <a:gd name="T2" fmla="*/ 3 w 3"/>
                      <a:gd name="T3" fmla="*/ 3 h 4"/>
                      <a:gd name="T4" fmla="*/ 1 w 3"/>
                      <a:gd name="T5" fmla="*/ 2 h 4"/>
                      <a:gd name="T6" fmla="*/ 3 w 3"/>
                      <a:gd name="T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4">
                        <a:moveTo>
                          <a:pt x="3" y="1"/>
                        </a:moveTo>
                        <a:cubicBezTo>
                          <a:pt x="3" y="2"/>
                          <a:pt x="3" y="2"/>
                          <a:pt x="3" y="3"/>
                        </a:cubicBezTo>
                        <a:cubicBezTo>
                          <a:pt x="1" y="4"/>
                          <a:pt x="0" y="3"/>
                          <a:pt x="1" y="2"/>
                        </a:cubicBezTo>
                        <a:cubicBezTo>
                          <a:pt x="1" y="0"/>
                          <a:pt x="2" y="0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78787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4" name="Freeform 414"/>
                  <p:cNvSpPr/>
                  <p:nvPr/>
                </p:nvSpPr>
                <p:spPr bwMode="auto">
                  <a:xfrm>
                    <a:off x="4423" y="2730"/>
                    <a:ext cx="4" cy="5"/>
                  </a:xfrm>
                  <a:custGeom>
                    <a:avLst/>
                    <a:gdLst>
                      <a:gd name="T0" fmla="*/ 1 w 2"/>
                      <a:gd name="T1" fmla="*/ 0 h 2"/>
                      <a:gd name="T2" fmla="*/ 2 w 2"/>
                      <a:gd name="T3" fmla="*/ 1 h 2"/>
                      <a:gd name="T4" fmla="*/ 1 w 2"/>
                      <a:gd name="T5" fmla="*/ 2 h 2"/>
                      <a:gd name="T6" fmla="*/ 0 w 2"/>
                      <a:gd name="T7" fmla="*/ 1 h 2"/>
                      <a:gd name="T8" fmla="*/ 1 w 2"/>
                      <a:gd name="T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1" y="0"/>
                        </a:move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2" y="1"/>
                          <a:pt x="2" y="2"/>
                          <a:pt x="1" y="2"/>
                        </a:cubicBezTo>
                        <a:cubicBezTo>
                          <a:pt x="1" y="2"/>
                          <a:pt x="0" y="1"/>
                          <a:pt x="0" y="1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9B9B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5" name="Freeform 415"/>
                  <p:cNvSpPr/>
                  <p:nvPr/>
                </p:nvSpPr>
                <p:spPr bwMode="auto">
                  <a:xfrm>
                    <a:off x="4679" y="2604"/>
                    <a:ext cx="12" cy="9"/>
                  </a:xfrm>
                  <a:custGeom>
                    <a:avLst/>
                    <a:gdLst>
                      <a:gd name="T0" fmla="*/ 2 w 5"/>
                      <a:gd name="T1" fmla="*/ 4 h 4"/>
                      <a:gd name="T2" fmla="*/ 0 w 5"/>
                      <a:gd name="T3" fmla="*/ 3 h 4"/>
                      <a:gd name="T4" fmla="*/ 5 w 5"/>
                      <a:gd name="T5" fmla="*/ 1 h 4"/>
                      <a:gd name="T6" fmla="*/ 2 w 5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4">
                        <a:moveTo>
                          <a:pt x="2" y="4"/>
                        </a:moveTo>
                        <a:cubicBezTo>
                          <a:pt x="2" y="4"/>
                          <a:pt x="1" y="4"/>
                          <a:pt x="0" y="3"/>
                        </a:cubicBezTo>
                        <a:cubicBezTo>
                          <a:pt x="1" y="2"/>
                          <a:pt x="3" y="0"/>
                          <a:pt x="5" y="1"/>
                        </a:cubicBezTo>
                        <a:cubicBezTo>
                          <a:pt x="5" y="3"/>
                          <a:pt x="3" y="3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BABA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6" name="Freeform 416"/>
                  <p:cNvSpPr/>
                  <p:nvPr/>
                </p:nvSpPr>
                <p:spPr bwMode="auto">
                  <a:xfrm>
                    <a:off x="4475" y="2784"/>
                    <a:ext cx="7" cy="8"/>
                  </a:xfrm>
                  <a:custGeom>
                    <a:avLst/>
                    <a:gdLst>
                      <a:gd name="T0" fmla="*/ 3 w 3"/>
                      <a:gd name="T1" fmla="*/ 2 h 3"/>
                      <a:gd name="T2" fmla="*/ 0 w 3"/>
                      <a:gd name="T3" fmla="*/ 2 h 3"/>
                      <a:gd name="T4" fmla="*/ 1 w 3"/>
                      <a:gd name="T5" fmla="*/ 1 h 3"/>
                      <a:gd name="T6" fmla="*/ 3 w 3"/>
                      <a:gd name="T7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3">
                        <a:moveTo>
                          <a:pt x="3" y="2"/>
                        </a:moveTo>
                        <a:cubicBezTo>
                          <a:pt x="2" y="3"/>
                          <a:pt x="1" y="2"/>
                          <a:pt x="0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2" y="0"/>
                          <a:pt x="2" y="1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7" name="Freeform 417"/>
                  <p:cNvSpPr/>
                  <p:nvPr/>
                </p:nvSpPr>
                <p:spPr bwMode="auto">
                  <a:xfrm>
                    <a:off x="4750" y="2746"/>
                    <a:ext cx="126" cy="43"/>
                  </a:xfrm>
                  <a:custGeom>
                    <a:avLst/>
                    <a:gdLst>
                      <a:gd name="T0" fmla="*/ 12 w 53"/>
                      <a:gd name="T1" fmla="*/ 17 h 18"/>
                      <a:gd name="T2" fmla="*/ 3 w 53"/>
                      <a:gd name="T3" fmla="*/ 16 h 18"/>
                      <a:gd name="T4" fmla="*/ 0 w 53"/>
                      <a:gd name="T5" fmla="*/ 16 h 18"/>
                      <a:gd name="T6" fmla="*/ 4 w 53"/>
                      <a:gd name="T7" fmla="*/ 12 h 18"/>
                      <a:gd name="T8" fmla="*/ 7 w 53"/>
                      <a:gd name="T9" fmla="*/ 10 h 18"/>
                      <a:gd name="T10" fmla="*/ 17 w 53"/>
                      <a:gd name="T11" fmla="*/ 8 h 18"/>
                      <a:gd name="T12" fmla="*/ 22 w 53"/>
                      <a:gd name="T13" fmla="*/ 9 h 18"/>
                      <a:gd name="T14" fmla="*/ 25 w 53"/>
                      <a:gd name="T15" fmla="*/ 10 h 18"/>
                      <a:gd name="T16" fmla="*/ 30 w 53"/>
                      <a:gd name="T17" fmla="*/ 9 h 18"/>
                      <a:gd name="T18" fmla="*/ 33 w 53"/>
                      <a:gd name="T19" fmla="*/ 10 h 18"/>
                      <a:gd name="T20" fmla="*/ 39 w 53"/>
                      <a:gd name="T21" fmla="*/ 9 h 18"/>
                      <a:gd name="T22" fmla="*/ 39 w 53"/>
                      <a:gd name="T23" fmla="*/ 5 h 18"/>
                      <a:gd name="T24" fmla="*/ 40 w 53"/>
                      <a:gd name="T25" fmla="*/ 3 h 18"/>
                      <a:gd name="T26" fmla="*/ 46 w 53"/>
                      <a:gd name="T27" fmla="*/ 2 h 18"/>
                      <a:gd name="T28" fmla="*/ 46 w 53"/>
                      <a:gd name="T29" fmla="*/ 5 h 18"/>
                      <a:gd name="T30" fmla="*/ 46 w 53"/>
                      <a:gd name="T31" fmla="*/ 8 h 18"/>
                      <a:gd name="T32" fmla="*/ 50 w 53"/>
                      <a:gd name="T33" fmla="*/ 6 h 18"/>
                      <a:gd name="T34" fmla="*/ 53 w 53"/>
                      <a:gd name="T35" fmla="*/ 10 h 18"/>
                      <a:gd name="T36" fmla="*/ 50 w 53"/>
                      <a:gd name="T37" fmla="*/ 12 h 18"/>
                      <a:gd name="T38" fmla="*/ 48 w 53"/>
                      <a:gd name="T39" fmla="*/ 14 h 18"/>
                      <a:gd name="T40" fmla="*/ 48 w 53"/>
                      <a:gd name="T41" fmla="*/ 15 h 18"/>
                      <a:gd name="T42" fmla="*/ 40 w 53"/>
                      <a:gd name="T43" fmla="*/ 17 h 18"/>
                      <a:gd name="T44" fmla="*/ 21 w 53"/>
                      <a:gd name="T45" fmla="*/ 16 h 18"/>
                      <a:gd name="T46" fmla="*/ 12 w 53"/>
                      <a:gd name="T47" fmla="*/ 17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53" h="18">
                        <a:moveTo>
                          <a:pt x="12" y="17"/>
                        </a:moveTo>
                        <a:cubicBezTo>
                          <a:pt x="9" y="13"/>
                          <a:pt x="6" y="17"/>
                          <a:pt x="3" y="16"/>
                        </a:cubicBezTo>
                        <a:cubicBezTo>
                          <a:pt x="2" y="16"/>
                          <a:pt x="0" y="18"/>
                          <a:pt x="0" y="16"/>
                        </a:cubicBezTo>
                        <a:cubicBezTo>
                          <a:pt x="0" y="13"/>
                          <a:pt x="3" y="13"/>
                          <a:pt x="4" y="12"/>
                        </a:cubicBezTo>
                        <a:cubicBezTo>
                          <a:pt x="5" y="11"/>
                          <a:pt x="6" y="10"/>
                          <a:pt x="7" y="10"/>
                        </a:cubicBezTo>
                        <a:cubicBezTo>
                          <a:pt x="11" y="12"/>
                          <a:pt x="14" y="10"/>
                          <a:pt x="17" y="8"/>
                        </a:cubicBezTo>
                        <a:cubicBezTo>
                          <a:pt x="19" y="6"/>
                          <a:pt x="21" y="7"/>
                          <a:pt x="22" y="9"/>
                        </a:cubicBezTo>
                        <a:cubicBezTo>
                          <a:pt x="23" y="10"/>
                          <a:pt x="24" y="10"/>
                          <a:pt x="25" y="10"/>
                        </a:cubicBezTo>
                        <a:cubicBezTo>
                          <a:pt x="27" y="13"/>
                          <a:pt x="29" y="11"/>
                          <a:pt x="30" y="9"/>
                        </a:cubicBezTo>
                        <a:cubicBezTo>
                          <a:pt x="31" y="8"/>
                          <a:pt x="32" y="9"/>
                          <a:pt x="33" y="10"/>
                        </a:cubicBezTo>
                        <a:cubicBezTo>
                          <a:pt x="35" y="11"/>
                          <a:pt x="37" y="10"/>
                          <a:pt x="39" y="9"/>
                        </a:cubicBezTo>
                        <a:cubicBezTo>
                          <a:pt x="40" y="9"/>
                          <a:pt x="41" y="7"/>
                          <a:pt x="39" y="5"/>
                        </a:cubicBezTo>
                        <a:cubicBezTo>
                          <a:pt x="38" y="4"/>
                          <a:pt x="39" y="3"/>
                          <a:pt x="40" y="3"/>
                        </a:cubicBezTo>
                        <a:cubicBezTo>
                          <a:pt x="42" y="2"/>
                          <a:pt x="44" y="0"/>
                          <a:pt x="46" y="2"/>
                        </a:cubicBezTo>
                        <a:cubicBezTo>
                          <a:pt x="48" y="3"/>
                          <a:pt x="47" y="4"/>
                          <a:pt x="46" y="5"/>
                        </a:cubicBezTo>
                        <a:cubicBezTo>
                          <a:pt x="46" y="5"/>
                          <a:pt x="46" y="6"/>
                          <a:pt x="46" y="8"/>
                        </a:cubicBezTo>
                        <a:cubicBezTo>
                          <a:pt x="47" y="6"/>
                          <a:pt x="48" y="5"/>
                          <a:pt x="50" y="6"/>
                        </a:cubicBezTo>
                        <a:cubicBezTo>
                          <a:pt x="51" y="7"/>
                          <a:pt x="53" y="8"/>
                          <a:pt x="53" y="10"/>
                        </a:cubicBezTo>
                        <a:cubicBezTo>
                          <a:pt x="53" y="12"/>
                          <a:pt x="51" y="12"/>
                          <a:pt x="50" y="12"/>
                        </a:cubicBezTo>
                        <a:cubicBezTo>
                          <a:pt x="47" y="12"/>
                          <a:pt x="47" y="12"/>
                          <a:pt x="48" y="14"/>
                        </a:cubicBezTo>
                        <a:cubicBezTo>
                          <a:pt x="48" y="14"/>
                          <a:pt x="48" y="14"/>
                          <a:pt x="48" y="15"/>
                        </a:cubicBezTo>
                        <a:cubicBezTo>
                          <a:pt x="46" y="18"/>
                          <a:pt x="43" y="17"/>
                          <a:pt x="40" y="17"/>
                        </a:cubicBezTo>
                        <a:cubicBezTo>
                          <a:pt x="34" y="17"/>
                          <a:pt x="28" y="16"/>
                          <a:pt x="21" y="16"/>
                        </a:cubicBezTo>
                        <a:cubicBezTo>
                          <a:pt x="18" y="16"/>
                          <a:pt x="15" y="17"/>
                          <a:pt x="12" y="17"/>
                        </a:cubicBezTo>
                        <a:close/>
                      </a:path>
                    </a:pathLst>
                  </a:custGeom>
                  <a:solidFill>
                    <a:srgbClr val="8A8A8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8" name="Freeform 418"/>
                  <p:cNvSpPr/>
                  <p:nvPr/>
                </p:nvSpPr>
                <p:spPr bwMode="auto">
                  <a:xfrm>
                    <a:off x="4779" y="2780"/>
                    <a:ext cx="21" cy="14"/>
                  </a:xfrm>
                  <a:custGeom>
                    <a:avLst/>
                    <a:gdLst>
                      <a:gd name="T0" fmla="*/ 0 w 9"/>
                      <a:gd name="T1" fmla="*/ 3 h 6"/>
                      <a:gd name="T2" fmla="*/ 9 w 9"/>
                      <a:gd name="T3" fmla="*/ 2 h 6"/>
                      <a:gd name="T4" fmla="*/ 0 w 9"/>
                      <a:gd name="T5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6">
                        <a:moveTo>
                          <a:pt x="0" y="3"/>
                        </a:moveTo>
                        <a:cubicBezTo>
                          <a:pt x="2" y="1"/>
                          <a:pt x="6" y="0"/>
                          <a:pt x="9" y="2"/>
                        </a:cubicBezTo>
                        <a:cubicBezTo>
                          <a:pt x="7" y="6"/>
                          <a:pt x="3" y="6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98989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69" name="Freeform 419"/>
                  <p:cNvSpPr/>
                  <p:nvPr/>
                </p:nvSpPr>
                <p:spPr bwMode="auto">
                  <a:xfrm>
                    <a:off x="4864" y="2777"/>
                    <a:ext cx="10" cy="12"/>
                  </a:xfrm>
                  <a:custGeom>
                    <a:avLst/>
                    <a:gdLst>
                      <a:gd name="T0" fmla="*/ 4 w 4"/>
                      <a:gd name="T1" fmla="*/ 2 h 5"/>
                      <a:gd name="T2" fmla="*/ 4 w 4"/>
                      <a:gd name="T3" fmla="*/ 3 h 5"/>
                      <a:gd name="T4" fmla="*/ 0 w 4"/>
                      <a:gd name="T5" fmla="*/ 2 h 5"/>
                      <a:gd name="T6" fmla="*/ 0 w 4"/>
                      <a:gd name="T7" fmla="*/ 2 h 5"/>
                      <a:gd name="T8" fmla="*/ 4 w 4"/>
                      <a:gd name="T9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4" y="2"/>
                        </a:move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3"/>
                          <a:pt x="0" y="5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2" y="0"/>
                          <a:pt x="3" y="1"/>
                          <a:pt x="4" y="2"/>
                        </a:cubicBezTo>
                        <a:close/>
                      </a:path>
                    </a:pathLst>
                  </a:custGeom>
                  <a:solidFill>
                    <a:srgbClr val="8A8A8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0" name="Freeform 420"/>
                  <p:cNvSpPr/>
                  <p:nvPr/>
                </p:nvSpPr>
                <p:spPr bwMode="auto">
                  <a:xfrm>
                    <a:off x="4337" y="2062"/>
                    <a:ext cx="31" cy="38"/>
                  </a:xfrm>
                  <a:custGeom>
                    <a:avLst/>
                    <a:gdLst>
                      <a:gd name="T0" fmla="*/ 10 w 13"/>
                      <a:gd name="T1" fmla="*/ 16 h 16"/>
                      <a:gd name="T2" fmla="*/ 7 w 13"/>
                      <a:gd name="T3" fmla="*/ 14 h 16"/>
                      <a:gd name="T4" fmla="*/ 0 w 13"/>
                      <a:gd name="T5" fmla="*/ 6 h 16"/>
                      <a:gd name="T6" fmla="*/ 0 w 13"/>
                      <a:gd name="T7" fmla="*/ 5 h 16"/>
                      <a:gd name="T8" fmla="*/ 0 w 13"/>
                      <a:gd name="T9" fmla="*/ 5 h 16"/>
                      <a:gd name="T10" fmla="*/ 4 w 13"/>
                      <a:gd name="T11" fmla="*/ 1 h 16"/>
                      <a:gd name="T12" fmla="*/ 7 w 13"/>
                      <a:gd name="T13" fmla="*/ 1 h 16"/>
                      <a:gd name="T14" fmla="*/ 8 w 13"/>
                      <a:gd name="T15" fmla="*/ 6 h 16"/>
                      <a:gd name="T16" fmla="*/ 9 w 13"/>
                      <a:gd name="T17" fmla="*/ 10 h 16"/>
                      <a:gd name="T18" fmla="*/ 10 w 13"/>
                      <a:gd name="T19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3" h="16">
                        <a:moveTo>
                          <a:pt x="10" y="16"/>
                        </a:moveTo>
                        <a:cubicBezTo>
                          <a:pt x="8" y="16"/>
                          <a:pt x="8" y="14"/>
                          <a:pt x="7" y="14"/>
                        </a:cubicBezTo>
                        <a:cubicBezTo>
                          <a:pt x="4" y="12"/>
                          <a:pt x="3" y="8"/>
                          <a:pt x="0" y="6"/>
                        </a:cubicBezTo>
                        <a:cubicBezTo>
                          <a:pt x="0" y="6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2" y="4"/>
                          <a:pt x="4" y="4"/>
                          <a:pt x="4" y="1"/>
                        </a:cubicBezTo>
                        <a:cubicBezTo>
                          <a:pt x="4" y="0"/>
                          <a:pt x="6" y="0"/>
                          <a:pt x="7" y="1"/>
                        </a:cubicBezTo>
                        <a:cubicBezTo>
                          <a:pt x="8" y="2"/>
                          <a:pt x="9" y="4"/>
                          <a:pt x="8" y="6"/>
                        </a:cubicBezTo>
                        <a:cubicBezTo>
                          <a:pt x="8" y="8"/>
                          <a:pt x="8" y="9"/>
                          <a:pt x="9" y="10"/>
                        </a:cubicBezTo>
                        <a:cubicBezTo>
                          <a:pt x="13" y="12"/>
                          <a:pt x="12" y="14"/>
                          <a:pt x="10" y="16"/>
                        </a:cubicBezTo>
                        <a:close/>
                      </a:path>
                    </a:pathLst>
                  </a:custGeom>
                  <a:solidFill>
                    <a:srgbClr val="87B0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1" name="Freeform 421"/>
                  <p:cNvSpPr/>
                  <p:nvPr/>
                </p:nvSpPr>
                <p:spPr bwMode="auto">
                  <a:xfrm>
                    <a:off x="4328" y="2055"/>
                    <a:ext cx="12" cy="21"/>
                  </a:xfrm>
                  <a:custGeom>
                    <a:avLst/>
                    <a:gdLst>
                      <a:gd name="T0" fmla="*/ 4 w 5"/>
                      <a:gd name="T1" fmla="*/ 8 h 9"/>
                      <a:gd name="T2" fmla="*/ 4 w 5"/>
                      <a:gd name="T3" fmla="*/ 9 h 9"/>
                      <a:gd name="T4" fmla="*/ 0 w 5"/>
                      <a:gd name="T5" fmla="*/ 0 h 9"/>
                      <a:gd name="T6" fmla="*/ 1 w 5"/>
                      <a:gd name="T7" fmla="*/ 2 h 9"/>
                      <a:gd name="T8" fmla="*/ 4 w 5"/>
                      <a:gd name="T9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9">
                        <a:moveTo>
                          <a:pt x="4" y="8"/>
                        </a:moveTo>
                        <a:cubicBezTo>
                          <a:pt x="4" y="8"/>
                          <a:pt x="4" y="9"/>
                          <a:pt x="4" y="9"/>
                        </a:cubicBezTo>
                        <a:cubicBezTo>
                          <a:pt x="2" y="7"/>
                          <a:pt x="0" y="4"/>
                          <a:pt x="0" y="0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  <a:cubicBezTo>
                          <a:pt x="4" y="3"/>
                          <a:pt x="5" y="5"/>
                          <a:pt x="4" y="8"/>
                        </a:cubicBezTo>
                        <a:close/>
                      </a:path>
                    </a:pathLst>
                  </a:custGeom>
                  <a:solidFill>
                    <a:srgbClr val="99B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2" name="Freeform 422"/>
                  <p:cNvSpPr/>
                  <p:nvPr/>
                </p:nvSpPr>
                <p:spPr bwMode="auto">
                  <a:xfrm>
                    <a:off x="4622" y="2723"/>
                    <a:ext cx="154" cy="66"/>
                  </a:xfrm>
                  <a:custGeom>
                    <a:avLst/>
                    <a:gdLst>
                      <a:gd name="T0" fmla="*/ 61 w 65"/>
                      <a:gd name="T1" fmla="*/ 21 h 28"/>
                      <a:gd name="T2" fmla="*/ 59 w 65"/>
                      <a:gd name="T3" fmla="*/ 23 h 28"/>
                      <a:gd name="T4" fmla="*/ 49 w 65"/>
                      <a:gd name="T5" fmla="*/ 25 h 28"/>
                      <a:gd name="T6" fmla="*/ 42 w 65"/>
                      <a:gd name="T7" fmla="*/ 26 h 28"/>
                      <a:gd name="T8" fmla="*/ 43 w 65"/>
                      <a:gd name="T9" fmla="*/ 23 h 28"/>
                      <a:gd name="T10" fmla="*/ 37 w 65"/>
                      <a:gd name="T11" fmla="*/ 26 h 28"/>
                      <a:gd name="T12" fmla="*/ 27 w 65"/>
                      <a:gd name="T13" fmla="*/ 25 h 28"/>
                      <a:gd name="T14" fmla="*/ 22 w 65"/>
                      <a:gd name="T15" fmla="*/ 25 h 28"/>
                      <a:gd name="T16" fmla="*/ 16 w 65"/>
                      <a:gd name="T17" fmla="*/ 24 h 28"/>
                      <a:gd name="T18" fmla="*/ 12 w 65"/>
                      <a:gd name="T19" fmla="*/ 18 h 28"/>
                      <a:gd name="T20" fmla="*/ 12 w 65"/>
                      <a:gd name="T21" fmla="*/ 12 h 28"/>
                      <a:gd name="T22" fmla="*/ 9 w 65"/>
                      <a:gd name="T23" fmla="*/ 19 h 28"/>
                      <a:gd name="T24" fmla="*/ 11 w 65"/>
                      <a:gd name="T25" fmla="*/ 24 h 28"/>
                      <a:gd name="T26" fmla="*/ 12 w 65"/>
                      <a:gd name="T27" fmla="*/ 25 h 28"/>
                      <a:gd name="T28" fmla="*/ 7 w 65"/>
                      <a:gd name="T29" fmla="*/ 27 h 28"/>
                      <a:gd name="T30" fmla="*/ 1 w 65"/>
                      <a:gd name="T31" fmla="*/ 19 h 28"/>
                      <a:gd name="T32" fmla="*/ 3 w 65"/>
                      <a:gd name="T33" fmla="*/ 12 h 28"/>
                      <a:gd name="T34" fmla="*/ 19 w 65"/>
                      <a:gd name="T35" fmla="*/ 4 h 28"/>
                      <a:gd name="T36" fmla="*/ 28 w 65"/>
                      <a:gd name="T37" fmla="*/ 4 h 28"/>
                      <a:gd name="T38" fmla="*/ 26 w 65"/>
                      <a:gd name="T39" fmla="*/ 9 h 28"/>
                      <a:gd name="T40" fmla="*/ 30 w 65"/>
                      <a:gd name="T41" fmla="*/ 8 h 28"/>
                      <a:gd name="T42" fmla="*/ 28 w 65"/>
                      <a:gd name="T43" fmla="*/ 4 h 28"/>
                      <a:gd name="T44" fmla="*/ 36 w 65"/>
                      <a:gd name="T45" fmla="*/ 3 h 28"/>
                      <a:gd name="T46" fmla="*/ 40 w 65"/>
                      <a:gd name="T47" fmla="*/ 5 h 28"/>
                      <a:gd name="T48" fmla="*/ 41 w 65"/>
                      <a:gd name="T49" fmla="*/ 4 h 28"/>
                      <a:gd name="T50" fmla="*/ 42 w 65"/>
                      <a:gd name="T51" fmla="*/ 2 h 28"/>
                      <a:gd name="T52" fmla="*/ 61 w 65"/>
                      <a:gd name="T53" fmla="*/ 4 h 28"/>
                      <a:gd name="T54" fmla="*/ 57 w 65"/>
                      <a:gd name="T55" fmla="*/ 7 h 28"/>
                      <a:gd name="T56" fmla="*/ 56 w 65"/>
                      <a:gd name="T57" fmla="*/ 16 h 28"/>
                      <a:gd name="T58" fmla="*/ 53 w 65"/>
                      <a:gd name="T59" fmla="*/ 17 h 28"/>
                      <a:gd name="T60" fmla="*/ 61 w 65"/>
                      <a:gd name="T61" fmla="*/ 15 h 28"/>
                      <a:gd name="T62" fmla="*/ 63 w 65"/>
                      <a:gd name="T63" fmla="*/ 17 h 28"/>
                      <a:gd name="T64" fmla="*/ 61 w 65"/>
                      <a:gd name="T65" fmla="*/ 20 h 28"/>
                      <a:gd name="T66" fmla="*/ 61 w 65"/>
                      <a:gd name="T67" fmla="*/ 21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65" h="28">
                        <a:moveTo>
                          <a:pt x="61" y="21"/>
                        </a:moveTo>
                        <a:cubicBezTo>
                          <a:pt x="60" y="21"/>
                          <a:pt x="59" y="22"/>
                          <a:pt x="59" y="23"/>
                        </a:cubicBezTo>
                        <a:cubicBezTo>
                          <a:pt x="55" y="22"/>
                          <a:pt x="52" y="23"/>
                          <a:pt x="49" y="25"/>
                        </a:cubicBezTo>
                        <a:cubicBezTo>
                          <a:pt x="47" y="28"/>
                          <a:pt x="44" y="26"/>
                          <a:pt x="42" y="26"/>
                        </a:cubicBezTo>
                        <a:cubicBezTo>
                          <a:pt x="40" y="24"/>
                          <a:pt x="40" y="24"/>
                          <a:pt x="43" y="23"/>
                        </a:cubicBezTo>
                        <a:cubicBezTo>
                          <a:pt x="39" y="22"/>
                          <a:pt x="39" y="25"/>
                          <a:pt x="37" y="26"/>
                        </a:cubicBezTo>
                        <a:cubicBezTo>
                          <a:pt x="34" y="26"/>
                          <a:pt x="30" y="26"/>
                          <a:pt x="27" y="25"/>
                        </a:cubicBezTo>
                        <a:cubicBezTo>
                          <a:pt x="25" y="27"/>
                          <a:pt x="24" y="24"/>
                          <a:pt x="22" y="25"/>
                        </a:cubicBezTo>
                        <a:cubicBezTo>
                          <a:pt x="20" y="25"/>
                          <a:pt x="18" y="26"/>
                          <a:pt x="16" y="24"/>
                        </a:cubicBezTo>
                        <a:cubicBezTo>
                          <a:pt x="15" y="21"/>
                          <a:pt x="15" y="19"/>
                          <a:pt x="12" y="18"/>
                        </a:cubicBezTo>
                        <a:cubicBezTo>
                          <a:pt x="8" y="17"/>
                          <a:pt x="11" y="14"/>
                          <a:pt x="12" y="12"/>
                        </a:cubicBezTo>
                        <a:cubicBezTo>
                          <a:pt x="8" y="13"/>
                          <a:pt x="7" y="15"/>
                          <a:pt x="9" y="19"/>
                        </a:cubicBezTo>
                        <a:cubicBezTo>
                          <a:pt x="10" y="20"/>
                          <a:pt x="12" y="21"/>
                          <a:pt x="11" y="24"/>
                        </a:cubicBezTo>
                        <a:cubicBezTo>
                          <a:pt x="11" y="24"/>
                          <a:pt x="12" y="24"/>
                          <a:pt x="12" y="25"/>
                        </a:cubicBezTo>
                        <a:cubicBezTo>
                          <a:pt x="11" y="27"/>
                          <a:pt x="9" y="27"/>
                          <a:pt x="7" y="27"/>
                        </a:cubicBezTo>
                        <a:cubicBezTo>
                          <a:pt x="9" y="24"/>
                          <a:pt x="7" y="21"/>
                          <a:pt x="1" y="19"/>
                        </a:cubicBezTo>
                        <a:cubicBezTo>
                          <a:pt x="0" y="16"/>
                          <a:pt x="0" y="14"/>
                          <a:pt x="3" y="12"/>
                        </a:cubicBezTo>
                        <a:cubicBezTo>
                          <a:pt x="7" y="8"/>
                          <a:pt x="13" y="6"/>
                          <a:pt x="19" y="4"/>
                        </a:cubicBezTo>
                        <a:cubicBezTo>
                          <a:pt x="22" y="1"/>
                          <a:pt x="25" y="3"/>
                          <a:pt x="28" y="4"/>
                        </a:cubicBezTo>
                        <a:cubicBezTo>
                          <a:pt x="31" y="7"/>
                          <a:pt x="28" y="8"/>
                          <a:pt x="26" y="9"/>
                        </a:cubicBezTo>
                        <a:cubicBezTo>
                          <a:pt x="28" y="9"/>
                          <a:pt x="29" y="9"/>
                          <a:pt x="30" y="8"/>
                        </a:cubicBezTo>
                        <a:cubicBezTo>
                          <a:pt x="31" y="6"/>
                          <a:pt x="29" y="6"/>
                          <a:pt x="28" y="4"/>
                        </a:cubicBezTo>
                        <a:cubicBezTo>
                          <a:pt x="30" y="0"/>
                          <a:pt x="33" y="2"/>
                          <a:pt x="36" y="3"/>
                        </a:cubicBezTo>
                        <a:cubicBezTo>
                          <a:pt x="37" y="4"/>
                          <a:pt x="38" y="6"/>
                          <a:pt x="40" y="5"/>
                        </a:cubicBezTo>
                        <a:cubicBezTo>
                          <a:pt x="42" y="5"/>
                          <a:pt x="41" y="5"/>
                          <a:pt x="41" y="4"/>
                        </a:cubicBezTo>
                        <a:cubicBezTo>
                          <a:pt x="40" y="3"/>
                          <a:pt x="41" y="2"/>
                          <a:pt x="42" y="2"/>
                        </a:cubicBezTo>
                        <a:cubicBezTo>
                          <a:pt x="49" y="1"/>
                          <a:pt x="55" y="1"/>
                          <a:pt x="61" y="4"/>
                        </a:cubicBezTo>
                        <a:cubicBezTo>
                          <a:pt x="61" y="6"/>
                          <a:pt x="58" y="6"/>
                          <a:pt x="57" y="7"/>
                        </a:cubicBezTo>
                        <a:cubicBezTo>
                          <a:pt x="59" y="10"/>
                          <a:pt x="58" y="16"/>
                          <a:pt x="56" y="16"/>
                        </a:cubicBezTo>
                        <a:cubicBezTo>
                          <a:pt x="54" y="15"/>
                          <a:pt x="54" y="17"/>
                          <a:pt x="53" y="17"/>
                        </a:cubicBezTo>
                        <a:cubicBezTo>
                          <a:pt x="55" y="17"/>
                          <a:pt x="58" y="15"/>
                          <a:pt x="61" y="15"/>
                        </a:cubicBezTo>
                        <a:cubicBezTo>
                          <a:pt x="63" y="14"/>
                          <a:pt x="65" y="14"/>
                          <a:pt x="63" y="17"/>
                        </a:cubicBezTo>
                        <a:cubicBezTo>
                          <a:pt x="62" y="18"/>
                          <a:pt x="61" y="18"/>
                          <a:pt x="61" y="20"/>
                        </a:cubicBezTo>
                        <a:cubicBezTo>
                          <a:pt x="61" y="20"/>
                          <a:pt x="61" y="21"/>
                          <a:pt x="61" y="21"/>
                        </a:cubicBezTo>
                        <a:close/>
                      </a:path>
                    </a:pathLst>
                  </a:custGeom>
                  <a:solidFill>
                    <a:srgbClr val="84848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3" name="Freeform 423"/>
                  <p:cNvSpPr/>
                  <p:nvPr/>
                </p:nvSpPr>
                <p:spPr bwMode="auto">
                  <a:xfrm>
                    <a:off x="4634" y="2746"/>
                    <a:ext cx="31" cy="34"/>
                  </a:xfrm>
                  <a:custGeom>
                    <a:avLst/>
                    <a:gdLst>
                      <a:gd name="T0" fmla="*/ 6 w 13"/>
                      <a:gd name="T1" fmla="*/ 14 h 14"/>
                      <a:gd name="T2" fmla="*/ 4 w 13"/>
                      <a:gd name="T3" fmla="*/ 10 h 14"/>
                      <a:gd name="T4" fmla="*/ 6 w 13"/>
                      <a:gd name="T5" fmla="*/ 1 h 14"/>
                      <a:gd name="T6" fmla="*/ 8 w 13"/>
                      <a:gd name="T7" fmla="*/ 0 h 14"/>
                      <a:gd name="T8" fmla="*/ 8 w 13"/>
                      <a:gd name="T9" fmla="*/ 1 h 14"/>
                      <a:gd name="T10" fmla="*/ 10 w 13"/>
                      <a:gd name="T11" fmla="*/ 9 h 14"/>
                      <a:gd name="T12" fmla="*/ 11 w 13"/>
                      <a:gd name="T13" fmla="*/ 14 h 14"/>
                      <a:gd name="T14" fmla="*/ 6 w 13"/>
                      <a:gd name="T15" fmla="*/ 14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14">
                        <a:moveTo>
                          <a:pt x="6" y="14"/>
                        </a:moveTo>
                        <a:cubicBezTo>
                          <a:pt x="6" y="12"/>
                          <a:pt x="5" y="11"/>
                          <a:pt x="4" y="10"/>
                        </a:cubicBezTo>
                        <a:cubicBezTo>
                          <a:pt x="0" y="6"/>
                          <a:pt x="1" y="3"/>
                          <a:pt x="6" y="1"/>
                        </a:cubicBezTo>
                        <a:cubicBezTo>
                          <a:pt x="7" y="1"/>
                          <a:pt x="8" y="0"/>
                          <a:pt x="8" y="0"/>
                        </a:cubicBezTo>
                        <a:cubicBezTo>
                          <a:pt x="8" y="0"/>
                          <a:pt x="8" y="1"/>
                          <a:pt x="8" y="1"/>
                        </a:cubicBezTo>
                        <a:cubicBezTo>
                          <a:pt x="7" y="4"/>
                          <a:pt x="5" y="7"/>
                          <a:pt x="10" y="9"/>
                        </a:cubicBezTo>
                        <a:cubicBezTo>
                          <a:pt x="13" y="10"/>
                          <a:pt x="11" y="12"/>
                          <a:pt x="11" y="14"/>
                        </a:cubicBezTo>
                        <a:cubicBezTo>
                          <a:pt x="9" y="14"/>
                          <a:pt x="7" y="14"/>
                          <a:pt x="6" y="14"/>
                        </a:cubicBezTo>
                        <a:close/>
                      </a:path>
                    </a:pathLst>
                  </a:custGeom>
                  <a:solidFill>
                    <a:srgbClr val="7A7A7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4" name="Freeform 424"/>
                  <p:cNvSpPr/>
                  <p:nvPr/>
                </p:nvSpPr>
                <p:spPr bwMode="auto">
                  <a:xfrm>
                    <a:off x="4738" y="2773"/>
                    <a:ext cx="24" cy="14"/>
                  </a:xfrm>
                  <a:custGeom>
                    <a:avLst/>
                    <a:gdLst>
                      <a:gd name="T0" fmla="*/ 0 w 10"/>
                      <a:gd name="T1" fmla="*/ 4 h 6"/>
                      <a:gd name="T2" fmla="*/ 10 w 10"/>
                      <a:gd name="T3" fmla="*/ 2 h 6"/>
                      <a:gd name="T4" fmla="*/ 5 w 10"/>
                      <a:gd name="T5" fmla="*/ 5 h 6"/>
                      <a:gd name="T6" fmla="*/ 0 w 10"/>
                      <a:gd name="T7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6">
                        <a:moveTo>
                          <a:pt x="0" y="4"/>
                        </a:moveTo>
                        <a:cubicBezTo>
                          <a:pt x="1" y="0"/>
                          <a:pt x="6" y="0"/>
                          <a:pt x="10" y="2"/>
                        </a:cubicBezTo>
                        <a:cubicBezTo>
                          <a:pt x="9" y="4"/>
                          <a:pt x="6" y="2"/>
                          <a:pt x="5" y="5"/>
                        </a:cubicBezTo>
                        <a:cubicBezTo>
                          <a:pt x="3" y="6"/>
                          <a:pt x="2" y="5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79797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5" name="Freeform 425"/>
                  <p:cNvSpPr/>
                  <p:nvPr/>
                </p:nvSpPr>
                <p:spPr bwMode="auto">
                  <a:xfrm>
                    <a:off x="4710" y="2773"/>
                    <a:ext cx="19" cy="11"/>
                  </a:xfrm>
                  <a:custGeom>
                    <a:avLst/>
                    <a:gdLst>
                      <a:gd name="T0" fmla="*/ 0 w 8"/>
                      <a:gd name="T1" fmla="*/ 5 h 5"/>
                      <a:gd name="T2" fmla="*/ 6 w 8"/>
                      <a:gd name="T3" fmla="*/ 1 h 5"/>
                      <a:gd name="T4" fmla="*/ 8 w 8"/>
                      <a:gd name="T5" fmla="*/ 3 h 5"/>
                      <a:gd name="T6" fmla="*/ 5 w 8"/>
                      <a:gd name="T7" fmla="*/ 3 h 5"/>
                      <a:gd name="T8" fmla="*/ 5 w 8"/>
                      <a:gd name="T9" fmla="*/ 5 h 5"/>
                      <a:gd name="T10" fmla="*/ 0 w 8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5">
                        <a:moveTo>
                          <a:pt x="0" y="5"/>
                        </a:moveTo>
                        <a:cubicBezTo>
                          <a:pt x="1" y="2"/>
                          <a:pt x="2" y="0"/>
                          <a:pt x="6" y="1"/>
                        </a:cubicBezTo>
                        <a:cubicBezTo>
                          <a:pt x="7" y="1"/>
                          <a:pt x="8" y="1"/>
                          <a:pt x="8" y="3"/>
                        </a:cubicBezTo>
                        <a:cubicBezTo>
                          <a:pt x="8" y="4"/>
                          <a:pt x="7" y="4"/>
                          <a:pt x="5" y="3"/>
                        </a:cubicBezTo>
                        <a:cubicBezTo>
                          <a:pt x="2" y="3"/>
                          <a:pt x="5" y="5"/>
                          <a:pt x="5" y="5"/>
                        </a:cubicBezTo>
                        <a:cubicBezTo>
                          <a:pt x="3" y="5"/>
                          <a:pt x="1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78787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6" name="Freeform 426"/>
                  <p:cNvSpPr/>
                  <p:nvPr/>
                </p:nvSpPr>
                <p:spPr bwMode="auto">
                  <a:xfrm>
                    <a:off x="4674" y="2773"/>
                    <a:ext cx="12" cy="14"/>
                  </a:xfrm>
                  <a:custGeom>
                    <a:avLst/>
                    <a:gdLst>
                      <a:gd name="T0" fmla="*/ 0 w 5"/>
                      <a:gd name="T1" fmla="*/ 4 h 6"/>
                      <a:gd name="T2" fmla="*/ 5 w 5"/>
                      <a:gd name="T3" fmla="*/ 4 h 6"/>
                      <a:gd name="T4" fmla="*/ 0 w 5"/>
                      <a:gd name="T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6">
                        <a:moveTo>
                          <a:pt x="0" y="4"/>
                        </a:moveTo>
                        <a:cubicBezTo>
                          <a:pt x="3" y="0"/>
                          <a:pt x="3" y="6"/>
                          <a:pt x="5" y="4"/>
                        </a:cubicBezTo>
                        <a:cubicBezTo>
                          <a:pt x="3" y="6"/>
                          <a:pt x="1" y="6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94949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7" name="Freeform 427"/>
                  <p:cNvSpPr/>
                  <p:nvPr/>
                </p:nvSpPr>
                <p:spPr bwMode="auto">
                  <a:xfrm>
                    <a:off x="4814" y="1439"/>
                    <a:ext cx="19" cy="15"/>
                  </a:xfrm>
                  <a:custGeom>
                    <a:avLst/>
                    <a:gdLst>
                      <a:gd name="T0" fmla="*/ 2 w 8"/>
                      <a:gd name="T1" fmla="*/ 4 h 6"/>
                      <a:gd name="T2" fmla="*/ 1 w 8"/>
                      <a:gd name="T3" fmla="*/ 0 h 6"/>
                      <a:gd name="T4" fmla="*/ 8 w 8"/>
                      <a:gd name="T5" fmla="*/ 1 h 6"/>
                      <a:gd name="T6" fmla="*/ 2 w 8"/>
                      <a:gd name="T7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6">
                        <a:moveTo>
                          <a:pt x="2" y="4"/>
                        </a:moveTo>
                        <a:cubicBezTo>
                          <a:pt x="2" y="3"/>
                          <a:pt x="0" y="2"/>
                          <a:pt x="1" y="0"/>
                        </a:cubicBezTo>
                        <a:cubicBezTo>
                          <a:pt x="3" y="2"/>
                          <a:pt x="5" y="0"/>
                          <a:pt x="8" y="1"/>
                        </a:cubicBezTo>
                        <a:cubicBezTo>
                          <a:pt x="7" y="6"/>
                          <a:pt x="7" y="6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AFC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8" name="Freeform 428"/>
                  <p:cNvSpPr/>
                  <p:nvPr/>
                </p:nvSpPr>
                <p:spPr bwMode="auto">
                  <a:xfrm>
                    <a:off x="4330" y="2038"/>
                    <a:ext cx="78" cy="67"/>
                  </a:xfrm>
                  <a:custGeom>
                    <a:avLst/>
                    <a:gdLst>
                      <a:gd name="T0" fmla="*/ 3 w 33"/>
                      <a:gd name="T1" fmla="*/ 15 h 28"/>
                      <a:gd name="T2" fmla="*/ 0 w 33"/>
                      <a:gd name="T3" fmla="*/ 9 h 28"/>
                      <a:gd name="T4" fmla="*/ 3 w 33"/>
                      <a:gd name="T5" fmla="*/ 7 h 28"/>
                      <a:gd name="T6" fmla="*/ 5 w 33"/>
                      <a:gd name="T7" fmla="*/ 6 h 28"/>
                      <a:gd name="T8" fmla="*/ 3 w 33"/>
                      <a:gd name="T9" fmla="*/ 6 h 28"/>
                      <a:gd name="T10" fmla="*/ 3 w 33"/>
                      <a:gd name="T11" fmla="*/ 4 h 28"/>
                      <a:gd name="T12" fmla="*/ 9 w 33"/>
                      <a:gd name="T13" fmla="*/ 0 h 28"/>
                      <a:gd name="T14" fmla="*/ 13 w 33"/>
                      <a:gd name="T15" fmla="*/ 2 h 28"/>
                      <a:gd name="T16" fmla="*/ 16 w 33"/>
                      <a:gd name="T17" fmla="*/ 8 h 28"/>
                      <a:gd name="T18" fmla="*/ 13 w 33"/>
                      <a:gd name="T19" fmla="*/ 10 h 28"/>
                      <a:gd name="T20" fmla="*/ 12 w 33"/>
                      <a:gd name="T21" fmla="*/ 12 h 28"/>
                      <a:gd name="T22" fmla="*/ 14 w 33"/>
                      <a:gd name="T23" fmla="*/ 12 h 28"/>
                      <a:gd name="T24" fmla="*/ 17 w 33"/>
                      <a:gd name="T25" fmla="*/ 10 h 28"/>
                      <a:gd name="T26" fmla="*/ 21 w 33"/>
                      <a:gd name="T27" fmla="*/ 8 h 28"/>
                      <a:gd name="T28" fmla="*/ 32 w 33"/>
                      <a:gd name="T29" fmla="*/ 15 h 28"/>
                      <a:gd name="T30" fmla="*/ 30 w 33"/>
                      <a:gd name="T31" fmla="*/ 18 h 28"/>
                      <a:gd name="T32" fmla="*/ 21 w 33"/>
                      <a:gd name="T33" fmla="*/ 11 h 28"/>
                      <a:gd name="T34" fmla="*/ 22 w 33"/>
                      <a:gd name="T35" fmla="*/ 12 h 28"/>
                      <a:gd name="T36" fmla="*/ 24 w 33"/>
                      <a:gd name="T37" fmla="*/ 14 h 28"/>
                      <a:gd name="T38" fmla="*/ 22 w 33"/>
                      <a:gd name="T39" fmla="*/ 15 h 28"/>
                      <a:gd name="T40" fmla="*/ 15 w 33"/>
                      <a:gd name="T41" fmla="*/ 20 h 28"/>
                      <a:gd name="T42" fmla="*/ 25 w 33"/>
                      <a:gd name="T43" fmla="*/ 18 h 28"/>
                      <a:gd name="T44" fmla="*/ 27 w 33"/>
                      <a:gd name="T45" fmla="*/ 18 h 28"/>
                      <a:gd name="T46" fmla="*/ 26 w 33"/>
                      <a:gd name="T47" fmla="*/ 20 h 28"/>
                      <a:gd name="T48" fmla="*/ 17 w 33"/>
                      <a:gd name="T49" fmla="*/ 28 h 28"/>
                      <a:gd name="T50" fmla="*/ 15 w 33"/>
                      <a:gd name="T51" fmla="*/ 27 h 28"/>
                      <a:gd name="T52" fmla="*/ 13 w 33"/>
                      <a:gd name="T53" fmla="*/ 26 h 28"/>
                      <a:gd name="T54" fmla="*/ 11 w 33"/>
                      <a:gd name="T55" fmla="*/ 21 h 28"/>
                      <a:gd name="T56" fmla="*/ 10 w 33"/>
                      <a:gd name="T57" fmla="*/ 16 h 28"/>
                      <a:gd name="T58" fmla="*/ 11 w 33"/>
                      <a:gd name="T59" fmla="*/ 13 h 28"/>
                      <a:gd name="T60" fmla="*/ 9 w 33"/>
                      <a:gd name="T61" fmla="*/ 11 h 28"/>
                      <a:gd name="T62" fmla="*/ 8 w 33"/>
                      <a:gd name="T63" fmla="*/ 11 h 28"/>
                      <a:gd name="T64" fmla="*/ 9 w 33"/>
                      <a:gd name="T65" fmla="*/ 14 h 28"/>
                      <a:gd name="T66" fmla="*/ 9 w 33"/>
                      <a:gd name="T67" fmla="*/ 16 h 28"/>
                      <a:gd name="T68" fmla="*/ 3 w 33"/>
                      <a:gd name="T69" fmla="*/ 15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33" h="28">
                        <a:moveTo>
                          <a:pt x="3" y="15"/>
                        </a:moveTo>
                        <a:cubicBezTo>
                          <a:pt x="2" y="13"/>
                          <a:pt x="2" y="11"/>
                          <a:pt x="0" y="9"/>
                        </a:cubicBezTo>
                        <a:cubicBezTo>
                          <a:pt x="1" y="8"/>
                          <a:pt x="1" y="7"/>
                          <a:pt x="3" y="7"/>
                        </a:cubicBezTo>
                        <a:cubicBezTo>
                          <a:pt x="4" y="7"/>
                          <a:pt x="5" y="8"/>
                          <a:pt x="5" y="6"/>
                        </a:cubicBezTo>
                        <a:cubicBezTo>
                          <a:pt x="6" y="4"/>
                          <a:pt x="4" y="6"/>
                          <a:pt x="3" y="6"/>
                        </a:cubicBezTo>
                        <a:cubicBezTo>
                          <a:pt x="3" y="5"/>
                          <a:pt x="3" y="5"/>
                          <a:pt x="3" y="4"/>
                        </a:cubicBezTo>
                        <a:cubicBezTo>
                          <a:pt x="4" y="1"/>
                          <a:pt x="9" y="4"/>
                          <a:pt x="9" y="0"/>
                        </a:cubicBezTo>
                        <a:cubicBezTo>
                          <a:pt x="10" y="1"/>
                          <a:pt x="12" y="1"/>
                          <a:pt x="13" y="2"/>
                        </a:cubicBezTo>
                        <a:cubicBezTo>
                          <a:pt x="10" y="5"/>
                          <a:pt x="15" y="6"/>
                          <a:pt x="16" y="8"/>
                        </a:cubicBezTo>
                        <a:cubicBezTo>
                          <a:pt x="15" y="8"/>
                          <a:pt x="14" y="9"/>
                          <a:pt x="13" y="10"/>
                        </a:cubicBezTo>
                        <a:cubicBezTo>
                          <a:pt x="13" y="10"/>
                          <a:pt x="12" y="11"/>
                          <a:pt x="12" y="12"/>
                        </a:cubicBezTo>
                        <a:cubicBezTo>
                          <a:pt x="13" y="13"/>
                          <a:pt x="14" y="12"/>
                          <a:pt x="14" y="12"/>
                        </a:cubicBezTo>
                        <a:cubicBezTo>
                          <a:pt x="17" y="13"/>
                          <a:pt x="18" y="13"/>
                          <a:pt x="17" y="10"/>
                        </a:cubicBezTo>
                        <a:cubicBezTo>
                          <a:pt x="17" y="10"/>
                          <a:pt x="20" y="8"/>
                          <a:pt x="21" y="8"/>
                        </a:cubicBezTo>
                        <a:cubicBezTo>
                          <a:pt x="26" y="9"/>
                          <a:pt x="30" y="11"/>
                          <a:pt x="32" y="15"/>
                        </a:cubicBezTo>
                        <a:cubicBezTo>
                          <a:pt x="33" y="17"/>
                          <a:pt x="31" y="17"/>
                          <a:pt x="30" y="18"/>
                        </a:cubicBezTo>
                        <a:cubicBezTo>
                          <a:pt x="30" y="13"/>
                          <a:pt x="27" y="11"/>
                          <a:pt x="21" y="11"/>
                        </a:cubicBezTo>
                        <a:cubicBezTo>
                          <a:pt x="21" y="13"/>
                          <a:pt x="22" y="12"/>
                          <a:pt x="22" y="12"/>
                        </a:cubicBezTo>
                        <a:cubicBezTo>
                          <a:pt x="23" y="12"/>
                          <a:pt x="25" y="12"/>
                          <a:pt x="24" y="14"/>
                        </a:cubicBezTo>
                        <a:cubicBezTo>
                          <a:pt x="24" y="15"/>
                          <a:pt x="23" y="15"/>
                          <a:pt x="22" y="15"/>
                        </a:cubicBezTo>
                        <a:cubicBezTo>
                          <a:pt x="18" y="14"/>
                          <a:pt x="17" y="15"/>
                          <a:pt x="15" y="20"/>
                        </a:cubicBezTo>
                        <a:cubicBezTo>
                          <a:pt x="19" y="20"/>
                          <a:pt x="22" y="20"/>
                          <a:pt x="25" y="18"/>
                        </a:cubicBezTo>
                        <a:cubicBezTo>
                          <a:pt x="26" y="17"/>
                          <a:pt x="27" y="17"/>
                          <a:pt x="27" y="18"/>
                        </a:cubicBezTo>
                        <a:cubicBezTo>
                          <a:pt x="28" y="19"/>
                          <a:pt x="27" y="20"/>
                          <a:pt x="26" y="20"/>
                        </a:cubicBezTo>
                        <a:cubicBezTo>
                          <a:pt x="22" y="22"/>
                          <a:pt x="18" y="23"/>
                          <a:pt x="17" y="28"/>
                        </a:cubicBezTo>
                        <a:cubicBezTo>
                          <a:pt x="16" y="28"/>
                          <a:pt x="15" y="28"/>
                          <a:pt x="15" y="27"/>
                        </a:cubicBezTo>
                        <a:cubicBezTo>
                          <a:pt x="14" y="27"/>
                          <a:pt x="14" y="26"/>
                          <a:pt x="13" y="26"/>
                        </a:cubicBezTo>
                        <a:cubicBezTo>
                          <a:pt x="13" y="24"/>
                          <a:pt x="15" y="21"/>
                          <a:pt x="11" y="21"/>
                        </a:cubicBezTo>
                        <a:cubicBezTo>
                          <a:pt x="10" y="21"/>
                          <a:pt x="9" y="18"/>
                          <a:pt x="10" y="16"/>
                        </a:cubicBezTo>
                        <a:cubicBezTo>
                          <a:pt x="11" y="16"/>
                          <a:pt x="11" y="15"/>
                          <a:pt x="11" y="13"/>
                        </a:cubicBezTo>
                        <a:cubicBezTo>
                          <a:pt x="10" y="12"/>
                          <a:pt x="10" y="11"/>
                          <a:pt x="9" y="11"/>
                        </a:cubicBezTo>
                        <a:cubicBezTo>
                          <a:pt x="9" y="11"/>
                          <a:pt x="8" y="11"/>
                          <a:pt x="8" y="11"/>
                        </a:cubicBezTo>
                        <a:cubicBezTo>
                          <a:pt x="7" y="13"/>
                          <a:pt x="8" y="13"/>
                          <a:pt x="9" y="14"/>
                        </a:cubicBezTo>
                        <a:cubicBezTo>
                          <a:pt x="9" y="14"/>
                          <a:pt x="9" y="15"/>
                          <a:pt x="9" y="16"/>
                        </a:cubicBezTo>
                        <a:cubicBezTo>
                          <a:pt x="7" y="14"/>
                          <a:pt x="5" y="16"/>
                          <a:pt x="3" y="15"/>
                        </a:cubicBezTo>
                        <a:close/>
                      </a:path>
                    </a:pathLst>
                  </a:custGeom>
                  <a:solidFill>
                    <a:srgbClr val="80A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79" name="Freeform 429"/>
                  <p:cNvSpPr/>
                  <p:nvPr/>
                </p:nvSpPr>
                <p:spPr bwMode="auto">
                  <a:xfrm>
                    <a:off x="4776" y="1622"/>
                    <a:ext cx="356" cy="485"/>
                  </a:xfrm>
                  <a:custGeom>
                    <a:avLst/>
                    <a:gdLst>
                      <a:gd name="T0" fmla="*/ 6 w 150"/>
                      <a:gd name="T1" fmla="*/ 169 h 204"/>
                      <a:gd name="T2" fmla="*/ 10 w 150"/>
                      <a:gd name="T3" fmla="*/ 159 h 204"/>
                      <a:gd name="T4" fmla="*/ 17 w 150"/>
                      <a:gd name="T5" fmla="*/ 139 h 204"/>
                      <a:gd name="T6" fmla="*/ 22 w 150"/>
                      <a:gd name="T7" fmla="*/ 137 h 204"/>
                      <a:gd name="T8" fmla="*/ 39 w 150"/>
                      <a:gd name="T9" fmla="*/ 101 h 204"/>
                      <a:gd name="T10" fmla="*/ 34 w 150"/>
                      <a:gd name="T11" fmla="*/ 93 h 204"/>
                      <a:gd name="T12" fmla="*/ 39 w 150"/>
                      <a:gd name="T13" fmla="*/ 82 h 204"/>
                      <a:gd name="T14" fmla="*/ 29 w 150"/>
                      <a:gd name="T15" fmla="*/ 65 h 204"/>
                      <a:gd name="T16" fmla="*/ 15 w 150"/>
                      <a:gd name="T17" fmla="*/ 23 h 204"/>
                      <a:gd name="T18" fmla="*/ 30 w 150"/>
                      <a:gd name="T19" fmla="*/ 6 h 204"/>
                      <a:gd name="T20" fmla="*/ 40 w 150"/>
                      <a:gd name="T21" fmla="*/ 0 h 204"/>
                      <a:gd name="T22" fmla="*/ 23 w 150"/>
                      <a:gd name="T23" fmla="*/ 36 h 204"/>
                      <a:gd name="T24" fmla="*/ 27 w 150"/>
                      <a:gd name="T25" fmla="*/ 49 h 204"/>
                      <a:gd name="T26" fmla="*/ 34 w 150"/>
                      <a:gd name="T27" fmla="*/ 50 h 204"/>
                      <a:gd name="T28" fmla="*/ 45 w 150"/>
                      <a:gd name="T29" fmla="*/ 54 h 204"/>
                      <a:gd name="T30" fmla="*/ 59 w 150"/>
                      <a:gd name="T31" fmla="*/ 63 h 204"/>
                      <a:gd name="T32" fmla="*/ 56 w 150"/>
                      <a:gd name="T33" fmla="*/ 65 h 204"/>
                      <a:gd name="T34" fmla="*/ 50 w 150"/>
                      <a:gd name="T35" fmla="*/ 70 h 204"/>
                      <a:gd name="T36" fmla="*/ 45 w 150"/>
                      <a:gd name="T37" fmla="*/ 72 h 204"/>
                      <a:gd name="T38" fmla="*/ 52 w 150"/>
                      <a:gd name="T39" fmla="*/ 77 h 204"/>
                      <a:gd name="T40" fmla="*/ 63 w 150"/>
                      <a:gd name="T41" fmla="*/ 76 h 204"/>
                      <a:gd name="T42" fmla="*/ 59 w 150"/>
                      <a:gd name="T43" fmla="*/ 85 h 204"/>
                      <a:gd name="T44" fmla="*/ 51 w 150"/>
                      <a:gd name="T45" fmla="*/ 83 h 204"/>
                      <a:gd name="T46" fmla="*/ 66 w 150"/>
                      <a:gd name="T47" fmla="*/ 85 h 204"/>
                      <a:gd name="T48" fmla="*/ 65 w 150"/>
                      <a:gd name="T49" fmla="*/ 89 h 204"/>
                      <a:gd name="T50" fmla="*/ 76 w 150"/>
                      <a:gd name="T51" fmla="*/ 105 h 204"/>
                      <a:gd name="T52" fmla="*/ 87 w 150"/>
                      <a:gd name="T53" fmla="*/ 99 h 204"/>
                      <a:gd name="T54" fmla="*/ 98 w 150"/>
                      <a:gd name="T55" fmla="*/ 87 h 204"/>
                      <a:gd name="T56" fmla="*/ 96 w 150"/>
                      <a:gd name="T57" fmla="*/ 116 h 204"/>
                      <a:gd name="T58" fmla="*/ 128 w 150"/>
                      <a:gd name="T59" fmla="*/ 124 h 204"/>
                      <a:gd name="T60" fmla="*/ 139 w 150"/>
                      <a:gd name="T61" fmla="*/ 115 h 204"/>
                      <a:gd name="T62" fmla="*/ 141 w 150"/>
                      <a:gd name="T63" fmla="*/ 106 h 204"/>
                      <a:gd name="T64" fmla="*/ 150 w 150"/>
                      <a:gd name="T65" fmla="*/ 94 h 204"/>
                      <a:gd name="T66" fmla="*/ 144 w 150"/>
                      <a:gd name="T67" fmla="*/ 119 h 204"/>
                      <a:gd name="T68" fmla="*/ 131 w 150"/>
                      <a:gd name="T69" fmla="*/ 162 h 204"/>
                      <a:gd name="T70" fmla="*/ 111 w 150"/>
                      <a:gd name="T71" fmla="*/ 178 h 204"/>
                      <a:gd name="T72" fmla="*/ 108 w 150"/>
                      <a:gd name="T73" fmla="*/ 177 h 204"/>
                      <a:gd name="T74" fmla="*/ 109 w 150"/>
                      <a:gd name="T75" fmla="*/ 150 h 204"/>
                      <a:gd name="T76" fmla="*/ 89 w 150"/>
                      <a:gd name="T77" fmla="*/ 135 h 204"/>
                      <a:gd name="T78" fmla="*/ 81 w 150"/>
                      <a:gd name="T79" fmla="*/ 135 h 204"/>
                      <a:gd name="T80" fmla="*/ 59 w 150"/>
                      <a:gd name="T81" fmla="*/ 137 h 204"/>
                      <a:gd name="T82" fmla="*/ 46 w 150"/>
                      <a:gd name="T83" fmla="*/ 151 h 204"/>
                      <a:gd name="T84" fmla="*/ 28 w 150"/>
                      <a:gd name="T85" fmla="*/ 179 h 204"/>
                      <a:gd name="T86" fmla="*/ 55 w 150"/>
                      <a:gd name="T87" fmla="*/ 189 h 204"/>
                      <a:gd name="T88" fmla="*/ 89 w 150"/>
                      <a:gd name="T89" fmla="*/ 181 h 204"/>
                      <a:gd name="T90" fmla="*/ 69 w 150"/>
                      <a:gd name="T91" fmla="*/ 193 h 204"/>
                      <a:gd name="T92" fmla="*/ 39 w 150"/>
                      <a:gd name="T93" fmla="*/ 203 h 204"/>
                      <a:gd name="T94" fmla="*/ 18 w 150"/>
                      <a:gd name="T95" fmla="*/ 202 h 204"/>
                      <a:gd name="T96" fmla="*/ 1 w 150"/>
                      <a:gd name="T97" fmla="*/ 182 h 2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150" h="204">
                        <a:moveTo>
                          <a:pt x="1" y="182"/>
                        </a:moveTo>
                        <a:cubicBezTo>
                          <a:pt x="0" y="177"/>
                          <a:pt x="4" y="173"/>
                          <a:pt x="6" y="169"/>
                        </a:cubicBezTo>
                        <a:cubicBezTo>
                          <a:pt x="7" y="167"/>
                          <a:pt x="9" y="165"/>
                          <a:pt x="8" y="163"/>
                        </a:cubicBezTo>
                        <a:cubicBezTo>
                          <a:pt x="8" y="161"/>
                          <a:pt x="10" y="160"/>
                          <a:pt x="10" y="159"/>
                        </a:cubicBezTo>
                        <a:cubicBezTo>
                          <a:pt x="11" y="157"/>
                          <a:pt x="12" y="155"/>
                          <a:pt x="14" y="154"/>
                        </a:cubicBezTo>
                        <a:cubicBezTo>
                          <a:pt x="19" y="152"/>
                          <a:pt x="20" y="145"/>
                          <a:pt x="17" y="139"/>
                        </a:cubicBezTo>
                        <a:cubicBezTo>
                          <a:pt x="17" y="139"/>
                          <a:pt x="16" y="138"/>
                          <a:pt x="17" y="138"/>
                        </a:cubicBezTo>
                        <a:cubicBezTo>
                          <a:pt x="18" y="136"/>
                          <a:pt x="20" y="136"/>
                          <a:pt x="22" y="137"/>
                        </a:cubicBezTo>
                        <a:cubicBezTo>
                          <a:pt x="34" y="138"/>
                          <a:pt x="44" y="132"/>
                          <a:pt x="45" y="116"/>
                        </a:cubicBezTo>
                        <a:cubicBezTo>
                          <a:pt x="48" y="111"/>
                          <a:pt x="45" y="104"/>
                          <a:pt x="39" y="101"/>
                        </a:cubicBezTo>
                        <a:cubicBezTo>
                          <a:pt x="36" y="99"/>
                          <a:pt x="33" y="98"/>
                          <a:pt x="32" y="95"/>
                        </a:cubicBezTo>
                        <a:cubicBezTo>
                          <a:pt x="32" y="94"/>
                          <a:pt x="33" y="92"/>
                          <a:pt x="34" y="93"/>
                        </a:cubicBezTo>
                        <a:cubicBezTo>
                          <a:pt x="36" y="93"/>
                          <a:pt x="37" y="92"/>
                          <a:pt x="39" y="91"/>
                        </a:cubicBezTo>
                        <a:cubicBezTo>
                          <a:pt x="42" y="88"/>
                          <a:pt x="42" y="85"/>
                          <a:pt x="39" y="82"/>
                        </a:cubicBezTo>
                        <a:cubicBezTo>
                          <a:pt x="38" y="79"/>
                          <a:pt x="37" y="77"/>
                          <a:pt x="35" y="75"/>
                        </a:cubicBezTo>
                        <a:cubicBezTo>
                          <a:pt x="33" y="72"/>
                          <a:pt x="31" y="68"/>
                          <a:pt x="29" y="65"/>
                        </a:cubicBezTo>
                        <a:cubicBezTo>
                          <a:pt x="24" y="61"/>
                          <a:pt x="22" y="53"/>
                          <a:pt x="17" y="48"/>
                        </a:cubicBezTo>
                        <a:cubicBezTo>
                          <a:pt x="12" y="41"/>
                          <a:pt x="10" y="32"/>
                          <a:pt x="15" y="23"/>
                        </a:cubicBezTo>
                        <a:cubicBezTo>
                          <a:pt x="17" y="18"/>
                          <a:pt x="19" y="13"/>
                          <a:pt x="24" y="10"/>
                        </a:cubicBezTo>
                        <a:cubicBezTo>
                          <a:pt x="26" y="9"/>
                          <a:pt x="28" y="7"/>
                          <a:pt x="30" y="6"/>
                        </a:cubicBezTo>
                        <a:cubicBezTo>
                          <a:pt x="32" y="2"/>
                          <a:pt x="36" y="1"/>
                          <a:pt x="39" y="0"/>
                        </a:cubicBezTo>
                        <a:cubicBezTo>
                          <a:pt x="39" y="0"/>
                          <a:pt x="40" y="0"/>
                          <a:pt x="40" y="0"/>
                        </a:cubicBezTo>
                        <a:cubicBezTo>
                          <a:pt x="38" y="4"/>
                          <a:pt x="35" y="7"/>
                          <a:pt x="32" y="11"/>
                        </a:cubicBezTo>
                        <a:cubicBezTo>
                          <a:pt x="28" y="19"/>
                          <a:pt x="24" y="27"/>
                          <a:pt x="23" y="36"/>
                        </a:cubicBezTo>
                        <a:cubicBezTo>
                          <a:pt x="21" y="40"/>
                          <a:pt x="23" y="44"/>
                          <a:pt x="24" y="48"/>
                        </a:cubicBezTo>
                        <a:cubicBezTo>
                          <a:pt x="25" y="49"/>
                          <a:pt x="26" y="49"/>
                          <a:pt x="27" y="49"/>
                        </a:cubicBezTo>
                        <a:cubicBezTo>
                          <a:pt x="29" y="50"/>
                          <a:pt x="31" y="50"/>
                          <a:pt x="33" y="50"/>
                        </a:cubicBezTo>
                        <a:cubicBezTo>
                          <a:pt x="34" y="50"/>
                          <a:pt x="34" y="50"/>
                          <a:pt x="34" y="50"/>
                        </a:cubicBezTo>
                        <a:cubicBezTo>
                          <a:pt x="37" y="51"/>
                          <a:pt x="39" y="51"/>
                          <a:pt x="41" y="51"/>
                        </a:cubicBezTo>
                        <a:cubicBezTo>
                          <a:pt x="43" y="51"/>
                          <a:pt x="44" y="51"/>
                          <a:pt x="45" y="54"/>
                        </a:cubicBezTo>
                        <a:cubicBezTo>
                          <a:pt x="46" y="55"/>
                          <a:pt x="46" y="56"/>
                          <a:pt x="48" y="56"/>
                        </a:cubicBezTo>
                        <a:cubicBezTo>
                          <a:pt x="51" y="55"/>
                          <a:pt x="58" y="60"/>
                          <a:pt x="59" y="63"/>
                        </a:cubicBezTo>
                        <a:cubicBezTo>
                          <a:pt x="60" y="64"/>
                          <a:pt x="60" y="65"/>
                          <a:pt x="59" y="65"/>
                        </a:cubicBezTo>
                        <a:cubicBezTo>
                          <a:pt x="58" y="66"/>
                          <a:pt x="57" y="66"/>
                          <a:pt x="56" y="65"/>
                        </a:cubicBezTo>
                        <a:cubicBezTo>
                          <a:pt x="54" y="65"/>
                          <a:pt x="51" y="67"/>
                          <a:pt x="51" y="68"/>
                        </a:cubicBezTo>
                        <a:cubicBezTo>
                          <a:pt x="51" y="69"/>
                          <a:pt x="51" y="70"/>
                          <a:pt x="50" y="70"/>
                        </a:cubicBezTo>
                        <a:cubicBezTo>
                          <a:pt x="47" y="70"/>
                          <a:pt x="43" y="74"/>
                          <a:pt x="40" y="72"/>
                        </a:cubicBezTo>
                        <a:cubicBezTo>
                          <a:pt x="41" y="72"/>
                          <a:pt x="43" y="73"/>
                          <a:pt x="45" y="72"/>
                        </a:cubicBezTo>
                        <a:cubicBezTo>
                          <a:pt x="50" y="70"/>
                          <a:pt x="52" y="71"/>
                          <a:pt x="51" y="77"/>
                        </a:cubicBezTo>
                        <a:cubicBezTo>
                          <a:pt x="52" y="77"/>
                          <a:pt x="52" y="77"/>
                          <a:pt x="52" y="77"/>
                        </a:cubicBezTo>
                        <a:cubicBezTo>
                          <a:pt x="52" y="75"/>
                          <a:pt x="51" y="72"/>
                          <a:pt x="54" y="71"/>
                        </a:cubicBezTo>
                        <a:cubicBezTo>
                          <a:pt x="54" y="71"/>
                          <a:pt x="63" y="75"/>
                          <a:pt x="63" y="76"/>
                        </a:cubicBezTo>
                        <a:cubicBezTo>
                          <a:pt x="64" y="76"/>
                          <a:pt x="64" y="77"/>
                          <a:pt x="63" y="78"/>
                        </a:cubicBezTo>
                        <a:cubicBezTo>
                          <a:pt x="61" y="80"/>
                          <a:pt x="60" y="82"/>
                          <a:pt x="59" y="85"/>
                        </a:cubicBezTo>
                        <a:cubicBezTo>
                          <a:pt x="59" y="87"/>
                          <a:pt x="57" y="85"/>
                          <a:pt x="56" y="85"/>
                        </a:cubicBezTo>
                        <a:cubicBezTo>
                          <a:pt x="55" y="83"/>
                          <a:pt x="54" y="81"/>
                          <a:pt x="51" y="83"/>
                        </a:cubicBezTo>
                        <a:cubicBezTo>
                          <a:pt x="54" y="86"/>
                          <a:pt x="56" y="87"/>
                          <a:pt x="61" y="86"/>
                        </a:cubicBezTo>
                        <a:cubicBezTo>
                          <a:pt x="62" y="85"/>
                          <a:pt x="64" y="85"/>
                          <a:pt x="66" y="85"/>
                        </a:cubicBezTo>
                        <a:cubicBezTo>
                          <a:pt x="66" y="85"/>
                          <a:pt x="66" y="86"/>
                          <a:pt x="66" y="86"/>
                        </a:cubicBezTo>
                        <a:cubicBezTo>
                          <a:pt x="66" y="87"/>
                          <a:pt x="66" y="88"/>
                          <a:pt x="65" y="89"/>
                        </a:cubicBezTo>
                        <a:cubicBezTo>
                          <a:pt x="62" y="92"/>
                          <a:pt x="62" y="98"/>
                          <a:pt x="65" y="102"/>
                        </a:cubicBezTo>
                        <a:cubicBezTo>
                          <a:pt x="66" y="105"/>
                          <a:pt x="72" y="106"/>
                          <a:pt x="76" y="105"/>
                        </a:cubicBezTo>
                        <a:cubicBezTo>
                          <a:pt x="80" y="105"/>
                          <a:pt x="82" y="102"/>
                          <a:pt x="85" y="100"/>
                        </a:cubicBezTo>
                        <a:cubicBezTo>
                          <a:pt x="86" y="99"/>
                          <a:pt x="86" y="99"/>
                          <a:pt x="87" y="99"/>
                        </a:cubicBezTo>
                        <a:cubicBezTo>
                          <a:pt x="92" y="98"/>
                          <a:pt x="92" y="94"/>
                          <a:pt x="94" y="91"/>
                        </a:cubicBezTo>
                        <a:cubicBezTo>
                          <a:pt x="95" y="89"/>
                          <a:pt x="95" y="87"/>
                          <a:pt x="98" y="87"/>
                        </a:cubicBezTo>
                        <a:cubicBezTo>
                          <a:pt x="99" y="90"/>
                          <a:pt x="98" y="92"/>
                          <a:pt x="97" y="94"/>
                        </a:cubicBezTo>
                        <a:cubicBezTo>
                          <a:pt x="94" y="102"/>
                          <a:pt x="94" y="109"/>
                          <a:pt x="96" y="116"/>
                        </a:cubicBezTo>
                        <a:cubicBezTo>
                          <a:pt x="95" y="120"/>
                          <a:pt x="97" y="122"/>
                          <a:pt x="100" y="123"/>
                        </a:cubicBezTo>
                        <a:cubicBezTo>
                          <a:pt x="110" y="125"/>
                          <a:pt x="119" y="126"/>
                          <a:pt x="128" y="124"/>
                        </a:cubicBezTo>
                        <a:cubicBezTo>
                          <a:pt x="130" y="123"/>
                          <a:pt x="131" y="123"/>
                          <a:pt x="132" y="122"/>
                        </a:cubicBezTo>
                        <a:cubicBezTo>
                          <a:pt x="137" y="122"/>
                          <a:pt x="137" y="118"/>
                          <a:pt x="139" y="115"/>
                        </a:cubicBezTo>
                        <a:cubicBezTo>
                          <a:pt x="139" y="115"/>
                          <a:pt x="139" y="115"/>
                          <a:pt x="139" y="114"/>
                        </a:cubicBezTo>
                        <a:cubicBezTo>
                          <a:pt x="140" y="112"/>
                          <a:pt x="142" y="109"/>
                          <a:pt x="141" y="106"/>
                        </a:cubicBezTo>
                        <a:cubicBezTo>
                          <a:pt x="143" y="100"/>
                          <a:pt x="142" y="94"/>
                          <a:pt x="145" y="88"/>
                        </a:cubicBezTo>
                        <a:cubicBezTo>
                          <a:pt x="149" y="88"/>
                          <a:pt x="149" y="91"/>
                          <a:pt x="150" y="94"/>
                        </a:cubicBezTo>
                        <a:cubicBezTo>
                          <a:pt x="150" y="97"/>
                          <a:pt x="149" y="101"/>
                          <a:pt x="148" y="104"/>
                        </a:cubicBezTo>
                        <a:cubicBezTo>
                          <a:pt x="147" y="109"/>
                          <a:pt x="145" y="114"/>
                          <a:pt x="144" y="119"/>
                        </a:cubicBezTo>
                        <a:cubicBezTo>
                          <a:pt x="143" y="121"/>
                          <a:pt x="143" y="123"/>
                          <a:pt x="143" y="125"/>
                        </a:cubicBezTo>
                        <a:cubicBezTo>
                          <a:pt x="140" y="137"/>
                          <a:pt x="136" y="150"/>
                          <a:pt x="131" y="162"/>
                        </a:cubicBezTo>
                        <a:cubicBezTo>
                          <a:pt x="128" y="171"/>
                          <a:pt x="121" y="175"/>
                          <a:pt x="113" y="177"/>
                        </a:cubicBezTo>
                        <a:cubicBezTo>
                          <a:pt x="112" y="177"/>
                          <a:pt x="111" y="177"/>
                          <a:pt x="111" y="178"/>
                        </a:cubicBezTo>
                        <a:cubicBezTo>
                          <a:pt x="110" y="179"/>
                          <a:pt x="109" y="179"/>
                          <a:pt x="108" y="179"/>
                        </a:cubicBezTo>
                        <a:cubicBezTo>
                          <a:pt x="108" y="178"/>
                          <a:pt x="108" y="178"/>
                          <a:pt x="108" y="177"/>
                        </a:cubicBezTo>
                        <a:cubicBezTo>
                          <a:pt x="109" y="173"/>
                          <a:pt x="110" y="169"/>
                          <a:pt x="112" y="165"/>
                        </a:cubicBezTo>
                        <a:cubicBezTo>
                          <a:pt x="115" y="160"/>
                          <a:pt x="111" y="155"/>
                          <a:pt x="109" y="150"/>
                        </a:cubicBezTo>
                        <a:cubicBezTo>
                          <a:pt x="107" y="146"/>
                          <a:pt x="104" y="142"/>
                          <a:pt x="100" y="139"/>
                        </a:cubicBezTo>
                        <a:cubicBezTo>
                          <a:pt x="97" y="136"/>
                          <a:pt x="93" y="137"/>
                          <a:pt x="89" y="135"/>
                        </a:cubicBezTo>
                        <a:cubicBezTo>
                          <a:pt x="87" y="134"/>
                          <a:pt x="85" y="135"/>
                          <a:pt x="83" y="135"/>
                        </a:cubicBezTo>
                        <a:cubicBezTo>
                          <a:pt x="82" y="135"/>
                          <a:pt x="82" y="135"/>
                          <a:pt x="81" y="135"/>
                        </a:cubicBezTo>
                        <a:cubicBezTo>
                          <a:pt x="77" y="135"/>
                          <a:pt x="73" y="135"/>
                          <a:pt x="70" y="135"/>
                        </a:cubicBezTo>
                        <a:cubicBezTo>
                          <a:pt x="66" y="135"/>
                          <a:pt x="62" y="134"/>
                          <a:pt x="59" y="137"/>
                        </a:cubicBezTo>
                        <a:cubicBezTo>
                          <a:pt x="59" y="138"/>
                          <a:pt x="59" y="138"/>
                          <a:pt x="58" y="138"/>
                        </a:cubicBezTo>
                        <a:cubicBezTo>
                          <a:pt x="53" y="141"/>
                          <a:pt x="49" y="146"/>
                          <a:pt x="46" y="151"/>
                        </a:cubicBezTo>
                        <a:cubicBezTo>
                          <a:pt x="42" y="154"/>
                          <a:pt x="37" y="154"/>
                          <a:pt x="34" y="159"/>
                        </a:cubicBezTo>
                        <a:cubicBezTo>
                          <a:pt x="30" y="165"/>
                          <a:pt x="28" y="172"/>
                          <a:pt x="28" y="179"/>
                        </a:cubicBezTo>
                        <a:cubicBezTo>
                          <a:pt x="28" y="183"/>
                          <a:pt x="31" y="186"/>
                          <a:pt x="35" y="187"/>
                        </a:cubicBezTo>
                        <a:cubicBezTo>
                          <a:pt x="41" y="189"/>
                          <a:pt x="49" y="190"/>
                          <a:pt x="55" y="189"/>
                        </a:cubicBezTo>
                        <a:cubicBezTo>
                          <a:pt x="61" y="189"/>
                          <a:pt x="68" y="187"/>
                          <a:pt x="73" y="184"/>
                        </a:cubicBezTo>
                        <a:cubicBezTo>
                          <a:pt x="78" y="181"/>
                          <a:pt x="83" y="180"/>
                          <a:pt x="89" y="181"/>
                        </a:cubicBezTo>
                        <a:cubicBezTo>
                          <a:pt x="91" y="181"/>
                          <a:pt x="93" y="181"/>
                          <a:pt x="93" y="184"/>
                        </a:cubicBezTo>
                        <a:cubicBezTo>
                          <a:pt x="86" y="188"/>
                          <a:pt x="79" y="194"/>
                          <a:pt x="69" y="193"/>
                        </a:cubicBezTo>
                        <a:cubicBezTo>
                          <a:pt x="60" y="193"/>
                          <a:pt x="53" y="198"/>
                          <a:pt x="44" y="201"/>
                        </a:cubicBezTo>
                        <a:cubicBezTo>
                          <a:pt x="43" y="202"/>
                          <a:pt x="41" y="203"/>
                          <a:pt x="39" y="203"/>
                        </a:cubicBezTo>
                        <a:cubicBezTo>
                          <a:pt x="39" y="204"/>
                          <a:pt x="38" y="204"/>
                          <a:pt x="38" y="204"/>
                        </a:cubicBezTo>
                        <a:cubicBezTo>
                          <a:pt x="31" y="204"/>
                          <a:pt x="25" y="203"/>
                          <a:pt x="18" y="202"/>
                        </a:cubicBezTo>
                        <a:cubicBezTo>
                          <a:pt x="18" y="202"/>
                          <a:pt x="17" y="202"/>
                          <a:pt x="16" y="201"/>
                        </a:cubicBezTo>
                        <a:cubicBezTo>
                          <a:pt x="11" y="195"/>
                          <a:pt x="4" y="190"/>
                          <a:pt x="1" y="182"/>
                        </a:cubicBezTo>
                        <a:close/>
                      </a:path>
                    </a:pathLst>
                  </a:custGeom>
                  <a:solidFill>
                    <a:srgbClr val="DEFED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0" name="Freeform 430"/>
                  <p:cNvSpPr/>
                  <p:nvPr/>
                </p:nvSpPr>
                <p:spPr bwMode="auto">
                  <a:xfrm>
                    <a:off x="4762" y="2045"/>
                    <a:ext cx="294" cy="214"/>
                  </a:xfrm>
                  <a:custGeom>
                    <a:avLst/>
                    <a:gdLst>
                      <a:gd name="T0" fmla="*/ 44 w 124"/>
                      <a:gd name="T1" fmla="*/ 24 h 90"/>
                      <a:gd name="T2" fmla="*/ 45 w 124"/>
                      <a:gd name="T3" fmla="*/ 25 h 90"/>
                      <a:gd name="T4" fmla="*/ 69 w 124"/>
                      <a:gd name="T5" fmla="*/ 19 h 90"/>
                      <a:gd name="T6" fmla="*/ 97 w 124"/>
                      <a:gd name="T7" fmla="*/ 9 h 90"/>
                      <a:gd name="T8" fmla="*/ 107 w 124"/>
                      <a:gd name="T9" fmla="*/ 4 h 90"/>
                      <a:gd name="T10" fmla="*/ 114 w 124"/>
                      <a:gd name="T11" fmla="*/ 0 h 90"/>
                      <a:gd name="T12" fmla="*/ 117 w 124"/>
                      <a:gd name="T13" fmla="*/ 0 h 90"/>
                      <a:gd name="T14" fmla="*/ 119 w 124"/>
                      <a:gd name="T15" fmla="*/ 11 h 90"/>
                      <a:gd name="T16" fmla="*/ 108 w 124"/>
                      <a:gd name="T17" fmla="*/ 28 h 90"/>
                      <a:gd name="T18" fmla="*/ 104 w 124"/>
                      <a:gd name="T19" fmla="*/ 32 h 90"/>
                      <a:gd name="T20" fmla="*/ 90 w 124"/>
                      <a:gd name="T21" fmla="*/ 45 h 90"/>
                      <a:gd name="T22" fmla="*/ 74 w 124"/>
                      <a:gd name="T23" fmla="*/ 58 h 90"/>
                      <a:gd name="T24" fmla="*/ 55 w 124"/>
                      <a:gd name="T25" fmla="*/ 70 h 90"/>
                      <a:gd name="T26" fmla="*/ 25 w 124"/>
                      <a:gd name="T27" fmla="*/ 83 h 90"/>
                      <a:gd name="T28" fmla="*/ 2 w 124"/>
                      <a:gd name="T29" fmla="*/ 90 h 90"/>
                      <a:gd name="T30" fmla="*/ 3 w 124"/>
                      <a:gd name="T31" fmla="*/ 87 h 90"/>
                      <a:gd name="T32" fmla="*/ 3 w 124"/>
                      <a:gd name="T33" fmla="*/ 87 h 90"/>
                      <a:gd name="T34" fmla="*/ 12 w 124"/>
                      <a:gd name="T35" fmla="*/ 83 h 90"/>
                      <a:gd name="T36" fmla="*/ 15 w 124"/>
                      <a:gd name="T37" fmla="*/ 80 h 90"/>
                      <a:gd name="T38" fmla="*/ 21 w 124"/>
                      <a:gd name="T39" fmla="*/ 79 h 90"/>
                      <a:gd name="T40" fmla="*/ 22 w 124"/>
                      <a:gd name="T41" fmla="*/ 81 h 90"/>
                      <a:gd name="T42" fmla="*/ 23 w 124"/>
                      <a:gd name="T43" fmla="*/ 80 h 90"/>
                      <a:gd name="T44" fmla="*/ 21 w 124"/>
                      <a:gd name="T45" fmla="*/ 78 h 90"/>
                      <a:gd name="T46" fmla="*/ 14 w 124"/>
                      <a:gd name="T47" fmla="*/ 73 h 90"/>
                      <a:gd name="T48" fmla="*/ 12 w 124"/>
                      <a:gd name="T49" fmla="*/ 83 h 90"/>
                      <a:gd name="T50" fmla="*/ 8 w 124"/>
                      <a:gd name="T51" fmla="*/ 75 h 90"/>
                      <a:gd name="T52" fmla="*/ 6 w 124"/>
                      <a:gd name="T53" fmla="*/ 71 h 90"/>
                      <a:gd name="T54" fmla="*/ 10 w 124"/>
                      <a:gd name="T55" fmla="*/ 71 h 90"/>
                      <a:gd name="T56" fmla="*/ 9 w 124"/>
                      <a:gd name="T57" fmla="*/ 68 h 90"/>
                      <a:gd name="T58" fmla="*/ 26 w 124"/>
                      <a:gd name="T59" fmla="*/ 64 h 90"/>
                      <a:gd name="T60" fmla="*/ 59 w 124"/>
                      <a:gd name="T61" fmla="*/ 48 h 90"/>
                      <a:gd name="T62" fmla="*/ 66 w 124"/>
                      <a:gd name="T63" fmla="*/ 38 h 90"/>
                      <a:gd name="T64" fmla="*/ 47 w 124"/>
                      <a:gd name="T65" fmla="*/ 41 h 90"/>
                      <a:gd name="T66" fmla="*/ 24 w 124"/>
                      <a:gd name="T67" fmla="*/ 45 h 90"/>
                      <a:gd name="T68" fmla="*/ 19 w 124"/>
                      <a:gd name="T69" fmla="*/ 45 h 90"/>
                      <a:gd name="T70" fmla="*/ 15 w 124"/>
                      <a:gd name="T71" fmla="*/ 36 h 90"/>
                      <a:gd name="T72" fmla="*/ 12 w 124"/>
                      <a:gd name="T73" fmla="*/ 38 h 90"/>
                      <a:gd name="T74" fmla="*/ 11 w 124"/>
                      <a:gd name="T75" fmla="*/ 39 h 90"/>
                      <a:gd name="T76" fmla="*/ 10 w 124"/>
                      <a:gd name="T77" fmla="*/ 38 h 90"/>
                      <a:gd name="T78" fmla="*/ 15 w 124"/>
                      <a:gd name="T79" fmla="*/ 30 h 90"/>
                      <a:gd name="T80" fmla="*/ 11 w 124"/>
                      <a:gd name="T81" fmla="*/ 29 h 90"/>
                      <a:gd name="T82" fmla="*/ 14 w 124"/>
                      <a:gd name="T83" fmla="*/ 27 h 90"/>
                      <a:gd name="T84" fmla="*/ 17 w 124"/>
                      <a:gd name="T85" fmla="*/ 25 h 90"/>
                      <a:gd name="T86" fmla="*/ 14 w 124"/>
                      <a:gd name="T87" fmla="*/ 23 h 90"/>
                      <a:gd name="T88" fmla="*/ 17 w 124"/>
                      <a:gd name="T89" fmla="*/ 22 h 90"/>
                      <a:gd name="T90" fmla="*/ 22 w 124"/>
                      <a:gd name="T91" fmla="*/ 23 h 90"/>
                      <a:gd name="T92" fmla="*/ 24 w 124"/>
                      <a:gd name="T93" fmla="*/ 23 h 90"/>
                      <a:gd name="T94" fmla="*/ 44 w 124"/>
                      <a:gd name="T95" fmla="*/ 24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124" h="90">
                        <a:moveTo>
                          <a:pt x="44" y="24"/>
                        </a:moveTo>
                        <a:cubicBezTo>
                          <a:pt x="44" y="24"/>
                          <a:pt x="45" y="24"/>
                          <a:pt x="45" y="25"/>
                        </a:cubicBezTo>
                        <a:cubicBezTo>
                          <a:pt x="53" y="24"/>
                          <a:pt x="61" y="21"/>
                          <a:pt x="69" y="19"/>
                        </a:cubicBezTo>
                        <a:cubicBezTo>
                          <a:pt x="78" y="16"/>
                          <a:pt x="88" y="13"/>
                          <a:pt x="97" y="9"/>
                        </a:cubicBezTo>
                        <a:cubicBezTo>
                          <a:pt x="100" y="8"/>
                          <a:pt x="104" y="7"/>
                          <a:pt x="107" y="4"/>
                        </a:cubicBezTo>
                        <a:cubicBezTo>
                          <a:pt x="109" y="2"/>
                          <a:pt x="111" y="1"/>
                          <a:pt x="114" y="0"/>
                        </a:cubicBezTo>
                        <a:cubicBezTo>
                          <a:pt x="115" y="0"/>
                          <a:pt x="116" y="0"/>
                          <a:pt x="117" y="0"/>
                        </a:cubicBezTo>
                        <a:cubicBezTo>
                          <a:pt x="123" y="2"/>
                          <a:pt x="124" y="6"/>
                          <a:pt x="119" y="11"/>
                        </a:cubicBezTo>
                        <a:cubicBezTo>
                          <a:pt x="114" y="16"/>
                          <a:pt x="110" y="21"/>
                          <a:pt x="108" y="28"/>
                        </a:cubicBezTo>
                        <a:cubicBezTo>
                          <a:pt x="107" y="30"/>
                          <a:pt x="106" y="31"/>
                          <a:pt x="104" y="32"/>
                        </a:cubicBezTo>
                        <a:cubicBezTo>
                          <a:pt x="98" y="35"/>
                          <a:pt x="94" y="40"/>
                          <a:pt x="90" y="45"/>
                        </a:cubicBezTo>
                        <a:cubicBezTo>
                          <a:pt x="86" y="50"/>
                          <a:pt x="81" y="55"/>
                          <a:pt x="74" y="58"/>
                        </a:cubicBezTo>
                        <a:cubicBezTo>
                          <a:pt x="68" y="62"/>
                          <a:pt x="61" y="66"/>
                          <a:pt x="55" y="70"/>
                        </a:cubicBezTo>
                        <a:cubicBezTo>
                          <a:pt x="46" y="76"/>
                          <a:pt x="35" y="78"/>
                          <a:pt x="25" y="83"/>
                        </a:cubicBezTo>
                        <a:cubicBezTo>
                          <a:pt x="18" y="86"/>
                          <a:pt x="10" y="88"/>
                          <a:pt x="2" y="90"/>
                        </a:cubicBezTo>
                        <a:cubicBezTo>
                          <a:pt x="2" y="89"/>
                          <a:pt x="0" y="87"/>
                          <a:pt x="3" y="87"/>
                        </a:cubicBezTo>
                        <a:cubicBezTo>
                          <a:pt x="3" y="87"/>
                          <a:pt x="3" y="87"/>
                          <a:pt x="3" y="87"/>
                        </a:cubicBezTo>
                        <a:cubicBezTo>
                          <a:pt x="5" y="84"/>
                          <a:pt x="9" y="85"/>
                          <a:pt x="12" y="83"/>
                        </a:cubicBezTo>
                        <a:cubicBezTo>
                          <a:pt x="13" y="82"/>
                          <a:pt x="14" y="81"/>
                          <a:pt x="15" y="80"/>
                        </a:cubicBezTo>
                        <a:cubicBezTo>
                          <a:pt x="17" y="78"/>
                          <a:pt x="19" y="78"/>
                          <a:pt x="21" y="79"/>
                        </a:cubicBezTo>
                        <a:cubicBezTo>
                          <a:pt x="22" y="79"/>
                          <a:pt x="22" y="80"/>
                          <a:pt x="22" y="81"/>
                        </a:cubicBezTo>
                        <a:cubicBezTo>
                          <a:pt x="22" y="80"/>
                          <a:pt x="22" y="80"/>
                          <a:pt x="23" y="80"/>
                        </a:cubicBezTo>
                        <a:cubicBezTo>
                          <a:pt x="23" y="78"/>
                          <a:pt x="22" y="78"/>
                          <a:pt x="21" y="78"/>
                        </a:cubicBezTo>
                        <a:cubicBezTo>
                          <a:pt x="18" y="77"/>
                          <a:pt x="16" y="76"/>
                          <a:pt x="14" y="73"/>
                        </a:cubicBezTo>
                        <a:cubicBezTo>
                          <a:pt x="16" y="77"/>
                          <a:pt x="15" y="80"/>
                          <a:pt x="12" y="83"/>
                        </a:cubicBezTo>
                        <a:cubicBezTo>
                          <a:pt x="7" y="82"/>
                          <a:pt x="5" y="79"/>
                          <a:pt x="8" y="75"/>
                        </a:cubicBezTo>
                        <a:cubicBezTo>
                          <a:pt x="9" y="72"/>
                          <a:pt x="4" y="73"/>
                          <a:pt x="6" y="71"/>
                        </a:cubicBezTo>
                        <a:cubicBezTo>
                          <a:pt x="7" y="69"/>
                          <a:pt x="9" y="73"/>
                          <a:pt x="10" y="71"/>
                        </a:cubicBezTo>
                        <a:cubicBezTo>
                          <a:pt x="11" y="70"/>
                          <a:pt x="10" y="69"/>
                          <a:pt x="9" y="68"/>
                        </a:cubicBezTo>
                        <a:cubicBezTo>
                          <a:pt x="15" y="65"/>
                          <a:pt x="20" y="66"/>
                          <a:pt x="26" y="64"/>
                        </a:cubicBezTo>
                        <a:cubicBezTo>
                          <a:pt x="38" y="61"/>
                          <a:pt x="50" y="58"/>
                          <a:pt x="59" y="48"/>
                        </a:cubicBezTo>
                        <a:cubicBezTo>
                          <a:pt x="62" y="44"/>
                          <a:pt x="63" y="39"/>
                          <a:pt x="66" y="38"/>
                        </a:cubicBezTo>
                        <a:cubicBezTo>
                          <a:pt x="62" y="41"/>
                          <a:pt x="54" y="41"/>
                          <a:pt x="47" y="41"/>
                        </a:cubicBezTo>
                        <a:cubicBezTo>
                          <a:pt x="39" y="41"/>
                          <a:pt x="31" y="44"/>
                          <a:pt x="24" y="45"/>
                        </a:cubicBezTo>
                        <a:cubicBezTo>
                          <a:pt x="22" y="45"/>
                          <a:pt x="21" y="46"/>
                          <a:pt x="19" y="45"/>
                        </a:cubicBezTo>
                        <a:cubicBezTo>
                          <a:pt x="20" y="41"/>
                          <a:pt x="18" y="36"/>
                          <a:pt x="15" y="36"/>
                        </a:cubicBezTo>
                        <a:cubicBezTo>
                          <a:pt x="13" y="35"/>
                          <a:pt x="13" y="37"/>
                          <a:pt x="12" y="38"/>
                        </a:cubicBezTo>
                        <a:cubicBezTo>
                          <a:pt x="12" y="38"/>
                          <a:pt x="11" y="39"/>
                          <a:pt x="11" y="39"/>
                        </a:cubicBezTo>
                        <a:cubicBezTo>
                          <a:pt x="11" y="39"/>
                          <a:pt x="10" y="38"/>
                          <a:pt x="10" y="38"/>
                        </a:cubicBezTo>
                        <a:cubicBezTo>
                          <a:pt x="11" y="35"/>
                          <a:pt x="10" y="31"/>
                          <a:pt x="15" y="30"/>
                        </a:cubicBezTo>
                        <a:cubicBezTo>
                          <a:pt x="14" y="29"/>
                          <a:pt x="12" y="30"/>
                          <a:pt x="11" y="29"/>
                        </a:cubicBezTo>
                        <a:cubicBezTo>
                          <a:pt x="12" y="28"/>
                          <a:pt x="13" y="27"/>
                          <a:pt x="14" y="27"/>
                        </a:cubicBezTo>
                        <a:cubicBezTo>
                          <a:pt x="15" y="26"/>
                          <a:pt x="17" y="27"/>
                          <a:pt x="17" y="25"/>
                        </a:cubicBezTo>
                        <a:cubicBezTo>
                          <a:pt x="17" y="23"/>
                          <a:pt x="14" y="24"/>
                          <a:pt x="14" y="23"/>
                        </a:cubicBezTo>
                        <a:cubicBezTo>
                          <a:pt x="15" y="21"/>
                          <a:pt x="16" y="22"/>
                          <a:pt x="17" y="22"/>
                        </a:cubicBezTo>
                        <a:cubicBezTo>
                          <a:pt x="19" y="20"/>
                          <a:pt x="20" y="22"/>
                          <a:pt x="22" y="23"/>
                        </a:cubicBezTo>
                        <a:cubicBezTo>
                          <a:pt x="23" y="23"/>
                          <a:pt x="23" y="23"/>
                          <a:pt x="24" y="23"/>
                        </a:cubicBezTo>
                        <a:cubicBezTo>
                          <a:pt x="30" y="25"/>
                          <a:pt x="37" y="27"/>
                          <a:pt x="44" y="24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1" name="Freeform 431"/>
                  <p:cNvSpPr/>
                  <p:nvPr/>
                </p:nvSpPr>
                <p:spPr bwMode="auto">
                  <a:xfrm>
                    <a:off x="4926" y="1608"/>
                    <a:ext cx="163" cy="257"/>
                  </a:xfrm>
                  <a:custGeom>
                    <a:avLst/>
                    <a:gdLst>
                      <a:gd name="T0" fmla="*/ 24 w 69"/>
                      <a:gd name="T1" fmla="*/ 106 h 108"/>
                      <a:gd name="T2" fmla="*/ 23 w 69"/>
                      <a:gd name="T3" fmla="*/ 107 h 108"/>
                      <a:gd name="T4" fmla="*/ 6 w 69"/>
                      <a:gd name="T5" fmla="*/ 108 h 108"/>
                      <a:gd name="T6" fmla="*/ 1 w 69"/>
                      <a:gd name="T7" fmla="*/ 103 h 108"/>
                      <a:gd name="T8" fmla="*/ 2 w 69"/>
                      <a:gd name="T9" fmla="*/ 94 h 108"/>
                      <a:gd name="T10" fmla="*/ 3 w 69"/>
                      <a:gd name="T11" fmla="*/ 92 h 108"/>
                      <a:gd name="T12" fmla="*/ 8 w 69"/>
                      <a:gd name="T13" fmla="*/ 82 h 108"/>
                      <a:gd name="T14" fmla="*/ 19 w 69"/>
                      <a:gd name="T15" fmla="*/ 58 h 108"/>
                      <a:gd name="T16" fmla="*/ 20 w 69"/>
                      <a:gd name="T17" fmla="*/ 52 h 108"/>
                      <a:gd name="T18" fmla="*/ 24 w 69"/>
                      <a:gd name="T19" fmla="*/ 37 h 108"/>
                      <a:gd name="T20" fmla="*/ 26 w 69"/>
                      <a:gd name="T21" fmla="*/ 28 h 108"/>
                      <a:gd name="T22" fmla="*/ 26 w 69"/>
                      <a:gd name="T23" fmla="*/ 14 h 108"/>
                      <a:gd name="T24" fmla="*/ 25 w 69"/>
                      <a:gd name="T25" fmla="*/ 8 h 108"/>
                      <a:gd name="T26" fmla="*/ 25 w 69"/>
                      <a:gd name="T27" fmla="*/ 8 h 108"/>
                      <a:gd name="T28" fmla="*/ 40 w 69"/>
                      <a:gd name="T29" fmla="*/ 14 h 108"/>
                      <a:gd name="T30" fmla="*/ 48 w 69"/>
                      <a:gd name="T31" fmla="*/ 0 h 108"/>
                      <a:gd name="T32" fmla="*/ 49 w 69"/>
                      <a:gd name="T33" fmla="*/ 0 h 108"/>
                      <a:gd name="T34" fmla="*/ 68 w 69"/>
                      <a:gd name="T35" fmla="*/ 35 h 108"/>
                      <a:gd name="T36" fmla="*/ 65 w 69"/>
                      <a:gd name="T37" fmla="*/ 43 h 108"/>
                      <a:gd name="T38" fmla="*/ 64 w 69"/>
                      <a:gd name="T39" fmla="*/ 44 h 108"/>
                      <a:gd name="T40" fmla="*/ 64 w 69"/>
                      <a:gd name="T41" fmla="*/ 44 h 108"/>
                      <a:gd name="T42" fmla="*/ 51 w 69"/>
                      <a:gd name="T43" fmla="*/ 54 h 108"/>
                      <a:gd name="T44" fmla="*/ 50 w 69"/>
                      <a:gd name="T45" fmla="*/ 56 h 108"/>
                      <a:gd name="T46" fmla="*/ 41 w 69"/>
                      <a:gd name="T47" fmla="*/ 75 h 108"/>
                      <a:gd name="T48" fmla="*/ 38 w 69"/>
                      <a:gd name="T49" fmla="*/ 79 h 108"/>
                      <a:gd name="T50" fmla="*/ 37 w 69"/>
                      <a:gd name="T51" fmla="*/ 75 h 108"/>
                      <a:gd name="T52" fmla="*/ 37 w 69"/>
                      <a:gd name="T53" fmla="*/ 71 h 108"/>
                      <a:gd name="T54" fmla="*/ 32 w 69"/>
                      <a:gd name="T55" fmla="*/ 65 h 108"/>
                      <a:gd name="T56" fmla="*/ 27 w 69"/>
                      <a:gd name="T57" fmla="*/ 67 h 108"/>
                      <a:gd name="T58" fmla="*/ 24 w 69"/>
                      <a:gd name="T59" fmla="*/ 69 h 108"/>
                      <a:gd name="T60" fmla="*/ 18 w 69"/>
                      <a:gd name="T61" fmla="*/ 79 h 108"/>
                      <a:gd name="T62" fmla="*/ 23 w 69"/>
                      <a:gd name="T63" fmla="*/ 84 h 108"/>
                      <a:gd name="T64" fmla="*/ 29 w 69"/>
                      <a:gd name="T65" fmla="*/ 84 h 108"/>
                      <a:gd name="T66" fmla="*/ 34 w 69"/>
                      <a:gd name="T67" fmla="*/ 83 h 108"/>
                      <a:gd name="T68" fmla="*/ 34 w 69"/>
                      <a:gd name="T69" fmla="*/ 83 h 108"/>
                      <a:gd name="T70" fmla="*/ 35 w 69"/>
                      <a:gd name="T71" fmla="*/ 84 h 108"/>
                      <a:gd name="T72" fmla="*/ 24 w 69"/>
                      <a:gd name="T73" fmla="*/ 106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69" h="108">
                        <a:moveTo>
                          <a:pt x="24" y="106"/>
                        </a:moveTo>
                        <a:cubicBezTo>
                          <a:pt x="24" y="106"/>
                          <a:pt x="23" y="106"/>
                          <a:pt x="23" y="107"/>
                        </a:cubicBezTo>
                        <a:cubicBezTo>
                          <a:pt x="17" y="106"/>
                          <a:pt x="12" y="108"/>
                          <a:pt x="6" y="108"/>
                        </a:cubicBezTo>
                        <a:cubicBezTo>
                          <a:pt x="2" y="108"/>
                          <a:pt x="1" y="107"/>
                          <a:pt x="1" y="103"/>
                        </a:cubicBezTo>
                        <a:cubicBezTo>
                          <a:pt x="1" y="100"/>
                          <a:pt x="0" y="97"/>
                          <a:pt x="2" y="94"/>
                        </a:cubicBezTo>
                        <a:cubicBezTo>
                          <a:pt x="2" y="94"/>
                          <a:pt x="3" y="93"/>
                          <a:pt x="3" y="92"/>
                        </a:cubicBezTo>
                        <a:cubicBezTo>
                          <a:pt x="5" y="89"/>
                          <a:pt x="7" y="85"/>
                          <a:pt x="8" y="82"/>
                        </a:cubicBezTo>
                        <a:cubicBezTo>
                          <a:pt x="11" y="73"/>
                          <a:pt x="17" y="66"/>
                          <a:pt x="19" y="58"/>
                        </a:cubicBezTo>
                        <a:cubicBezTo>
                          <a:pt x="19" y="56"/>
                          <a:pt x="20" y="54"/>
                          <a:pt x="20" y="52"/>
                        </a:cubicBezTo>
                        <a:cubicBezTo>
                          <a:pt x="21" y="47"/>
                          <a:pt x="23" y="42"/>
                          <a:pt x="24" y="37"/>
                        </a:cubicBezTo>
                        <a:cubicBezTo>
                          <a:pt x="25" y="34"/>
                          <a:pt x="25" y="31"/>
                          <a:pt x="26" y="28"/>
                        </a:cubicBezTo>
                        <a:cubicBezTo>
                          <a:pt x="28" y="24"/>
                          <a:pt x="28" y="19"/>
                          <a:pt x="26" y="14"/>
                        </a:cubicBezTo>
                        <a:cubicBezTo>
                          <a:pt x="25" y="12"/>
                          <a:pt x="23" y="10"/>
                          <a:pt x="25" y="8"/>
                        </a:cubicBezTo>
                        <a:cubicBezTo>
                          <a:pt x="25" y="8"/>
                          <a:pt x="25" y="8"/>
                          <a:pt x="25" y="8"/>
                        </a:cubicBezTo>
                        <a:cubicBezTo>
                          <a:pt x="31" y="6"/>
                          <a:pt x="36" y="8"/>
                          <a:pt x="40" y="14"/>
                        </a:cubicBezTo>
                        <a:cubicBezTo>
                          <a:pt x="42" y="9"/>
                          <a:pt x="44" y="4"/>
                          <a:pt x="48" y="0"/>
                        </a:cubicBezTo>
                        <a:cubicBezTo>
                          <a:pt x="48" y="0"/>
                          <a:pt x="49" y="0"/>
                          <a:pt x="49" y="0"/>
                        </a:cubicBezTo>
                        <a:cubicBezTo>
                          <a:pt x="57" y="11"/>
                          <a:pt x="62" y="23"/>
                          <a:pt x="68" y="35"/>
                        </a:cubicBezTo>
                        <a:cubicBezTo>
                          <a:pt x="69" y="38"/>
                          <a:pt x="66" y="41"/>
                          <a:pt x="65" y="43"/>
                        </a:cubicBezTo>
                        <a:cubicBezTo>
                          <a:pt x="65" y="44"/>
                          <a:pt x="65" y="44"/>
                          <a:pt x="64" y="44"/>
                        </a:cubicBezTo>
                        <a:cubicBezTo>
                          <a:pt x="63" y="44"/>
                          <a:pt x="64" y="44"/>
                          <a:pt x="64" y="44"/>
                        </a:cubicBezTo>
                        <a:cubicBezTo>
                          <a:pt x="56" y="43"/>
                          <a:pt x="53" y="48"/>
                          <a:pt x="51" y="54"/>
                        </a:cubicBezTo>
                        <a:cubicBezTo>
                          <a:pt x="51" y="55"/>
                          <a:pt x="50" y="55"/>
                          <a:pt x="50" y="56"/>
                        </a:cubicBezTo>
                        <a:cubicBezTo>
                          <a:pt x="47" y="62"/>
                          <a:pt x="45" y="69"/>
                          <a:pt x="41" y="75"/>
                        </a:cubicBezTo>
                        <a:cubicBezTo>
                          <a:pt x="40" y="77"/>
                          <a:pt x="40" y="79"/>
                          <a:pt x="38" y="79"/>
                        </a:cubicBezTo>
                        <a:cubicBezTo>
                          <a:pt x="36" y="78"/>
                          <a:pt x="36" y="76"/>
                          <a:pt x="37" y="75"/>
                        </a:cubicBezTo>
                        <a:cubicBezTo>
                          <a:pt x="37" y="74"/>
                          <a:pt x="37" y="73"/>
                          <a:pt x="37" y="71"/>
                        </a:cubicBezTo>
                        <a:cubicBezTo>
                          <a:pt x="36" y="69"/>
                          <a:pt x="34" y="66"/>
                          <a:pt x="32" y="65"/>
                        </a:cubicBezTo>
                        <a:cubicBezTo>
                          <a:pt x="29" y="62"/>
                          <a:pt x="29" y="67"/>
                          <a:pt x="27" y="67"/>
                        </a:cubicBezTo>
                        <a:cubicBezTo>
                          <a:pt x="26" y="67"/>
                          <a:pt x="25" y="68"/>
                          <a:pt x="24" y="69"/>
                        </a:cubicBezTo>
                        <a:cubicBezTo>
                          <a:pt x="21" y="72"/>
                          <a:pt x="19" y="75"/>
                          <a:pt x="18" y="79"/>
                        </a:cubicBezTo>
                        <a:cubicBezTo>
                          <a:pt x="17" y="83"/>
                          <a:pt x="19" y="85"/>
                          <a:pt x="23" y="84"/>
                        </a:cubicBezTo>
                        <a:cubicBezTo>
                          <a:pt x="25" y="84"/>
                          <a:pt x="27" y="83"/>
                          <a:pt x="29" y="84"/>
                        </a:cubicBezTo>
                        <a:cubicBezTo>
                          <a:pt x="31" y="84"/>
                          <a:pt x="32" y="84"/>
                          <a:pt x="34" y="83"/>
                        </a:cubicBezTo>
                        <a:cubicBezTo>
                          <a:pt x="34" y="83"/>
                          <a:pt x="34" y="83"/>
                          <a:pt x="34" y="83"/>
                        </a:cubicBezTo>
                        <a:cubicBezTo>
                          <a:pt x="35" y="84"/>
                          <a:pt x="35" y="84"/>
                          <a:pt x="35" y="84"/>
                        </a:cubicBezTo>
                        <a:cubicBezTo>
                          <a:pt x="32" y="92"/>
                          <a:pt x="30" y="100"/>
                          <a:pt x="24" y="106"/>
                        </a:cubicBezTo>
                        <a:close/>
                      </a:path>
                    </a:pathLst>
                  </a:custGeom>
                  <a:solidFill>
                    <a:srgbClr val="C2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2" name="Freeform 432"/>
                  <p:cNvSpPr/>
                  <p:nvPr/>
                </p:nvSpPr>
                <p:spPr bwMode="auto">
                  <a:xfrm>
                    <a:off x="4954" y="1551"/>
                    <a:ext cx="86" cy="98"/>
                  </a:xfrm>
                  <a:custGeom>
                    <a:avLst/>
                    <a:gdLst>
                      <a:gd name="T0" fmla="*/ 36 w 36"/>
                      <a:gd name="T1" fmla="*/ 24 h 41"/>
                      <a:gd name="T2" fmla="*/ 31 w 36"/>
                      <a:gd name="T3" fmla="*/ 34 h 41"/>
                      <a:gd name="T4" fmla="*/ 29 w 36"/>
                      <a:gd name="T5" fmla="*/ 41 h 41"/>
                      <a:gd name="T6" fmla="*/ 13 w 36"/>
                      <a:gd name="T7" fmla="*/ 32 h 41"/>
                      <a:gd name="T8" fmla="*/ 4 w 36"/>
                      <a:gd name="T9" fmla="*/ 23 h 41"/>
                      <a:gd name="T10" fmla="*/ 3 w 36"/>
                      <a:gd name="T11" fmla="*/ 20 h 41"/>
                      <a:gd name="T12" fmla="*/ 2 w 36"/>
                      <a:gd name="T13" fmla="*/ 16 h 41"/>
                      <a:gd name="T14" fmla="*/ 2 w 36"/>
                      <a:gd name="T15" fmla="*/ 8 h 41"/>
                      <a:gd name="T16" fmla="*/ 14 w 36"/>
                      <a:gd name="T17" fmla="*/ 0 h 41"/>
                      <a:gd name="T18" fmla="*/ 17 w 36"/>
                      <a:gd name="T19" fmla="*/ 0 h 41"/>
                      <a:gd name="T20" fmla="*/ 18 w 36"/>
                      <a:gd name="T21" fmla="*/ 0 h 41"/>
                      <a:gd name="T22" fmla="*/ 25 w 36"/>
                      <a:gd name="T23" fmla="*/ 6 h 41"/>
                      <a:gd name="T24" fmla="*/ 36 w 36"/>
                      <a:gd name="T25" fmla="*/ 24 h 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6" h="41">
                        <a:moveTo>
                          <a:pt x="36" y="24"/>
                        </a:moveTo>
                        <a:cubicBezTo>
                          <a:pt x="34" y="27"/>
                          <a:pt x="34" y="32"/>
                          <a:pt x="31" y="34"/>
                        </a:cubicBezTo>
                        <a:cubicBezTo>
                          <a:pt x="29" y="36"/>
                          <a:pt x="29" y="38"/>
                          <a:pt x="29" y="41"/>
                        </a:cubicBezTo>
                        <a:cubicBezTo>
                          <a:pt x="25" y="35"/>
                          <a:pt x="20" y="32"/>
                          <a:pt x="13" y="32"/>
                        </a:cubicBezTo>
                        <a:cubicBezTo>
                          <a:pt x="10" y="29"/>
                          <a:pt x="7" y="26"/>
                          <a:pt x="4" y="23"/>
                        </a:cubicBezTo>
                        <a:cubicBezTo>
                          <a:pt x="3" y="22"/>
                          <a:pt x="1" y="21"/>
                          <a:pt x="3" y="20"/>
                        </a:cubicBezTo>
                        <a:cubicBezTo>
                          <a:pt x="4" y="19"/>
                          <a:pt x="3" y="17"/>
                          <a:pt x="2" y="16"/>
                        </a:cubicBezTo>
                        <a:cubicBezTo>
                          <a:pt x="2" y="13"/>
                          <a:pt x="0" y="11"/>
                          <a:pt x="2" y="8"/>
                        </a:cubicBezTo>
                        <a:cubicBezTo>
                          <a:pt x="5" y="0"/>
                          <a:pt x="5" y="0"/>
                          <a:pt x="14" y="0"/>
                        </a:cubicBezTo>
                        <a:cubicBezTo>
                          <a:pt x="15" y="0"/>
                          <a:pt x="16" y="0"/>
                          <a:pt x="17" y="0"/>
                        </a:cubicBezTo>
                        <a:cubicBezTo>
                          <a:pt x="17" y="0"/>
                          <a:pt x="17" y="0"/>
                          <a:pt x="18" y="0"/>
                        </a:cubicBezTo>
                        <a:cubicBezTo>
                          <a:pt x="21" y="1"/>
                          <a:pt x="22" y="4"/>
                          <a:pt x="25" y="6"/>
                        </a:cubicBezTo>
                        <a:cubicBezTo>
                          <a:pt x="31" y="11"/>
                          <a:pt x="33" y="18"/>
                          <a:pt x="36" y="24"/>
                        </a:cubicBezTo>
                        <a:close/>
                      </a:path>
                    </a:pathLst>
                  </a:custGeom>
                  <a:solidFill>
                    <a:srgbClr val="AEC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3" name="Freeform 433"/>
                  <p:cNvSpPr/>
                  <p:nvPr/>
                </p:nvSpPr>
                <p:spPr bwMode="auto">
                  <a:xfrm>
                    <a:off x="5023" y="1710"/>
                    <a:ext cx="100" cy="79"/>
                  </a:xfrm>
                  <a:custGeom>
                    <a:avLst/>
                    <a:gdLst>
                      <a:gd name="T0" fmla="*/ 8 w 42"/>
                      <a:gd name="T1" fmla="*/ 12 h 33"/>
                      <a:gd name="T2" fmla="*/ 9 w 42"/>
                      <a:gd name="T3" fmla="*/ 11 h 33"/>
                      <a:gd name="T4" fmla="*/ 23 w 42"/>
                      <a:gd name="T5" fmla="*/ 0 h 33"/>
                      <a:gd name="T6" fmla="*/ 24 w 42"/>
                      <a:gd name="T7" fmla="*/ 0 h 33"/>
                      <a:gd name="T8" fmla="*/ 29 w 42"/>
                      <a:gd name="T9" fmla="*/ 0 h 33"/>
                      <a:gd name="T10" fmla="*/ 39 w 42"/>
                      <a:gd name="T11" fmla="*/ 9 h 33"/>
                      <a:gd name="T12" fmla="*/ 40 w 42"/>
                      <a:gd name="T13" fmla="*/ 25 h 33"/>
                      <a:gd name="T14" fmla="*/ 39 w 42"/>
                      <a:gd name="T15" fmla="*/ 33 h 33"/>
                      <a:gd name="T16" fmla="*/ 35 w 42"/>
                      <a:gd name="T17" fmla="*/ 28 h 33"/>
                      <a:gd name="T18" fmla="*/ 11 w 42"/>
                      <a:gd name="T19" fmla="*/ 26 h 33"/>
                      <a:gd name="T20" fmla="*/ 6 w 42"/>
                      <a:gd name="T21" fmla="*/ 30 h 33"/>
                      <a:gd name="T22" fmla="*/ 2 w 42"/>
                      <a:gd name="T23" fmla="*/ 33 h 33"/>
                      <a:gd name="T24" fmla="*/ 2 w 42"/>
                      <a:gd name="T25" fmla="*/ 28 h 33"/>
                      <a:gd name="T26" fmla="*/ 8 w 42"/>
                      <a:gd name="T27" fmla="*/ 12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2" h="33">
                        <a:moveTo>
                          <a:pt x="8" y="12"/>
                        </a:moveTo>
                        <a:cubicBezTo>
                          <a:pt x="8" y="12"/>
                          <a:pt x="9" y="11"/>
                          <a:pt x="9" y="11"/>
                        </a:cubicBezTo>
                        <a:cubicBezTo>
                          <a:pt x="12" y="5"/>
                          <a:pt x="18" y="4"/>
                          <a:pt x="23" y="0"/>
                        </a:cubicBezTo>
                        <a:cubicBezTo>
                          <a:pt x="24" y="0"/>
                          <a:pt x="24" y="0"/>
                          <a:pt x="24" y="0"/>
                        </a:cubicBezTo>
                        <a:cubicBezTo>
                          <a:pt x="26" y="0"/>
                          <a:pt x="27" y="0"/>
                          <a:pt x="29" y="0"/>
                        </a:cubicBezTo>
                        <a:cubicBezTo>
                          <a:pt x="35" y="0"/>
                          <a:pt x="38" y="3"/>
                          <a:pt x="39" y="9"/>
                        </a:cubicBezTo>
                        <a:cubicBezTo>
                          <a:pt x="39" y="14"/>
                          <a:pt x="42" y="20"/>
                          <a:pt x="40" y="25"/>
                        </a:cubicBezTo>
                        <a:cubicBezTo>
                          <a:pt x="38" y="28"/>
                          <a:pt x="41" y="31"/>
                          <a:pt x="39" y="33"/>
                        </a:cubicBezTo>
                        <a:cubicBezTo>
                          <a:pt x="36" y="33"/>
                          <a:pt x="37" y="29"/>
                          <a:pt x="35" y="28"/>
                        </a:cubicBezTo>
                        <a:cubicBezTo>
                          <a:pt x="27" y="24"/>
                          <a:pt x="19" y="25"/>
                          <a:pt x="11" y="26"/>
                        </a:cubicBezTo>
                        <a:cubicBezTo>
                          <a:pt x="8" y="26"/>
                          <a:pt x="7" y="28"/>
                          <a:pt x="6" y="30"/>
                        </a:cubicBezTo>
                        <a:cubicBezTo>
                          <a:pt x="5" y="31"/>
                          <a:pt x="5" y="33"/>
                          <a:pt x="2" y="33"/>
                        </a:cubicBezTo>
                        <a:cubicBezTo>
                          <a:pt x="0" y="31"/>
                          <a:pt x="1" y="29"/>
                          <a:pt x="2" y="28"/>
                        </a:cubicBezTo>
                        <a:cubicBezTo>
                          <a:pt x="6" y="23"/>
                          <a:pt x="6" y="17"/>
                          <a:pt x="8" y="12"/>
                        </a:cubicBezTo>
                        <a:close/>
                      </a:path>
                    </a:pathLst>
                  </a:custGeom>
                  <a:solidFill>
                    <a:srgbClr val="DFFE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4" name="Freeform 434"/>
                  <p:cNvSpPr/>
                  <p:nvPr/>
                </p:nvSpPr>
                <p:spPr bwMode="auto">
                  <a:xfrm>
                    <a:off x="4997" y="1551"/>
                    <a:ext cx="50" cy="57"/>
                  </a:xfrm>
                  <a:custGeom>
                    <a:avLst/>
                    <a:gdLst>
                      <a:gd name="T0" fmla="*/ 18 w 21"/>
                      <a:gd name="T1" fmla="*/ 24 h 24"/>
                      <a:gd name="T2" fmla="*/ 13 w 21"/>
                      <a:gd name="T3" fmla="*/ 16 h 24"/>
                      <a:gd name="T4" fmla="*/ 0 w 21"/>
                      <a:gd name="T5" fmla="*/ 0 h 24"/>
                      <a:gd name="T6" fmla="*/ 19 w 21"/>
                      <a:gd name="T7" fmla="*/ 24 h 24"/>
                      <a:gd name="T8" fmla="*/ 18 w 21"/>
                      <a:gd name="T9" fmla="*/ 24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24">
                        <a:moveTo>
                          <a:pt x="18" y="24"/>
                        </a:moveTo>
                        <a:cubicBezTo>
                          <a:pt x="14" y="23"/>
                          <a:pt x="14" y="19"/>
                          <a:pt x="13" y="16"/>
                        </a:cubicBezTo>
                        <a:cubicBezTo>
                          <a:pt x="9" y="10"/>
                          <a:pt x="4" y="5"/>
                          <a:pt x="0" y="0"/>
                        </a:cubicBezTo>
                        <a:cubicBezTo>
                          <a:pt x="14" y="3"/>
                          <a:pt x="21" y="10"/>
                          <a:pt x="19" y="24"/>
                        </a:cubicBezTo>
                        <a:cubicBezTo>
                          <a:pt x="19" y="24"/>
                          <a:pt x="18" y="24"/>
                          <a:pt x="18" y="24"/>
                        </a:cubicBezTo>
                        <a:close/>
                      </a:path>
                    </a:pathLst>
                  </a:custGeom>
                  <a:solidFill>
                    <a:srgbClr val="E2ED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5" name="Freeform 435"/>
                  <p:cNvSpPr/>
                  <p:nvPr/>
                </p:nvSpPr>
                <p:spPr bwMode="auto">
                  <a:xfrm>
                    <a:off x="5108" y="1770"/>
                    <a:ext cx="19" cy="54"/>
                  </a:xfrm>
                  <a:custGeom>
                    <a:avLst/>
                    <a:gdLst>
                      <a:gd name="T0" fmla="*/ 3 w 8"/>
                      <a:gd name="T1" fmla="*/ 8 h 23"/>
                      <a:gd name="T2" fmla="*/ 4 w 8"/>
                      <a:gd name="T3" fmla="*/ 0 h 23"/>
                      <a:gd name="T4" fmla="*/ 4 w 8"/>
                      <a:gd name="T5" fmla="*/ 3 h 23"/>
                      <a:gd name="T6" fmla="*/ 5 w 8"/>
                      <a:gd name="T7" fmla="*/ 22 h 23"/>
                      <a:gd name="T8" fmla="*/ 4 w 8"/>
                      <a:gd name="T9" fmla="*/ 23 h 23"/>
                      <a:gd name="T10" fmla="*/ 1 w 8"/>
                      <a:gd name="T11" fmla="*/ 18 h 23"/>
                      <a:gd name="T12" fmla="*/ 3 w 8"/>
                      <a:gd name="T13" fmla="*/ 8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" h="23">
                        <a:moveTo>
                          <a:pt x="3" y="8"/>
                        </a:moveTo>
                        <a:cubicBezTo>
                          <a:pt x="4" y="6"/>
                          <a:pt x="0" y="3"/>
                          <a:pt x="4" y="0"/>
                        </a:cubicBezTo>
                        <a:cubicBezTo>
                          <a:pt x="4" y="1"/>
                          <a:pt x="3" y="2"/>
                          <a:pt x="4" y="3"/>
                        </a:cubicBezTo>
                        <a:cubicBezTo>
                          <a:pt x="8" y="9"/>
                          <a:pt x="6" y="16"/>
                          <a:pt x="5" y="22"/>
                        </a:cubicBezTo>
                        <a:cubicBezTo>
                          <a:pt x="4" y="22"/>
                          <a:pt x="4" y="23"/>
                          <a:pt x="4" y="23"/>
                        </a:cubicBezTo>
                        <a:cubicBezTo>
                          <a:pt x="1" y="22"/>
                          <a:pt x="1" y="20"/>
                          <a:pt x="1" y="18"/>
                        </a:cubicBezTo>
                        <a:cubicBezTo>
                          <a:pt x="1" y="15"/>
                          <a:pt x="1" y="11"/>
                          <a:pt x="3" y="8"/>
                        </a:cubicBezTo>
                        <a:close/>
                      </a:path>
                    </a:pathLst>
                  </a:custGeom>
                  <a:solidFill>
                    <a:srgbClr val="EEFEE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6" name="Freeform 436"/>
                  <p:cNvSpPr/>
                  <p:nvPr/>
                </p:nvSpPr>
                <p:spPr bwMode="auto">
                  <a:xfrm>
                    <a:off x="5118" y="1822"/>
                    <a:ext cx="19" cy="83"/>
                  </a:xfrm>
                  <a:custGeom>
                    <a:avLst/>
                    <a:gdLst>
                      <a:gd name="T0" fmla="*/ 0 w 8"/>
                      <a:gd name="T1" fmla="*/ 35 h 35"/>
                      <a:gd name="T2" fmla="*/ 5 w 8"/>
                      <a:gd name="T3" fmla="*/ 15 h 35"/>
                      <a:gd name="T4" fmla="*/ 2 w 8"/>
                      <a:gd name="T5" fmla="*/ 4 h 35"/>
                      <a:gd name="T6" fmla="*/ 1 w 8"/>
                      <a:gd name="T7" fmla="*/ 0 h 35"/>
                      <a:gd name="T8" fmla="*/ 1 w 8"/>
                      <a:gd name="T9" fmla="*/ 0 h 35"/>
                      <a:gd name="T10" fmla="*/ 6 w 8"/>
                      <a:gd name="T11" fmla="*/ 17 h 35"/>
                      <a:gd name="T12" fmla="*/ 1 w 8"/>
                      <a:gd name="T13" fmla="*/ 34 h 35"/>
                      <a:gd name="T14" fmla="*/ 0 w 8"/>
                      <a:gd name="T15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35">
                        <a:moveTo>
                          <a:pt x="0" y="35"/>
                        </a:moveTo>
                        <a:cubicBezTo>
                          <a:pt x="1" y="28"/>
                          <a:pt x="3" y="22"/>
                          <a:pt x="5" y="15"/>
                        </a:cubicBezTo>
                        <a:cubicBezTo>
                          <a:pt x="6" y="11"/>
                          <a:pt x="6" y="7"/>
                          <a:pt x="2" y="4"/>
                        </a:cubicBezTo>
                        <a:cubicBezTo>
                          <a:pt x="0" y="3"/>
                          <a:pt x="0" y="2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5" y="3"/>
                          <a:pt x="8" y="10"/>
                          <a:pt x="6" y="17"/>
                        </a:cubicBezTo>
                        <a:cubicBezTo>
                          <a:pt x="5" y="22"/>
                          <a:pt x="3" y="28"/>
                          <a:pt x="1" y="34"/>
                        </a:cubicBezTo>
                        <a:cubicBezTo>
                          <a:pt x="1" y="34"/>
                          <a:pt x="0" y="35"/>
                          <a:pt x="0" y="35"/>
                        </a:cubicBezTo>
                        <a:close/>
                      </a:path>
                    </a:pathLst>
                  </a:custGeom>
                  <a:solidFill>
                    <a:srgbClr val="EEFEE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7" name="Freeform 437"/>
                  <p:cNvSpPr/>
                  <p:nvPr/>
                </p:nvSpPr>
                <p:spPr bwMode="auto">
                  <a:xfrm>
                    <a:off x="5142" y="1397"/>
                    <a:ext cx="16" cy="14"/>
                  </a:xfrm>
                  <a:custGeom>
                    <a:avLst/>
                    <a:gdLst>
                      <a:gd name="T0" fmla="*/ 0 w 7"/>
                      <a:gd name="T1" fmla="*/ 6 h 6"/>
                      <a:gd name="T2" fmla="*/ 7 w 7"/>
                      <a:gd name="T3" fmla="*/ 1 h 6"/>
                      <a:gd name="T4" fmla="*/ 0 w 7"/>
                      <a:gd name="T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6">
                        <a:moveTo>
                          <a:pt x="0" y="6"/>
                        </a:moveTo>
                        <a:cubicBezTo>
                          <a:pt x="1" y="3"/>
                          <a:pt x="2" y="0"/>
                          <a:pt x="7" y="1"/>
                        </a:cubicBezTo>
                        <a:cubicBezTo>
                          <a:pt x="5" y="3"/>
                          <a:pt x="3" y="5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FED1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8" name="Freeform 438"/>
                  <p:cNvSpPr/>
                  <p:nvPr/>
                </p:nvSpPr>
                <p:spPr bwMode="auto">
                  <a:xfrm>
                    <a:off x="5222" y="1501"/>
                    <a:ext cx="7" cy="10"/>
                  </a:xfrm>
                  <a:custGeom>
                    <a:avLst/>
                    <a:gdLst>
                      <a:gd name="T0" fmla="*/ 3 w 3"/>
                      <a:gd name="T1" fmla="*/ 2 h 4"/>
                      <a:gd name="T2" fmla="*/ 1 w 3"/>
                      <a:gd name="T3" fmla="*/ 4 h 4"/>
                      <a:gd name="T4" fmla="*/ 0 w 3"/>
                      <a:gd name="T5" fmla="*/ 2 h 4"/>
                      <a:gd name="T6" fmla="*/ 2 w 3"/>
                      <a:gd name="T7" fmla="*/ 1 h 4"/>
                      <a:gd name="T8" fmla="*/ 3 w 3"/>
                      <a:gd name="T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4">
                        <a:moveTo>
                          <a:pt x="3" y="2"/>
                        </a:moveTo>
                        <a:cubicBezTo>
                          <a:pt x="3" y="3"/>
                          <a:pt x="2" y="3"/>
                          <a:pt x="1" y="4"/>
                        </a:cubicBezTo>
                        <a:cubicBezTo>
                          <a:pt x="1" y="4"/>
                          <a:pt x="0" y="3"/>
                          <a:pt x="0" y="2"/>
                        </a:cubicBezTo>
                        <a:cubicBezTo>
                          <a:pt x="0" y="1"/>
                          <a:pt x="1" y="1"/>
                          <a:pt x="2" y="1"/>
                        </a:cubicBezTo>
                        <a:cubicBezTo>
                          <a:pt x="2" y="0"/>
                          <a:pt x="2" y="1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FED3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89" name="Freeform 439"/>
                  <p:cNvSpPr/>
                  <p:nvPr/>
                </p:nvSpPr>
                <p:spPr bwMode="auto">
                  <a:xfrm>
                    <a:off x="4679" y="2430"/>
                    <a:ext cx="5" cy="7"/>
                  </a:xfrm>
                  <a:custGeom>
                    <a:avLst/>
                    <a:gdLst>
                      <a:gd name="T0" fmla="*/ 0 w 2"/>
                      <a:gd name="T1" fmla="*/ 2 h 3"/>
                      <a:gd name="T2" fmla="*/ 1 w 2"/>
                      <a:gd name="T3" fmla="*/ 0 h 3"/>
                      <a:gd name="T4" fmla="*/ 2 w 2"/>
                      <a:gd name="T5" fmla="*/ 1 h 3"/>
                      <a:gd name="T6" fmla="*/ 1 w 2"/>
                      <a:gd name="T7" fmla="*/ 3 h 3"/>
                      <a:gd name="T8" fmla="*/ 0 w 2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3">
                        <a:moveTo>
                          <a:pt x="0" y="2"/>
                        </a:move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2" y="2"/>
                          <a:pt x="2" y="3"/>
                          <a:pt x="1" y="3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EE5C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0" name="Freeform 440"/>
                  <p:cNvSpPr/>
                  <p:nvPr/>
                </p:nvSpPr>
                <p:spPr bwMode="auto">
                  <a:xfrm>
                    <a:off x="4446" y="1651"/>
                    <a:ext cx="121" cy="166"/>
                  </a:xfrm>
                  <a:custGeom>
                    <a:avLst/>
                    <a:gdLst>
                      <a:gd name="T0" fmla="*/ 14 w 51"/>
                      <a:gd name="T1" fmla="*/ 23 h 70"/>
                      <a:gd name="T2" fmla="*/ 19 w 51"/>
                      <a:gd name="T3" fmla="*/ 17 h 70"/>
                      <a:gd name="T4" fmla="*/ 27 w 51"/>
                      <a:gd name="T5" fmla="*/ 0 h 70"/>
                      <a:gd name="T6" fmla="*/ 26 w 51"/>
                      <a:gd name="T7" fmla="*/ 17 h 70"/>
                      <a:gd name="T8" fmla="*/ 27 w 51"/>
                      <a:gd name="T9" fmla="*/ 17 h 70"/>
                      <a:gd name="T10" fmla="*/ 44 w 51"/>
                      <a:gd name="T11" fmla="*/ 30 h 70"/>
                      <a:gd name="T12" fmla="*/ 46 w 51"/>
                      <a:gd name="T13" fmla="*/ 30 h 70"/>
                      <a:gd name="T14" fmla="*/ 49 w 51"/>
                      <a:gd name="T15" fmla="*/ 36 h 70"/>
                      <a:gd name="T16" fmla="*/ 47 w 51"/>
                      <a:gd name="T17" fmla="*/ 39 h 70"/>
                      <a:gd name="T18" fmla="*/ 37 w 51"/>
                      <a:gd name="T19" fmla="*/ 54 h 70"/>
                      <a:gd name="T20" fmla="*/ 35 w 51"/>
                      <a:gd name="T21" fmla="*/ 60 h 70"/>
                      <a:gd name="T22" fmla="*/ 32 w 51"/>
                      <a:gd name="T23" fmla="*/ 70 h 70"/>
                      <a:gd name="T24" fmla="*/ 27 w 51"/>
                      <a:gd name="T25" fmla="*/ 62 h 70"/>
                      <a:gd name="T26" fmla="*/ 25 w 51"/>
                      <a:gd name="T27" fmla="*/ 54 h 70"/>
                      <a:gd name="T28" fmla="*/ 23 w 51"/>
                      <a:gd name="T29" fmla="*/ 44 h 70"/>
                      <a:gd name="T30" fmla="*/ 22 w 51"/>
                      <a:gd name="T31" fmla="*/ 43 h 70"/>
                      <a:gd name="T32" fmla="*/ 17 w 51"/>
                      <a:gd name="T33" fmla="*/ 40 h 70"/>
                      <a:gd name="T34" fmla="*/ 2 w 51"/>
                      <a:gd name="T35" fmla="*/ 43 h 70"/>
                      <a:gd name="T36" fmla="*/ 4 w 51"/>
                      <a:gd name="T37" fmla="*/ 39 h 70"/>
                      <a:gd name="T38" fmla="*/ 6 w 51"/>
                      <a:gd name="T39" fmla="*/ 38 h 70"/>
                      <a:gd name="T40" fmla="*/ 19 w 51"/>
                      <a:gd name="T41" fmla="*/ 28 h 70"/>
                      <a:gd name="T42" fmla="*/ 21 w 51"/>
                      <a:gd name="T43" fmla="*/ 26 h 70"/>
                      <a:gd name="T44" fmla="*/ 18 w 51"/>
                      <a:gd name="T45" fmla="*/ 25 h 70"/>
                      <a:gd name="T46" fmla="*/ 14 w 51"/>
                      <a:gd name="T47" fmla="*/ 23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51" h="70">
                        <a:moveTo>
                          <a:pt x="14" y="23"/>
                        </a:moveTo>
                        <a:cubicBezTo>
                          <a:pt x="15" y="21"/>
                          <a:pt x="17" y="19"/>
                          <a:pt x="19" y="17"/>
                        </a:cubicBezTo>
                        <a:cubicBezTo>
                          <a:pt x="23" y="12"/>
                          <a:pt x="25" y="6"/>
                          <a:pt x="27" y="0"/>
                        </a:cubicBezTo>
                        <a:cubicBezTo>
                          <a:pt x="27" y="6"/>
                          <a:pt x="27" y="11"/>
                          <a:pt x="26" y="17"/>
                        </a:cubicBezTo>
                        <a:cubicBezTo>
                          <a:pt x="27" y="17"/>
                          <a:pt x="27" y="17"/>
                          <a:pt x="27" y="17"/>
                        </a:cubicBezTo>
                        <a:cubicBezTo>
                          <a:pt x="30" y="29"/>
                          <a:pt x="32" y="30"/>
                          <a:pt x="44" y="30"/>
                        </a:cubicBezTo>
                        <a:cubicBezTo>
                          <a:pt x="45" y="30"/>
                          <a:pt x="45" y="30"/>
                          <a:pt x="46" y="30"/>
                        </a:cubicBezTo>
                        <a:cubicBezTo>
                          <a:pt x="50" y="31"/>
                          <a:pt x="51" y="33"/>
                          <a:pt x="49" y="36"/>
                        </a:cubicBezTo>
                        <a:cubicBezTo>
                          <a:pt x="49" y="37"/>
                          <a:pt x="48" y="38"/>
                          <a:pt x="47" y="39"/>
                        </a:cubicBezTo>
                        <a:cubicBezTo>
                          <a:pt x="44" y="44"/>
                          <a:pt x="40" y="49"/>
                          <a:pt x="37" y="54"/>
                        </a:cubicBezTo>
                        <a:cubicBezTo>
                          <a:pt x="35" y="56"/>
                          <a:pt x="35" y="58"/>
                          <a:pt x="35" y="60"/>
                        </a:cubicBezTo>
                        <a:cubicBezTo>
                          <a:pt x="34" y="63"/>
                          <a:pt x="34" y="67"/>
                          <a:pt x="32" y="70"/>
                        </a:cubicBezTo>
                        <a:cubicBezTo>
                          <a:pt x="29" y="68"/>
                          <a:pt x="27" y="66"/>
                          <a:pt x="27" y="62"/>
                        </a:cubicBezTo>
                        <a:cubicBezTo>
                          <a:pt x="26" y="59"/>
                          <a:pt x="25" y="57"/>
                          <a:pt x="25" y="54"/>
                        </a:cubicBezTo>
                        <a:cubicBezTo>
                          <a:pt x="26" y="50"/>
                          <a:pt x="25" y="47"/>
                          <a:pt x="23" y="44"/>
                        </a:cubicBezTo>
                        <a:cubicBezTo>
                          <a:pt x="23" y="43"/>
                          <a:pt x="22" y="43"/>
                          <a:pt x="22" y="43"/>
                        </a:cubicBezTo>
                        <a:cubicBezTo>
                          <a:pt x="21" y="40"/>
                          <a:pt x="20" y="40"/>
                          <a:pt x="17" y="40"/>
                        </a:cubicBezTo>
                        <a:cubicBezTo>
                          <a:pt x="12" y="40"/>
                          <a:pt x="7" y="41"/>
                          <a:pt x="2" y="43"/>
                        </a:cubicBezTo>
                        <a:cubicBezTo>
                          <a:pt x="2" y="41"/>
                          <a:pt x="0" y="39"/>
                          <a:pt x="4" y="39"/>
                        </a:cubicBezTo>
                        <a:cubicBezTo>
                          <a:pt x="4" y="39"/>
                          <a:pt x="5" y="38"/>
                          <a:pt x="6" y="38"/>
                        </a:cubicBezTo>
                        <a:cubicBezTo>
                          <a:pt x="8" y="32"/>
                          <a:pt x="13" y="30"/>
                          <a:pt x="19" y="28"/>
                        </a:cubicBezTo>
                        <a:cubicBezTo>
                          <a:pt x="20" y="28"/>
                          <a:pt x="21" y="28"/>
                          <a:pt x="21" y="26"/>
                        </a:cubicBezTo>
                        <a:cubicBezTo>
                          <a:pt x="20" y="25"/>
                          <a:pt x="19" y="24"/>
                          <a:pt x="18" y="25"/>
                        </a:cubicBezTo>
                        <a:cubicBezTo>
                          <a:pt x="16" y="27"/>
                          <a:pt x="15" y="24"/>
                          <a:pt x="14" y="23"/>
                        </a:cubicBezTo>
                        <a:close/>
                      </a:path>
                    </a:pathLst>
                  </a:custGeom>
                  <a:solidFill>
                    <a:srgbClr val="DBFE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1" name="Freeform 441"/>
                  <p:cNvSpPr/>
                  <p:nvPr/>
                </p:nvSpPr>
                <p:spPr bwMode="auto">
                  <a:xfrm>
                    <a:off x="4546" y="1748"/>
                    <a:ext cx="116" cy="107"/>
                  </a:xfrm>
                  <a:custGeom>
                    <a:avLst/>
                    <a:gdLst>
                      <a:gd name="T0" fmla="*/ 40 w 49"/>
                      <a:gd name="T1" fmla="*/ 32 h 45"/>
                      <a:gd name="T2" fmla="*/ 37 w 49"/>
                      <a:gd name="T3" fmla="*/ 37 h 45"/>
                      <a:gd name="T4" fmla="*/ 37 w 49"/>
                      <a:gd name="T5" fmla="*/ 38 h 45"/>
                      <a:gd name="T6" fmla="*/ 4 w 49"/>
                      <a:gd name="T7" fmla="*/ 43 h 45"/>
                      <a:gd name="T8" fmla="*/ 0 w 49"/>
                      <a:gd name="T9" fmla="*/ 38 h 45"/>
                      <a:gd name="T10" fmla="*/ 2 w 49"/>
                      <a:gd name="T11" fmla="*/ 36 h 45"/>
                      <a:gd name="T12" fmla="*/ 17 w 49"/>
                      <a:gd name="T13" fmla="*/ 36 h 45"/>
                      <a:gd name="T14" fmla="*/ 28 w 49"/>
                      <a:gd name="T15" fmla="*/ 31 h 45"/>
                      <a:gd name="T16" fmla="*/ 40 w 49"/>
                      <a:gd name="T17" fmla="*/ 14 h 45"/>
                      <a:gd name="T18" fmla="*/ 43 w 49"/>
                      <a:gd name="T19" fmla="*/ 0 h 45"/>
                      <a:gd name="T20" fmla="*/ 46 w 49"/>
                      <a:gd name="T21" fmla="*/ 18 h 45"/>
                      <a:gd name="T22" fmla="*/ 40 w 49"/>
                      <a:gd name="T23" fmla="*/ 32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9" h="45">
                        <a:moveTo>
                          <a:pt x="40" y="32"/>
                        </a:moveTo>
                        <a:cubicBezTo>
                          <a:pt x="40" y="35"/>
                          <a:pt x="38" y="35"/>
                          <a:pt x="37" y="37"/>
                        </a:cubicBezTo>
                        <a:cubicBezTo>
                          <a:pt x="37" y="37"/>
                          <a:pt x="37" y="38"/>
                          <a:pt x="37" y="38"/>
                        </a:cubicBezTo>
                        <a:cubicBezTo>
                          <a:pt x="27" y="45"/>
                          <a:pt x="15" y="44"/>
                          <a:pt x="4" y="43"/>
                        </a:cubicBezTo>
                        <a:cubicBezTo>
                          <a:pt x="2" y="42"/>
                          <a:pt x="0" y="41"/>
                          <a:pt x="0" y="38"/>
                        </a:cubicBezTo>
                        <a:cubicBezTo>
                          <a:pt x="0" y="37"/>
                          <a:pt x="0" y="36"/>
                          <a:pt x="2" y="36"/>
                        </a:cubicBezTo>
                        <a:cubicBezTo>
                          <a:pt x="7" y="36"/>
                          <a:pt x="12" y="36"/>
                          <a:pt x="17" y="36"/>
                        </a:cubicBezTo>
                        <a:cubicBezTo>
                          <a:pt x="22" y="36"/>
                          <a:pt x="25" y="34"/>
                          <a:pt x="28" y="31"/>
                        </a:cubicBezTo>
                        <a:cubicBezTo>
                          <a:pt x="33" y="27"/>
                          <a:pt x="38" y="22"/>
                          <a:pt x="40" y="14"/>
                        </a:cubicBezTo>
                        <a:cubicBezTo>
                          <a:pt x="41" y="10"/>
                          <a:pt x="41" y="4"/>
                          <a:pt x="43" y="0"/>
                        </a:cubicBezTo>
                        <a:cubicBezTo>
                          <a:pt x="48" y="5"/>
                          <a:pt x="49" y="11"/>
                          <a:pt x="46" y="18"/>
                        </a:cubicBezTo>
                        <a:cubicBezTo>
                          <a:pt x="44" y="23"/>
                          <a:pt x="42" y="28"/>
                          <a:pt x="40" y="32"/>
                        </a:cubicBezTo>
                        <a:close/>
                      </a:path>
                    </a:pathLst>
                  </a:custGeom>
                  <a:solidFill>
                    <a:srgbClr val="DCFED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2" name="Freeform 442"/>
                  <p:cNvSpPr/>
                  <p:nvPr/>
                </p:nvSpPr>
                <p:spPr bwMode="auto">
                  <a:xfrm>
                    <a:off x="4639" y="1710"/>
                    <a:ext cx="38" cy="114"/>
                  </a:xfrm>
                  <a:custGeom>
                    <a:avLst/>
                    <a:gdLst>
                      <a:gd name="T0" fmla="*/ 1 w 16"/>
                      <a:gd name="T1" fmla="*/ 48 h 48"/>
                      <a:gd name="T2" fmla="*/ 7 w 16"/>
                      <a:gd name="T3" fmla="*/ 31 h 48"/>
                      <a:gd name="T4" fmla="*/ 6 w 16"/>
                      <a:gd name="T5" fmla="*/ 21 h 48"/>
                      <a:gd name="T6" fmla="*/ 4 w 16"/>
                      <a:gd name="T7" fmla="*/ 16 h 48"/>
                      <a:gd name="T8" fmla="*/ 2 w 16"/>
                      <a:gd name="T9" fmla="*/ 7 h 48"/>
                      <a:gd name="T10" fmla="*/ 1 w 16"/>
                      <a:gd name="T11" fmla="*/ 3 h 48"/>
                      <a:gd name="T12" fmla="*/ 2 w 16"/>
                      <a:gd name="T13" fmla="*/ 0 h 48"/>
                      <a:gd name="T14" fmla="*/ 5 w 16"/>
                      <a:gd name="T15" fmla="*/ 4 h 48"/>
                      <a:gd name="T16" fmla="*/ 7 w 16"/>
                      <a:gd name="T17" fmla="*/ 5 h 48"/>
                      <a:gd name="T18" fmla="*/ 8 w 16"/>
                      <a:gd name="T19" fmla="*/ 5 h 48"/>
                      <a:gd name="T20" fmla="*/ 12 w 16"/>
                      <a:gd name="T21" fmla="*/ 7 h 48"/>
                      <a:gd name="T22" fmla="*/ 14 w 16"/>
                      <a:gd name="T23" fmla="*/ 16 h 48"/>
                      <a:gd name="T24" fmla="*/ 14 w 16"/>
                      <a:gd name="T25" fmla="*/ 22 h 48"/>
                      <a:gd name="T26" fmla="*/ 1 w 16"/>
                      <a:gd name="T27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6" h="48">
                        <a:moveTo>
                          <a:pt x="1" y="48"/>
                        </a:moveTo>
                        <a:cubicBezTo>
                          <a:pt x="1" y="42"/>
                          <a:pt x="5" y="37"/>
                          <a:pt x="7" y="31"/>
                        </a:cubicBezTo>
                        <a:cubicBezTo>
                          <a:pt x="8" y="27"/>
                          <a:pt x="8" y="24"/>
                          <a:pt x="6" y="21"/>
                        </a:cubicBezTo>
                        <a:cubicBezTo>
                          <a:pt x="5" y="19"/>
                          <a:pt x="4" y="17"/>
                          <a:pt x="4" y="16"/>
                        </a:cubicBezTo>
                        <a:cubicBezTo>
                          <a:pt x="3" y="13"/>
                          <a:pt x="3" y="10"/>
                          <a:pt x="2" y="7"/>
                        </a:cubicBezTo>
                        <a:cubicBezTo>
                          <a:pt x="2" y="6"/>
                          <a:pt x="1" y="4"/>
                          <a:pt x="1" y="3"/>
                        </a:cubicBezTo>
                        <a:cubicBezTo>
                          <a:pt x="1" y="2"/>
                          <a:pt x="0" y="0"/>
                          <a:pt x="2" y="0"/>
                        </a:cubicBezTo>
                        <a:cubicBezTo>
                          <a:pt x="3" y="2"/>
                          <a:pt x="3" y="3"/>
                          <a:pt x="5" y="4"/>
                        </a:cubicBezTo>
                        <a:cubicBezTo>
                          <a:pt x="5" y="5"/>
                          <a:pt x="6" y="4"/>
                          <a:pt x="7" y="5"/>
                        </a:cubicBezTo>
                        <a:cubicBezTo>
                          <a:pt x="7" y="5"/>
                          <a:pt x="7" y="5"/>
                          <a:pt x="8" y="5"/>
                        </a:cubicBezTo>
                        <a:cubicBezTo>
                          <a:pt x="9" y="6"/>
                          <a:pt x="11" y="6"/>
                          <a:pt x="12" y="7"/>
                        </a:cubicBezTo>
                        <a:cubicBezTo>
                          <a:pt x="15" y="9"/>
                          <a:pt x="16" y="12"/>
                          <a:pt x="14" y="16"/>
                        </a:cubicBezTo>
                        <a:cubicBezTo>
                          <a:pt x="15" y="18"/>
                          <a:pt x="15" y="20"/>
                          <a:pt x="14" y="22"/>
                        </a:cubicBezTo>
                        <a:cubicBezTo>
                          <a:pt x="11" y="31"/>
                          <a:pt x="8" y="41"/>
                          <a:pt x="1" y="48"/>
                        </a:cubicBezTo>
                        <a:close/>
                      </a:path>
                    </a:pathLst>
                  </a:custGeom>
                  <a:solidFill>
                    <a:srgbClr val="AAD9D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3" name="Freeform 443"/>
                  <p:cNvSpPr/>
                  <p:nvPr/>
                </p:nvSpPr>
                <p:spPr bwMode="auto">
                  <a:xfrm>
                    <a:off x="4522" y="1775"/>
                    <a:ext cx="52" cy="61"/>
                  </a:xfrm>
                  <a:custGeom>
                    <a:avLst/>
                    <a:gdLst>
                      <a:gd name="T0" fmla="*/ 0 w 22"/>
                      <a:gd name="T1" fmla="*/ 18 h 26"/>
                      <a:gd name="T2" fmla="*/ 3 w 22"/>
                      <a:gd name="T3" fmla="*/ 8 h 26"/>
                      <a:gd name="T4" fmla="*/ 10 w 22"/>
                      <a:gd name="T5" fmla="*/ 6 h 26"/>
                      <a:gd name="T6" fmla="*/ 10 w 22"/>
                      <a:gd name="T7" fmla="*/ 0 h 26"/>
                      <a:gd name="T8" fmla="*/ 13 w 22"/>
                      <a:gd name="T9" fmla="*/ 9 h 26"/>
                      <a:gd name="T10" fmla="*/ 19 w 22"/>
                      <a:gd name="T11" fmla="*/ 19 h 26"/>
                      <a:gd name="T12" fmla="*/ 22 w 22"/>
                      <a:gd name="T13" fmla="*/ 23 h 26"/>
                      <a:gd name="T14" fmla="*/ 8 w 22"/>
                      <a:gd name="T15" fmla="*/ 24 h 26"/>
                      <a:gd name="T16" fmla="*/ 0 w 22"/>
                      <a:gd name="T17" fmla="*/ 20 h 26"/>
                      <a:gd name="T18" fmla="*/ 0 w 22"/>
                      <a:gd name="T19" fmla="*/ 18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26">
                        <a:moveTo>
                          <a:pt x="0" y="18"/>
                        </a:moveTo>
                        <a:cubicBezTo>
                          <a:pt x="0" y="14"/>
                          <a:pt x="0" y="11"/>
                          <a:pt x="3" y="8"/>
                        </a:cubicBezTo>
                        <a:cubicBezTo>
                          <a:pt x="5" y="6"/>
                          <a:pt x="6" y="3"/>
                          <a:pt x="10" y="6"/>
                        </a:cubicBezTo>
                        <a:cubicBezTo>
                          <a:pt x="10" y="4"/>
                          <a:pt x="10" y="2"/>
                          <a:pt x="10" y="0"/>
                        </a:cubicBezTo>
                        <a:cubicBezTo>
                          <a:pt x="11" y="3"/>
                          <a:pt x="16" y="5"/>
                          <a:pt x="13" y="9"/>
                        </a:cubicBezTo>
                        <a:cubicBezTo>
                          <a:pt x="16" y="12"/>
                          <a:pt x="13" y="18"/>
                          <a:pt x="19" y="19"/>
                        </a:cubicBezTo>
                        <a:cubicBezTo>
                          <a:pt x="21" y="20"/>
                          <a:pt x="20" y="23"/>
                          <a:pt x="22" y="23"/>
                        </a:cubicBezTo>
                        <a:cubicBezTo>
                          <a:pt x="17" y="25"/>
                          <a:pt x="12" y="20"/>
                          <a:pt x="8" y="24"/>
                        </a:cubicBezTo>
                        <a:cubicBezTo>
                          <a:pt x="4" y="26"/>
                          <a:pt x="2" y="22"/>
                          <a:pt x="0" y="20"/>
                        </a:cubicBezTo>
                        <a:cubicBezTo>
                          <a:pt x="0" y="19"/>
                          <a:pt x="0" y="18"/>
                          <a:pt x="0" y="18"/>
                        </a:cubicBezTo>
                        <a:close/>
                      </a:path>
                    </a:pathLst>
                  </a:custGeom>
                  <a:solidFill>
                    <a:srgbClr val="B9FE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4" name="Freeform 444"/>
                  <p:cNvSpPr/>
                  <p:nvPr/>
                </p:nvSpPr>
                <p:spPr bwMode="auto">
                  <a:xfrm>
                    <a:off x="4508" y="1817"/>
                    <a:ext cx="66" cy="50"/>
                  </a:xfrm>
                  <a:custGeom>
                    <a:avLst/>
                    <a:gdLst>
                      <a:gd name="T0" fmla="*/ 7 w 28"/>
                      <a:gd name="T1" fmla="*/ 1 h 21"/>
                      <a:gd name="T2" fmla="*/ 14 w 28"/>
                      <a:gd name="T3" fmla="*/ 6 h 21"/>
                      <a:gd name="T4" fmla="*/ 16 w 28"/>
                      <a:gd name="T5" fmla="*/ 9 h 21"/>
                      <a:gd name="T6" fmla="*/ 20 w 28"/>
                      <a:gd name="T7" fmla="*/ 13 h 21"/>
                      <a:gd name="T8" fmla="*/ 23 w 28"/>
                      <a:gd name="T9" fmla="*/ 13 h 21"/>
                      <a:gd name="T10" fmla="*/ 27 w 28"/>
                      <a:gd name="T11" fmla="*/ 20 h 21"/>
                      <a:gd name="T12" fmla="*/ 15 w 28"/>
                      <a:gd name="T13" fmla="*/ 19 h 21"/>
                      <a:gd name="T14" fmla="*/ 2 w 28"/>
                      <a:gd name="T15" fmla="*/ 11 h 21"/>
                      <a:gd name="T16" fmla="*/ 0 w 28"/>
                      <a:gd name="T17" fmla="*/ 4 h 21"/>
                      <a:gd name="T18" fmla="*/ 7 w 28"/>
                      <a:gd name="T19" fmla="*/ 1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8" h="21">
                        <a:moveTo>
                          <a:pt x="7" y="1"/>
                        </a:moveTo>
                        <a:cubicBezTo>
                          <a:pt x="9" y="4"/>
                          <a:pt x="10" y="6"/>
                          <a:pt x="14" y="6"/>
                        </a:cubicBezTo>
                        <a:cubicBezTo>
                          <a:pt x="14" y="8"/>
                          <a:pt x="14" y="9"/>
                          <a:pt x="16" y="9"/>
                        </a:cubicBezTo>
                        <a:cubicBezTo>
                          <a:pt x="17" y="10"/>
                          <a:pt x="18" y="12"/>
                          <a:pt x="20" y="13"/>
                        </a:cubicBezTo>
                        <a:cubicBezTo>
                          <a:pt x="20" y="14"/>
                          <a:pt x="22" y="13"/>
                          <a:pt x="23" y="13"/>
                        </a:cubicBezTo>
                        <a:cubicBezTo>
                          <a:pt x="27" y="14"/>
                          <a:pt x="28" y="15"/>
                          <a:pt x="27" y="20"/>
                        </a:cubicBezTo>
                        <a:cubicBezTo>
                          <a:pt x="23" y="21"/>
                          <a:pt x="19" y="19"/>
                          <a:pt x="15" y="19"/>
                        </a:cubicBezTo>
                        <a:cubicBezTo>
                          <a:pt x="10" y="17"/>
                          <a:pt x="4" y="17"/>
                          <a:pt x="2" y="11"/>
                        </a:cubicBezTo>
                        <a:cubicBezTo>
                          <a:pt x="1" y="9"/>
                          <a:pt x="0" y="7"/>
                          <a:pt x="0" y="4"/>
                        </a:cubicBezTo>
                        <a:cubicBezTo>
                          <a:pt x="2" y="2"/>
                          <a:pt x="4" y="0"/>
                          <a:pt x="7" y="1"/>
                        </a:cubicBezTo>
                        <a:close/>
                      </a:path>
                    </a:pathLst>
                  </a:custGeom>
                  <a:solidFill>
                    <a:srgbClr val="91C6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5" name="Freeform 445"/>
                  <p:cNvSpPr/>
                  <p:nvPr/>
                </p:nvSpPr>
                <p:spPr bwMode="auto">
                  <a:xfrm>
                    <a:off x="4579" y="1779"/>
                    <a:ext cx="55" cy="36"/>
                  </a:xfrm>
                  <a:custGeom>
                    <a:avLst/>
                    <a:gdLst>
                      <a:gd name="T0" fmla="*/ 7 w 23"/>
                      <a:gd name="T1" fmla="*/ 12 h 15"/>
                      <a:gd name="T2" fmla="*/ 9 w 23"/>
                      <a:gd name="T3" fmla="*/ 9 h 15"/>
                      <a:gd name="T4" fmla="*/ 0 w 23"/>
                      <a:gd name="T5" fmla="*/ 6 h 15"/>
                      <a:gd name="T6" fmla="*/ 5 w 23"/>
                      <a:gd name="T7" fmla="*/ 3 h 15"/>
                      <a:gd name="T8" fmla="*/ 9 w 23"/>
                      <a:gd name="T9" fmla="*/ 2 h 15"/>
                      <a:gd name="T10" fmla="*/ 19 w 23"/>
                      <a:gd name="T11" fmla="*/ 6 h 15"/>
                      <a:gd name="T12" fmla="*/ 22 w 23"/>
                      <a:gd name="T13" fmla="*/ 7 h 15"/>
                      <a:gd name="T14" fmla="*/ 20 w 23"/>
                      <a:gd name="T15" fmla="*/ 9 h 15"/>
                      <a:gd name="T16" fmla="*/ 18 w 23"/>
                      <a:gd name="T17" fmla="*/ 10 h 15"/>
                      <a:gd name="T18" fmla="*/ 7 w 23"/>
                      <a:gd name="T19" fmla="*/ 1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" h="15">
                        <a:moveTo>
                          <a:pt x="7" y="12"/>
                        </a:moveTo>
                        <a:cubicBezTo>
                          <a:pt x="7" y="11"/>
                          <a:pt x="9" y="11"/>
                          <a:pt x="9" y="9"/>
                        </a:cubicBezTo>
                        <a:cubicBezTo>
                          <a:pt x="6" y="11"/>
                          <a:pt x="2" y="12"/>
                          <a:pt x="0" y="6"/>
                        </a:cubicBezTo>
                        <a:cubicBezTo>
                          <a:pt x="5" y="10"/>
                          <a:pt x="4" y="5"/>
                          <a:pt x="5" y="3"/>
                        </a:cubicBezTo>
                        <a:cubicBezTo>
                          <a:pt x="6" y="0"/>
                          <a:pt x="8" y="1"/>
                          <a:pt x="9" y="2"/>
                        </a:cubicBezTo>
                        <a:cubicBezTo>
                          <a:pt x="12" y="3"/>
                          <a:pt x="17" y="6"/>
                          <a:pt x="19" y="6"/>
                        </a:cubicBezTo>
                        <a:cubicBezTo>
                          <a:pt x="21" y="6"/>
                          <a:pt x="22" y="6"/>
                          <a:pt x="22" y="7"/>
                        </a:cubicBezTo>
                        <a:cubicBezTo>
                          <a:pt x="23" y="9"/>
                          <a:pt x="21" y="9"/>
                          <a:pt x="20" y="9"/>
                        </a:cubicBezTo>
                        <a:cubicBezTo>
                          <a:pt x="19" y="9"/>
                          <a:pt x="18" y="9"/>
                          <a:pt x="18" y="10"/>
                        </a:cubicBezTo>
                        <a:cubicBezTo>
                          <a:pt x="15" y="13"/>
                          <a:pt x="11" y="15"/>
                          <a:pt x="7" y="12"/>
                        </a:cubicBezTo>
                        <a:close/>
                      </a:path>
                    </a:pathLst>
                  </a:custGeom>
                  <a:solidFill>
                    <a:srgbClr val="BAFE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6" name="Freeform 446"/>
                  <p:cNvSpPr/>
                  <p:nvPr/>
                </p:nvSpPr>
                <p:spPr bwMode="auto">
                  <a:xfrm>
                    <a:off x="4506" y="1684"/>
                    <a:ext cx="71" cy="60"/>
                  </a:xfrm>
                  <a:custGeom>
                    <a:avLst/>
                    <a:gdLst>
                      <a:gd name="T0" fmla="*/ 22 w 30"/>
                      <a:gd name="T1" fmla="*/ 25 h 25"/>
                      <a:gd name="T2" fmla="*/ 17 w 30"/>
                      <a:gd name="T3" fmla="*/ 18 h 25"/>
                      <a:gd name="T4" fmla="*/ 6 w 30"/>
                      <a:gd name="T5" fmla="*/ 16 h 25"/>
                      <a:gd name="T6" fmla="*/ 5 w 30"/>
                      <a:gd name="T7" fmla="*/ 15 h 25"/>
                      <a:gd name="T8" fmla="*/ 1 w 30"/>
                      <a:gd name="T9" fmla="*/ 3 h 25"/>
                      <a:gd name="T10" fmla="*/ 4 w 30"/>
                      <a:gd name="T11" fmla="*/ 4 h 25"/>
                      <a:gd name="T12" fmla="*/ 11 w 30"/>
                      <a:gd name="T13" fmla="*/ 14 h 25"/>
                      <a:gd name="T14" fmla="*/ 21 w 30"/>
                      <a:gd name="T15" fmla="*/ 15 h 25"/>
                      <a:gd name="T16" fmla="*/ 30 w 30"/>
                      <a:gd name="T17" fmla="*/ 19 h 25"/>
                      <a:gd name="T18" fmla="*/ 22 w 30"/>
                      <a:gd name="T19" fmla="*/ 25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0" h="25">
                        <a:moveTo>
                          <a:pt x="22" y="25"/>
                        </a:moveTo>
                        <a:cubicBezTo>
                          <a:pt x="25" y="18"/>
                          <a:pt x="25" y="18"/>
                          <a:pt x="17" y="18"/>
                        </a:cubicBezTo>
                        <a:cubicBezTo>
                          <a:pt x="14" y="17"/>
                          <a:pt x="10" y="15"/>
                          <a:pt x="6" y="16"/>
                        </a:cubicBezTo>
                        <a:cubicBezTo>
                          <a:pt x="6" y="16"/>
                          <a:pt x="5" y="15"/>
                          <a:pt x="5" y="15"/>
                        </a:cubicBezTo>
                        <a:cubicBezTo>
                          <a:pt x="4" y="11"/>
                          <a:pt x="0" y="8"/>
                          <a:pt x="1" y="3"/>
                        </a:cubicBezTo>
                        <a:cubicBezTo>
                          <a:pt x="2" y="3"/>
                          <a:pt x="5" y="0"/>
                          <a:pt x="4" y="4"/>
                        </a:cubicBezTo>
                        <a:cubicBezTo>
                          <a:pt x="3" y="9"/>
                          <a:pt x="6" y="12"/>
                          <a:pt x="11" y="14"/>
                        </a:cubicBezTo>
                        <a:cubicBezTo>
                          <a:pt x="14" y="14"/>
                          <a:pt x="18" y="16"/>
                          <a:pt x="21" y="15"/>
                        </a:cubicBezTo>
                        <a:cubicBezTo>
                          <a:pt x="25" y="14"/>
                          <a:pt x="26" y="19"/>
                          <a:pt x="30" y="19"/>
                        </a:cubicBezTo>
                        <a:cubicBezTo>
                          <a:pt x="26" y="20"/>
                          <a:pt x="25" y="23"/>
                          <a:pt x="22" y="25"/>
                        </a:cubicBezTo>
                        <a:close/>
                      </a:path>
                    </a:pathLst>
                  </a:custGeom>
                  <a:solidFill>
                    <a:srgbClr val="CAFE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7" name="Freeform 447"/>
                  <p:cNvSpPr/>
                  <p:nvPr/>
                </p:nvSpPr>
                <p:spPr bwMode="auto">
                  <a:xfrm>
                    <a:off x="4515" y="1535"/>
                    <a:ext cx="41" cy="21"/>
                  </a:xfrm>
                  <a:custGeom>
                    <a:avLst/>
                    <a:gdLst>
                      <a:gd name="T0" fmla="*/ 0 w 17"/>
                      <a:gd name="T1" fmla="*/ 2 h 9"/>
                      <a:gd name="T2" fmla="*/ 2 w 17"/>
                      <a:gd name="T3" fmla="*/ 1 h 9"/>
                      <a:gd name="T4" fmla="*/ 17 w 17"/>
                      <a:gd name="T5" fmla="*/ 1 h 9"/>
                      <a:gd name="T6" fmla="*/ 7 w 17"/>
                      <a:gd name="T7" fmla="*/ 8 h 9"/>
                      <a:gd name="T8" fmla="*/ 0 w 17"/>
                      <a:gd name="T9" fmla="*/ 2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9">
                        <a:moveTo>
                          <a:pt x="0" y="2"/>
                        </a:moveTo>
                        <a:cubicBezTo>
                          <a:pt x="0" y="1"/>
                          <a:pt x="0" y="0"/>
                          <a:pt x="2" y="1"/>
                        </a:cubicBezTo>
                        <a:cubicBezTo>
                          <a:pt x="7" y="2"/>
                          <a:pt x="12" y="2"/>
                          <a:pt x="17" y="1"/>
                        </a:cubicBezTo>
                        <a:cubicBezTo>
                          <a:pt x="13" y="3"/>
                          <a:pt x="13" y="9"/>
                          <a:pt x="7" y="8"/>
                        </a:cubicBezTo>
                        <a:cubicBezTo>
                          <a:pt x="5" y="6"/>
                          <a:pt x="2" y="4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DAFE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8" name="Freeform 448"/>
                  <p:cNvSpPr/>
                  <p:nvPr/>
                </p:nvSpPr>
                <p:spPr bwMode="auto">
                  <a:xfrm>
                    <a:off x="4627" y="1675"/>
                    <a:ext cx="21" cy="52"/>
                  </a:xfrm>
                  <a:custGeom>
                    <a:avLst/>
                    <a:gdLst>
                      <a:gd name="T0" fmla="*/ 7 w 9"/>
                      <a:gd name="T1" fmla="*/ 15 h 22"/>
                      <a:gd name="T2" fmla="*/ 7 w 9"/>
                      <a:gd name="T3" fmla="*/ 22 h 22"/>
                      <a:gd name="T4" fmla="*/ 0 w 9"/>
                      <a:gd name="T5" fmla="*/ 2 h 22"/>
                      <a:gd name="T6" fmla="*/ 5 w 9"/>
                      <a:gd name="T7" fmla="*/ 3 h 22"/>
                      <a:gd name="T8" fmla="*/ 5 w 9"/>
                      <a:gd name="T9" fmla="*/ 4 h 22"/>
                      <a:gd name="T10" fmla="*/ 7 w 9"/>
                      <a:gd name="T11" fmla="*/ 15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" h="22">
                        <a:moveTo>
                          <a:pt x="7" y="15"/>
                        </a:moveTo>
                        <a:cubicBezTo>
                          <a:pt x="4" y="18"/>
                          <a:pt x="9" y="20"/>
                          <a:pt x="7" y="22"/>
                        </a:cubicBezTo>
                        <a:cubicBezTo>
                          <a:pt x="4" y="16"/>
                          <a:pt x="2" y="9"/>
                          <a:pt x="0" y="2"/>
                        </a:cubicBezTo>
                        <a:cubicBezTo>
                          <a:pt x="2" y="0"/>
                          <a:pt x="3" y="3"/>
                          <a:pt x="5" y="3"/>
                        </a:cubicBezTo>
                        <a:cubicBezTo>
                          <a:pt x="5" y="3"/>
                          <a:pt x="5" y="4"/>
                          <a:pt x="5" y="4"/>
                        </a:cubicBezTo>
                        <a:cubicBezTo>
                          <a:pt x="7" y="8"/>
                          <a:pt x="7" y="11"/>
                          <a:pt x="7" y="15"/>
                        </a:cubicBezTo>
                        <a:close/>
                      </a:path>
                    </a:pathLst>
                  </a:custGeom>
                  <a:solidFill>
                    <a:srgbClr val="9FDFB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1999" name="Freeform 449"/>
                  <p:cNvSpPr/>
                  <p:nvPr/>
                </p:nvSpPr>
                <p:spPr bwMode="auto">
                  <a:xfrm>
                    <a:off x="4582" y="1542"/>
                    <a:ext cx="21" cy="16"/>
                  </a:xfrm>
                  <a:custGeom>
                    <a:avLst/>
                    <a:gdLst>
                      <a:gd name="T0" fmla="*/ 0 w 9"/>
                      <a:gd name="T1" fmla="*/ 6 h 7"/>
                      <a:gd name="T2" fmla="*/ 2 w 9"/>
                      <a:gd name="T3" fmla="*/ 0 h 7"/>
                      <a:gd name="T4" fmla="*/ 9 w 9"/>
                      <a:gd name="T5" fmla="*/ 1 h 7"/>
                      <a:gd name="T6" fmla="*/ 0 w 9"/>
                      <a:gd name="T7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7">
                        <a:moveTo>
                          <a:pt x="0" y="6"/>
                        </a:moveTo>
                        <a:cubicBezTo>
                          <a:pt x="3" y="5"/>
                          <a:pt x="4" y="3"/>
                          <a:pt x="2" y="0"/>
                        </a:cubicBezTo>
                        <a:cubicBezTo>
                          <a:pt x="4" y="0"/>
                          <a:pt x="6" y="0"/>
                          <a:pt x="9" y="1"/>
                        </a:cubicBezTo>
                        <a:cubicBezTo>
                          <a:pt x="5" y="2"/>
                          <a:pt x="6" y="7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C3FEB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0" name="Freeform 450"/>
                  <p:cNvSpPr/>
                  <p:nvPr/>
                </p:nvSpPr>
                <p:spPr bwMode="auto">
                  <a:xfrm>
                    <a:off x="4482" y="1665"/>
                    <a:ext cx="12" cy="22"/>
                  </a:xfrm>
                  <a:custGeom>
                    <a:avLst/>
                    <a:gdLst>
                      <a:gd name="T0" fmla="*/ 3 w 5"/>
                      <a:gd name="T1" fmla="*/ 9 h 9"/>
                      <a:gd name="T2" fmla="*/ 5 w 5"/>
                      <a:gd name="T3" fmla="*/ 0 h 9"/>
                      <a:gd name="T4" fmla="*/ 4 w 5"/>
                      <a:gd name="T5" fmla="*/ 4 h 9"/>
                      <a:gd name="T6" fmla="*/ 3 w 5"/>
                      <a:gd name="T7" fmla="*/ 9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9">
                        <a:moveTo>
                          <a:pt x="3" y="9"/>
                        </a:moveTo>
                        <a:cubicBezTo>
                          <a:pt x="0" y="5"/>
                          <a:pt x="0" y="4"/>
                          <a:pt x="5" y="0"/>
                        </a:cubicBezTo>
                        <a:cubicBezTo>
                          <a:pt x="4" y="2"/>
                          <a:pt x="4" y="3"/>
                          <a:pt x="4" y="4"/>
                        </a:cubicBezTo>
                        <a:cubicBezTo>
                          <a:pt x="2" y="5"/>
                          <a:pt x="4" y="7"/>
                          <a:pt x="3" y="9"/>
                        </a:cubicBezTo>
                        <a:close/>
                      </a:path>
                    </a:pathLst>
                  </a:custGeom>
                  <a:solidFill>
                    <a:srgbClr val="BAFE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1" name="Freeform 451"/>
                  <p:cNvSpPr/>
                  <p:nvPr/>
                </p:nvSpPr>
                <p:spPr bwMode="auto">
                  <a:xfrm>
                    <a:off x="4634" y="1451"/>
                    <a:ext cx="5" cy="5"/>
                  </a:xfrm>
                  <a:custGeom>
                    <a:avLst/>
                    <a:gdLst>
                      <a:gd name="T0" fmla="*/ 1 w 2"/>
                      <a:gd name="T1" fmla="*/ 0 h 2"/>
                      <a:gd name="T2" fmla="*/ 2 w 2"/>
                      <a:gd name="T3" fmla="*/ 1 h 2"/>
                      <a:gd name="T4" fmla="*/ 1 w 2"/>
                      <a:gd name="T5" fmla="*/ 1 h 2"/>
                      <a:gd name="T6" fmla="*/ 0 w 2"/>
                      <a:gd name="T7" fmla="*/ 0 h 2"/>
                      <a:gd name="T8" fmla="*/ 1 w 2"/>
                      <a:gd name="T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1" y="0"/>
                        </a:move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2" y="2"/>
                          <a:pt x="2" y="2"/>
                          <a:pt x="1" y="1"/>
                        </a:cubicBezTo>
                        <a:cubicBezTo>
                          <a:pt x="1" y="1"/>
                          <a:pt x="1" y="1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C3FEB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2" name="Freeform 452"/>
                  <p:cNvSpPr/>
                  <p:nvPr/>
                </p:nvSpPr>
                <p:spPr bwMode="auto">
                  <a:xfrm>
                    <a:off x="4650" y="1641"/>
                    <a:ext cx="129" cy="138"/>
                  </a:xfrm>
                  <a:custGeom>
                    <a:avLst/>
                    <a:gdLst>
                      <a:gd name="T0" fmla="*/ 9 w 54"/>
                      <a:gd name="T1" fmla="*/ 45 h 58"/>
                      <a:gd name="T2" fmla="*/ 6 w 54"/>
                      <a:gd name="T3" fmla="*/ 36 h 58"/>
                      <a:gd name="T4" fmla="*/ 2 w 54"/>
                      <a:gd name="T5" fmla="*/ 34 h 58"/>
                      <a:gd name="T6" fmla="*/ 2 w 54"/>
                      <a:gd name="T7" fmla="*/ 34 h 58"/>
                      <a:gd name="T8" fmla="*/ 5 w 54"/>
                      <a:gd name="T9" fmla="*/ 29 h 58"/>
                      <a:gd name="T10" fmla="*/ 5 w 54"/>
                      <a:gd name="T11" fmla="*/ 29 h 58"/>
                      <a:gd name="T12" fmla="*/ 5 w 54"/>
                      <a:gd name="T13" fmla="*/ 29 h 58"/>
                      <a:gd name="T14" fmla="*/ 3 w 54"/>
                      <a:gd name="T15" fmla="*/ 30 h 58"/>
                      <a:gd name="T16" fmla="*/ 3 w 54"/>
                      <a:gd name="T17" fmla="*/ 27 h 58"/>
                      <a:gd name="T18" fmla="*/ 3 w 54"/>
                      <a:gd name="T19" fmla="*/ 27 h 58"/>
                      <a:gd name="T20" fmla="*/ 14 w 54"/>
                      <a:gd name="T21" fmla="*/ 23 h 58"/>
                      <a:gd name="T22" fmla="*/ 8 w 54"/>
                      <a:gd name="T23" fmla="*/ 14 h 58"/>
                      <a:gd name="T24" fmla="*/ 9 w 54"/>
                      <a:gd name="T25" fmla="*/ 8 h 58"/>
                      <a:gd name="T26" fmla="*/ 10 w 54"/>
                      <a:gd name="T27" fmla="*/ 6 h 58"/>
                      <a:gd name="T28" fmla="*/ 14 w 54"/>
                      <a:gd name="T29" fmla="*/ 3 h 58"/>
                      <a:gd name="T30" fmla="*/ 36 w 54"/>
                      <a:gd name="T31" fmla="*/ 3 h 58"/>
                      <a:gd name="T32" fmla="*/ 46 w 54"/>
                      <a:gd name="T33" fmla="*/ 8 h 58"/>
                      <a:gd name="T34" fmla="*/ 48 w 54"/>
                      <a:gd name="T35" fmla="*/ 28 h 58"/>
                      <a:gd name="T36" fmla="*/ 49 w 54"/>
                      <a:gd name="T37" fmla="*/ 30 h 58"/>
                      <a:gd name="T38" fmla="*/ 52 w 54"/>
                      <a:gd name="T39" fmla="*/ 35 h 58"/>
                      <a:gd name="T40" fmla="*/ 53 w 54"/>
                      <a:gd name="T41" fmla="*/ 50 h 58"/>
                      <a:gd name="T42" fmla="*/ 46 w 54"/>
                      <a:gd name="T43" fmla="*/ 58 h 58"/>
                      <a:gd name="T44" fmla="*/ 29 w 54"/>
                      <a:gd name="T45" fmla="*/ 57 h 58"/>
                      <a:gd name="T46" fmla="*/ 12 w 54"/>
                      <a:gd name="T47" fmla="*/ 46 h 58"/>
                      <a:gd name="T48" fmla="*/ 9 w 54"/>
                      <a:gd name="T49" fmla="*/ 45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54" h="58">
                        <a:moveTo>
                          <a:pt x="9" y="45"/>
                        </a:moveTo>
                        <a:cubicBezTo>
                          <a:pt x="9" y="41"/>
                          <a:pt x="9" y="38"/>
                          <a:pt x="6" y="36"/>
                        </a:cubicBezTo>
                        <a:cubicBezTo>
                          <a:pt x="5" y="34"/>
                          <a:pt x="3" y="34"/>
                          <a:pt x="2" y="34"/>
                        </a:cubicBezTo>
                        <a:cubicBezTo>
                          <a:pt x="2" y="34"/>
                          <a:pt x="2" y="34"/>
                          <a:pt x="2" y="34"/>
                        </a:cubicBezTo>
                        <a:cubicBezTo>
                          <a:pt x="0" y="31"/>
                          <a:pt x="5" y="31"/>
                          <a:pt x="5" y="29"/>
                        </a:cubicBezTo>
                        <a:cubicBezTo>
                          <a:pt x="6" y="29"/>
                          <a:pt x="5" y="28"/>
                          <a:pt x="5" y="29"/>
                        </a:cubicBezTo>
                        <a:cubicBezTo>
                          <a:pt x="5" y="29"/>
                          <a:pt x="5" y="29"/>
                          <a:pt x="5" y="29"/>
                        </a:cubicBezTo>
                        <a:cubicBezTo>
                          <a:pt x="4" y="30"/>
                          <a:pt x="4" y="30"/>
                          <a:pt x="3" y="30"/>
                        </a:cubicBezTo>
                        <a:cubicBezTo>
                          <a:pt x="2" y="29"/>
                          <a:pt x="2" y="28"/>
                          <a:pt x="3" y="27"/>
                        </a:cubicBezTo>
                        <a:cubicBezTo>
                          <a:pt x="3" y="27"/>
                          <a:pt x="3" y="27"/>
                          <a:pt x="3" y="27"/>
                        </a:cubicBezTo>
                        <a:cubicBezTo>
                          <a:pt x="4" y="22"/>
                          <a:pt x="9" y="24"/>
                          <a:pt x="14" y="23"/>
                        </a:cubicBezTo>
                        <a:cubicBezTo>
                          <a:pt x="7" y="22"/>
                          <a:pt x="5" y="18"/>
                          <a:pt x="8" y="14"/>
                        </a:cubicBezTo>
                        <a:cubicBezTo>
                          <a:pt x="10" y="12"/>
                          <a:pt x="10" y="10"/>
                          <a:pt x="9" y="8"/>
                        </a:cubicBezTo>
                        <a:cubicBezTo>
                          <a:pt x="9" y="7"/>
                          <a:pt x="10" y="7"/>
                          <a:pt x="10" y="6"/>
                        </a:cubicBezTo>
                        <a:cubicBezTo>
                          <a:pt x="13" y="7"/>
                          <a:pt x="12" y="4"/>
                          <a:pt x="14" y="3"/>
                        </a:cubicBezTo>
                        <a:cubicBezTo>
                          <a:pt x="21" y="2"/>
                          <a:pt x="29" y="0"/>
                          <a:pt x="36" y="3"/>
                        </a:cubicBezTo>
                        <a:cubicBezTo>
                          <a:pt x="40" y="4"/>
                          <a:pt x="43" y="5"/>
                          <a:pt x="46" y="8"/>
                        </a:cubicBezTo>
                        <a:cubicBezTo>
                          <a:pt x="48" y="15"/>
                          <a:pt x="50" y="21"/>
                          <a:pt x="48" y="28"/>
                        </a:cubicBezTo>
                        <a:cubicBezTo>
                          <a:pt x="48" y="29"/>
                          <a:pt x="48" y="30"/>
                          <a:pt x="49" y="30"/>
                        </a:cubicBezTo>
                        <a:cubicBezTo>
                          <a:pt x="49" y="33"/>
                          <a:pt x="51" y="34"/>
                          <a:pt x="52" y="35"/>
                        </a:cubicBezTo>
                        <a:cubicBezTo>
                          <a:pt x="54" y="40"/>
                          <a:pt x="54" y="45"/>
                          <a:pt x="53" y="50"/>
                        </a:cubicBezTo>
                        <a:cubicBezTo>
                          <a:pt x="53" y="54"/>
                          <a:pt x="51" y="58"/>
                          <a:pt x="46" y="58"/>
                        </a:cubicBezTo>
                        <a:cubicBezTo>
                          <a:pt x="40" y="58"/>
                          <a:pt x="35" y="58"/>
                          <a:pt x="29" y="57"/>
                        </a:cubicBezTo>
                        <a:cubicBezTo>
                          <a:pt x="21" y="56"/>
                          <a:pt x="17" y="51"/>
                          <a:pt x="12" y="46"/>
                        </a:cubicBezTo>
                        <a:cubicBezTo>
                          <a:pt x="11" y="45"/>
                          <a:pt x="10" y="45"/>
                          <a:pt x="9" y="45"/>
                        </a:cubicBezTo>
                        <a:close/>
                      </a:path>
                    </a:pathLst>
                  </a:custGeom>
                  <a:solidFill>
                    <a:srgbClr val="ADCA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3" name="Freeform 453"/>
                  <p:cNvSpPr/>
                  <p:nvPr/>
                </p:nvSpPr>
                <p:spPr bwMode="auto">
                  <a:xfrm>
                    <a:off x="4482" y="1934"/>
                    <a:ext cx="304" cy="114"/>
                  </a:xfrm>
                  <a:custGeom>
                    <a:avLst/>
                    <a:gdLst>
                      <a:gd name="T0" fmla="*/ 123 w 128"/>
                      <a:gd name="T1" fmla="*/ 38 h 48"/>
                      <a:gd name="T2" fmla="*/ 109 w 128"/>
                      <a:gd name="T3" fmla="*/ 40 h 48"/>
                      <a:gd name="T4" fmla="*/ 98 w 128"/>
                      <a:gd name="T5" fmla="*/ 42 h 48"/>
                      <a:gd name="T6" fmla="*/ 81 w 128"/>
                      <a:gd name="T7" fmla="*/ 40 h 48"/>
                      <a:gd name="T8" fmla="*/ 75 w 128"/>
                      <a:gd name="T9" fmla="*/ 38 h 48"/>
                      <a:gd name="T10" fmla="*/ 74 w 128"/>
                      <a:gd name="T11" fmla="*/ 37 h 48"/>
                      <a:gd name="T12" fmla="*/ 72 w 128"/>
                      <a:gd name="T13" fmla="*/ 40 h 48"/>
                      <a:gd name="T14" fmla="*/ 54 w 128"/>
                      <a:gd name="T15" fmla="*/ 47 h 48"/>
                      <a:gd name="T16" fmla="*/ 44 w 128"/>
                      <a:gd name="T17" fmla="*/ 48 h 48"/>
                      <a:gd name="T18" fmla="*/ 30 w 128"/>
                      <a:gd name="T19" fmla="*/ 40 h 48"/>
                      <a:gd name="T20" fmla="*/ 24 w 128"/>
                      <a:gd name="T21" fmla="*/ 33 h 48"/>
                      <a:gd name="T22" fmla="*/ 22 w 128"/>
                      <a:gd name="T23" fmla="*/ 25 h 48"/>
                      <a:gd name="T24" fmla="*/ 19 w 128"/>
                      <a:gd name="T25" fmla="*/ 19 h 48"/>
                      <a:gd name="T26" fmla="*/ 5 w 128"/>
                      <a:gd name="T27" fmla="*/ 14 h 48"/>
                      <a:gd name="T28" fmla="*/ 0 w 128"/>
                      <a:gd name="T29" fmla="*/ 10 h 48"/>
                      <a:gd name="T30" fmla="*/ 8 w 128"/>
                      <a:gd name="T31" fmla="*/ 6 h 48"/>
                      <a:gd name="T32" fmla="*/ 11 w 128"/>
                      <a:gd name="T33" fmla="*/ 6 h 48"/>
                      <a:gd name="T34" fmla="*/ 13 w 128"/>
                      <a:gd name="T35" fmla="*/ 0 h 48"/>
                      <a:gd name="T36" fmla="*/ 17 w 128"/>
                      <a:gd name="T37" fmla="*/ 6 h 48"/>
                      <a:gd name="T38" fmla="*/ 19 w 128"/>
                      <a:gd name="T39" fmla="*/ 10 h 48"/>
                      <a:gd name="T40" fmla="*/ 27 w 128"/>
                      <a:gd name="T41" fmla="*/ 13 h 48"/>
                      <a:gd name="T42" fmla="*/ 29 w 128"/>
                      <a:gd name="T43" fmla="*/ 21 h 48"/>
                      <a:gd name="T44" fmla="*/ 34 w 128"/>
                      <a:gd name="T45" fmla="*/ 28 h 48"/>
                      <a:gd name="T46" fmla="*/ 35 w 128"/>
                      <a:gd name="T47" fmla="*/ 19 h 48"/>
                      <a:gd name="T48" fmla="*/ 55 w 128"/>
                      <a:gd name="T49" fmla="*/ 18 h 48"/>
                      <a:gd name="T50" fmla="*/ 81 w 128"/>
                      <a:gd name="T51" fmla="*/ 14 h 48"/>
                      <a:gd name="T52" fmla="*/ 90 w 128"/>
                      <a:gd name="T53" fmla="*/ 7 h 48"/>
                      <a:gd name="T54" fmla="*/ 90 w 128"/>
                      <a:gd name="T55" fmla="*/ 13 h 48"/>
                      <a:gd name="T56" fmla="*/ 91 w 128"/>
                      <a:gd name="T57" fmla="*/ 16 h 48"/>
                      <a:gd name="T58" fmla="*/ 95 w 128"/>
                      <a:gd name="T59" fmla="*/ 23 h 48"/>
                      <a:gd name="T60" fmla="*/ 85 w 128"/>
                      <a:gd name="T61" fmla="*/ 21 h 48"/>
                      <a:gd name="T62" fmla="*/ 81 w 128"/>
                      <a:gd name="T63" fmla="*/ 20 h 48"/>
                      <a:gd name="T64" fmla="*/ 81 w 128"/>
                      <a:gd name="T65" fmla="*/ 23 h 48"/>
                      <a:gd name="T66" fmla="*/ 88 w 128"/>
                      <a:gd name="T67" fmla="*/ 21 h 48"/>
                      <a:gd name="T68" fmla="*/ 90 w 128"/>
                      <a:gd name="T69" fmla="*/ 26 h 48"/>
                      <a:gd name="T70" fmla="*/ 105 w 128"/>
                      <a:gd name="T71" fmla="*/ 34 h 48"/>
                      <a:gd name="T72" fmla="*/ 125 w 128"/>
                      <a:gd name="T73" fmla="*/ 34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28" h="48">
                        <a:moveTo>
                          <a:pt x="128" y="36"/>
                        </a:moveTo>
                        <a:cubicBezTo>
                          <a:pt x="127" y="37"/>
                          <a:pt x="125" y="38"/>
                          <a:pt x="123" y="38"/>
                        </a:cubicBezTo>
                        <a:cubicBezTo>
                          <a:pt x="120" y="38"/>
                          <a:pt x="116" y="39"/>
                          <a:pt x="113" y="42"/>
                        </a:cubicBezTo>
                        <a:cubicBezTo>
                          <a:pt x="111" y="43"/>
                          <a:pt x="110" y="42"/>
                          <a:pt x="109" y="40"/>
                        </a:cubicBezTo>
                        <a:cubicBezTo>
                          <a:pt x="108" y="38"/>
                          <a:pt x="105" y="38"/>
                          <a:pt x="102" y="40"/>
                        </a:cubicBezTo>
                        <a:cubicBezTo>
                          <a:pt x="101" y="41"/>
                          <a:pt x="99" y="41"/>
                          <a:pt x="98" y="42"/>
                        </a:cubicBezTo>
                        <a:cubicBezTo>
                          <a:pt x="93" y="38"/>
                          <a:pt x="87" y="40"/>
                          <a:pt x="81" y="40"/>
                        </a:cubicBezTo>
                        <a:cubicBezTo>
                          <a:pt x="81" y="40"/>
                          <a:pt x="81" y="40"/>
                          <a:pt x="81" y="40"/>
                        </a:cubicBezTo>
                        <a:cubicBezTo>
                          <a:pt x="80" y="40"/>
                          <a:pt x="80" y="39"/>
                          <a:pt x="79" y="39"/>
                        </a:cubicBezTo>
                        <a:cubicBezTo>
                          <a:pt x="78" y="39"/>
                          <a:pt x="75" y="39"/>
                          <a:pt x="75" y="38"/>
                        </a:cubicBezTo>
                        <a:cubicBezTo>
                          <a:pt x="74" y="36"/>
                          <a:pt x="77" y="36"/>
                          <a:pt x="78" y="34"/>
                        </a:cubicBezTo>
                        <a:cubicBezTo>
                          <a:pt x="74" y="33"/>
                          <a:pt x="73" y="33"/>
                          <a:pt x="74" y="37"/>
                        </a:cubicBezTo>
                        <a:cubicBezTo>
                          <a:pt x="74" y="38"/>
                          <a:pt x="74" y="38"/>
                          <a:pt x="73" y="39"/>
                        </a:cubicBezTo>
                        <a:cubicBezTo>
                          <a:pt x="73" y="40"/>
                          <a:pt x="72" y="40"/>
                          <a:pt x="72" y="40"/>
                        </a:cubicBezTo>
                        <a:cubicBezTo>
                          <a:pt x="71" y="41"/>
                          <a:pt x="70" y="41"/>
                          <a:pt x="70" y="41"/>
                        </a:cubicBezTo>
                        <a:cubicBezTo>
                          <a:pt x="64" y="42"/>
                          <a:pt x="58" y="42"/>
                          <a:pt x="54" y="47"/>
                        </a:cubicBezTo>
                        <a:cubicBezTo>
                          <a:pt x="54" y="47"/>
                          <a:pt x="53" y="48"/>
                          <a:pt x="53" y="48"/>
                        </a:cubicBezTo>
                        <a:cubicBezTo>
                          <a:pt x="50" y="48"/>
                          <a:pt x="47" y="48"/>
                          <a:pt x="44" y="48"/>
                        </a:cubicBezTo>
                        <a:cubicBezTo>
                          <a:pt x="41" y="48"/>
                          <a:pt x="37" y="47"/>
                          <a:pt x="34" y="46"/>
                        </a:cubicBezTo>
                        <a:cubicBezTo>
                          <a:pt x="32" y="44"/>
                          <a:pt x="31" y="42"/>
                          <a:pt x="30" y="40"/>
                        </a:cubicBezTo>
                        <a:cubicBezTo>
                          <a:pt x="30" y="38"/>
                          <a:pt x="29" y="37"/>
                          <a:pt x="27" y="36"/>
                        </a:cubicBezTo>
                        <a:cubicBezTo>
                          <a:pt x="26" y="36"/>
                          <a:pt x="25" y="35"/>
                          <a:pt x="24" y="33"/>
                        </a:cubicBezTo>
                        <a:cubicBezTo>
                          <a:pt x="24" y="32"/>
                          <a:pt x="23" y="30"/>
                          <a:pt x="23" y="29"/>
                        </a:cubicBezTo>
                        <a:cubicBezTo>
                          <a:pt x="24" y="27"/>
                          <a:pt x="24" y="26"/>
                          <a:pt x="22" y="25"/>
                        </a:cubicBezTo>
                        <a:cubicBezTo>
                          <a:pt x="22" y="25"/>
                          <a:pt x="21" y="25"/>
                          <a:pt x="21" y="24"/>
                        </a:cubicBezTo>
                        <a:cubicBezTo>
                          <a:pt x="21" y="22"/>
                          <a:pt x="21" y="20"/>
                          <a:pt x="19" y="19"/>
                        </a:cubicBezTo>
                        <a:cubicBezTo>
                          <a:pt x="16" y="16"/>
                          <a:pt x="13" y="15"/>
                          <a:pt x="9" y="15"/>
                        </a:cubicBezTo>
                        <a:cubicBezTo>
                          <a:pt x="7" y="15"/>
                          <a:pt x="6" y="15"/>
                          <a:pt x="5" y="14"/>
                        </a:cubicBezTo>
                        <a:cubicBezTo>
                          <a:pt x="4" y="13"/>
                          <a:pt x="4" y="12"/>
                          <a:pt x="3" y="12"/>
                        </a:cubicBezTo>
                        <a:cubicBezTo>
                          <a:pt x="1" y="12"/>
                          <a:pt x="0" y="11"/>
                          <a:pt x="0" y="10"/>
                        </a:cubicBezTo>
                        <a:cubicBezTo>
                          <a:pt x="0" y="8"/>
                          <a:pt x="2" y="10"/>
                          <a:pt x="3" y="9"/>
                        </a:cubicBezTo>
                        <a:cubicBezTo>
                          <a:pt x="4" y="8"/>
                          <a:pt x="5" y="6"/>
                          <a:pt x="8" y="6"/>
                        </a:cubicBezTo>
                        <a:cubicBezTo>
                          <a:pt x="5" y="5"/>
                          <a:pt x="4" y="5"/>
                          <a:pt x="3" y="4"/>
                        </a:cubicBezTo>
                        <a:cubicBezTo>
                          <a:pt x="8" y="0"/>
                          <a:pt x="8" y="0"/>
                          <a:pt x="11" y="6"/>
                        </a:cubicBezTo>
                        <a:cubicBezTo>
                          <a:pt x="13" y="4"/>
                          <a:pt x="11" y="3"/>
                          <a:pt x="11" y="1"/>
                        </a:cubicBezTo>
                        <a:cubicBezTo>
                          <a:pt x="12" y="0"/>
                          <a:pt x="12" y="0"/>
                          <a:pt x="13" y="0"/>
                        </a:cubicBezTo>
                        <a:cubicBezTo>
                          <a:pt x="14" y="1"/>
                          <a:pt x="14" y="1"/>
                          <a:pt x="15" y="1"/>
                        </a:cubicBezTo>
                        <a:cubicBezTo>
                          <a:pt x="16" y="3"/>
                          <a:pt x="17" y="4"/>
                          <a:pt x="17" y="6"/>
                        </a:cubicBezTo>
                        <a:cubicBezTo>
                          <a:pt x="18" y="6"/>
                          <a:pt x="18" y="6"/>
                          <a:pt x="18" y="7"/>
                        </a:cubicBezTo>
                        <a:cubicBezTo>
                          <a:pt x="18" y="8"/>
                          <a:pt x="18" y="9"/>
                          <a:pt x="19" y="10"/>
                        </a:cubicBezTo>
                        <a:cubicBezTo>
                          <a:pt x="19" y="11"/>
                          <a:pt x="19" y="11"/>
                          <a:pt x="20" y="12"/>
                        </a:cubicBezTo>
                        <a:cubicBezTo>
                          <a:pt x="22" y="13"/>
                          <a:pt x="25" y="12"/>
                          <a:pt x="27" y="13"/>
                        </a:cubicBezTo>
                        <a:cubicBezTo>
                          <a:pt x="29" y="14"/>
                          <a:pt x="32" y="14"/>
                          <a:pt x="34" y="17"/>
                        </a:cubicBezTo>
                        <a:cubicBezTo>
                          <a:pt x="35" y="20"/>
                          <a:pt x="32" y="20"/>
                          <a:pt x="29" y="21"/>
                        </a:cubicBezTo>
                        <a:cubicBezTo>
                          <a:pt x="35" y="22"/>
                          <a:pt x="36" y="22"/>
                          <a:pt x="34" y="28"/>
                        </a:cubicBezTo>
                        <a:cubicBezTo>
                          <a:pt x="34" y="28"/>
                          <a:pt x="35" y="28"/>
                          <a:pt x="34" y="28"/>
                        </a:cubicBezTo>
                        <a:cubicBezTo>
                          <a:pt x="34" y="28"/>
                          <a:pt x="34" y="28"/>
                          <a:pt x="34" y="28"/>
                        </a:cubicBezTo>
                        <a:cubicBezTo>
                          <a:pt x="35" y="25"/>
                          <a:pt x="36" y="22"/>
                          <a:pt x="35" y="19"/>
                        </a:cubicBezTo>
                        <a:cubicBezTo>
                          <a:pt x="35" y="18"/>
                          <a:pt x="35" y="17"/>
                          <a:pt x="37" y="16"/>
                        </a:cubicBezTo>
                        <a:cubicBezTo>
                          <a:pt x="43" y="16"/>
                          <a:pt x="48" y="18"/>
                          <a:pt x="55" y="18"/>
                        </a:cubicBezTo>
                        <a:cubicBezTo>
                          <a:pt x="61" y="18"/>
                          <a:pt x="68" y="19"/>
                          <a:pt x="74" y="17"/>
                        </a:cubicBezTo>
                        <a:cubicBezTo>
                          <a:pt x="77" y="17"/>
                          <a:pt x="79" y="16"/>
                          <a:pt x="81" y="14"/>
                        </a:cubicBezTo>
                        <a:cubicBezTo>
                          <a:pt x="83" y="12"/>
                          <a:pt x="87" y="11"/>
                          <a:pt x="88" y="7"/>
                        </a:cubicBezTo>
                        <a:cubicBezTo>
                          <a:pt x="89" y="6"/>
                          <a:pt x="90" y="7"/>
                          <a:pt x="90" y="7"/>
                        </a:cubicBezTo>
                        <a:cubicBezTo>
                          <a:pt x="90" y="8"/>
                          <a:pt x="91" y="9"/>
                          <a:pt x="91" y="10"/>
                        </a:cubicBezTo>
                        <a:cubicBezTo>
                          <a:pt x="93" y="12"/>
                          <a:pt x="93" y="13"/>
                          <a:pt x="90" y="13"/>
                        </a:cubicBezTo>
                        <a:cubicBezTo>
                          <a:pt x="88" y="12"/>
                          <a:pt x="87" y="13"/>
                          <a:pt x="88" y="15"/>
                        </a:cubicBezTo>
                        <a:cubicBezTo>
                          <a:pt x="88" y="17"/>
                          <a:pt x="90" y="16"/>
                          <a:pt x="91" y="16"/>
                        </a:cubicBezTo>
                        <a:cubicBezTo>
                          <a:pt x="93" y="16"/>
                          <a:pt x="94" y="16"/>
                          <a:pt x="96" y="16"/>
                        </a:cubicBezTo>
                        <a:cubicBezTo>
                          <a:pt x="97" y="18"/>
                          <a:pt x="96" y="21"/>
                          <a:pt x="95" y="23"/>
                        </a:cubicBezTo>
                        <a:cubicBezTo>
                          <a:pt x="91" y="20"/>
                          <a:pt x="91" y="20"/>
                          <a:pt x="88" y="22"/>
                        </a:cubicBezTo>
                        <a:cubicBezTo>
                          <a:pt x="87" y="20"/>
                          <a:pt x="86" y="19"/>
                          <a:pt x="85" y="21"/>
                        </a:cubicBezTo>
                        <a:cubicBezTo>
                          <a:pt x="84" y="22"/>
                          <a:pt x="83" y="22"/>
                          <a:pt x="82" y="21"/>
                        </a:cubicBezTo>
                        <a:cubicBezTo>
                          <a:pt x="81" y="20"/>
                          <a:pt x="81" y="20"/>
                          <a:pt x="81" y="20"/>
                        </a:cubicBezTo>
                        <a:cubicBezTo>
                          <a:pt x="80" y="21"/>
                          <a:pt x="80" y="21"/>
                          <a:pt x="80" y="22"/>
                        </a:cubicBezTo>
                        <a:cubicBezTo>
                          <a:pt x="80" y="22"/>
                          <a:pt x="80" y="23"/>
                          <a:pt x="81" y="23"/>
                        </a:cubicBezTo>
                        <a:cubicBezTo>
                          <a:pt x="83" y="23"/>
                          <a:pt x="84" y="23"/>
                          <a:pt x="85" y="21"/>
                        </a:cubicBezTo>
                        <a:cubicBezTo>
                          <a:pt x="86" y="19"/>
                          <a:pt x="87" y="20"/>
                          <a:pt x="88" y="21"/>
                        </a:cubicBezTo>
                        <a:cubicBezTo>
                          <a:pt x="89" y="23"/>
                          <a:pt x="92" y="22"/>
                          <a:pt x="93" y="24"/>
                        </a:cubicBezTo>
                        <a:cubicBezTo>
                          <a:pt x="93" y="26"/>
                          <a:pt x="91" y="25"/>
                          <a:pt x="90" y="26"/>
                        </a:cubicBezTo>
                        <a:cubicBezTo>
                          <a:pt x="91" y="26"/>
                          <a:pt x="93" y="26"/>
                          <a:pt x="93" y="27"/>
                        </a:cubicBezTo>
                        <a:cubicBezTo>
                          <a:pt x="95" y="32"/>
                          <a:pt x="100" y="35"/>
                          <a:pt x="105" y="34"/>
                        </a:cubicBezTo>
                        <a:cubicBezTo>
                          <a:pt x="106" y="34"/>
                          <a:pt x="107" y="33"/>
                          <a:pt x="108" y="34"/>
                        </a:cubicBezTo>
                        <a:cubicBezTo>
                          <a:pt x="114" y="38"/>
                          <a:pt x="120" y="35"/>
                          <a:pt x="125" y="34"/>
                        </a:cubicBezTo>
                        <a:cubicBezTo>
                          <a:pt x="127" y="33"/>
                          <a:pt x="128" y="35"/>
                          <a:pt x="128" y="36"/>
                        </a:cubicBezTo>
                        <a:close/>
                      </a:path>
                    </a:pathLst>
                  </a:custGeom>
                  <a:solidFill>
                    <a:srgbClr val="BFD7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4" name="Freeform 454"/>
                  <p:cNvSpPr/>
                  <p:nvPr/>
                </p:nvSpPr>
                <p:spPr bwMode="auto">
                  <a:xfrm>
                    <a:off x="4688" y="1955"/>
                    <a:ext cx="102" cy="71"/>
                  </a:xfrm>
                  <a:custGeom>
                    <a:avLst/>
                    <a:gdLst>
                      <a:gd name="T0" fmla="*/ 7 w 43"/>
                      <a:gd name="T1" fmla="*/ 13 h 30"/>
                      <a:gd name="T2" fmla="*/ 9 w 43"/>
                      <a:gd name="T3" fmla="*/ 7 h 30"/>
                      <a:gd name="T4" fmla="*/ 11 w 43"/>
                      <a:gd name="T5" fmla="*/ 4 h 30"/>
                      <a:gd name="T6" fmla="*/ 11 w 43"/>
                      <a:gd name="T7" fmla="*/ 2 h 30"/>
                      <a:gd name="T8" fmla="*/ 13 w 43"/>
                      <a:gd name="T9" fmla="*/ 2 h 30"/>
                      <a:gd name="T10" fmla="*/ 17 w 43"/>
                      <a:gd name="T11" fmla="*/ 3 h 30"/>
                      <a:gd name="T12" fmla="*/ 23 w 43"/>
                      <a:gd name="T13" fmla="*/ 4 h 30"/>
                      <a:gd name="T14" fmla="*/ 29 w 43"/>
                      <a:gd name="T15" fmla="*/ 5 h 30"/>
                      <a:gd name="T16" fmla="*/ 31 w 43"/>
                      <a:gd name="T17" fmla="*/ 4 h 30"/>
                      <a:gd name="T18" fmla="*/ 34 w 43"/>
                      <a:gd name="T19" fmla="*/ 11 h 30"/>
                      <a:gd name="T20" fmla="*/ 34 w 43"/>
                      <a:gd name="T21" fmla="*/ 17 h 30"/>
                      <a:gd name="T22" fmla="*/ 36 w 43"/>
                      <a:gd name="T23" fmla="*/ 19 h 30"/>
                      <a:gd name="T24" fmla="*/ 37 w 43"/>
                      <a:gd name="T25" fmla="*/ 19 h 30"/>
                      <a:gd name="T26" fmla="*/ 42 w 43"/>
                      <a:gd name="T27" fmla="*/ 20 h 30"/>
                      <a:gd name="T28" fmla="*/ 39 w 43"/>
                      <a:gd name="T29" fmla="*/ 25 h 30"/>
                      <a:gd name="T30" fmla="*/ 29 w 43"/>
                      <a:gd name="T31" fmla="*/ 28 h 30"/>
                      <a:gd name="T32" fmla="*/ 17 w 43"/>
                      <a:gd name="T33" fmla="*/ 27 h 30"/>
                      <a:gd name="T34" fmla="*/ 11 w 43"/>
                      <a:gd name="T35" fmla="*/ 26 h 30"/>
                      <a:gd name="T36" fmla="*/ 9 w 43"/>
                      <a:gd name="T37" fmla="*/ 23 h 30"/>
                      <a:gd name="T38" fmla="*/ 6 w 43"/>
                      <a:gd name="T39" fmla="*/ 25 h 30"/>
                      <a:gd name="T40" fmla="*/ 0 w 43"/>
                      <a:gd name="T41" fmla="*/ 17 h 30"/>
                      <a:gd name="T42" fmla="*/ 6 w 43"/>
                      <a:gd name="T43" fmla="*/ 14 h 30"/>
                      <a:gd name="T44" fmla="*/ 7 w 43"/>
                      <a:gd name="T45" fmla="*/ 13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43" h="30">
                        <a:moveTo>
                          <a:pt x="7" y="13"/>
                        </a:moveTo>
                        <a:cubicBezTo>
                          <a:pt x="8" y="11"/>
                          <a:pt x="9" y="9"/>
                          <a:pt x="9" y="7"/>
                        </a:cubicBezTo>
                        <a:cubicBezTo>
                          <a:pt x="9" y="6"/>
                          <a:pt x="11" y="5"/>
                          <a:pt x="11" y="4"/>
                        </a:cubicBezTo>
                        <a:cubicBezTo>
                          <a:pt x="10" y="3"/>
                          <a:pt x="10" y="2"/>
                          <a:pt x="11" y="2"/>
                        </a:cubicBezTo>
                        <a:cubicBezTo>
                          <a:pt x="12" y="1"/>
                          <a:pt x="13" y="2"/>
                          <a:pt x="13" y="2"/>
                        </a:cubicBezTo>
                        <a:cubicBezTo>
                          <a:pt x="14" y="7"/>
                          <a:pt x="16" y="5"/>
                          <a:pt x="17" y="3"/>
                        </a:cubicBezTo>
                        <a:cubicBezTo>
                          <a:pt x="20" y="0"/>
                          <a:pt x="21" y="2"/>
                          <a:pt x="23" y="4"/>
                        </a:cubicBezTo>
                        <a:cubicBezTo>
                          <a:pt x="26" y="8"/>
                          <a:pt x="26" y="8"/>
                          <a:pt x="29" y="5"/>
                        </a:cubicBezTo>
                        <a:cubicBezTo>
                          <a:pt x="30" y="4"/>
                          <a:pt x="31" y="3"/>
                          <a:pt x="31" y="4"/>
                        </a:cubicBezTo>
                        <a:cubicBezTo>
                          <a:pt x="33" y="6"/>
                          <a:pt x="36" y="8"/>
                          <a:pt x="34" y="11"/>
                        </a:cubicBezTo>
                        <a:cubicBezTo>
                          <a:pt x="33" y="13"/>
                          <a:pt x="34" y="15"/>
                          <a:pt x="34" y="17"/>
                        </a:cubicBezTo>
                        <a:cubicBezTo>
                          <a:pt x="34" y="18"/>
                          <a:pt x="35" y="19"/>
                          <a:pt x="36" y="19"/>
                        </a:cubicBezTo>
                        <a:cubicBezTo>
                          <a:pt x="36" y="19"/>
                          <a:pt x="37" y="19"/>
                          <a:pt x="37" y="19"/>
                        </a:cubicBezTo>
                        <a:cubicBezTo>
                          <a:pt x="39" y="19"/>
                          <a:pt x="41" y="18"/>
                          <a:pt x="42" y="20"/>
                        </a:cubicBezTo>
                        <a:cubicBezTo>
                          <a:pt x="43" y="23"/>
                          <a:pt x="40" y="23"/>
                          <a:pt x="39" y="25"/>
                        </a:cubicBezTo>
                        <a:cubicBezTo>
                          <a:pt x="36" y="28"/>
                          <a:pt x="32" y="27"/>
                          <a:pt x="29" y="28"/>
                        </a:cubicBezTo>
                        <a:cubicBezTo>
                          <a:pt x="24" y="30"/>
                          <a:pt x="21" y="25"/>
                          <a:pt x="17" y="27"/>
                        </a:cubicBezTo>
                        <a:cubicBezTo>
                          <a:pt x="16" y="27"/>
                          <a:pt x="14" y="26"/>
                          <a:pt x="11" y="26"/>
                        </a:cubicBezTo>
                        <a:cubicBezTo>
                          <a:pt x="9" y="27"/>
                          <a:pt x="12" y="23"/>
                          <a:pt x="9" y="23"/>
                        </a:cubicBezTo>
                        <a:cubicBezTo>
                          <a:pt x="8" y="23"/>
                          <a:pt x="8" y="25"/>
                          <a:pt x="6" y="25"/>
                        </a:cubicBezTo>
                        <a:cubicBezTo>
                          <a:pt x="4" y="23"/>
                          <a:pt x="8" y="16"/>
                          <a:pt x="0" y="17"/>
                        </a:cubicBezTo>
                        <a:cubicBezTo>
                          <a:pt x="3" y="16"/>
                          <a:pt x="5" y="16"/>
                          <a:pt x="6" y="14"/>
                        </a:cubicBezTo>
                        <a:cubicBezTo>
                          <a:pt x="6" y="14"/>
                          <a:pt x="6" y="13"/>
                          <a:pt x="7" y="13"/>
                        </a:cubicBezTo>
                        <a:close/>
                      </a:path>
                    </a:pathLst>
                  </a:custGeom>
                  <a:solidFill>
                    <a:srgbClr val="ACCA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5" name="Freeform 455"/>
                  <p:cNvSpPr/>
                  <p:nvPr/>
                </p:nvSpPr>
                <p:spPr bwMode="auto">
                  <a:xfrm>
                    <a:off x="4710" y="1941"/>
                    <a:ext cx="99" cy="78"/>
                  </a:xfrm>
                  <a:custGeom>
                    <a:avLst/>
                    <a:gdLst>
                      <a:gd name="T0" fmla="*/ 30 w 42"/>
                      <a:gd name="T1" fmla="*/ 31 h 33"/>
                      <a:gd name="T2" fmla="*/ 32 w 42"/>
                      <a:gd name="T3" fmla="*/ 28 h 33"/>
                      <a:gd name="T4" fmla="*/ 32 w 42"/>
                      <a:gd name="T5" fmla="*/ 27 h 33"/>
                      <a:gd name="T6" fmla="*/ 31 w 42"/>
                      <a:gd name="T7" fmla="*/ 26 h 33"/>
                      <a:gd name="T8" fmla="*/ 28 w 42"/>
                      <a:gd name="T9" fmla="*/ 25 h 33"/>
                      <a:gd name="T10" fmla="*/ 34 w 42"/>
                      <a:gd name="T11" fmla="*/ 22 h 33"/>
                      <a:gd name="T12" fmla="*/ 29 w 42"/>
                      <a:gd name="T13" fmla="*/ 16 h 33"/>
                      <a:gd name="T14" fmla="*/ 28 w 42"/>
                      <a:gd name="T15" fmla="*/ 25 h 33"/>
                      <a:gd name="T16" fmla="*/ 23 w 42"/>
                      <a:gd name="T17" fmla="*/ 23 h 33"/>
                      <a:gd name="T18" fmla="*/ 25 w 42"/>
                      <a:gd name="T19" fmla="*/ 16 h 33"/>
                      <a:gd name="T20" fmla="*/ 21 w 42"/>
                      <a:gd name="T21" fmla="*/ 10 h 33"/>
                      <a:gd name="T22" fmla="*/ 13 w 42"/>
                      <a:gd name="T23" fmla="*/ 16 h 33"/>
                      <a:gd name="T24" fmla="*/ 11 w 42"/>
                      <a:gd name="T25" fmla="*/ 8 h 33"/>
                      <a:gd name="T26" fmla="*/ 3 w 42"/>
                      <a:gd name="T27" fmla="*/ 14 h 33"/>
                      <a:gd name="T28" fmla="*/ 3 w 42"/>
                      <a:gd name="T29" fmla="*/ 9 h 33"/>
                      <a:gd name="T30" fmla="*/ 2 w 42"/>
                      <a:gd name="T31" fmla="*/ 10 h 33"/>
                      <a:gd name="T32" fmla="*/ 6 w 42"/>
                      <a:gd name="T33" fmla="*/ 4 h 33"/>
                      <a:gd name="T34" fmla="*/ 13 w 42"/>
                      <a:gd name="T35" fmla="*/ 2 h 33"/>
                      <a:gd name="T36" fmla="*/ 19 w 42"/>
                      <a:gd name="T37" fmla="*/ 1 h 33"/>
                      <a:gd name="T38" fmla="*/ 35 w 42"/>
                      <a:gd name="T39" fmla="*/ 3 h 33"/>
                      <a:gd name="T40" fmla="*/ 41 w 42"/>
                      <a:gd name="T41" fmla="*/ 14 h 33"/>
                      <a:gd name="T42" fmla="*/ 41 w 42"/>
                      <a:gd name="T43" fmla="*/ 18 h 33"/>
                      <a:gd name="T44" fmla="*/ 39 w 42"/>
                      <a:gd name="T45" fmla="*/ 25 h 33"/>
                      <a:gd name="T46" fmla="*/ 36 w 42"/>
                      <a:gd name="T47" fmla="*/ 29 h 33"/>
                      <a:gd name="T48" fmla="*/ 32 w 42"/>
                      <a:gd name="T49" fmla="*/ 33 h 33"/>
                      <a:gd name="T50" fmla="*/ 30 w 42"/>
                      <a:gd name="T51" fmla="*/ 3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42" h="33">
                        <a:moveTo>
                          <a:pt x="30" y="31"/>
                        </a:moveTo>
                        <a:cubicBezTo>
                          <a:pt x="31" y="30"/>
                          <a:pt x="29" y="27"/>
                          <a:pt x="32" y="28"/>
                        </a:cubicBezTo>
                        <a:cubicBezTo>
                          <a:pt x="32" y="28"/>
                          <a:pt x="32" y="27"/>
                          <a:pt x="32" y="27"/>
                        </a:cubicBezTo>
                        <a:cubicBezTo>
                          <a:pt x="32" y="26"/>
                          <a:pt x="32" y="25"/>
                          <a:pt x="31" y="26"/>
                        </a:cubicBezTo>
                        <a:cubicBezTo>
                          <a:pt x="30" y="26"/>
                          <a:pt x="29" y="27"/>
                          <a:pt x="28" y="25"/>
                        </a:cubicBezTo>
                        <a:cubicBezTo>
                          <a:pt x="29" y="22"/>
                          <a:pt x="32" y="23"/>
                          <a:pt x="34" y="22"/>
                        </a:cubicBezTo>
                        <a:cubicBezTo>
                          <a:pt x="33" y="19"/>
                          <a:pt x="30" y="18"/>
                          <a:pt x="29" y="16"/>
                        </a:cubicBezTo>
                        <a:cubicBezTo>
                          <a:pt x="24" y="19"/>
                          <a:pt x="29" y="22"/>
                          <a:pt x="28" y="25"/>
                        </a:cubicBezTo>
                        <a:cubicBezTo>
                          <a:pt x="24" y="28"/>
                          <a:pt x="23" y="25"/>
                          <a:pt x="23" y="23"/>
                        </a:cubicBezTo>
                        <a:cubicBezTo>
                          <a:pt x="24" y="20"/>
                          <a:pt x="21" y="18"/>
                          <a:pt x="25" y="16"/>
                        </a:cubicBezTo>
                        <a:cubicBezTo>
                          <a:pt x="26" y="15"/>
                          <a:pt x="22" y="12"/>
                          <a:pt x="21" y="10"/>
                        </a:cubicBezTo>
                        <a:cubicBezTo>
                          <a:pt x="22" y="18"/>
                          <a:pt x="16" y="14"/>
                          <a:pt x="13" y="16"/>
                        </a:cubicBezTo>
                        <a:cubicBezTo>
                          <a:pt x="15" y="12"/>
                          <a:pt x="12" y="10"/>
                          <a:pt x="11" y="8"/>
                        </a:cubicBezTo>
                        <a:cubicBezTo>
                          <a:pt x="10" y="12"/>
                          <a:pt x="6" y="11"/>
                          <a:pt x="3" y="14"/>
                        </a:cubicBezTo>
                        <a:cubicBezTo>
                          <a:pt x="3" y="12"/>
                          <a:pt x="4" y="10"/>
                          <a:pt x="3" y="9"/>
                        </a:cubicBezTo>
                        <a:cubicBezTo>
                          <a:pt x="2" y="7"/>
                          <a:pt x="2" y="9"/>
                          <a:pt x="2" y="10"/>
                        </a:cubicBezTo>
                        <a:cubicBezTo>
                          <a:pt x="0" y="5"/>
                          <a:pt x="1" y="4"/>
                          <a:pt x="6" y="4"/>
                        </a:cubicBezTo>
                        <a:cubicBezTo>
                          <a:pt x="8" y="4"/>
                          <a:pt x="11" y="3"/>
                          <a:pt x="13" y="2"/>
                        </a:cubicBezTo>
                        <a:cubicBezTo>
                          <a:pt x="15" y="2"/>
                          <a:pt x="17" y="1"/>
                          <a:pt x="19" y="1"/>
                        </a:cubicBezTo>
                        <a:cubicBezTo>
                          <a:pt x="24" y="0"/>
                          <a:pt x="30" y="2"/>
                          <a:pt x="35" y="3"/>
                        </a:cubicBezTo>
                        <a:cubicBezTo>
                          <a:pt x="38" y="6"/>
                          <a:pt x="41" y="10"/>
                          <a:pt x="41" y="14"/>
                        </a:cubicBezTo>
                        <a:cubicBezTo>
                          <a:pt x="42" y="15"/>
                          <a:pt x="42" y="17"/>
                          <a:pt x="41" y="18"/>
                        </a:cubicBezTo>
                        <a:cubicBezTo>
                          <a:pt x="39" y="20"/>
                          <a:pt x="39" y="23"/>
                          <a:pt x="39" y="25"/>
                        </a:cubicBezTo>
                        <a:cubicBezTo>
                          <a:pt x="39" y="27"/>
                          <a:pt x="37" y="28"/>
                          <a:pt x="36" y="29"/>
                        </a:cubicBezTo>
                        <a:cubicBezTo>
                          <a:pt x="35" y="30"/>
                          <a:pt x="34" y="32"/>
                          <a:pt x="32" y="33"/>
                        </a:cubicBezTo>
                        <a:cubicBezTo>
                          <a:pt x="31" y="32"/>
                          <a:pt x="31" y="32"/>
                          <a:pt x="30" y="31"/>
                        </a:cubicBezTo>
                        <a:close/>
                      </a:path>
                    </a:pathLst>
                  </a:custGeom>
                  <a:solidFill>
                    <a:srgbClr val="B3CE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6" name="Freeform 456"/>
                  <p:cNvSpPr/>
                  <p:nvPr/>
                </p:nvSpPr>
                <p:spPr bwMode="auto">
                  <a:xfrm>
                    <a:off x="4681" y="1815"/>
                    <a:ext cx="117" cy="121"/>
                  </a:xfrm>
                  <a:custGeom>
                    <a:avLst/>
                    <a:gdLst>
                      <a:gd name="T0" fmla="*/ 4 w 49"/>
                      <a:gd name="T1" fmla="*/ 15 h 51"/>
                      <a:gd name="T2" fmla="*/ 26 w 49"/>
                      <a:gd name="T3" fmla="*/ 0 h 51"/>
                      <a:gd name="T4" fmla="*/ 37 w 49"/>
                      <a:gd name="T5" fmla="*/ 0 h 51"/>
                      <a:gd name="T6" fmla="*/ 45 w 49"/>
                      <a:gd name="T7" fmla="*/ 2 h 51"/>
                      <a:gd name="T8" fmla="*/ 46 w 49"/>
                      <a:gd name="T9" fmla="*/ 4 h 51"/>
                      <a:gd name="T10" fmla="*/ 49 w 49"/>
                      <a:gd name="T11" fmla="*/ 7 h 51"/>
                      <a:gd name="T12" fmla="*/ 49 w 49"/>
                      <a:gd name="T13" fmla="*/ 8 h 51"/>
                      <a:gd name="T14" fmla="*/ 30 w 49"/>
                      <a:gd name="T15" fmla="*/ 6 h 51"/>
                      <a:gd name="T16" fmla="*/ 12 w 49"/>
                      <a:gd name="T17" fmla="*/ 19 h 51"/>
                      <a:gd name="T18" fmla="*/ 12 w 49"/>
                      <a:gd name="T19" fmla="*/ 31 h 51"/>
                      <a:gd name="T20" fmla="*/ 16 w 49"/>
                      <a:gd name="T21" fmla="*/ 36 h 51"/>
                      <a:gd name="T22" fmla="*/ 37 w 49"/>
                      <a:gd name="T23" fmla="*/ 47 h 51"/>
                      <a:gd name="T24" fmla="*/ 40 w 49"/>
                      <a:gd name="T25" fmla="*/ 51 h 51"/>
                      <a:gd name="T26" fmla="*/ 38 w 49"/>
                      <a:gd name="T27" fmla="*/ 51 h 51"/>
                      <a:gd name="T28" fmla="*/ 21 w 49"/>
                      <a:gd name="T29" fmla="*/ 47 h 51"/>
                      <a:gd name="T30" fmla="*/ 18 w 49"/>
                      <a:gd name="T31" fmla="*/ 45 h 51"/>
                      <a:gd name="T32" fmla="*/ 5 w 49"/>
                      <a:gd name="T33" fmla="*/ 31 h 51"/>
                      <a:gd name="T34" fmla="*/ 4 w 49"/>
                      <a:gd name="T35" fmla="*/ 15 h 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49" h="51">
                        <a:moveTo>
                          <a:pt x="4" y="15"/>
                        </a:moveTo>
                        <a:cubicBezTo>
                          <a:pt x="9" y="6"/>
                          <a:pt x="16" y="0"/>
                          <a:pt x="26" y="0"/>
                        </a:cubicBezTo>
                        <a:cubicBezTo>
                          <a:pt x="30" y="0"/>
                          <a:pt x="33" y="1"/>
                          <a:pt x="37" y="0"/>
                        </a:cubicBezTo>
                        <a:cubicBezTo>
                          <a:pt x="39" y="1"/>
                          <a:pt x="43" y="0"/>
                          <a:pt x="45" y="2"/>
                        </a:cubicBezTo>
                        <a:cubicBezTo>
                          <a:pt x="45" y="3"/>
                          <a:pt x="46" y="4"/>
                          <a:pt x="46" y="4"/>
                        </a:cubicBezTo>
                        <a:cubicBezTo>
                          <a:pt x="47" y="5"/>
                          <a:pt x="49" y="5"/>
                          <a:pt x="49" y="7"/>
                        </a:cubicBezTo>
                        <a:cubicBezTo>
                          <a:pt x="49" y="7"/>
                          <a:pt x="49" y="8"/>
                          <a:pt x="49" y="8"/>
                        </a:cubicBezTo>
                        <a:cubicBezTo>
                          <a:pt x="42" y="7"/>
                          <a:pt x="36" y="6"/>
                          <a:pt x="30" y="6"/>
                        </a:cubicBezTo>
                        <a:cubicBezTo>
                          <a:pt x="17" y="6"/>
                          <a:pt x="17" y="6"/>
                          <a:pt x="12" y="19"/>
                        </a:cubicBezTo>
                        <a:cubicBezTo>
                          <a:pt x="11" y="23"/>
                          <a:pt x="12" y="27"/>
                          <a:pt x="12" y="31"/>
                        </a:cubicBezTo>
                        <a:cubicBezTo>
                          <a:pt x="12" y="34"/>
                          <a:pt x="14" y="35"/>
                          <a:pt x="16" y="36"/>
                        </a:cubicBezTo>
                        <a:cubicBezTo>
                          <a:pt x="22" y="41"/>
                          <a:pt x="30" y="44"/>
                          <a:pt x="37" y="47"/>
                        </a:cubicBezTo>
                        <a:cubicBezTo>
                          <a:pt x="38" y="48"/>
                          <a:pt x="40" y="48"/>
                          <a:pt x="40" y="51"/>
                        </a:cubicBezTo>
                        <a:cubicBezTo>
                          <a:pt x="39" y="51"/>
                          <a:pt x="38" y="51"/>
                          <a:pt x="38" y="51"/>
                        </a:cubicBezTo>
                        <a:cubicBezTo>
                          <a:pt x="32" y="51"/>
                          <a:pt x="27" y="49"/>
                          <a:pt x="21" y="47"/>
                        </a:cubicBezTo>
                        <a:cubicBezTo>
                          <a:pt x="20" y="46"/>
                          <a:pt x="19" y="45"/>
                          <a:pt x="18" y="45"/>
                        </a:cubicBezTo>
                        <a:cubicBezTo>
                          <a:pt x="12" y="42"/>
                          <a:pt x="8" y="37"/>
                          <a:pt x="5" y="31"/>
                        </a:cubicBezTo>
                        <a:cubicBezTo>
                          <a:pt x="3" y="26"/>
                          <a:pt x="0" y="20"/>
                          <a:pt x="4" y="15"/>
                        </a:cubicBezTo>
                        <a:close/>
                      </a:path>
                    </a:pathLst>
                  </a:custGeom>
                  <a:solidFill>
                    <a:srgbClr val="DEFED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7" name="Freeform 457"/>
                  <p:cNvSpPr/>
                  <p:nvPr/>
                </p:nvSpPr>
                <p:spPr bwMode="auto">
                  <a:xfrm>
                    <a:off x="4584" y="1827"/>
                    <a:ext cx="93" cy="69"/>
                  </a:xfrm>
                  <a:custGeom>
                    <a:avLst/>
                    <a:gdLst>
                      <a:gd name="T0" fmla="*/ 21 w 39"/>
                      <a:gd name="T1" fmla="*/ 4 h 29"/>
                      <a:gd name="T2" fmla="*/ 30 w 39"/>
                      <a:gd name="T3" fmla="*/ 0 h 29"/>
                      <a:gd name="T4" fmla="*/ 29 w 39"/>
                      <a:gd name="T5" fmla="*/ 4 h 29"/>
                      <a:gd name="T6" fmla="*/ 32 w 39"/>
                      <a:gd name="T7" fmla="*/ 3 h 29"/>
                      <a:gd name="T8" fmla="*/ 39 w 39"/>
                      <a:gd name="T9" fmla="*/ 7 h 29"/>
                      <a:gd name="T10" fmla="*/ 32 w 39"/>
                      <a:gd name="T11" fmla="*/ 15 h 29"/>
                      <a:gd name="T12" fmla="*/ 27 w 39"/>
                      <a:gd name="T13" fmla="*/ 13 h 29"/>
                      <a:gd name="T14" fmla="*/ 24 w 39"/>
                      <a:gd name="T15" fmla="*/ 13 h 29"/>
                      <a:gd name="T16" fmla="*/ 23 w 39"/>
                      <a:gd name="T17" fmla="*/ 16 h 29"/>
                      <a:gd name="T18" fmla="*/ 26 w 39"/>
                      <a:gd name="T19" fmla="*/ 23 h 29"/>
                      <a:gd name="T20" fmla="*/ 26 w 39"/>
                      <a:gd name="T21" fmla="*/ 25 h 29"/>
                      <a:gd name="T22" fmla="*/ 24 w 39"/>
                      <a:gd name="T23" fmla="*/ 24 h 29"/>
                      <a:gd name="T24" fmla="*/ 18 w 39"/>
                      <a:gd name="T25" fmla="*/ 19 h 29"/>
                      <a:gd name="T26" fmla="*/ 20 w 39"/>
                      <a:gd name="T27" fmla="*/ 27 h 29"/>
                      <a:gd name="T28" fmla="*/ 17 w 39"/>
                      <a:gd name="T29" fmla="*/ 29 h 29"/>
                      <a:gd name="T30" fmla="*/ 15 w 39"/>
                      <a:gd name="T31" fmla="*/ 29 h 29"/>
                      <a:gd name="T32" fmla="*/ 11 w 39"/>
                      <a:gd name="T33" fmla="*/ 27 h 29"/>
                      <a:gd name="T34" fmla="*/ 10 w 39"/>
                      <a:gd name="T35" fmla="*/ 26 h 29"/>
                      <a:gd name="T36" fmla="*/ 5 w 39"/>
                      <a:gd name="T37" fmla="*/ 23 h 29"/>
                      <a:gd name="T38" fmla="*/ 1 w 39"/>
                      <a:gd name="T39" fmla="*/ 18 h 29"/>
                      <a:gd name="T40" fmla="*/ 0 w 39"/>
                      <a:gd name="T41" fmla="*/ 16 h 29"/>
                      <a:gd name="T42" fmla="*/ 2 w 39"/>
                      <a:gd name="T43" fmla="*/ 14 h 29"/>
                      <a:gd name="T44" fmla="*/ 21 w 39"/>
                      <a:gd name="T45" fmla="*/ 4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39" h="29">
                        <a:moveTo>
                          <a:pt x="21" y="4"/>
                        </a:moveTo>
                        <a:cubicBezTo>
                          <a:pt x="25" y="5"/>
                          <a:pt x="27" y="3"/>
                          <a:pt x="30" y="0"/>
                        </a:cubicBezTo>
                        <a:cubicBezTo>
                          <a:pt x="31" y="2"/>
                          <a:pt x="29" y="3"/>
                          <a:pt x="29" y="4"/>
                        </a:cubicBezTo>
                        <a:cubicBezTo>
                          <a:pt x="31" y="5"/>
                          <a:pt x="31" y="3"/>
                          <a:pt x="32" y="3"/>
                        </a:cubicBezTo>
                        <a:cubicBezTo>
                          <a:pt x="31" y="10"/>
                          <a:pt x="37" y="6"/>
                          <a:pt x="39" y="7"/>
                        </a:cubicBezTo>
                        <a:cubicBezTo>
                          <a:pt x="39" y="12"/>
                          <a:pt x="34" y="12"/>
                          <a:pt x="32" y="15"/>
                        </a:cubicBezTo>
                        <a:cubicBezTo>
                          <a:pt x="32" y="16"/>
                          <a:pt x="28" y="15"/>
                          <a:pt x="27" y="13"/>
                        </a:cubicBezTo>
                        <a:cubicBezTo>
                          <a:pt x="26" y="9"/>
                          <a:pt x="25" y="13"/>
                          <a:pt x="24" y="13"/>
                        </a:cubicBezTo>
                        <a:cubicBezTo>
                          <a:pt x="21" y="13"/>
                          <a:pt x="23" y="15"/>
                          <a:pt x="23" y="16"/>
                        </a:cubicBezTo>
                        <a:cubicBezTo>
                          <a:pt x="26" y="18"/>
                          <a:pt x="25" y="20"/>
                          <a:pt x="26" y="23"/>
                        </a:cubicBezTo>
                        <a:cubicBezTo>
                          <a:pt x="26" y="23"/>
                          <a:pt x="27" y="24"/>
                          <a:pt x="26" y="25"/>
                        </a:cubicBezTo>
                        <a:cubicBezTo>
                          <a:pt x="25" y="26"/>
                          <a:pt x="24" y="25"/>
                          <a:pt x="24" y="24"/>
                        </a:cubicBezTo>
                        <a:cubicBezTo>
                          <a:pt x="23" y="21"/>
                          <a:pt x="20" y="20"/>
                          <a:pt x="18" y="19"/>
                        </a:cubicBezTo>
                        <a:cubicBezTo>
                          <a:pt x="17" y="22"/>
                          <a:pt x="20" y="24"/>
                          <a:pt x="20" y="27"/>
                        </a:cubicBezTo>
                        <a:cubicBezTo>
                          <a:pt x="19" y="29"/>
                          <a:pt x="18" y="29"/>
                          <a:pt x="17" y="29"/>
                        </a:cubicBezTo>
                        <a:cubicBezTo>
                          <a:pt x="16" y="29"/>
                          <a:pt x="16" y="29"/>
                          <a:pt x="15" y="29"/>
                        </a:cubicBezTo>
                        <a:cubicBezTo>
                          <a:pt x="14" y="28"/>
                          <a:pt x="12" y="28"/>
                          <a:pt x="11" y="27"/>
                        </a:cubicBezTo>
                        <a:cubicBezTo>
                          <a:pt x="11" y="26"/>
                          <a:pt x="11" y="25"/>
                          <a:pt x="10" y="26"/>
                        </a:cubicBezTo>
                        <a:cubicBezTo>
                          <a:pt x="6" y="28"/>
                          <a:pt x="5" y="26"/>
                          <a:pt x="5" y="23"/>
                        </a:cubicBezTo>
                        <a:cubicBezTo>
                          <a:pt x="4" y="21"/>
                          <a:pt x="3" y="19"/>
                          <a:pt x="1" y="18"/>
                        </a:cubicBezTo>
                        <a:cubicBezTo>
                          <a:pt x="0" y="17"/>
                          <a:pt x="0" y="17"/>
                          <a:pt x="0" y="16"/>
                        </a:cubicBezTo>
                        <a:cubicBezTo>
                          <a:pt x="0" y="15"/>
                          <a:pt x="1" y="14"/>
                          <a:pt x="2" y="14"/>
                        </a:cubicBezTo>
                        <a:cubicBezTo>
                          <a:pt x="10" y="14"/>
                          <a:pt x="15" y="8"/>
                          <a:pt x="21" y="4"/>
                        </a:cubicBezTo>
                        <a:close/>
                      </a:path>
                    </a:pathLst>
                  </a:custGeom>
                  <a:solidFill>
                    <a:srgbClr val="BFD8F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8" name="Freeform 458"/>
                  <p:cNvSpPr/>
                  <p:nvPr/>
                </p:nvSpPr>
                <p:spPr bwMode="auto">
                  <a:xfrm>
                    <a:off x="4620" y="1891"/>
                    <a:ext cx="85" cy="93"/>
                  </a:xfrm>
                  <a:custGeom>
                    <a:avLst/>
                    <a:gdLst>
                      <a:gd name="T0" fmla="*/ 1 w 36"/>
                      <a:gd name="T1" fmla="*/ 1 h 39"/>
                      <a:gd name="T2" fmla="*/ 5 w 36"/>
                      <a:gd name="T3" fmla="*/ 0 h 39"/>
                      <a:gd name="T4" fmla="*/ 17 w 36"/>
                      <a:gd name="T5" fmla="*/ 2 h 39"/>
                      <a:gd name="T6" fmla="*/ 33 w 36"/>
                      <a:gd name="T7" fmla="*/ 18 h 39"/>
                      <a:gd name="T8" fmla="*/ 32 w 36"/>
                      <a:gd name="T9" fmla="*/ 25 h 39"/>
                      <a:gd name="T10" fmla="*/ 30 w 36"/>
                      <a:gd name="T11" fmla="*/ 28 h 39"/>
                      <a:gd name="T12" fmla="*/ 28 w 36"/>
                      <a:gd name="T13" fmla="*/ 31 h 39"/>
                      <a:gd name="T14" fmla="*/ 17 w 36"/>
                      <a:gd name="T15" fmla="*/ 36 h 39"/>
                      <a:gd name="T16" fmla="*/ 15 w 36"/>
                      <a:gd name="T17" fmla="*/ 33 h 39"/>
                      <a:gd name="T18" fmla="*/ 11 w 36"/>
                      <a:gd name="T19" fmla="*/ 30 h 39"/>
                      <a:gd name="T20" fmla="*/ 15 w 36"/>
                      <a:gd name="T21" fmla="*/ 27 h 39"/>
                      <a:gd name="T22" fmla="*/ 20 w 36"/>
                      <a:gd name="T23" fmla="*/ 24 h 39"/>
                      <a:gd name="T24" fmla="*/ 28 w 36"/>
                      <a:gd name="T25" fmla="*/ 24 h 39"/>
                      <a:gd name="T26" fmla="*/ 24 w 36"/>
                      <a:gd name="T27" fmla="*/ 17 h 39"/>
                      <a:gd name="T28" fmla="*/ 17 w 36"/>
                      <a:gd name="T29" fmla="*/ 11 h 39"/>
                      <a:gd name="T30" fmla="*/ 13 w 36"/>
                      <a:gd name="T31" fmla="*/ 7 h 39"/>
                      <a:gd name="T32" fmla="*/ 5 w 36"/>
                      <a:gd name="T33" fmla="*/ 6 h 39"/>
                      <a:gd name="T34" fmla="*/ 1 w 36"/>
                      <a:gd name="T35" fmla="*/ 1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6" h="39">
                        <a:moveTo>
                          <a:pt x="1" y="1"/>
                        </a:moveTo>
                        <a:cubicBezTo>
                          <a:pt x="3" y="1"/>
                          <a:pt x="4" y="1"/>
                          <a:pt x="5" y="0"/>
                        </a:cubicBezTo>
                        <a:cubicBezTo>
                          <a:pt x="9" y="0"/>
                          <a:pt x="13" y="0"/>
                          <a:pt x="17" y="2"/>
                        </a:cubicBezTo>
                        <a:cubicBezTo>
                          <a:pt x="25" y="5"/>
                          <a:pt x="29" y="11"/>
                          <a:pt x="33" y="18"/>
                        </a:cubicBezTo>
                        <a:cubicBezTo>
                          <a:pt x="36" y="21"/>
                          <a:pt x="31" y="22"/>
                          <a:pt x="32" y="25"/>
                        </a:cubicBezTo>
                        <a:cubicBezTo>
                          <a:pt x="30" y="25"/>
                          <a:pt x="30" y="26"/>
                          <a:pt x="30" y="28"/>
                        </a:cubicBezTo>
                        <a:cubicBezTo>
                          <a:pt x="30" y="30"/>
                          <a:pt x="28" y="31"/>
                          <a:pt x="28" y="31"/>
                        </a:cubicBezTo>
                        <a:cubicBezTo>
                          <a:pt x="23" y="30"/>
                          <a:pt x="22" y="39"/>
                          <a:pt x="17" y="36"/>
                        </a:cubicBezTo>
                        <a:cubicBezTo>
                          <a:pt x="15" y="35"/>
                          <a:pt x="17" y="33"/>
                          <a:pt x="15" y="33"/>
                        </a:cubicBezTo>
                        <a:cubicBezTo>
                          <a:pt x="11" y="35"/>
                          <a:pt x="11" y="32"/>
                          <a:pt x="11" y="30"/>
                        </a:cubicBezTo>
                        <a:cubicBezTo>
                          <a:pt x="11" y="27"/>
                          <a:pt x="13" y="26"/>
                          <a:pt x="15" y="27"/>
                        </a:cubicBezTo>
                        <a:cubicBezTo>
                          <a:pt x="18" y="28"/>
                          <a:pt x="19" y="28"/>
                          <a:pt x="20" y="24"/>
                        </a:cubicBezTo>
                        <a:cubicBezTo>
                          <a:pt x="20" y="22"/>
                          <a:pt x="24" y="22"/>
                          <a:pt x="28" y="24"/>
                        </a:cubicBezTo>
                        <a:cubicBezTo>
                          <a:pt x="29" y="20"/>
                          <a:pt x="29" y="18"/>
                          <a:pt x="24" y="17"/>
                        </a:cubicBezTo>
                        <a:cubicBezTo>
                          <a:pt x="20" y="17"/>
                          <a:pt x="18" y="15"/>
                          <a:pt x="17" y="11"/>
                        </a:cubicBezTo>
                        <a:cubicBezTo>
                          <a:pt x="17" y="9"/>
                          <a:pt x="16" y="8"/>
                          <a:pt x="13" y="7"/>
                        </a:cubicBezTo>
                        <a:cubicBezTo>
                          <a:pt x="11" y="7"/>
                          <a:pt x="8" y="6"/>
                          <a:pt x="5" y="6"/>
                        </a:cubicBezTo>
                        <a:cubicBezTo>
                          <a:pt x="3" y="6"/>
                          <a:pt x="0" y="5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ADCA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09" name="Freeform 459"/>
                  <p:cNvSpPr/>
                  <p:nvPr/>
                </p:nvSpPr>
                <p:spPr bwMode="auto">
                  <a:xfrm>
                    <a:off x="4869" y="1601"/>
                    <a:ext cx="128" cy="95"/>
                  </a:xfrm>
                  <a:custGeom>
                    <a:avLst/>
                    <a:gdLst>
                      <a:gd name="T0" fmla="*/ 49 w 54"/>
                      <a:gd name="T1" fmla="*/ 11 h 40"/>
                      <a:gd name="T2" fmla="*/ 51 w 54"/>
                      <a:gd name="T3" fmla="*/ 17 h 40"/>
                      <a:gd name="T4" fmla="*/ 51 w 54"/>
                      <a:gd name="T5" fmla="*/ 32 h 40"/>
                      <a:gd name="T6" fmla="*/ 49 w 54"/>
                      <a:gd name="T7" fmla="*/ 40 h 40"/>
                      <a:gd name="T8" fmla="*/ 48 w 54"/>
                      <a:gd name="T9" fmla="*/ 37 h 40"/>
                      <a:gd name="T10" fmla="*/ 48 w 54"/>
                      <a:gd name="T11" fmla="*/ 22 h 40"/>
                      <a:gd name="T12" fmla="*/ 32 w 54"/>
                      <a:gd name="T13" fmla="*/ 6 h 40"/>
                      <a:gd name="T14" fmla="*/ 20 w 54"/>
                      <a:gd name="T15" fmla="*/ 7 h 40"/>
                      <a:gd name="T16" fmla="*/ 4 w 54"/>
                      <a:gd name="T17" fmla="*/ 9 h 40"/>
                      <a:gd name="T18" fmla="*/ 1 w 54"/>
                      <a:gd name="T19" fmla="*/ 9 h 40"/>
                      <a:gd name="T20" fmla="*/ 0 w 54"/>
                      <a:gd name="T21" fmla="*/ 9 h 40"/>
                      <a:gd name="T22" fmla="*/ 11 w 54"/>
                      <a:gd name="T23" fmla="*/ 3 h 40"/>
                      <a:gd name="T24" fmla="*/ 38 w 54"/>
                      <a:gd name="T25" fmla="*/ 3 h 40"/>
                      <a:gd name="T26" fmla="*/ 44 w 54"/>
                      <a:gd name="T27" fmla="*/ 8 h 40"/>
                      <a:gd name="T28" fmla="*/ 49 w 54"/>
                      <a:gd name="T29" fmla="*/ 11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54" h="40">
                        <a:moveTo>
                          <a:pt x="49" y="11"/>
                        </a:moveTo>
                        <a:cubicBezTo>
                          <a:pt x="49" y="13"/>
                          <a:pt x="50" y="15"/>
                          <a:pt x="51" y="17"/>
                        </a:cubicBezTo>
                        <a:cubicBezTo>
                          <a:pt x="54" y="22"/>
                          <a:pt x="54" y="27"/>
                          <a:pt x="51" y="32"/>
                        </a:cubicBezTo>
                        <a:cubicBezTo>
                          <a:pt x="50" y="35"/>
                          <a:pt x="51" y="37"/>
                          <a:pt x="49" y="40"/>
                        </a:cubicBezTo>
                        <a:cubicBezTo>
                          <a:pt x="48" y="39"/>
                          <a:pt x="47" y="38"/>
                          <a:pt x="48" y="37"/>
                        </a:cubicBezTo>
                        <a:cubicBezTo>
                          <a:pt x="49" y="32"/>
                          <a:pt x="48" y="27"/>
                          <a:pt x="48" y="22"/>
                        </a:cubicBezTo>
                        <a:cubicBezTo>
                          <a:pt x="47" y="14"/>
                          <a:pt x="40" y="6"/>
                          <a:pt x="32" y="6"/>
                        </a:cubicBezTo>
                        <a:cubicBezTo>
                          <a:pt x="28" y="6"/>
                          <a:pt x="24" y="6"/>
                          <a:pt x="20" y="7"/>
                        </a:cubicBezTo>
                        <a:cubicBezTo>
                          <a:pt x="15" y="7"/>
                          <a:pt x="9" y="7"/>
                          <a:pt x="4" y="9"/>
                        </a:cubicBezTo>
                        <a:cubicBezTo>
                          <a:pt x="3" y="10"/>
                          <a:pt x="2" y="10"/>
                          <a:pt x="1" y="9"/>
                        </a:cubicBezTo>
                        <a:cubicBezTo>
                          <a:pt x="1" y="9"/>
                          <a:pt x="0" y="9"/>
                          <a:pt x="0" y="9"/>
                        </a:cubicBezTo>
                        <a:cubicBezTo>
                          <a:pt x="3" y="6"/>
                          <a:pt x="7" y="4"/>
                          <a:pt x="11" y="3"/>
                        </a:cubicBezTo>
                        <a:cubicBezTo>
                          <a:pt x="20" y="0"/>
                          <a:pt x="29" y="0"/>
                          <a:pt x="38" y="3"/>
                        </a:cubicBezTo>
                        <a:cubicBezTo>
                          <a:pt x="40" y="4"/>
                          <a:pt x="42" y="6"/>
                          <a:pt x="44" y="8"/>
                        </a:cubicBezTo>
                        <a:cubicBezTo>
                          <a:pt x="46" y="9"/>
                          <a:pt x="47" y="11"/>
                          <a:pt x="49" y="11"/>
                        </a:cubicBezTo>
                        <a:close/>
                      </a:path>
                    </a:pathLst>
                  </a:custGeom>
                  <a:solidFill>
                    <a:srgbClr val="FAFD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0" name="Freeform 460"/>
                  <p:cNvSpPr/>
                  <p:nvPr/>
                </p:nvSpPr>
                <p:spPr bwMode="auto">
                  <a:xfrm>
                    <a:off x="4798" y="1677"/>
                    <a:ext cx="47" cy="100"/>
                  </a:xfrm>
                  <a:custGeom>
                    <a:avLst/>
                    <a:gdLst>
                      <a:gd name="T0" fmla="*/ 6 w 20"/>
                      <a:gd name="T1" fmla="*/ 0 h 42"/>
                      <a:gd name="T2" fmla="*/ 8 w 20"/>
                      <a:gd name="T3" fmla="*/ 22 h 42"/>
                      <a:gd name="T4" fmla="*/ 12 w 20"/>
                      <a:gd name="T5" fmla="*/ 27 h 42"/>
                      <a:gd name="T6" fmla="*/ 13 w 20"/>
                      <a:gd name="T7" fmla="*/ 28 h 42"/>
                      <a:gd name="T8" fmla="*/ 20 w 20"/>
                      <a:gd name="T9" fmla="*/ 42 h 42"/>
                      <a:gd name="T10" fmla="*/ 9 w 20"/>
                      <a:gd name="T11" fmla="*/ 34 h 42"/>
                      <a:gd name="T12" fmla="*/ 3 w 20"/>
                      <a:gd name="T13" fmla="*/ 20 h 42"/>
                      <a:gd name="T14" fmla="*/ 3 w 20"/>
                      <a:gd name="T15" fmla="*/ 4 h 42"/>
                      <a:gd name="T16" fmla="*/ 6 w 20"/>
                      <a:gd name="T17" fmla="*/ 0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0" h="42">
                        <a:moveTo>
                          <a:pt x="6" y="0"/>
                        </a:moveTo>
                        <a:cubicBezTo>
                          <a:pt x="4" y="7"/>
                          <a:pt x="4" y="15"/>
                          <a:pt x="8" y="22"/>
                        </a:cubicBezTo>
                        <a:cubicBezTo>
                          <a:pt x="9" y="24"/>
                          <a:pt x="10" y="26"/>
                          <a:pt x="12" y="27"/>
                        </a:cubicBezTo>
                        <a:cubicBezTo>
                          <a:pt x="12" y="27"/>
                          <a:pt x="13" y="27"/>
                          <a:pt x="13" y="28"/>
                        </a:cubicBezTo>
                        <a:cubicBezTo>
                          <a:pt x="14" y="33"/>
                          <a:pt x="18" y="37"/>
                          <a:pt x="20" y="42"/>
                        </a:cubicBezTo>
                        <a:cubicBezTo>
                          <a:pt x="17" y="39"/>
                          <a:pt x="13" y="38"/>
                          <a:pt x="9" y="34"/>
                        </a:cubicBezTo>
                        <a:cubicBezTo>
                          <a:pt x="6" y="30"/>
                          <a:pt x="4" y="25"/>
                          <a:pt x="3" y="20"/>
                        </a:cubicBezTo>
                        <a:cubicBezTo>
                          <a:pt x="3" y="15"/>
                          <a:pt x="0" y="9"/>
                          <a:pt x="3" y="4"/>
                        </a:cubicBezTo>
                        <a:cubicBezTo>
                          <a:pt x="4" y="2"/>
                          <a:pt x="4" y="1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FDFE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1" name="Freeform 461"/>
                  <p:cNvSpPr/>
                  <p:nvPr/>
                </p:nvSpPr>
                <p:spPr bwMode="auto">
                  <a:xfrm>
                    <a:off x="4798" y="1829"/>
                    <a:ext cx="59" cy="24"/>
                  </a:xfrm>
                  <a:custGeom>
                    <a:avLst/>
                    <a:gdLst>
                      <a:gd name="T0" fmla="*/ 25 w 25"/>
                      <a:gd name="T1" fmla="*/ 6 h 10"/>
                      <a:gd name="T2" fmla="*/ 23 w 25"/>
                      <a:gd name="T3" fmla="*/ 8 h 10"/>
                      <a:gd name="T4" fmla="*/ 21 w 25"/>
                      <a:gd name="T5" fmla="*/ 9 h 10"/>
                      <a:gd name="T6" fmla="*/ 9 w 25"/>
                      <a:gd name="T7" fmla="*/ 9 h 10"/>
                      <a:gd name="T8" fmla="*/ 0 w 25"/>
                      <a:gd name="T9" fmla="*/ 1 h 10"/>
                      <a:gd name="T10" fmla="*/ 0 w 25"/>
                      <a:gd name="T11" fmla="*/ 1 h 10"/>
                      <a:gd name="T12" fmla="*/ 20 w 25"/>
                      <a:gd name="T13" fmla="*/ 4 h 10"/>
                      <a:gd name="T14" fmla="*/ 25 w 25"/>
                      <a:gd name="T15" fmla="*/ 6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5" h="10">
                        <a:moveTo>
                          <a:pt x="25" y="6"/>
                        </a:moveTo>
                        <a:cubicBezTo>
                          <a:pt x="24" y="6"/>
                          <a:pt x="24" y="7"/>
                          <a:pt x="23" y="8"/>
                        </a:cubicBezTo>
                        <a:cubicBezTo>
                          <a:pt x="23" y="9"/>
                          <a:pt x="22" y="9"/>
                          <a:pt x="21" y="9"/>
                        </a:cubicBezTo>
                        <a:cubicBezTo>
                          <a:pt x="17" y="9"/>
                          <a:pt x="13" y="10"/>
                          <a:pt x="9" y="9"/>
                        </a:cubicBezTo>
                        <a:cubicBezTo>
                          <a:pt x="3" y="9"/>
                          <a:pt x="0" y="5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7" y="0"/>
                          <a:pt x="14" y="1"/>
                          <a:pt x="20" y="4"/>
                        </a:cubicBezTo>
                        <a:cubicBezTo>
                          <a:pt x="22" y="4"/>
                          <a:pt x="24" y="5"/>
                          <a:pt x="25" y="6"/>
                        </a:cubicBezTo>
                        <a:close/>
                      </a:path>
                    </a:pathLst>
                  </a:custGeom>
                  <a:solidFill>
                    <a:srgbClr val="A3DFC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2" name="Freeform 462"/>
                  <p:cNvSpPr/>
                  <p:nvPr/>
                </p:nvSpPr>
                <p:spPr bwMode="auto">
                  <a:xfrm>
                    <a:off x="4655" y="1660"/>
                    <a:ext cx="29" cy="46"/>
                  </a:xfrm>
                  <a:custGeom>
                    <a:avLst/>
                    <a:gdLst>
                      <a:gd name="T0" fmla="*/ 7 w 12"/>
                      <a:gd name="T1" fmla="*/ 0 h 19"/>
                      <a:gd name="T2" fmla="*/ 8 w 12"/>
                      <a:gd name="T3" fmla="*/ 5 h 19"/>
                      <a:gd name="T4" fmla="*/ 6 w 12"/>
                      <a:gd name="T5" fmla="*/ 9 h 19"/>
                      <a:gd name="T6" fmla="*/ 12 w 12"/>
                      <a:gd name="T7" fmla="*/ 14 h 19"/>
                      <a:gd name="T8" fmla="*/ 8 w 12"/>
                      <a:gd name="T9" fmla="*/ 17 h 19"/>
                      <a:gd name="T10" fmla="*/ 1 w 12"/>
                      <a:gd name="T11" fmla="*/ 19 h 19"/>
                      <a:gd name="T12" fmla="*/ 2 w 12"/>
                      <a:gd name="T13" fmla="*/ 10 h 19"/>
                      <a:gd name="T14" fmla="*/ 7 w 12"/>
                      <a:gd name="T15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19">
                        <a:moveTo>
                          <a:pt x="7" y="0"/>
                        </a:moveTo>
                        <a:cubicBezTo>
                          <a:pt x="10" y="2"/>
                          <a:pt x="9" y="4"/>
                          <a:pt x="8" y="5"/>
                        </a:cubicBezTo>
                        <a:cubicBezTo>
                          <a:pt x="7" y="7"/>
                          <a:pt x="5" y="8"/>
                          <a:pt x="6" y="9"/>
                        </a:cubicBezTo>
                        <a:cubicBezTo>
                          <a:pt x="7" y="11"/>
                          <a:pt x="7" y="16"/>
                          <a:pt x="12" y="14"/>
                        </a:cubicBezTo>
                        <a:cubicBezTo>
                          <a:pt x="12" y="17"/>
                          <a:pt x="9" y="17"/>
                          <a:pt x="8" y="17"/>
                        </a:cubicBezTo>
                        <a:cubicBezTo>
                          <a:pt x="5" y="16"/>
                          <a:pt x="3" y="18"/>
                          <a:pt x="1" y="19"/>
                        </a:cubicBezTo>
                        <a:cubicBezTo>
                          <a:pt x="0" y="16"/>
                          <a:pt x="3" y="13"/>
                          <a:pt x="2" y="10"/>
                        </a:cubicBezTo>
                        <a:cubicBezTo>
                          <a:pt x="1" y="5"/>
                          <a:pt x="6" y="3"/>
                          <a:pt x="7" y="0"/>
                        </a:cubicBezTo>
                        <a:close/>
                      </a:path>
                    </a:pathLst>
                  </a:custGeom>
                  <a:solidFill>
                    <a:srgbClr val="B5CF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3" name="Freeform 463"/>
                  <p:cNvSpPr/>
                  <p:nvPr/>
                </p:nvSpPr>
                <p:spPr bwMode="auto">
                  <a:xfrm>
                    <a:off x="4731" y="1924"/>
                    <a:ext cx="81" cy="31"/>
                  </a:xfrm>
                  <a:custGeom>
                    <a:avLst/>
                    <a:gdLst>
                      <a:gd name="T0" fmla="*/ 0 w 34"/>
                      <a:gd name="T1" fmla="*/ 1 h 13"/>
                      <a:gd name="T2" fmla="*/ 17 w 34"/>
                      <a:gd name="T3" fmla="*/ 4 h 13"/>
                      <a:gd name="T4" fmla="*/ 18 w 34"/>
                      <a:gd name="T5" fmla="*/ 7 h 13"/>
                      <a:gd name="T6" fmla="*/ 33 w 34"/>
                      <a:gd name="T7" fmla="*/ 10 h 13"/>
                      <a:gd name="T8" fmla="*/ 34 w 34"/>
                      <a:gd name="T9" fmla="*/ 11 h 13"/>
                      <a:gd name="T10" fmla="*/ 26 w 34"/>
                      <a:gd name="T11" fmla="*/ 11 h 13"/>
                      <a:gd name="T12" fmla="*/ 10 w 34"/>
                      <a:gd name="T13" fmla="*/ 8 h 13"/>
                      <a:gd name="T14" fmla="*/ 4 w 34"/>
                      <a:gd name="T15" fmla="*/ 4 h 13"/>
                      <a:gd name="T16" fmla="*/ 0 w 34"/>
                      <a:gd name="T17" fmla="*/ 1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4" h="13">
                        <a:moveTo>
                          <a:pt x="0" y="1"/>
                        </a:moveTo>
                        <a:cubicBezTo>
                          <a:pt x="6" y="0"/>
                          <a:pt x="11" y="4"/>
                          <a:pt x="17" y="4"/>
                        </a:cubicBezTo>
                        <a:cubicBezTo>
                          <a:pt x="18" y="5"/>
                          <a:pt x="14" y="6"/>
                          <a:pt x="18" y="7"/>
                        </a:cubicBezTo>
                        <a:cubicBezTo>
                          <a:pt x="23" y="8"/>
                          <a:pt x="28" y="8"/>
                          <a:pt x="33" y="10"/>
                        </a:cubicBezTo>
                        <a:cubicBezTo>
                          <a:pt x="34" y="10"/>
                          <a:pt x="34" y="11"/>
                          <a:pt x="34" y="11"/>
                        </a:cubicBezTo>
                        <a:cubicBezTo>
                          <a:pt x="32" y="13"/>
                          <a:pt x="29" y="12"/>
                          <a:pt x="26" y="11"/>
                        </a:cubicBezTo>
                        <a:cubicBezTo>
                          <a:pt x="21" y="10"/>
                          <a:pt x="15" y="9"/>
                          <a:pt x="10" y="8"/>
                        </a:cubicBezTo>
                        <a:cubicBezTo>
                          <a:pt x="9" y="6"/>
                          <a:pt x="7" y="5"/>
                          <a:pt x="4" y="4"/>
                        </a:cubicBezTo>
                        <a:cubicBezTo>
                          <a:pt x="3" y="3"/>
                          <a:pt x="1" y="3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B2DB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4" name="Freeform 464"/>
                  <p:cNvSpPr/>
                  <p:nvPr/>
                </p:nvSpPr>
                <p:spPr bwMode="auto">
                  <a:xfrm>
                    <a:off x="4790" y="1824"/>
                    <a:ext cx="55" cy="15"/>
                  </a:xfrm>
                  <a:custGeom>
                    <a:avLst/>
                    <a:gdLst>
                      <a:gd name="T0" fmla="*/ 23 w 23"/>
                      <a:gd name="T1" fmla="*/ 6 h 6"/>
                      <a:gd name="T2" fmla="*/ 3 w 23"/>
                      <a:gd name="T3" fmla="*/ 3 h 6"/>
                      <a:gd name="T4" fmla="*/ 0 w 23"/>
                      <a:gd name="T5" fmla="*/ 0 h 6"/>
                      <a:gd name="T6" fmla="*/ 13 w 23"/>
                      <a:gd name="T7" fmla="*/ 1 h 6"/>
                      <a:gd name="T8" fmla="*/ 23 w 23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">
                        <a:moveTo>
                          <a:pt x="23" y="6"/>
                        </a:moveTo>
                        <a:cubicBezTo>
                          <a:pt x="17" y="5"/>
                          <a:pt x="10" y="5"/>
                          <a:pt x="3" y="3"/>
                        </a:cubicBezTo>
                        <a:cubicBezTo>
                          <a:pt x="2" y="2"/>
                          <a:pt x="1" y="2"/>
                          <a:pt x="0" y="0"/>
                        </a:cubicBezTo>
                        <a:cubicBezTo>
                          <a:pt x="4" y="2"/>
                          <a:pt x="9" y="1"/>
                          <a:pt x="13" y="1"/>
                        </a:cubicBezTo>
                        <a:cubicBezTo>
                          <a:pt x="17" y="2"/>
                          <a:pt x="21" y="2"/>
                          <a:pt x="23" y="6"/>
                        </a:cubicBezTo>
                        <a:close/>
                      </a:path>
                    </a:pathLst>
                  </a:custGeom>
                  <a:solidFill>
                    <a:srgbClr val="BCDBF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5" name="Freeform 465"/>
                  <p:cNvSpPr/>
                  <p:nvPr/>
                </p:nvSpPr>
                <p:spPr bwMode="auto">
                  <a:xfrm>
                    <a:off x="4693" y="1889"/>
                    <a:ext cx="31" cy="33"/>
                  </a:xfrm>
                  <a:custGeom>
                    <a:avLst/>
                    <a:gdLst>
                      <a:gd name="T0" fmla="*/ 1 w 13"/>
                      <a:gd name="T1" fmla="*/ 0 h 14"/>
                      <a:gd name="T2" fmla="*/ 13 w 13"/>
                      <a:gd name="T3" fmla="*/ 14 h 14"/>
                      <a:gd name="T4" fmla="*/ 0 w 13"/>
                      <a:gd name="T5" fmla="*/ 1 h 14"/>
                      <a:gd name="T6" fmla="*/ 1 w 13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14">
                        <a:moveTo>
                          <a:pt x="1" y="0"/>
                        </a:moveTo>
                        <a:cubicBezTo>
                          <a:pt x="4" y="5"/>
                          <a:pt x="9" y="9"/>
                          <a:pt x="13" y="14"/>
                        </a:cubicBezTo>
                        <a:cubicBezTo>
                          <a:pt x="5" y="14"/>
                          <a:pt x="1" y="8"/>
                          <a:pt x="0" y="1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CFDF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6" name="Freeform 466"/>
                  <p:cNvSpPr/>
                  <p:nvPr/>
                </p:nvSpPr>
                <p:spPr bwMode="auto">
                  <a:xfrm>
                    <a:off x="4760" y="1660"/>
                    <a:ext cx="11" cy="53"/>
                  </a:xfrm>
                  <a:custGeom>
                    <a:avLst/>
                    <a:gdLst>
                      <a:gd name="T0" fmla="*/ 3 w 5"/>
                      <a:gd name="T1" fmla="*/ 22 h 22"/>
                      <a:gd name="T2" fmla="*/ 1 w 5"/>
                      <a:gd name="T3" fmla="*/ 20 h 22"/>
                      <a:gd name="T4" fmla="*/ 0 w 5"/>
                      <a:gd name="T5" fmla="*/ 0 h 22"/>
                      <a:gd name="T6" fmla="*/ 3 w 5"/>
                      <a:gd name="T7" fmla="*/ 9 h 22"/>
                      <a:gd name="T8" fmla="*/ 3 w 5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22">
                        <a:moveTo>
                          <a:pt x="3" y="22"/>
                        </a:moveTo>
                        <a:cubicBezTo>
                          <a:pt x="1" y="22"/>
                          <a:pt x="0" y="21"/>
                          <a:pt x="1" y="20"/>
                        </a:cubicBezTo>
                        <a:cubicBezTo>
                          <a:pt x="4" y="13"/>
                          <a:pt x="0" y="7"/>
                          <a:pt x="0" y="0"/>
                        </a:cubicBezTo>
                        <a:cubicBezTo>
                          <a:pt x="4" y="2"/>
                          <a:pt x="2" y="6"/>
                          <a:pt x="3" y="9"/>
                        </a:cubicBezTo>
                        <a:cubicBezTo>
                          <a:pt x="5" y="13"/>
                          <a:pt x="4" y="18"/>
                          <a:pt x="3" y="22"/>
                        </a:cubicBezTo>
                        <a:close/>
                      </a:path>
                    </a:pathLst>
                  </a:custGeom>
                  <a:solidFill>
                    <a:srgbClr val="B8D2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7" name="Freeform 467"/>
                  <p:cNvSpPr/>
                  <p:nvPr/>
                </p:nvSpPr>
                <p:spPr bwMode="auto">
                  <a:xfrm>
                    <a:off x="4859" y="1801"/>
                    <a:ext cx="19" cy="38"/>
                  </a:xfrm>
                  <a:custGeom>
                    <a:avLst/>
                    <a:gdLst>
                      <a:gd name="T0" fmla="*/ 0 w 8"/>
                      <a:gd name="T1" fmla="*/ 0 h 16"/>
                      <a:gd name="T2" fmla="*/ 4 w 8"/>
                      <a:gd name="T3" fmla="*/ 16 h 16"/>
                      <a:gd name="T4" fmla="*/ 3 w 8"/>
                      <a:gd name="T5" fmla="*/ 6 h 16"/>
                      <a:gd name="T6" fmla="*/ 0 w 8"/>
                      <a:gd name="T7" fmla="*/ 0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16">
                        <a:moveTo>
                          <a:pt x="0" y="0"/>
                        </a:moveTo>
                        <a:cubicBezTo>
                          <a:pt x="6" y="3"/>
                          <a:pt x="8" y="12"/>
                          <a:pt x="4" y="16"/>
                        </a:cubicBezTo>
                        <a:cubicBezTo>
                          <a:pt x="5" y="13"/>
                          <a:pt x="5" y="10"/>
                          <a:pt x="3" y="6"/>
                        </a:cubicBezTo>
                        <a:cubicBezTo>
                          <a:pt x="1" y="5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2FBF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8" name="Freeform 468"/>
                  <p:cNvSpPr/>
                  <p:nvPr/>
                </p:nvSpPr>
                <p:spPr bwMode="auto">
                  <a:xfrm>
                    <a:off x="4681" y="1851"/>
                    <a:ext cx="15" cy="40"/>
                  </a:xfrm>
                  <a:custGeom>
                    <a:avLst/>
                    <a:gdLst>
                      <a:gd name="T0" fmla="*/ 6 w 6"/>
                      <a:gd name="T1" fmla="*/ 16 h 17"/>
                      <a:gd name="T2" fmla="*/ 5 w 6"/>
                      <a:gd name="T3" fmla="*/ 17 h 17"/>
                      <a:gd name="T4" fmla="*/ 4 w 6"/>
                      <a:gd name="T5" fmla="*/ 0 h 17"/>
                      <a:gd name="T6" fmla="*/ 6 w 6"/>
                      <a:gd name="T7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17">
                        <a:moveTo>
                          <a:pt x="6" y="16"/>
                        </a:moveTo>
                        <a:cubicBezTo>
                          <a:pt x="6" y="17"/>
                          <a:pt x="5" y="17"/>
                          <a:pt x="5" y="17"/>
                        </a:cubicBezTo>
                        <a:cubicBezTo>
                          <a:pt x="0" y="11"/>
                          <a:pt x="0" y="4"/>
                          <a:pt x="4" y="0"/>
                        </a:cubicBezTo>
                        <a:cubicBezTo>
                          <a:pt x="3" y="6"/>
                          <a:pt x="3" y="11"/>
                          <a:pt x="6" y="16"/>
                        </a:cubicBezTo>
                        <a:close/>
                      </a:path>
                    </a:pathLst>
                  </a:custGeom>
                  <a:solidFill>
                    <a:srgbClr val="F7FCF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19" name="Freeform 469"/>
                  <p:cNvSpPr/>
                  <p:nvPr/>
                </p:nvSpPr>
                <p:spPr bwMode="auto">
                  <a:xfrm>
                    <a:off x="4802" y="1592"/>
                    <a:ext cx="29" cy="19"/>
                  </a:xfrm>
                  <a:custGeom>
                    <a:avLst/>
                    <a:gdLst>
                      <a:gd name="T0" fmla="*/ 0 w 12"/>
                      <a:gd name="T1" fmla="*/ 8 h 8"/>
                      <a:gd name="T2" fmla="*/ 8 w 12"/>
                      <a:gd name="T3" fmla="*/ 1 h 8"/>
                      <a:gd name="T4" fmla="*/ 12 w 12"/>
                      <a:gd name="T5" fmla="*/ 1 h 8"/>
                      <a:gd name="T6" fmla="*/ 0 w 12"/>
                      <a:gd name="T7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8">
                        <a:moveTo>
                          <a:pt x="0" y="8"/>
                        </a:moveTo>
                        <a:cubicBezTo>
                          <a:pt x="3" y="5"/>
                          <a:pt x="6" y="4"/>
                          <a:pt x="8" y="1"/>
                        </a:cubicBezTo>
                        <a:cubicBezTo>
                          <a:pt x="9" y="0"/>
                          <a:pt x="11" y="1"/>
                          <a:pt x="12" y="1"/>
                        </a:cubicBezTo>
                        <a:cubicBezTo>
                          <a:pt x="9" y="6"/>
                          <a:pt x="5" y="7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B8DC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0" name="Freeform 470"/>
                  <p:cNvSpPr/>
                  <p:nvPr/>
                </p:nvSpPr>
                <p:spPr bwMode="auto">
                  <a:xfrm>
                    <a:off x="4639" y="1684"/>
                    <a:ext cx="9" cy="26"/>
                  </a:xfrm>
                  <a:custGeom>
                    <a:avLst/>
                    <a:gdLst>
                      <a:gd name="T0" fmla="*/ 2 w 4"/>
                      <a:gd name="T1" fmla="*/ 11 h 11"/>
                      <a:gd name="T2" fmla="*/ 0 w 4"/>
                      <a:gd name="T3" fmla="*/ 0 h 11"/>
                      <a:gd name="T4" fmla="*/ 2 w 4"/>
                      <a:gd name="T5" fmla="*/ 1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11">
                        <a:moveTo>
                          <a:pt x="2" y="11"/>
                        </a:moveTo>
                        <a:cubicBezTo>
                          <a:pt x="0" y="8"/>
                          <a:pt x="0" y="4"/>
                          <a:pt x="0" y="0"/>
                        </a:cubicBezTo>
                        <a:cubicBezTo>
                          <a:pt x="3" y="3"/>
                          <a:pt x="4" y="7"/>
                          <a:pt x="2" y="11"/>
                        </a:cubicBezTo>
                        <a:close/>
                      </a:path>
                    </a:pathLst>
                  </a:custGeom>
                  <a:solidFill>
                    <a:srgbClr val="AAD9D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1" name="Freeform 471"/>
                  <p:cNvSpPr/>
                  <p:nvPr/>
                </p:nvSpPr>
                <p:spPr bwMode="auto">
                  <a:xfrm>
                    <a:off x="4650" y="1706"/>
                    <a:ext cx="15" cy="16"/>
                  </a:xfrm>
                  <a:custGeom>
                    <a:avLst/>
                    <a:gdLst>
                      <a:gd name="T0" fmla="*/ 3 w 6"/>
                      <a:gd name="T1" fmla="*/ 0 h 7"/>
                      <a:gd name="T2" fmla="*/ 6 w 6"/>
                      <a:gd name="T3" fmla="*/ 2 h 7"/>
                      <a:gd name="T4" fmla="*/ 2 w 6"/>
                      <a:gd name="T5" fmla="*/ 7 h 7"/>
                      <a:gd name="T6" fmla="*/ 0 w 6"/>
                      <a:gd name="T7" fmla="*/ 6 h 7"/>
                      <a:gd name="T8" fmla="*/ 3 w 6"/>
                      <a:gd name="T9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7">
                        <a:moveTo>
                          <a:pt x="3" y="0"/>
                        </a:moveTo>
                        <a:cubicBezTo>
                          <a:pt x="3" y="3"/>
                          <a:pt x="5" y="2"/>
                          <a:pt x="6" y="2"/>
                        </a:cubicBezTo>
                        <a:cubicBezTo>
                          <a:pt x="6" y="4"/>
                          <a:pt x="2" y="5"/>
                          <a:pt x="2" y="7"/>
                        </a:cubicBezTo>
                        <a:cubicBezTo>
                          <a:pt x="1" y="7"/>
                          <a:pt x="0" y="7"/>
                          <a:pt x="0" y="6"/>
                        </a:cubicBezTo>
                        <a:cubicBezTo>
                          <a:pt x="1" y="4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B5CF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2" name="Freeform 472"/>
                  <p:cNvSpPr/>
                  <p:nvPr/>
                </p:nvSpPr>
                <p:spPr bwMode="auto">
                  <a:xfrm>
                    <a:off x="4769" y="1810"/>
                    <a:ext cx="19" cy="10"/>
                  </a:xfrm>
                  <a:custGeom>
                    <a:avLst/>
                    <a:gdLst>
                      <a:gd name="T0" fmla="*/ 8 w 8"/>
                      <a:gd name="T1" fmla="*/ 4 h 4"/>
                      <a:gd name="T2" fmla="*/ 0 w 8"/>
                      <a:gd name="T3" fmla="*/ 2 h 4"/>
                      <a:gd name="T4" fmla="*/ 8 w 8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4">
                        <a:moveTo>
                          <a:pt x="8" y="4"/>
                        </a:moveTo>
                        <a:cubicBezTo>
                          <a:pt x="5" y="4"/>
                          <a:pt x="2" y="3"/>
                          <a:pt x="0" y="2"/>
                        </a:cubicBezTo>
                        <a:cubicBezTo>
                          <a:pt x="3" y="2"/>
                          <a:pt x="6" y="0"/>
                          <a:pt x="8" y="4"/>
                        </a:cubicBezTo>
                        <a:close/>
                      </a:path>
                    </a:pathLst>
                  </a:custGeom>
                  <a:solidFill>
                    <a:srgbClr val="F9FCF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3" name="Freeform 473"/>
                  <p:cNvSpPr/>
                  <p:nvPr/>
                </p:nvSpPr>
                <p:spPr bwMode="auto">
                  <a:xfrm>
                    <a:off x="4674" y="1649"/>
                    <a:ext cx="10" cy="14"/>
                  </a:xfrm>
                  <a:custGeom>
                    <a:avLst/>
                    <a:gdLst>
                      <a:gd name="T0" fmla="*/ 4 w 4"/>
                      <a:gd name="T1" fmla="*/ 0 h 6"/>
                      <a:gd name="T2" fmla="*/ 4 w 4"/>
                      <a:gd name="T3" fmla="*/ 6 h 6"/>
                      <a:gd name="T4" fmla="*/ 0 w 4"/>
                      <a:gd name="T5" fmla="*/ 3 h 6"/>
                      <a:gd name="T6" fmla="*/ 4 w 4"/>
                      <a:gd name="T7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6">
                        <a:moveTo>
                          <a:pt x="4" y="0"/>
                        </a:moveTo>
                        <a:cubicBezTo>
                          <a:pt x="3" y="2"/>
                          <a:pt x="3" y="4"/>
                          <a:pt x="4" y="6"/>
                        </a:cubicBezTo>
                        <a:cubicBezTo>
                          <a:pt x="2" y="6"/>
                          <a:pt x="2" y="4"/>
                          <a:pt x="0" y="3"/>
                        </a:cubicBezTo>
                        <a:cubicBezTo>
                          <a:pt x="1" y="2"/>
                          <a:pt x="2" y="0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B5CF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4" name="Freeform 474"/>
                  <p:cNvSpPr/>
                  <p:nvPr/>
                </p:nvSpPr>
                <p:spPr bwMode="auto">
                  <a:xfrm>
                    <a:off x="4833" y="1634"/>
                    <a:ext cx="14" cy="12"/>
                  </a:xfrm>
                  <a:custGeom>
                    <a:avLst/>
                    <a:gdLst>
                      <a:gd name="T0" fmla="*/ 6 w 6"/>
                      <a:gd name="T1" fmla="*/ 1 h 5"/>
                      <a:gd name="T2" fmla="*/ 0 w 6"/>
                      <a:gd name="T3" fmla="*/ 5 h 5"/>
                      <a:gd name="T4" fmla="*/ 6 w 6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5">
                        <a:moveTo>
                          <a:pt x="6" y="1"/>
                        </a:moveTo>
                        <a:cubicBezTo>
                          <a:pt x="5" y="3"/>
                          <a:pt x="3" y="5"/>
                          <a:pt x="0" y="5"/>
                        </a:cubicBezTo>
                        <a:cubicBezTo>
                          <a:pt x="2" y="3"/>
                          <a:pt x="3" y="0"/>
                          <a:pt x="6" y="1"/>
                        </a:cubicBezTo>
                        <a:close/>
                      </a:path>
                    </a:pathLst>
                  </a:custGeom>
                  <a:solidFill>
                    <a:srgbClr val="F5FBF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5" name="Freeform 475"/>
                  <p:cNvSpPr/>
                  <p:nvPr/>
                </p:nvSpPr>
                <p:spPr bwMode="auto">
                  <a:xfrm>
                    <a:off x="4824" y="1587"/>
                    <a:ext cx="9" cy="7"/>
                  </a:xfrm>
                  <a:custGeom>
                    <a:avLst/>
                    <a:gdLst>
                      <a:gd name="T0" fmla="*/ 3 w 4"/>
                      <a:gd name="T1" fmla="*/ 3 h 3"/>
                      <a:gd name="T2" fmla="*/ 4 w 4"/>
                      <a:gd name="T3" fmla="*/ 0 h 3"/>
                      <a:gd name="T4" fmla="*/ 3 w 4"/>
                      <a:gd name="T5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3" y="3"/>
                        </a:moveTo>
                        <a:cubicBezTo>
                          <a:pt x="3" y="2"/>
                          <a:pt x="0" y="0"/>
                          <a:pt x="4" y="0"/>
                        </a:cubicBezTo>
                        <a:cubicBezTo>
                          <a:pt x="4" y="1"/>
                          <a:pt x="4" y="2"/>
                          <a:pt x="3" y="3"/>
                        </a:cubicBezTo>
                        <a:close/>
                      </a:path>
                    </a:pathLst>
                  </a:custGeom>
                  <a:solidFill>
                    <a:srgbClr val="B8DC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6" name="Freeform 476"/>
                  <p:cNvSpPr/>
                  <p:nvPr/>
                </p:nvSpPr>
                <p:spPr bwMode="auto">
                  <a:xfrm>
                    <a:off x="4653" y="1447"/>
                    <a:ext cx="38" cy="28"/>
                  </a:xfrm>
                  <a:custGeom>
                    <a:avLst/>
                    <a:gdLst>
                      <a:gd name="T0" fmla="*/ 12 w 16"/>
                      <a:gd name="T1" fmla="*/ 12 h 12"/>
                      <a:gd name="T2" fmla="*/ 8 w 16"/>
                      <a:gd name="T3" fmla="*/ 10 h 12"/>
                      <a:gd name="T4" fmla="*/ 7 w 16"/>
                      <a:gd name="T5" fmla="*/ 9 h 12"/>
                      <a:gd name="T6" fmla="*/ 9 w 16"/>
                      <a:gd name="T7" fmla="*/ 7 h 12"/>
                      <a:gd name="T8" fmla="*/ 10 w 16"/>
                      <a:gd name="T9" fmla="*/ 5 h 12"/>
                      <a:gd name="T10" fmla="*/ 8 w 16"/>
                      <a:gd name="T11" fmla="*/ 6 h 12"/>
                      <a:gd name="T12" fmla="*/ 4 w 16"/>
                      <a:gd name="T13" fmla="*/ 8 h 12"/>
                      <a:gd name="T14" fmla="*/ 1 w 16"/>
                      <a:gd name="T15" fmla="*/ 6 h 12"/>
                      <a:gd name="T16" fmla="*/ 3 w 16"/>
                      <a:gd name="T17" fmla="*/ 4 h 12"/>
                      <a:gd name="T18" fmla="*/ 4 w 16"/>
                      <a:gd name="T19" fmla="*/ 4 h 12"/>
                      <a:gd name="T20" fmla="*/ 13 w 16"/>
                      <a:gd name="T21" fmla="*/ 5 h 12"/>
                      <a:gd name="T22" fmla="*/ 12 w 16"/>
                      <a:gd name="T23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6" h="12">
                        <a:moveTo>
                          <a:pt x="12" y="12"/>
                        </a:moveTo>
                        <a:cubicBezTo>
                          <a:pt x="11" y="12"/>
                          <a:pt x="12" y="8"/>
                          <a:pt x="8" y="10"/>
                        </a:cubicBezTo>
                        <a:cubicBezTo>
                          <a:pt x="8" y="10"/>
                          <a:pt x="7" y="9"/>
                          <a:pt x="7" y="9"/>
                        </a:cubicBezTo>
                        <a:cubicBezTo>
                          <a:pt x="7" y="8"/>
                          <a:pt x="8" y="7"/>
                          <a:pt x="9" y="7"/>
                        </a:cubicBezTo>
                        <a:cubicBezTo>
                          <a:pt x="10" y="6"/>
                          <a:pt x="12" y="6"/>
                          <a:pt x="10" y="5"/>
                        </a:cubicBezTo>
                        <a:cubicBezTo>
                          <a:pt x="9" y="3"/>
                          <a:pt x="9" y="6"/>
                          <a:pt x="8" y="6"/>
                        </a:cubicBezTo>
                        <a:cubicBezTo>
                          <a:pt x="6" y="6"/>
                          <a:pt x="5" y="8"/>
                          <a:pt x="4" y="8"/>
                        </a:cubicBezTo>
                        <a:cubicBezTo>
                          <a:pt x="2" y="8"/>
                          <a:pt x="1" y="7"/>
                          <a:pt x="1" y="6"/>
                        </a:cubicBezTo>
                        <a:cubicBezTo>
                          <a:pt x="3" y="7"/>
                          <a:pt x="0" y="1"/>
                          <a:pt x="3" y="4"/>
                        </a:cubicBezTo>
                        <a:cubicBezTo>
                          <a:pt x="3" y="4"/>
                          <a:pt x="4" y="4"/>
                          <a:pt x="4" y="4"/>
                        </a:cubicBezTo>
                        <a:cubicBezTo>
                          <a:pt x="8" y="0"/>
                          <a:pt x="10" y="1"/>
                          <a:pt x="13" y="5"/>
                        </a:cubicBezTo>
                        <a:cubicBezTo>
                          <a:pt x="16" y="9"/>
                          <a:pt x="15" y="10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7" name="Freeform 477"/>
                  <p:cNvSpPr/>
                  <p:nvPr/>
                </p:nvSpPr>
                <p:spPr bwMode="auto">
                  <a:xfrm>
                    <a:off x="4598" y="1489"/>
                    <a:ext cx="45" cy="15"/>
                  </a:xfrm>
                  <a:custGeom>
                    <a:avLst/>
                    <a:gdLst>
                      <a:gd name="T0" fmla="*/ 15 w 19"/>
                      <a:gd name="T1" fmla="*/ 6 h 6"/>
                      <a:gd name="T2" fmla="*/ 1 w 19"/>
                      <a:gd name="T3" fmla="*/ 6 h 6"/>
                      <a:gd name="T4" fmla="*/ 0 w 19"/>
                      <a:gd name="T5" fmla="*/ 5 h 6"/>
                      <a:gd name="T6" fmla="*/ 1 w 19"/>
                      <a:gd name="T7" fmla="*/ 4 h 6"/>
                      <a:gd name="T8" fmla="*/ 5 w 19"/>
                      <a:gd name="T9" fmla="*/ 2 h 6"/>
                      <a:gd name="T10" fmla="*/ 8 w 19"/>
                      <a:gd name="T11" fmla="*/ 1 h 6"/>
                      <a:gd name="T12" fmla="*/ 14 w 19"/>
                      <a:gd name="T13" fmla="*/ 2 h 6"/>
                      <a:gd name="T14" fmla="*/ 19 w 19"/>
                      <a:gd name="T15" fmla="*/ 3 h 6"/>
                      <a:gd name="T16" fmla="*/ 19 w 19"/>
                      <a:gd name="T17" fmla="*/ 5 h 6"/>
                      <a:gd name="T18" fmla="*/ 15 w 19"/>
                      <a:gd name="T1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9" h="6">
                        <a:moveTo>
                          <a:pt x="15" y="6"/>
                        </a:moveTo>
                        <a:cubicBezTo>
                          <a:pt x="10" y="5"/>
                          <a:pt x="6" y="5"/>
                          <a:pt x="1" y="6"/>
                        </a:cubicBezTo>
                        <a:cubicBezTo>
                          <a:pt x="1" y="6"/>
                          <a:pt x="0" y="6"/>
                          <a:pt x="0" y="5"/>
                        </a:cubicBezTo>
                        <a:cubicBezTo>
                          <a:pt x="0" y="4"/>
                          <a:pt x="0" y="4"/>
                          <a:pt x="1" y="4"/>
                        </a:cubicBezTo>
                        <a:cubicBezTo>
                          <a:pt x="3" y="5"/>
                          <a:pt x="4" y="3"/>
                          <a:pt x="5" y="2"/>
                        </a:cubicBezTo>
                        <a:cubicBezTo>
                          <a:pt x="6" y="1"/>
                          <a:pt x="7" y="0"/>
                          <a:pt x="8" y="1"/>
                        </a:cubicBezTo>
                        <a:cubicBezTo>
                          <a:pt x="9" y="6"/>
                          <a:pt x="12" y="3"/>
                          <a:pt x="14" y="2"/>
                        </a:cubicBezTo>
                        <a:cubicBezTo>
                          <a:pt x="16" y="2"/>
                          <a:pt x="17" y="2"/>
                          <a:pt x="19" y="3"/>
                        </a:cubicBezTo>
                        <a:cubicBezTo>
                          <a:pt x="19" y="3"/>
                          <a:pt x="19" y="4"/>
                          <a:pt x="19" y="5"/>
                        </a:cubicBezTo>
                        <a:cubicBezTo>
                          <a:pt x="18" y="6"/>
                          <a:pt x="16" y="6"/>
                          <a:pt x="15" y="6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8" name="Freeform 478"/>
                  <p:cNvSpPr/>
                  <p:nvPr/>
                </p:nvSpPr>
                <p:spPr bwMode="auto">
                  <a:xfrm>
                    <a:off x="4615" y="1473"/>
                    <a:ext cx="31" cy="16"/>
                  </a:xfrm>
                  <a:custGeom>
                    <a:avLst/>
                    <a:gdLst>
                      <a:gd name="T0" fmla="*/ 0 w 13"/>
                      <a:gd name="T1" fmla="*/ 6 h 7"/>
                      <a:gd name="T2" fmla="*/ 7 w 13"/>
                      <a:gd name="T3" fmla="*/ 2 h 7"/>
                      <a:gd name="T4" fmla="*/ 10 w 13"/>
                      <a:gd name="T5" fmla="*/ 2 h 7"/>
                      <a:gd name="T6" fmla="*/ 10 w 13"/>
                      <a:gd name="T7" fmla="*/ 5 h 7"/>
                      <a:gd name="T8" fmla="*/ 0 w 13"/>
                      <a:gd name="T9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" h="7">
                        <a:moveTo>
                          <a:pt x="0" y="6"/>
                        </a:moveTo>
                        <a:cubicBezTo>
                          <a:pt x="3" y="4"/>
                          <a:pt x="5" y="3"/>
                          <a:pt x="7" y="2"/>
                        </a:cubicBezTo>
                        <a:cubicBezTo>
                          <a:pt x="8" y="0"/>
                          <a:pt x="9" y="1"/>
                          <a:pt x="10" y="2"/>
                        </a:cubicBezTo>
                        <a:cubicBezTo>
                          <a:pt x="12" y="4"/>
                          <a:pt x="13" y="4"/>
                          <a:pt x="10" y="5"/>
                        </a:cubicBezTo>
                        <a:cubicBezTo>
                          <a:pt x="7" y="6"/>
                          <a:pt x="4" y="7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29" name="Freeform 479"/>
                  <p:cNvSpPr/>
                  <p:nvPr/>
                </p:nvSpPr>
                <p:spPr bwMode="auto">
                  <a:xfrm>
                    <a:off x="4660" y="1487"/>
                    <a:ext cx="9" cy="9"/>
                  </a:xfrm>
                  <a:custGeom>
                    <a:avLst/>
                    <a:gdLst>
                      <a:gd name="T0" fmla="*/ 2 w 4"/>
                      <a:gd name="T1" fmla="*/ 0 h 4"/>
                      <a:gd name="T2" fmla="*/ 4 w 4"/>
                      <a:gd name="T3" fmla="*/ 2 h 4"/>
                      <a:gd name="T4" fmla="*/ 3 w 4"/>
                      <a:gd name="T5" fmla="*/ 3 h 4"/>
                      <a:gd name="T6" fmla="*/ 0 w 4"/>
                      <a:gd name="T7" fmla="*/ 1 h 4"/>
                      <a:gd name="T8" fmla="*/ 2 w 4"/>
                      <a:gd name="T9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4">
                        <a:moveTo>
                          <a:pt x="2" y="0"/>
                        </a:moveTo>
                        <a:cubicBezTo>
                          <a:pt x="4" y="0"/>
                          <a:pt x="4" y="1"/>
                          <a:pt x="4" y="2"/>
                        </a:cubicBezTo>
                        <a:cubicBezTo>
                          <a:pt x="4" y="3"/>
                          <a:pt x="4" y="4"/>
                          <a:pt x="3" y="3"/>
                        </a:cubicBezTo>
                        <a:cubicBezTo>
                          <a:pt x="2" y="3"/>
                          <a:pt x="1" y="3"/>
                          <a:pt x="0" y="1"/>
                        </a:cubicBezTo>
                        <a:cubicBezTo>
                          <a:pt x="0" y="0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0" name="Freeform 480"/>
                  <p:cNvSpPr/>
                  <p:nvPr/>
                </p:nvSpPr>
                <p:spPr bwMode="auto">
                  <a:xfrm>
                    <a:off x="4662" y="1501"/>
                    <a:ext cx="5" cy="5"/>
                  </a:xfrm>
                  <a:custGeom>
                    <a:avLst/>
                    <a:gdLst>
                      <a:gd name="T0" fmla="*/ 2 w 2"/>
                      <a:gd name="T1" fmla="*/ 1 h 2"/>
                      <a:gd name="T2" fmla="*/ 1 w 2"/>
                      <a:gd name="T3" fmla="*/ 2 h 2"/>
                      <a:gd name="T4" fmla="*/ 0 w 2"/>
                      <a:gd name="T5" fmla="*/ 1 h 2"/>
                      <a:gd name="T6" fmla="*/ 1 w 2"/>
                      <a:gd name="T7" fmla="*/ 0 h 2"/>
                      <a:gd name="T8" fmla="*/ 2 w 2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1" name="Freeform 481"/>
                  <p:cNvSpPr/>
                  <p:nvPr/>
                </p:nvSpPr>
                <p:spPr bwMode="auto">
                  <a:xfrm>
                    <a:off x="4693" y="1466"/>
                    <a:ext cx="10" cy="4"/>
                  </a:xfrm>
                  <a:custGeom>
                    <a:avLst/>
                    <a:gdLst>
                      <a:gd name="T0" fmla="*/ 4 w 4"/>
                      <a:gd name="T1" fmla="*/ 2 h 2"/>
                      <a:gd name="T2" fmla="*/ 0 w 4"/>
                      <a:gd name="T3" fmla="*/ 2 h 2"/>
                      <a:gd name="T4" fmla="*/ 4 w 4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4" y="2"/>
                        </a:moveTo>
                        <a:cubicBezTo>
                          <a:pt x="3" y="2"/>
                          <a:pt x="2" y="2"/>
                          <a:pt x="0" y="2"/>
                        </a:cubicBezTo>
                        <a:cubicBezTo>
                          <a:pt x="2" y="0"/>
                          <a:pt x="3" y="0"/>
                          <a:pt x="4" y="2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2" name="Freeform 482"/>
                  <p:cNvSpPr/>
                  <p:nvPr/>
                </p:nvSpPr>
                <p:spPr bwMode="auto">
                  <a:xfrm>
                    <a:off x="4636" y="2663"/>
                    <a:ext cx="5" cy="7"/>
                  </a:xfrm>
                  <a:custGeom>
                    <a:avLst/>
                    <a:gdLst>
                      <a:gd name="T0" fmla="*/ 2 w 2"/>
                      <a:gd name="T1" fmla="*/ 0 h 3"/>
                      <a:gd name="T2" fmla="*/ 1 w 2"/>
                      <a:gd name="T3" fmla="*/ 3 h 3"/>
                      <a:gd name="T4" fmla="*/ 0 w 2"/>
                      <a:gd name="T5" fmla="*/ 2 h 3"/>
                      <a:gd name="T6" fmla="*/ 2 w 2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3">
                        <a:moveTo>
                          <a:pt x="2" y="0"/>
                        </a:moveTo>
                        <a:cubicBezTo>
                          <a:pt x="2" y="1"/>
                          <a:pt x="2" y="2"/>
                          <a:pt x="1" y="3"/>
                        </a:cubicBezTo>
                        <a:cubicBezTo>
                          <a:pt x="1" y="3"/>
                          <a:pt x="0" y="3"/>
                          <a:pt x="0" y="2"/>
                        </a:cubicBezTo>
                        <a:cubicBezTo>
                          <a:pt x="0" y="1"/>
                          <a:pt x="0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ECD9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3" name="Freeform 483"/>
                  <p:cNvSpPr/>
                  <p:nvPr/>
                </p:nvSpPr>
                <p:spPr bwMode="auto">
                  <a:xfrm>
                    <a:off x="4752" y="2711"/>
                    <a:ext cx="105" cy="12"/>
                  </a:xfrm>
                  <a:custGeom>
                    <a:avLst/>
                    <a:gdLst>
                      <a:gd name="T0" fmla="*/ 44 w 44"/>
                      <a:gd name="T1" fmla="*/ 0 h 5"/>
                      <a:gd name="T2" fmla="*/ 31 w 44"/>
                      <a:gd name="T3" fmla="*/ 3 h 5"/>
                      <a:gd name="T4" fmla="*/ 27 w 44"/>
                      <a:gd name="T5" fmla="*/ 4 h 5"/>
                      <a:gd name="T6" fmla="*/ 19 w 44"/>
                      <a:gd name="T7" fmla="*/ 5 h 5"/>
                      <a:gd name="T8" fmla="*/ 14 w 44"/>
                      <a:gd name="T9" fmla="*/ 5 h 5"/>
                      <a:gd name="T10" fmla="*/ 3 w 44"/>
                      <a:gd name="T11" fmla="*/ 5 h 5"/>
                      <a:gd name="T12" fmla="*/ 1 w 44"/>
                      <a:gd name="T13" fmla="*/ 3 h 5"/>
                      <a:gd name="T14" fmla="*/ 2 w 44"/>
                      <a:gd name="T15" fmla="*/ 2 h 5"/>
                      <a:gd name="T16" fmla="*/ 13 w 44"/>
                      <a:gd name="T17" fmla="*/ 2 h 5"/>
                      <a:gd name="T18" fmla="*/ 34 w 44"/>
                      <a:gd name="T19" fmla="*/ 1 h 5"/>
                      <a:gd name="T20" fmla="*/ 39 w 44"/>
                      <a:gd name="T21" fmla="*/ 0 h 5"/>
                      <a:gd name="T22" fmla="*/ 44 w 44"/>
                      <a:gd name="T2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4" h="5">
                        <a:moveTo>
                          <a:pt x="44" y="0"/>
                        </a:moveTo>
                        <a:cubicBezTo>
                          <a:pt x="40" y="2"/>
                          <a:pt x="36" y="3"/>
                          <a:pt x="31" y="3"/>
                        </a:cubicBezTo>
                        <a:cubicBezTo>
                          <a:pt x="30" y="4"/>
                          <a:pt x="29" y="5"/>
                          <a:pt x="27" y="4"/>
                        </a:cubicBezTo>
                        <a:cubicBezTo>
                          <a:pt x="25" y="5"/>
                          <a:pt x="22" y="5"/>
                          <a:pt x="19" y="5"/>
                        </a:cubicBezTo>
                        <a:cubicBezTo>
                          <a:pt x="18" y="5"/>
                          <a:pt x="16" y="5"/>
                          <a:pt x="14" y="5"/>
                        </a:cubicBezTo>
                        <a:cubicBezTo>
                          <a:pt x="11" y="5"/>
                          <a:pt x="7" y="4"/>
                          <a:pt x="3" y="5"/>
                        </a:cubicBezTo>
                        <a:cubicBezTo>
                          <a:pt x="2" y="5"/>
                          <a:pt x="0" y="5"/>
                          <a:pt x="1" y="3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5" y="0"/>
                          <a:pt x="9" y="2"/>
                          <a:pt x="13" y="2"/>
                        </a:cubicBezTo>
                        <a:cubicBezTo>
                          <a:pt x="20" y="1"/>
                          <a:pt x="27" y="1"/>
                          <a:pt x="34" y="1"/>
                        </a:cubicBezTo>
                        <a:cubicBezTo>
                          <a:pt x="36" y="1"/>
                          <a:pt x="38" y="1"/>
                          <a:pt x="39" y="0"/>
                        </a:cubicBezTo>
                        <a:cubicBezTo>
                          <a:pt x="41" y="0"/>
                          <a:pt x="43" y="0"/>
                          <a:pt x="44" y="0"/>
                        </a:cubicBezTo>
                        <a:close/>
                      </a:path>
                    </a:pathLst>
                  </a:custGeom>
                  <a:solidFill>
                    <a:srgbClr val="8E817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4" name="Freeform 484"/>
                  <p:cNvSpPr/>
                  <p:nvPr/>
                </p:nvSpPr>
                <p:spPr bwMode="auto">
                  <a:xfrm>
                    <a:off x="4783" y="2708"/>
                    <a:ext cx="62" cy="12"/>
                  </a:xfrm>
                  <a:custGeom>
                    <a:avLst/>
                    <a:gdLst>
                      <a:gd name="T0" fmla="*/ 26 w 26"/>
                      <a:gd name="T1" fmla="*/ 1 h 5"/>
                      <a:gd name="T2" fmla="*/ 11 w 26"/>
                      <a:gd name="T3" fmla="*/ 3 h 5"/>
                      <a:gd name="T4" fmla="*/ 0 w 26"/>
                      <a:gd name="T5" fmla="*/ 3 h 5"/>
                      <a:gd name="T6" fmla="*/ 3 w 26"/>
                      <a:gd name="T7" fmla="*/ 1 h 5"/>
                      <a:gd name="T8" fmla="*/ 26 w 26"/>
                      <a:gd name="T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5">
                        <a:moveTo>
                          <a:pt x="26" y="1"/>
                        </a:moveTo>
                        <a:cubicBezTo>
                          <a:pt x="22" y="4"/>
                          <a:pt x="16" y="3"/>
                          <a:pt x="11" y="3"/>
                        </a:cubicBezTo>
                        <a:cubicBezTo>
                          <a:pt x="7" y="3"/>
                          <a:pt x="3" y="5"/>
                          <a:pt x="0" y="3"/>
                        </a:cubicBezTo>
                        <a:cubicBezTo>
                          <a:pt x="0" y="0"/>
                          <a:pt x="2" y="1"/>
                          <a:pt x="3" y="1"/>
                        </a:cubicBezTo>
                        <a:cubicBezTo>
                          <a:pt x="11" y="2"/>
                          <a:pt x="19" y="0"/>
                          <a:pt x="26" y="1"/>
                        </a:cubicBezTo>
                        <a:close/>
                      </a:path>
                    </a:pathLst>
                  </a:custGeom>
                  <a:solidFill>
                    <a:srgbClr val="937C6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5" name="Freeform 485"/>
                  <p:cNvSpPr/>
                  <p:nvPr/>
                </p:nvSpPr>
                <p:spPr bwMode="auto">
                  <a:xfrm>
                    <a:off x="4627" y="2711"/>
                    <a:ext cx="118" cy="26"/>
                  </a:xfrm>
                  <a:custGeom>
                    <a:avLst/>
                    <a:gdLst>
                      <a:gd name="T0" fmla="*/ 26 w 50"/>
                      <a:gd name="T1" fmla="*/ 9 h 11"/>
                      <a:gd name="T2" fmla="*/ 17 w 50"/>
                      <a:gd name="T3" fmla="*/ 9 h 11"/>
                      <a:gd name="T4" fmla="*/ 7 w 50"/>
                      <a:gd name="T5" fmla="*/ 9 h 11"/>
                      <a:gd name="T6" fmla="*/ 3 w 50"/>
                      <a:gd name="T7" fmla="*/ 8 h 11"/>
                      <a:gd name="T8" fmla="*/ 3 w 50"/>
                      <a:gd name="T9" fmla="*/ 5 h 11"/>
                      <a:gd name="T10" fmla="*/ 0 w 50"/>
                      <a:gd name="T11" fmla="*/ 1 h 11"/>
                      <a:gd name="T12" fmla="*/ 23 w 50"/>
                      <a:gd name="T13" fmla="*/ 0 h 11"/>
                      <a:gd name="T14" fmla="*/ 27 w 50"/>
                      <a:gd name="T15" fmla="*/ 2 h 11"/>
                      <a:gd name="T16" fmla="*/ 49 w 50"/>
                      <a:gd name="T17" fmla="*/ 3 h 11"/>
                      <a:gd name="T18" fmla="*/ 50 w 50"/>
                      <a:gd name="T19" fmla="*/ 4 h 11"/>
                      <a:gd name="T20" fmla="*/ 45 w 50"/>
                      <a:gd name="T21" fmla="*/ 6 h 11"/>
                      <a:gd name="T22" fmla="*/ 34 w 50"/>
                      <a:gd name="T23" fmla="*/ 8 h 11"/>
                      <a:gd name="T24" fmla="*/ 26 w 50"/>
                      <a:gd name="T25" fmla="*/ 9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0" h="11">
                        <a:moveTo>
                          <a:pt x="26" y="9"/>
                        </a:moveTo>
                        <a:cubicBezTo>
                          <a:pt x="23" y="11"/>
                          <a:pt x="20" y="8"/>
                          <a:pt x="17" y="9"/>
                        </a:cubicBezTo>
                        <a:cubicBezTo>
                          <a:pt x="13" y="9"/>
                          <a:pt x="10" y="7"/>
                          <a:pt x="7" y="9"/>
                        </a:cubicBezTo>
                        <a:cubicBezTo>
                          <a:pt x="5" y="10"/>
                          <a:pt x="4" y="10"/>
                          <a:pt x="3" y="8"/>
                        </a:cubicBezTo>
                        <a:cubicBezTo>
                          <a:pt x="2" y="7"/>
                          <a:pt x="2" y="7"/>
                          <a:pt x="3" y="5"/>
                        </a:cubicBezTo>
                        <a:cubicBezTo>
                          <a:pt x="5" y="2"/>
                          <a:pt x="0" y="3"/>
                          <a:pt x="0" y="1"/>
                        </a:cubicBezTo>
                        <a:cubicBezTo>
                          <a:pt x="8" y="0"/>
                          <a:pt x="16" y="1"/>
                          <a:pt x="23" y="0"/>
                        </a:cubicBezTo>
                        <a:cubicBezTo>
                          <a:pt x="26" y="0"/>
                          <a:pt x="25" y="2"/>
                          <a:pt x="27" y="2"/>
                        </a:cubicBezTo>
                        <a:cubicBezTo>
                          <a:pt x="34" y="4"/>
                          <a:pt x="41" y="3"/>
                          <a:pt x="49" y="3"/>
                        </a:cubicBezTo>
                        <a:cubicBezTo>
                          <a:pt x="49" y="3"/>
                          <a:pt x="50" y="3"/>
                          <a:pt x="50" y="4"/>
                        </a:cubicBezTo>
                        <a:cubicBezTo>
                          <a:pt x="50" y="6"/>
                          <a:pt x="47" y="6"/>
                          <a:pt x="45" y="6"/>
                        </a:cubicBezTo>
                        <a:cubicBezTo>
                          <a:pt x="41" y="7"/>
                          <a:pt x="38" y="8"/>
                          <a:pt x="34" y="8"/>
                        </a:cubicBezTo>
                        <a:cubicBezTo>
                          <a:pt x="31" y="8"/>
                          <a:pt x="28" y="7"/>
                          <a:pt x="26" y="9"/>
                        </a:cubicBezTo>
                        <a:close/>
                      </a:path>
                    </a:pathLst>
                  </a:custGeom>
                  <a:solidFill>
                    <a:srgbClr val="A5A5A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6" name="Freeform 486"/>
                  <p:cNvSpPr/>
                  <p:nvPr/>
                </p:nvSpPr>
                <p:spPr bwMode="auto">
                  <a:xfrm>
                    <a:off x="4703" y="2718"/>
                    <a:ext cx="95" cy="21"/>
                  </a:xfrm>
                  <a:custGeom>
                    <a:avLst/>
                    <a:gdLst>
                      <a:gd name="T0" fmla="*/ 2 w 40"/>
                      <a:gd name="T1" fmla="*/ 5 h 9"/>
                      <a:gd name="T2" fmla="*/ 12 w 40"/>
                      <a:gd name="T3" fmla="*/ 3 h 9"/>
                      <a:gd name="T4" fmla="*/ 18 w 40"/>
                      <a:gd name="T5" fmla="*/ 1 h 9"/>
                      <a:gd name="T6" fmla="*/ 22 w 40"/>
                      <a:gd name="T7" fmla="*/ 0 h 9"/>
                      <a:gd name="T8" fmla="*/ 23 w 40"/>
                      <a:gd name="T9" fmla="*/ 1 h 9"/>
                      <a:gd name="T10" fmla="*/ 35 w 40"/>
                      <a:gd name="T11" fmla="*/ 1 h 9"/>
                      <a:gd name="T12" fmla="*/ 35 w 40"/>
                      <a:gd name="T13" fmla="*/ 5 h 9"/>
                      <a:gd name="T14" fmla="*/ 27 w 40"/>
                      <a:gd name="T15" fmla="*/ 6 h 9"/>
                      <a:gd name="T16" fmla="*/ 9 w 40"/>
                      <a:gd name="T17" fmla="*/ 5 h 9"/>
                      <a:gd name="T18" fmla="*/ 7 w 40"/>
                      <a:gd name="T19" fmla="*/ 6 h 9"/>
                      <a:gd name="T20" fmla="*/ 9 w 40"/>
                      <a:gd name="T21" fmla="*/ 6 h 9"/>
                      <a:gd name="T22" fmla="*/ 9 w 40"/>
                      <a:gd name="T23" fmla="*/ 7 h 9"/>
                      <a:gd name="T24" fmla="*/ 3 w 40"/>
                      <a:gd name="T25" fmla="*/ 8 h 9"/>
                      <a:gd name="T26" fmla="*/ 2 w 40"/>
                      <a:gd name="T27" fmla="*/ 5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0" h="9">
                        <a:moveTo>
                          <a:pt x="2" y="5"/>
                        </a:moveTo>
                        <a:cubicBezTo>
                          <a:pt x="4" y="2"/>
                          <a:pt x="9" y="4"/>
                          <a:pt x="12" y="3"/>
                        </a:cubicBezTo>
                        <a:cubicBezTo>
                          <a:pt x="14" y="2"/>
                          <a:pt x="17" y="3"/>
                          <a:pt x="18" y="1"/>
                        </a:cubicBezTo>
                        <a:cubicBezTo>
                          <a:pt x="20" y="3"/>
                          <a:pt x="21" y="0"/>
                          <a:pt x="22" y="0"/>
                        </a:cubicBezTo>
                        <a:cubicBezTo>
                          <a:pt x="22" y="0"/>
                          <a:pt x="22" y="1"/>
                          <a:pt x="23" y="1"/>
                        </a:cubicBezTo>
                        <a:cubicBezTo>
                          <a:pt x="27" y="1"/>
                          <a:pt x="31" y="1"/>
                          <a:pt x="35" y="1"/>
                        </a:cubicBezTo>
                        <a:cubicBezTo>
                          <a:pt x="37" y="2"/>
                          <a:pt x="40" y="4"/>
                          <a:pt x="35" y="5"/>
                        </a:cubicBezTo>
                        <a:cubicBezTo>
                          <a:pt x="32" y="5"/>
                          <a:pt x="30" y="9"/>
                          <a:pt x="27" y="6"/>
                        </a:cubicBezTo>
                        <a:cubicBezTo>
                          <a:pt x="21" y="5"/>
                          <a:pt x="15" y="4"/>
                          <a:pt x="9" y="5"/>
                        </a:cubicBezTo>
                        <a:cubicBezTo>
                          <a:pt x="8" y="5"/>
                          <a:pt x="7" y="5"/>
                          <a:pt x="7" y="6"/>
                        </a:cubicBezTo>
                        <a:cubicBezTo>
                          <a:pt x="7" y="7"/>
                          <a:pt x="8" y="6"/>
                          <a:pt x="9" y="6"/>
                        </a:cubicBezTo>
                        <a:cubicBezTo>
                          <a:pt x="9" y="7"/>
                          <a:pt x="9" y="7"/>
                          <a:pt x="9" y="7"/>
                        </a:cubicBezTo>
                        <a:cubicBezTo>
                          <a:pt x="7" y="9"/>
                          <a:pt x="5" y="8"/>
                          <a:pt x="3" y="8"/>
                        </a:cubicBezTo>
                        <a:cubicBezTo>
                          <a:pt x="0" y="8"/>
                          <a:pt x="3" y="6"/>
                          <a:pt x="2" y="5"/>
                        </a:cubicBezTo>
                        <a:close/>
                      </a:path>
                    </a:pathLst>
                  </a:custGeom>
                  <a:solidFill>
                    <a:srgbClr val="89898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7" name="Freeform 487"/>
                  <p:cNvSpPr/>
                  <p:nvPr/>
                </p:nvSpPr>
                <p:spPr bwMode="auto">
                  <a:xfrm>
                    <a:off x="4650" y="2699"/>
                    <a:ext cx="10" cy="7"/>
                  </a:xfrm>
                  <a:custGeom>
                    <a:avLst/>
                    <a:gdLst>
                      <a:gd name="T0" fmla="*/ 0 w 4"/>
                      <a:gd name="T1" fmla="*/ 2 h 3"/>
                      <a:gd name="T2" fmla="*/ 4 w 4"/>
                      <a:gd name="T3" fmla="*/ 1 h 3"/>
                      <a:gd name="T4" fmla="*/ 0 w 4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2"/>
                        </a:moveTo>
                        <a:cubicBezTo>
                          <a:pt x="1" y="0"/>
                          <a:pt x="3" y="1"/>
                          <a:pt x="4" y="1"/>
                        </a:cubicBezTo>
                        <a:cubicBezTo>
                          <a:pt x="3" y="2"/>
                          <a:pt x="2" y="3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A6876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8" name="Freeform 488"/>
                  <p:cNvSpPr/>
                  <p:nvPr/>
                </p:nvSpPr>
                <p:spPr bwMode="auto">
                  <a:xfrm>
                    <a:off x="4470" y="1860"/>
                    <a:ext cx="223" cy="124"/>
                  </a:xfrm>
                  <a:custGeom>
                    <a:avLst/>
                    <a:gdLst>
                      <a:gd name="T0" fmla="*/ 64 w 94"/>
                      <a:gd name="T1" fmla="*/ 14 h 52"/>
                      <a:gd name="T2" fmla="*/ 68 w 94"/>
                      <a:gd name="T3" fmla="*/ 18 h 52"/>
                      <a:gd name="T4" fmla="*/ 78 w 94"/>
                      <a:gd name="T5" fmla="*/ 19 h 52"/>
                      <a:gd name="T6" fmla="*/ 82 w 94"/>
                      <a:gd name="T7" fmla="*/ 24 h 52"/>
                      <a:gd name="T8" fmla="*/ 91 w 94"/>
                      <a:gd name="T9" fmla="*/ 29 h 52"/>
                      <a:gd name="T10" fmla="*/ 93 w 94"/>
                      <a:gd name="T11" fmla="*/ 31 h 52"/>
                      <a:gd name="T12" fmla="*/ 92 w 94"/>
                      <a:gd name="T13" fmla="*/ 37 h 52"/>
                      <a:gd name="T14" fmla="*/ 91 w 94"/>
                      <a:gd name="T15" fmla="*/ 40 h 52"/>
                      <a:gd name="T16" fmla="*/ 89 w 94"/>
                      <a:gd name="T17" fmla="*/ 38 h 52"/>
                      <a:gd name="T18" fmla="*/ 84 w 94"/>
                      <a:gd name="T19" fmla="*/ 37 h 52"/>
                      <a:gd name="T20" fmla="*/ 84 w 94"/>
                      <a:gd name="T21" fmla="*/ 39 h 52"/>
                      <a:gd name="T22" fmla="*/ 84 w 94"/>
                      <a:gd name="T23" fmla="*/ 40 h 52"/>
                      <a:gd name="T24" fmla="*/ 80 w 94"/>
                      <a:gd name="T25" fmla="*/ 42 h 52"/>
                      <a:gd name="T26" fmla="*/ 76 w 94"/>
                      <a:gd name="T27" fmla="*/ 41 h 52"/>
                      <a:gd name="T28" fmla="*/ 76 w 94"/>
                      <a:gd name="T29" fmla="*/ 46 h 52"/>
                      <a:gd name="T30" fmla="*/ 80 w 94"/>
                      <a:gd name="T31" fmla="*/ 44 h 52"/>
                      <a:gd name="T32" fmla="*/ 80 w 94"/>
                      <a:gd name="T33" fmla="*/ 49 h 52"/>
                      <a:gd name="T34" fmla="*/ 70 w 94"/>
                      <a:gd name="T35" fmla="*/ 51 h 52"/>
                      <a:gd name="T36" fmla="*/ 41 w 94"/>
                      <a:gd name="T37" fmla="*/ 48 h 52"/>
                      <a:gd name="T38" fmla="*/ 38 w 94"/>
                      <a:gd name="T39" fmla="*/ 48 h 52"/>
                      <a:gd name="T40" fmla="*/ 32 w 94"/>
                      <a:gd name="T41" fmla="*/ 45 h 52"/>
                      <a:gd name="T42" fmla="*/ 26 w 94"/>
                      <a:gd name="T43" fmla="*/ 41 h 52"/>
                      <a:gd name="T44" fmla="*/ 22 w 94"/>
                      <a:gd name="T45" fmla="*/ 37 h 52"/>
                      <a:gd name="T46" fmla="*/ 22 w 94"/>
                      <a:gd name="T47" fmla="*/ 37 h 52"/>
                      <a:gd name="T48" fmla="*/ 19 w 94"/>
                      <a:gd name="T49" fmla="*/ 32 h 52"/>
                      <a:gd name="T50" fmla="*/ 18 w 94"/>
                      <a:gd name="T51" fmla="*/ 31 h 52"/>
                      <a:gd name="T52" fmla="*/ 14 w 94"/>
                      <a:gd name="T53" fmla="*/ 21 h 52"/>
                      <a:gd name="T54" fmla="*/ 12 w 94"/>
                      <a:gd name="T55" fmla="*/ 21 h 52"/>
                      <a:gd name="T56" fmla="*/ 11 w 94"/>
                      <a:gd name="T57" fmla="*/ 20 h 52"/>
                      <a:gd name="T58" fmla="*/ 8 w 94"/>
                      <a:gd name="T59" fmla="*/ 14 h 52"/>
                      <a:gd name="T60" fmla="*/ 0 w 94"/>
                      <a:gd name="T61" fmla="*/ 18 h 52"/>
                      <a:gd name="T62" fmla="*/ 5 w 94"/>
                      <a:gd name="T63" fmla="*/ 4 h 52"/>
                      <a:gd name="T64" fmla="*/ 9 w 94"/>
                      <a:gd name="T65" fmla="*/ 3 h 52"/>
                      <a:gd name="T66" fmla="*/ 11 w 94"/>
                      <a:gd name="T67" fmla="*/ 6 h 52"/>
                      <a:gd name="T68" fmla="*/ 16 w 94"/>
                      <a:gd name="T69" fmla="*/ 13 h 52"/>
                      <a:gd name="T70" fmla="*/ 11 w 94"/>
                      <a:gd name="T71" fmla="*/ 10 h 52"/>
                      <a:gd name="T72" fmla="*/ 15 w 94"/>
                      <a:gd name="T73" fmla="*/ 8 h 52"/>
                      <a:gd name="T74" fmla="*/ 23 w 94"/>
                      <a:gd name="T75" fmla="*/ 9 h 52"/>
                      <a:gd name="T76" fmla="*/ 23 w 94"/>
                      <a:gd name="T77" fmla="*/ 9 h 52"/>
                      <a:gd name="T78" fmla="*/ 30 w 94"/>
                      <a:gd name="T79" fmla="*/ 10 h 52"/>
                      <a:gd name="T80" fmla="*/ 29 w 94"/>
                      <a:gd name="T81" fmla="*/ 5 h 52"/>
                      <a:gd name="T82" fmla="*/ 28 w 94"/>
                      <a:gd name="T83" fmla="*/ 4 h 52"/>
                      <a:gd name="T84" fmla="*/ 31 w 94"/>
                      <a:gd name="T85" fmla="*/ 0 h 52"/>
                      <a:gd name="T86" fmla="*/ 42 w 94"/>
                      <a:gd name="T87" fmla="*/ 2 h 52"/>
                      <a:gd name="T88" fmla="*/ 48 w 94"/>
                      <a:gd name="T89" fmla="*/ 2 h 52"/>
                      <a:gd name="T90" fmla="*/ 49 w 94"/>
                      <a:gd name="T91" fmla="*/ 4 h 52"/>
                      <a:gd name="T92" fmla="*/ 63 w 94"/>
                      <a:gd name="T93" fmla="*/ 14 h 52"/>
                      <a:gd name="T94" fmla="*/ 64 w 94"/>
                      <a:gd name="T95" fmla="*/ 14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94" h="52">
                        <a:moveTo>
                          <a:pt x="64" y="14"/>
                        </a:moveTo>
                        <a:cubicBezTo>
                          <a:pt x="64" y="17"/>
                          <a:pt x="67" y="18"/>
                          <a:pt x="68" y="18"/>
                        </a:cubicBezTo>
                        <a:cubicBezTo>
                          <a:pt x="72" y="16"/>
                          <a:pt x="74" y="20"/>
                          <a:pt x="78" y="19"/>
                        </a:cubicBezTo>
                        <a:cubicBezTo>
                          <a:pt x="80" y="19"/>
                          <a:pt x="81" y="21"/>
                          <a:pt x="82" y="24"/>
                        </a:cubicBezTo>
                        <a:cubicBezTo>
                          <a:pt x="82" y="28"/>
                          <a:pt x="86" y="30"/>
                          <a:pt x="91" y="29"/>
                        </a:cubicBezTo>
                        <a:cubicBezTo>
                          <a:pt x="92" y="29"/>
                          <a:pt x="94" y="29"/>
                          <a:pt x="93" y="31"/>
                        </a:cubicBezTo>
                        <a:cubicBezTo>
                          <a:pt x="92" y="33"/>
                          <a:pt x="92" y="35"/>
                          <a:pt x="92" y="37"/>
                        </a:cubicBezTo>
                        <a:cubicBezTo>
                          <a:pt x="92" y="38"/>
                          <a:pt x="92" y="39"/>
                          <a:pt x="91" y="40"/>
                        </a:cubicBezTo>
                        <a:cubicBezTo>
                          <a:pt x="90" y="40"/>
                          <a:pt x="90" y="39"/>
                          <a:pt x="89" y="38"/>
                        </a:cubicBezTo>
                        <a:cubicBezTo>
                          <a:pt x="88" y="36"/>
                          <a:pt x="86" y="36"/>
                          <a:pt x="84" y="37"/>
                        </a:cubicBezTo>
                        <a:cubicBezTo>
                          <a:pt x="82" y="38"/>
                          <a:pt x="83" y="38"/>
                          <a:pt x="84" y="39"/>
                        </a:cubicBezTo>
                        <a:cubicBezTo>
                          <a:pt x="86" y="39"/>
                          <a:pt x="85" y="40"/>
                          <a:pt x="84" y="40"/>
                        </a:cubicBezTo>
                        <a:cubicBezTo>
                          <a:pt x="83" y="41"/>
                          <a:pt x="82" y="44"/>
                          <a:pt x="80" y="42"/>
                        </a:cubicBezTo>
                        <a:cubicBezTo>
                          <a:pt x="78" y="41"/>
                          <a:pt x="77" y="40"/>
                          <a:pt x="76" y="41"/>
                        </a:cubicBezTo>
                        <a:cubicBezTo>
                          <a:pt x="74" y="43"/>
                          <a:pt x="76" y="44"/>
                          <a:pt x="76" y="46"/>
                        </a:cubicBezTo>
                        <a:cubicBezTo>
                          <a:pt x="78" y="46"/>
                          <a:pt x="78" y="43"/>
                          <a:pt x="80" y="44"/>
                        </a:cubicBezTo>
                        <a:cubicBezTo>
                          <a:pt x="82" y="46"/>
                          <a:pt x="79" y="47"/>
                          <a:pt x="80" y="49"/>
                        </a:cubicBezTo>
                        <a:cubicBezTo>
                          <a:pt x="76" y="49"/>
                          <a:pt x="73" y="52"/>
                          <a:pt x="70" y="51"/>
                        </a:cubicBezTo>
                        <a:cubicBezTo>
                          <a:pt x="61" y="49"/>
                          <a:pt x="51" y="51"/>
                          <a:pt x="41" y="48"/>
                        </a:cubicBezTo>
                        <a:cubicBezTo>
                          <a:pt x="40" y="48"/>
                          <a:pt x="39" y="49"/>
                          <a:pt x="38" y="48"/>
                        </a:cubicBezTo>
                        <a:cubicBezTo>
                          <a:pt x="36" y="46"/>
                          <a:pt x="34" y="47"/>
                          <a:pt x="32" y="45"/>
                        </a:cubicBezTo>
                        <a:cubicBezTo>
                          <a:pt x="31" y="43"/>
                          <a:pt x="27" y="44"/>
                          <a:pt x="26" y="41"/>
                        </a:cubicBezTo>
                        <a:cubicBezTo>
                          <a:pt x="25" y="39"/>
                          <a:pt x="22" y="40"/>
                          <a:pt x="22" y="37"/>
                        </a:cubicBezTo>
                        <a:cubicBezTo>
                          <a:pt x="22" y="37"/>
                          <a:pt x="22" y="37"/>
                          <a:pt x="22" y="37"/>
                        </a:cubicBezTo>
                        <a:cubicBezTo>
                          <a:pt x="23" y="34"/>
                          <a:pt x="20" y="34"/>
                          <a:pt x="19" y="32"/>
                        </a:cubicBezTo>
                        <a:cubicBezTo>
                          <a:pt x="19" y="32"/>
                          <a:pt x="19" y="32"/>
                          <a:pt x="18" y="31"/>
                        </a:cubicBezTo>
                        <a:cubicBezTo>
                          <a:pt x="16" y="28"/>
                          <a:pt x="14" y="25"/>
                          <a:pt x="14" y="21"/>
                        </a:cubicBezTo>
                        <a:cubicBezTo>
                          <a:pt x="14" y="21"/>
                          <a:pt x="13" y="18"/>
                          <a:pt x="12" y="21"/>
                        </a:cubicBezTo>
                        <a:cubicBezTo>
                          <a:pt x="11" y="22"/>
                          <a:pt x="11" y="21"/>
                          <a:pt x="11" y="20"/>
                        </a:cubicBezTo>
                        <a:cubicBezTo>
                          <a:pt x="10" y="19"/>
                          <a:pt x="9" y="17"/>
                          <a:pt x="8" y="14"/>
                        </a:cubicBezTo>
                        <a:cubicBezTo>
                          <a:pt x="7" y="19"/>
                          <a:pt x="3" y="17"/>
                          <a:pt x="0" y="18"/>
                        </a:cubicBezTo>
                        <a:cubicBezTo>
                          <a:pt x="0" y="13"/>
                          <a:pt x="2" y="8"/>
                          <a:pt x="5" y="4"/>
                        </a:cubicBezTo>
                        <a:cubicBezTo>
                          <a:pt x="6" y="3"/>
                          <a:pt x="7" y="2"/>
                          <a:pt x="9" y="3"/>
                        </a:cubicBezTo>
                        <a:cubicBezTo>
                          <a:pt x="10" y="4"/>
                          <a:pt x="11" y="5"/>
                          <a:pt x="11" y="6"/>
                        </a:cubicBezTo>
                        <a:cubicBezTo>
                          <a:pt x="10" y="10"/>
                          <a:pt x="11" y="12"/>
                          <a:pt x="16" y="13"/>
                        </a:cubicBezTo>
                        <a:cubicBezTo>
                          <a:pt x="13" y="12"/>
                          <a:pt x="11" y="11"/>
                          <a:pt x="11" y="10"/>
                        </a:cubicBezTo>
                        <a:cubicBezTo>
                          <a:pt x="12" y="8"/>
                          <a:pt x="13" y="8"/>
                          <a:pt x="15" y="8"/>
                        </a:cubicBezTo>
                        <a:cubicBezTo>
                          <a:pt x="17" y="9"/>
                          <a:pt x="20" y="5"/>
                          <a:pt x="23" y="9"/>
                        </a:cubicBezTo>
                        <a:cubicBezTo>
                          <a:pt x="23" y="9"/>
                          <a:pt x="23" y="9"/>
                          <a:pt x="23" y="9"/>
                        </a:cubicBezTo>
                        <a:cubicBezTo>
                          <a:pt x="27" y="5"/>
                          <a:pt x="29" y="8"/>
                          <a:pt x="30" y="10"/>
                        </a:cubicBezTo>
                        <a:cubicBezTo>
                          <a:pt x="29" y="9"/>
                          <a:pt x="29" y="7"/>
                          <a:pt x="29" y="5"/>
                        </a:cubicBezTo>
                        <a:cubicBezTo>
                          <a:pt x="29" y="5"/>
                          <a:pt x="28" y="4"/>
                          <a:pt x="28" y="4"/>
                        </a:cubicBezTo>
                        <a:cubicBezTo>
                          <a:pt x="29" y="3"/>
                          <a:pt x="30" y="1"/>
                          <a:pt x="31" y="0"/>
                        </a:cubicBezTo>
                        <a:cubicBezTo>
                          <a:pt x="35" y="0"/>
                          <a:pt x="38" y="1"/>
                          <a:pt x="42" y="2"/>
                        </a:cubicBezTo>
                        <a:cubicBezTo>
                          <a:pt x="44" y="0"/>
                          <a:pt x="46" y="0"/>
                          <a:pt x="48" y="2"/>
                        </a:cubicBezTo>
                        <a:cubicBezTo>
                          <a:pt x="48" y="2"/>
                          <a:pt x="49" y="3"/>
                          <a:pt x="49" y="4"/>
                        </a:cubicBezTo>
                        <a:cubicBezTo>
                          <a:pt x="51" y="10"/>
                          <a:pt x="56" y="14"/>
                          <a:pt x="63" y="14"/>
                        </a:cubicBezTo>
                        <a:cubicBezTo>
                          <a:pt x="64" y="14"/>
                          <a:pt x="64" y="14"/>
                          <a:pt x="64" y="14"/>
                        </a:cubicBezTo>
                        <a:close/>
                      </a:path>
                    </a:pathLst>
                  </a:custGeom>
                  <a:solidFill>
                    <a:srgbClr val="A7C6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39" name="Freeform 489"/>
                  <p:cNvSpPr/>
                  <p:nvPr/>
                </p:nvSpPr>
                <p:spPr bwMode="auto">
                  <a:xfrm>
                    <a:off x="4544" y="2024"/>
                    <a:ext cx="189" cy="124"/>
                  </a:xfrm>
                  <a:custGeom>
                    <a:avLst/>
                    <a:gdLst>
                      <a:gd name="T0" fmla="*/ 44 w 80"/>
                      <a:gd name="T1" fmla="*/ 2 h 52"/>
                      <a:gd name="T2" fmla="*/ 46 w 80"/>
                      <a:gd name="T3" fmla="*/ 2 h 52"/>
                      <a:gd name="T4" fmla="*/ 60 w 80"/>
                      <a:gd name="T5" fmla="*/ 6 h 52"/>
                      <a:gd name="T6" fmla="*/ 63 w 80"/>
                      <a:gd name="T7" fmla="*/ 8 h 52"/>
                      <a:gd name="T8" fmla="*/ 66 w 80"/>
                      <a:gd name="T9" fmla="*/ 15 h 52"/>
                      <a:gd name="T10" fmla="*/ 74 w 80"/>
                      <a:gd name="T11" fmla="*/ 25 h 52"/>
                      <a:gd name="T12" fmla="*/ 75 w 80"/>
                      <a:gd name="T13" fmla="*/ 26 h 52"/>
                      <a:gd name="T14" fmla="*/ 76 w 80"/>
                      <a:gd name="T15" fmla="*/ 47 h 52"/>
                      <a:gd name="T16" fmla="*/ 60 w 80"/>
                      <a:gd name="T17" fmla="*/ 49 h 52"/>
                      <a:gd name="T18" fmla="*/ 58 w 80"/>
                      <a:gd name="T19" fmla="*/ 49 h 52"/>
                      <a:gd name="T20" fmla="*/ 48 w 80"/>
                      <a:gd name="T21" fmla="*/ 43 h 52"/>
                      <a:gd name="T22" fmla="*/ 47 w 80"/>
                      <a:gd name="T23" fmla="*/ 43 h 52"/>
                      <a:gd name="T24" fmla="*/ 37 w 80"/>
                      <a:gd name="T25" fmla="*/ 43 h 52"/>
                      <a:gd name="T26" fmla="*/ 35 w 80"/>
                      <a:gd name="T27" fmla="*/ 46 h 52"/>
                      <a:gd name="T28" fmla="*/ 16 w 80"/>
                      <a:gd name="T29" fmla="*/ 52 h 52"/>
                      <a:gd name="T30" fmla="*/ 11 w 80"/>
                      <a:gd name="T31" fmla="*/ 50 h 52"/>
                      <a:gd name="T32" fmla="*/ 4 w 80"/>
                      <a:gd name="T33" fmla="*/ 41 h 52"/>
                      <a:gd name="T34" fmla="*/ 1 w 80"/>
                      <a:gd name="T35" fmla="*/ 35 h 52"/>
                      <a:gd name="T36" fmla="*/ 1 w 80"/>
                      <a:gd name="T37" fmla="*/ 34 h 52"/>
                      <a:gd name="T38" fmla="*/ 3 w 80"/>
                      <a:gd name="T39" fmla="*/ 33 h 52"/>
                      <a:gd name="T40" fmla="*/ 17 w 80"/>
                      <a:gd name="T41" fmla="*/ 33 h 52"/>
                      <a:gd name="T42" fmla="*/ 30 w 80"/>
                      <a:gd name="T43" fmla="*/ 34 h 52"/>
                      <a:gd name="T44" fmla="*/ 39 w 80"/>
                      <a:gd name="T45" fmla="*/ 34 h 52"/>
                      <a:gd name="T46" fmla="*/ 47 w 80"/>
                      <a:gd name="T47" fmla="*/ 29 h 52"/>
                      <a:gd name="T48" fmla="*/ 44 w 80"/>
                      <a:gd name="T49" fmla="*/ 19 h 52"/>
                      <a:gd name="T50" fmla="*/ 27 w 80"/>
                      <a:gd name="T51" fmla="*/ 15 h 52"/>
                      <a:gd name="T52" fmla="*/ 20 w 80"/>
                      <a:gd name="T53" fmla="*/ 12 h 52"/>
                      <a:gd name="T54" fmla="*/ 20 w 80"/>
                      <a:gd name="T55" fmla="*/ 10 h 52"/>
                      <a:gd name="T56" fmla="*/ 28 w 80"/>
                      <a:gd name="T57" fmla="*/ 9 h 52"/>
                      <a:gd name="T58" fmla="*/ 29 w 80"/>
                      <a:gd name="T59" fmla="*/ 8 h 52"/>
                      <a:gd name="T60" fmla="*/ 44 w 80"/>
                      <a:gd name="T61" fmla="*/ 2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80" h="52">
                        <a:moveTo>
                          <a:pt x="44" y="2"/>
                        </a:moveTo>
                        <a:cubicBezTo>
                          <a:pt x="44" y="2"/>
                          <a:pt x="45" y="2"/>
                          <a:pt x="46" y="2"/>
                        </a:cubicBezTo>
                        <a:cubicBezTo>
                          <a:pt x="51" y="0"/>
                          <a:pt x="56" y="3"/>
                          <a:pt x="60" y="6"/>
                        </a:cubicBezTo>
                        <a:cubicBezTo>
                          <a:pt x="61" y="6"/>
                          <a:pt x="62" y="7"/>
                          <a:pt x="63" y="8"/>
                        </a:cubicBezTo>
                        <a:cubicBezTo>
                          <a:pt x="65" y="10"/>
                          <a:pt x="66" y="12"/>
                          <a:pt x="66" y="15"/>
                        </a:cubicBezTo>
                        <a:cubicBezTo>
                          <a:pt x="67" y="19"/>
                          <a:pt x="72" y="21"/>
                          <a:pt x="74" y="25"/>
                        </a:cubicBezTo>
                        <a:cubicBezTo>
                          <a:pt x="74" y="25"/>
                          <a:pt x="74" y="25"/>
                          <a:pt x="75" y="26"/>
                        </a:cubicBezTo>
                        <a:cubicBezTo>
                          <a:pt x="79" y="30"/>
                          <a:pt x="80" y="42"/>
                          <a:pt x="76" y="47"/>
                        </a:cubicBezTo>
                        <a:cubicBezTo>
                          <a:pt x="73" y="51"/>
                          <a:pt x="67" y="52"/>
                          <a:pt x="60" y="49"/>
                        </a:cubicBezTo>
                        <a:cubicBezTo>
                          <a:pt x="60" y="49"/>
                          <a:pt x="59" y="49"/>
                          <a:pt x="58" y="49"/>
                        </a:cubicBezTo>
                        <a:cubicBezTo>
                          <a:pt x="55" y="47"/>
                          <a:pt x="52" y="43"/>
                          <a:pt x="48" y="43"/>
                        </a:cubicBezTo>
                        <a:cubicBezTo>
                          <a:pt x="47" y="43"/>
                          <a:pt x="47" y="43"/>
                          <a:pt x="47" y="43"/>
                        </a:cubicBezTo>
                        <a:cubicBezTo>
                          <a:pt x="44" y="41"/>
                          <a:pt x="40" y="40"/>
                          <a:pt x="37" y="43"/>
                        </a:cubicBezTo>
                        <a:cubicBezTo>
                          <a:pt x="36" y="44"/>
                          <a:pt x="36" y="45"/>
                          <a:pt x="35" y="46"/>
                        </a:cubicBezTo>
                        <a:cubicBezTo>
                          <a:pt x="30" y="52"/>
                          <a:pt x="23" y="52"/>
                          <a:pt x="16" y="52"/>
                        </a:cubicBezTo>
                        <a:cubicBezTo>
                          <a:pt x="14" y="52"/>
                          <a:pt x="12" y="51"/>
                          <a:pt x="11" y="50"/>
                        </a:cubicBezTo>
                        <a:cubicBezTo>
                          <a:pt x="8" y="48"/>
                          <a:pt x="6" y="45"/>
                          <a:pt x="4" y="41"/>
                        </a:cubicBezTo>
                        <a:cubicBezTo>
                          <a:pt x="3" y="39"/>
                          <a:pt x="1" y="38"/>
                          <a:pt x="1" y="35"/>
                        </a:cubicBezTo>
                        <a:cubicBezTo>
                          <a:pt x="0" y="35"/>
                          <a:pt x="0" y="35"/>
                          <a:pt x="1" y="34"/>
                        </a:cubicBezTo>
                        <a:cubicBezTo>
                          <a:pt x="1" y="34"/>
                          <a:pt x="2" y="33"/>
                          <a:pt x="3" y="33"/>
                        </a:cubicBezTo>
                        <a:cubicBezTo>
                          <a:pt x="7" y="32"/>
                          <a:pt x="12" y="32"/>
                          <a:pt x="17" y="33"/>
                        </a:cubicBezTo>
                        <a:cubicBezTo>
                          <a:pt x="21" y="35"/>
                          <a:pt x="26" y="34"/>
                          <a:pt x="30" y="34"/>
                        </a:cubicBezTo>
                        <a:cubicBezTo>
                          <a:pt x="33" y="34"/>
                          <a:pt x="36" y="34"/>
                          <a:pt x="39" y="34"/>
                        </a:cubicBezTo>
                        <a:cubicBezTo>
                          <a:pt x="43" y="35"/>
                          <a:pt x="46" y="33"/>
                          <a:pt x="47" y="29"/>
                        </a:cubicBezTo>
                        <a:cubicBezTo>
                          <a:pt x="49" y="24"/>
                          <a:pt x="48" y="21"/>
                          <a:pt x="44" y="19"/>
                        </a:cubicBezTo>
                        <a:cubicBezTo>
                          <a:pt x="39" y="16"/>
                          <a:pt x="33" y="15"/>
                          <a:pt x="27" y="15"/>
                        </a:cubicBezTo>
                        <a:cubicBezTo>
                          <a:pt x="24" y="14"/>
                          <a:pt x="21" y="15"/>
                          <a:pt x="20" y="12"/>
                        </a:cubicBezTo>
                        <a:cubicBezTo>
                          <a:pt x="20" y="11"/>
                          <a:pt x="20" y="11"/>
                          <a:pt x="20" y="10"/>
                        </a:cubicBezTo>
                        <a:cubicBezTo>
                          <a:pt x="22" y="8"/>
                          <a:pt x="25" y="11"/>
                          <a:pt x="28" y="9"/>
                        </a:cubicBezTo>
                        <a:cubicBezTo>
                          <a:pt x="28" y="9"/>
                          <a:pt x="28" y="8"/>
                          <a:pt x="29" y="8"/>
                        </a:cubicBezTo>
                        <a:cubicBezTo>
                          <a:pt x="34" y="7"/>
                          <a:pt x="39" y="4"/>
                          <a:pt x="44" y="2"/>
                        </a:cubicBezTo>
                        <a:close/>
                      </a:path>
                    </a:pathLst>
                  </a:custGeom>
                  <a:solidFill>
                    <a:srgbClr val="DDFE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0" name="Freeform 490"/>
                  <p:cNvSpPr/>
                  <p:nvPr/>
                </p:nvSpPr>
                <p:spPr bwMode="auto">
                  <a:xfrm>
                    <a:off x="4444" y="1965"/>
                    <a:ext cx="109" cy="140"/>
                  </a:xfrm>
                  <a:custGeom>
                    <a:avLst/>
                    <a:gdLst>
                      <a:gd name="T0" fmla="*/ 45 w 46"/>
                      <a:gd name="T1" fmla="*/ 59 h 59"/>
                      <a:gd name="T2" fmla="*/ 43 w 46"/>
                      <a:gd name="T3" fmla="*/ 59 h 59"/>
                      <a:gd name="T4" fmla="*/ 21 w 46"/>
                      <a:gd name="T5" fmla="*/ 53 h 59"/>
                      <a:gd name="T6" fmla="*/ 8 w 46"/>
                      <a:gd name="T7" fmla="*/ 47 h 59"/>
                      <a:gd name="T8" fmla="*/ 8 w 46"/>
                      <a:gd name="T9" fmla="*/ 14 h 59"/>
                      <a:gd name="T10" fmla="*/ 12 w 46"/>
                      <a:gd name="T11" fmla="*/ 9 h 59"/>
                      <a:gd name="T12" fmla="*/ 16 w 46"/>
                      <a:gd name="T13" fmla="*/ 4 h 59"/>
                      <a:gd name="T14" fmla="*/ 31 w 46"/>
                      <a:gd name="T15" fmla="*/ 5 h 59"/>
                      <a:gd name="T16" fmla="*/ 41 w 46"/>
                      <a:gd name="T17" fmla="*/ 20 h 59"/>
                      <a:gd name="T18" fmla="*/ 44 w 46"/>
                      <a:gd name="T19" fmla="*/ 22 h 59"/>
                      <a:gd name="T20" fmla="*/ 46 w 46"/>
                      <a:gd name="T21" fmla="*/ 31 h 59"/>
                      <a:gd name="T22" fmla="*/ 45 w 46"/>
                      <a:gd name="T23" fmla="*/ 32 h 59"/>
                      <a:gd name="T24" fmla="*/ 31 w 46"/>
                      <a:gd name="T25" fmla="*/ 28 h 59"/>
                      <a:gd name="T26" fmla="*/ 19 w 46"/>
                      <a:gd name="T27" fmla="*/ 22 h 59"/>
                      <a:gd name="T28" fmla="*/ 15 w 46"/>
                      <a:gd name="T29" fmla="*/ 29 h 59"/>
                      <a:gd name="T30" fmla="*/ 17 w 46"/>
                      <a:gd name="T31" fmla="*/ 36 h 59"/>
                      <a:gd name="T32" fmla="*/ 32 w 46"/>
                      <a:gd name="T33" fmla="*/ 46 h 59"/>
                      <a:gd name="T34" fmla="*/ 40 w 46"/>
                      <a:gd name="T35" fmla="*/ 47 h 59"/>
                      <a:gd name="T36" fmla="*/ 43 w 46"/>
                      <a:gd name="T37" fmla="*/ 54 h 59"/>
                      <a:gd name="T38" fmla="*/ 45 w 46"/>
                      <a:gd name="T39" fmla="*/ 59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6" h="59">
                        <a:moveTo>
                          <a:pt x="45" y="59"/>
                        </a:moveTo>
                        <a:cubicBezTo>
                          <a:pt x="44" y="59"/>
                          <a:pt x="43" y="59"/>
                          <a:pt x="43" y="59"/>
                        </a:cubicBezTo>
                        <a:cubicBezTo>
                          <a:pt x="36" y="55"/>
                          <a:pt x="28" y="54"/>
                          <a:pt x="21" y="53"/>
                        </a:cubicBezTo>
                        <a:cubicBezTo>
                          <a:pt x="16" y="51"/>
                          <a:pt x="12" y="49"/>
                          <a:pt x="8" y="47"/>
                        </a:cubicBezTo>
                        <a:cubicBezTo>
                          <a:pt x="4" y="36"/>
                          <a:pt x="0" y="25"/>
                          <a:pt x="8" y="14"/>
                        </a:cubicBezTo>
                        <a:cubicBezTo>
                          <a:pt x="9" y="12"/>
                          <a:pt x="11" y="10"/>
                          <a:pt x="12" y="9"/>
                        </a:cubicBezTo>
                        <a:cubicBezTo>
                          <a:pt x="13" y="7"/>
                          <a:pt x="15" y="5"/>
                          <a:pt x="16" y="4"/>
                        </a:cubicBezTo>
                        <a:cubicBezTo>
                          <a:pt x="19" y="0"/>
                          <a:pt x="27" y="1"/>
                          <a:pt x="31" y="5"/>
                        </a:cubicBezTo>
                        <a:cubicBezTo>
                          <a:pt x="35" y="10"/>
                          <a:pt x="38" y="15"/>
                          <a:pt x="41" y="20"/>
                        </a:cubicBezTo>
                        <a:cubicBezTo>
                          <a:pt x="41" y="21"/>
                          <a:pt x="42" y="22"/>
                          <a:pt x="44" y="22"/>
                        </a:cubicBezTo>
                        <a:cubicBezTo>
                          <a:pt x="46" y="25"/>
                          <a:pt x="45" y="28"/>
                          <a:pt x="46" y="31"/>
                        </a:cubicBezTo>
                        <a:cubicBezTo>
                          <a:pt x="46" y="32"/>
                          <a:pt x="45" y="32"/>
                          <a:pt x="45" y="32"/>
                        </a:cubicBezTo>
                        <a:cubicBezTo>
                          <a:pt x="39" y="35"/>
                          <a:pt x="35" y="33"/>
                          <a:pt x="31" y="28"/>
                        </a:cubicBezTo>
                        <a:cubicBezTo>
                          <a:pt x="29" y="23"/>
                          <a:pt x="24" y="22"/>
                          <a:pt x="19" y="22"/>
                        </a:cubicBezTo>
                        <a:cubicBezTo>
                          <a:pt x="15" y="23"/>
                          <a:pt x="14" y="25"/>
                          <a:pt x="15" y="29"/>
                        </a:cubicBezTo>
                        <a:cubicBezTo>
                          <a:pt x="15" y="31"/>
                          <a:pt x="16" y="34"/>
                          <a:pt x="17" y="36"/>
                        </a:cubicBezTo>
                        <a:cubicBezTo>
                          <a:pt x="20" y="43"/>
                          <a:pt x="25" y="47"/>
                          <a:pt x="32" y="46"/>
                        </a:cubicBezTo>
                        <a:cubicBezTo>
                          <a:pt x="35" y="45"/>
                          <a:pt x="38" y="46"/>
                          <a:pt x="40" y="47"/>
                        </a:cubicBezTo>
                        <a:cubicBezTo>
                          <a:pt x="42" y="49"/>
                          <a:pt x="42" y="52"/>
                          <a:pt x="43" y="54"/>
                        </a:cubicBezTo>
                        <a:cubicBezTo>
                          <a:pt x="44" y="56"/>
                          <a:pt x="46" y="57"/>
                          <a:pt x="45" y="59"/>
                        </a:cubicBezTo>
                        <a:close/>
                      </a:path>
                    </a:pathLst>
                  </a:custGeom>
                  <a:solidFill>
                    <a:srgbClr val="DAFE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1" name="Freeform 491"/>
                  <p:cNvSpPr/>
                  <p:nvPr/>
                </p:nvSpPr>
                <p:spPr bwMode="auto">
                  <a:xfrm>
                    <a:off x="4442" y="1822"/>
                    <a:ext cx="106" cy="81"/>
                  </a:xfrm>
                  <a:custGeom>
                    <a:avLst/>
                    <a:gdLst>
                      <a:gd name="T0" fmla="*/ 43 w 45"/>
                      <a:gd name="T1" fmla="*/ 16 h 34"/>
                      <a:gd name="T2" fmla="*/ 41 w 45"/>
                      <a:gd name="T3" fmla="*/ 21 h 34"/>
                      <a:gd name="T4" fmla="*/ 35 w 45"/>
                      <a:gd name="T5" fmla="*/ 19 h 34"/>
                      <a:gd name="T6" fmla="*/ 41 w 45"/>
                      <a:gd name="T7" fmla="*/ 21 h 34"/>
                      <a:gd name="T8" fmla="*/ 45 w 45"/>
                      <a:gd name="T9" fmla="*/ 28 h 34"/>
                      <a:gd name="T10" fmla="*/ 42 w 45"/>
                      <a:gd name="T11" fmla="*/ 26 h 34"/>
                      <a:gd name="T12" fmla="*/ 36 w 45"/>
                      <a:gd name="T13" fmla="*/ 26 h 34"/>
                      <a:gd name="T14" fmla="*/ 34 w 45"/>
                      <a:gd name="T15" fmla="*/ 27 h 34"/>
                      <a:gd name="T16" fmla="*/ 29 w 45"/>
                      <a:gd name="T17" fmla="*/ 25 h 34"/>
                      <a:gd name="T18" fmla="*/ 24 w 45"/>
                      <a:gd name="T19" fmla="*/ 25 h 34"/>
                      <a:gd name="T20" fmla="*/ 28 w 45"/>
                      <a:gd name="T21" fmla="*/ 28 h 34"/>
                      <a:gd name="T22" fmla="*/ 30 w 45"/>
                      <a:gd name="T23" fmla="*/ 29 h 34"/>
                      <a:gd name="T24" fmla="*/ 28 w 45"/>
                      <a:gd name="T25" fmla="*/ 30 h 34"/>
                      <a:gd name="T26" fmla="*/ 21 w 45"/>
                      <a:gd name="T27" fmla="*/ 27 h 34"/>
                      <a:gd name="T28" fmla="*/ 21 w 45"/>
                      <a:gd name="T29" fmla="*/ 23 h 34"/>
                      <a:gd name="T30" fmla="*/ 20 w 45"/>
                      <a:gd name="T31" fmla="*/ 19 h 34"/>
                      <a:gd name="T32" fmla="*/ 17 w 45"/>
                      <a:gd name="T33" fmla="*/ 22 h 34"/>
                      <a:gd name="T34" fmla="*/ 12 w 45"/>
                      <a:gd name="T35" fmla="*/ 34 h 34"/>
                      <a:gd name="T36" fmla="*/ 5 w 45"/>
                      <a:gd name="T37" fmla="*/ 30 h 34"/>
                      <a:gd name="T38" fmla="*/ 7 w 45"/>
                      <a:gd name="T39" fmla="*/ 9 h 34"/>
                      <a:gd name="T40" fmla="*/ 20 w 45"/>
                      <a:gd name="T41" fmla="*/ 2 h 34"/>
                      <a:gd name="T42" fmla="*/ 29 w 45"/>
                      <a:gd name="T43" fmla="*/ 0 h 34"/>
                      <a:gd name="T44" fmla="*/ 30 w 45"/>
                      <a:gd name="T45" fmla="*/ 1 h 34"/>
                      <a:gd name="T46" fmla="*/ 29 w 45"/>
                      <a:gd name="T47" fmla="*/ 1 h 34"/>
                      <a:gd name="T48" fmla="*/ 39 w 45"/>
                      <a:gd name="T49" fmla="*/ 14 h 34"/>
                      <a:gd name="T50" fmla="*/ 43 w 45"/>
                      <a:gd name="T51" fmla="*/ 16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45" h="34">
                        <a:moveTo>
                          <a:pt x="43" y="16"/>
                        </a:moveTo>
                        <a:cubicBezTo>
                          <a:pt x="45" y="18"/>
                          <a:pt x="41" y="19"/>
                          <a:pt x="41" y="21"/>
                        </a:cubicBezTo>
                        <a:cubicBezTo>
                          <a:pt x="38" y="22"/>
                          <a:pt x="39" y="16"/>
                          <a:pt x="35" y="19"/>
                        </a:cubicBezTo>
                        <a:cubicBezTo>
                          <a:pt x="38" y="18"/>
                          <a:pt x="38" y="22"/>
                          <a:pt x="41" y="21"/>
                        </a:cubicBezTo>
                        <a:cubicBezTo>
                          <a:pt x="43" y="23"/>
                          <a:pt x="43" y="26"/>
                          <a:pt x="45" y="28"/>
                        </a:cubicBezTo>
                        <a:cubicBezTo>
                          <a:pt x="42" y="29"/>
                          <a:pt x="42" y="27"/>
                          <a:pt x="42" y="26"/>
                        </a:cubicBezTo>
                        <a:cubicBezTo>
                          <a:pt x="40" y="24"/>
                          <a:pt x="38" y="22"/>
                          <a:pt x="36" y="26"/>
                        </a:cubicBezTo>
                        <a:cubicBezTo>
                          <a:pt x="35" y="27"/>
                          <a:pt x="34" y="27"/>
                          <a:pt x="34" y="27"/>
                        </a:cubicBezTo>
                        <a:cubicBezTo>
                          <a:pt x="34" y="21"/>
                          <a:pt x="31" y="25"/>
                          <a:pt x="29" y="25"/>
                        </a:cubicBezTo>
                        <a:cubicBezTo>
                          <a:pt x="28" y="25"/>
                          <a:pt x="26" y="27"/>
                          <a:pt x="24" y="25"/>
                        </a:cubicBezTo>
                        <a:cubicBezTo>
                          <a:pt x="25" y="28"/>
                          <a:pt x="26" y="28"/>
                          <a:pt x="28" y="28"/>
                        </a:cubicBezTo>
                        <a:cubicBezTo>
                          <a:pt x="29" y="27"/>
                          <a:pt x="30" y="28"/>
                          <a:pt x="30" y="29"/>
                        </a:cubicBezTo>
                        <a:cubicBezTo>
                          <a:pt x="30" y="30"/>
                          <a:pt x="29" y="29"/>
                          <a:pt x="28" y="30"/>
                        </a:cubicBezTo>
                        <a:cubicBezTo>
                          <a:pt x="25" y="31"/>
                          <a:pt x="24" y="27"/>
                          <a:pt x="21" y="27"/>
                        </a:cubicBezTo>
                        <a:cubicBezTo>
                          <a:pt x="24" y="26"/>
                          <a:pt x="19" y="24"/>
                          <a:pt x="21" y="23"/>
                        </a:cubicBezTo>
                        <a:cubicBezTo>
                          <a:pt x="24" y="21"/>
                          <a:pt x="20" y="20"/>
                          <a:pt x="20" y="19"/>
                        </a:cubicBezTo>
                        <a:cubicBezTo>
                          <a:pt x="19" y="20"/>
                          <a:pt x="18" y="21"/>
                          <a:pt x="17" y="22"/>
                        </a:cubicBezTo>
                        <a:cubicBezTo>
                          <a:pt x="14" y="25"/>
                          <a:pt x="15" y="31"/>
                          <a:pt x="12" y="34"/>
                        </a:cubicBezTo>
                        <a:cubicBezTo>
                          <a:pt x="9" y="34"/>
                          <a:pt x="7" y="34"/>
                          <a:pt x="5" y="30"/>
                        </a:cubicBezTo>
                        <a:cubicBezTo>
                          <a:pt x="0" y="22"/>
                          <a:pt x="2" y="16"/>
                          <a:pt x="7" y="9"/>
                        </a:cubicBezTo>
                        <a:cubicBezTo>
                          <a:pt x="11" y="2"/>
                          <a:pt x="12" y="1"/>
                          <a:pt x="20" y="2"/>
                        </a:cubicBezTo>
                        <a:cubicBezTo>
                          <a:pt x="23" y="2"/>
                          <a:pt x="26" y="2"/>
                          <a:pt x="29" y="0"/>
                        </a:cubicBezTo>
                        <a:cubicBezTo>
                          <a:pt x="30" y="1"/>
                          <a:pt x="30" y="1"/>
                          <a:pt x="30" y="1"/>
                        </a:cubicBezTo>
                        <a:cubicBezTo>
                          <a:pt x="30" y="1"/>
                          <a:pt x="29" y="1"/>
                          <a:pt x="29" y="1"/>
                        </a:cubicBezTo>
                        <a:cubicBezTo>
                          <a:pt x="29" y="9"/>
                          <a:pt x="32" y="12"/>
                          <a:pt x="39" y="14"/>
                        </a:cubicBezTo>
                        <a:cubicBezTo>
                          <a:pt x="40" y="15"/>
                          <a:pt x="41" y="16"/>
                          <a:pt x="43" y="16"/>
                        </a:cubicBezTo>
                        <a:close/>
                      </a:path>
                    </a:pathLst>
                  </a:custGeom>
                  <a:solidFill>
                    <a:srgbClr val="A1C2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2" name="Freeform 492"/>
                  <p:cNvSpPr/>
                  <p:nvPr/>
                </p:nvSpPr>
                <p:spPr bwMode="auto">
                  <a:xfrm>
                    <a:off x="4444" y="1993"/>
                    <a:ext cx="21" cy="83"/>
                  </a:xfrm>
                  <a:custGeom>
                    <a:avLst/>
                    <a:gdLst>
                      <a:gd name="T0" fmla="*/ 9 w 9"/>
                      <a:gd name="T1" fmla="*/ 1 h 35"/>
                      <a:gd name="T2" fmla="*/ 5 w 9"/>
                      <a:gd name="T3" fmla="*/ 22 h 35"/>
                      <a:gd name="T4" fmla="*/ 8 w 9"/>
                      <a:gd name="T5" fmla="*/ 35 h 35"/>
                      <a:gd name="T6" fmla="*/ 1 w 9"/>
                      <a:gd name="T7" fmla="*/ 17 h 35"/>
                      <a:gd name="T8" fmla="*/ 8 w 9"/>
                      <a:gd name="T9" fmla="*/ 0 h 35"/>
                      <a:gd name="T10" fmla="*/ 9 w 9"/>
                      <a:gd name="T11" fmla="*/ 1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" h="35">
                        <a:moveTo>
                          <a:pt x="9" y="1"/>
                        </a:moveTo>
                        <a:cubicBezTo>
                          <a:pt x="5" y="8"/>
                          <a:pt x="4" y="15"/>
                          <a:pt x="5" y="22"/>
                        </a:cubicBezTo>
                        <a:cubicBezTo>
                          <a:pt x="6" y="26"/>
                          <a:pt x="8" y="30"/>
                          <a:pt x="8" y="35"/>
                        </a:cubicBezTo>
                        <a:cubicBezTo>
                          <a:pt x="0" y="31"/>
                          <a:pt x="1" y="24"/>
                          <a:pt x="1" y="17"/>
                        </a:cubicBezTo>
                        <a:cubicBezTo>
                          <a:pt x="1" y="10"/>
                          <a:pt x="4" y="5"/>
                          <a:pt x="8" y="0"/>
                        </a:cubicBezTo>
                        <a:cubicBezTo>
                          <a:pt x="9" y="0"/>
                          <a:pt x="9" y="0"/>
                          <a:pt x="9" y="1"/>
                        </a:cubicBezTo>
                        <a:close/>
                      </a:path>
                    </a:pathLst>
                  </a:custGeom>
                  <a:solidFill>
                    <a:srgbClr val="FDFE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3" name="Freeform 493"/>
                  <p:cNvSpPr/>
                  <p:nvPr/>
                </p:nvSpPr>
                <p:spPr bwMode="auto">
                  <a:xfrm>
                    <a:off x="4442" y="1739"/>
                    <a:ext cx="57" cy="33"/>
                  </a:xfrm>
                  <a:custGeom>
                    <a:avLst/>
                    <a:gdLst>
                      <a:gd name="T0" fmla="*/ 4 w 24"/>
                      <a:gd name="T1" fmla="*/ 6 h 14"/>
                      <a:gd name="T2" fmla="*/ 21 w 24"/>
                      <a:gd name="T3" fmla="*/ 2 h 14"/>
                      <a:gd name="T4" fmla="*/ 24 w 24"/>
                      <a:gd name="T5" fmla="*/ 6 h 14"/>
                      <a:gd name="T6" fmla="*/ 18 w 24"/>
                      <a:gd name="T7" fmla="*/ 6 h 14"/>
                      <a:gd name="T8" fmla="*/ 0 w 24"/>
                      <a:gd name="T9" fmla="*/ 14 h 14"/>
                      <a:gd name="T10" fmla="*/ 4 w 24"/>
                      <a:gd name="T11" fmla="*/ 6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" h="14">
                        <a:moveTo>
                          <a:pt x="4" y="6"/>
                        </a:moveTo>
                        <a:cubicBezTo>
                          <a:pt x="9" y="0"/>
                          <a:pt x="15" y="2"/>
                          <a:pt x="21" y="2"/>
                        </a:cubicBezTo>
                        <a:cubicBezTo>
                          <a:pt x="23" y="2"/>
                          <a:pt x="24" y="3"/>
                          <a:pt x="24" y="6"/>
                        </a:cubicBezTo>
                        <a:cubicBezTo>
                          <a:pt x="22" y="4"/>
                          <a:pt x="21" y="5"/>
                          <a:pt x="18" y="6"/>
                        </a:cubicBezTo>
                        <a:cubicBezTo>
                          <a:pt x="12" y="8"/>
                          <a:pt x="6" y="12"/>
                          <a:pt x="0" y="14"/>
                        </a:cubicBezTo>
                        <a:cubicBezTo>
                          <a:pt x="0" y="11"/>
                          <a:pt x="2" y="8"/>
                          <a:pt x="4" y="6"/>
                        </a:cubicBezTo>
                        <a:close/>
                      </a:path>
                    </a:pathLst>
                  </a:custGeom>
                  <a:solidFill>
                    <a:srgbClr val="A5D7D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4" name="Freeform 494"/>
                  <p:cNvSpPr/>
                  <p:nvPr/>
                </p:nvSpPr>
                <p:spPr bwMode="auto">
                  <a:xfrm>
                    <a:off x="4482" y="1965"/>
                    <a:ext cx="59" cy="47"/>
                  </a:xfrm>
                  <a:custGeom>
                    <a:avLst/>
                    <a:gdLst>
                      <a:gd name="T0" fmla="*/ 25 w 25"/>
                      <a:gd name="T1" fmla="*/ 20 h 20"/>
                      <a:gd name="T2" fmla="*/ 17 w 25"/>
                      <a:gd name="T3" fmla="*/ 9 h 20"/>
                      <a:gd name="T4" fmla="*/ 0 w 25"/>
                      <a:gd name="T5" fmla="*/ 4 h 20"/>
                      <a:gd name="T6" fmla="*/ 5 w 25"/>
                      <a:gd name="T7" fmla="*/ 1 h 20"/>
                      <a:gd name="T8" fmla="*/ 10 w 25"/>
                      <a:gd name="T9" fmla="*/ 1 h 20"/>
                      <a:gd name="T10" fmla="*/ 20 w 25"/>
                      <a:gd name="T11" fmla="*/ 6 h 20"/>
                      <a:gd name="T12" fmla="*/ 22 w 25"/>
                      <a:gd name="T13" fmla="*/ 11 h 20"/>
                      <a:gd name="T14" fmla="*/ 22 w 25"/>
                      <a:gd name="T15" fmla="*/ 11 h 20"/>
                      <a:gd name="T16" fmla="*/ 24 w 25"/>
                      <a:gd name="T17" fmla="*/ 15 h 20"/>
                      <a:gd name="T18" fmla="*/ 25 w 25"/>
                      <a:gd name="T19" fmla="*/ 2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" h="20">
                        <a:moveTo>
                          <a:pt x="25" y="20"/>
                        </a:moveTo>
                        <a:cubicBezTo>
                          <a:pt x="21" y="17"/>
                          <a:pt x="19" y="13"/>
                          <a:pt x="17" y="9"/>
                        </a:cubicBezTo>
                        <a:cubicBezTo>
                          <a:pt x="13" y="3"/>
                          <a:pt x="5" y="0"/>
                          <a:pt x="0" y="4"/>
                        </a:cubicBezTo>
                        <a:cubicBezTo>
                          <a:pt x="0" y="1"/>
                          <a:pt x="2" y="1"/>
                          <a:pt x="5" y="1"/>
                        </a:cubicBezTo>
                        <a:cubicBezTo>
                          <a:pt x="6" y="1"/>
                          <a:pt x="8" y="1"/>
                          <a:pt x="10" y="1"/>
                        </a:cubicBezTo>
                        <a:cubicBezTo>
                          <a:pt x="14" y="0"/>
                          <a:pt x="17" y="2"/>
                          <a:pt x="20" y="6"/>
                        </a:cubicBezTo>
                        <a:cubicBezTo>
                          <a:pt x="23" y="7"/>
                          <a:pt x="21" y="10"/>
                          <a:pt x="22" y="11"/>
                        </a:cubicBezTo>
                        <a:cubicBezTo>
                          <a:pt x="22" y="11"/>
                          <a:pt x="22" y="11"/>
                          <a:pt x="22" y="11"/>
                        </a:cubicBezTo>
                        <a:cubicBezTo>
                          <a:pt x="23" y="13"/>
                          <a:pt x="24" y="14"/>
                          <a:pt x="24" y="15"/>
                        </a:cubicBezTo>
                        <a:cubicBezTo>
                          <a:pt x="24" y="17"/>
                          <a:pt x="24" y="18"/>
                          <a:pt x="25" y="20"/>
                        </a:cubicBezTo>
                        <a:close/>
                      </a:path>
                    </a:pathLst>
                  </a:custGeom>
                  <a:solidFill>
                    <a:srgbClr val="ABDA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5" name="Freeform 495"/>
                  <p:cNvSpPr/>
                  <p:nvPr/>
                </p:nvSpPr>
                <p:spPr bwMode="auto">
                  <a:xfrm>
                    <a:off x="4494" y="2088"/>
                    <a:ext cx="52" cy="19"/>
                  </a:xfrm>
                  <a:custGeom>
                    <a:avLst/>
                    <a:gdLst>
                      <a:gd name="T0" fmla="*/ 0 w 22"/>
                      <a:gd name="T1" fmla="*/ 1 h 8"/>
                      <a:gd name="T2" fmla="*/ 15 w 22"/>
                      <a:gd name="T3" fmla="*/ 3 h 8"/>
                      <a:gd name="T4" fmla="*/ 22 w 22"/>
                      <a:gd name="T5" fmla="*/ 7 h 8"/>
                      <a:gd name="T6" fmla="*/ 22 w 22"/>
                      <a:gd name="T7" fmla="*/ 8 h 8"/>
                      <a:gd name="T8" fmla="*/ 0 w 22"/>
                      <a:gd name="T9" fmla="*/ 1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8">
                        <a:moveTo>
                          <a:pt x="0" y="1"/>
                        </a:moveTo>
                        <a:cubicBezTo>
                          <a:pt x="5" y="0"/>
                          <a:pt x="10" y="1"/>
                          <a:pt x="15" y="3"/>
                        </a:cubicBezTo>
                        <a:cubicBezTo>
                          <a:pt x="18" y="4"/>
                          <a:pt x="20" y="5"/>
                          <a:pt x="22" y="7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14" y="7"/>
                          <a:pt x="6" y="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9FC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6" name="Freeform 496"/>
                  <p:cNvSpPr/>
                  <p:nvPr/>
                </p:nvSpPr>
                <p:spPr bwMode="auto">
                  <a:xfrm>
                    <a:off x="4506" y="1798"/>
                    <a:ext cx="19" cy="26"/>
                  </a:xfrm>
                  <a:custGeom>
                    <a:avLst/>
                    <a:gdLst>
                      <a:gd name="T0" fmla="*/ 2 w 8"/>
                      <a:gd name="T1" fmla="*/ 11 h 11"/>
                      <a:gd name="T2" fmla="*/ 2 w 8"/>
                      <a:gd name="T3" fmla="*/ 10 h 11"/>
                      <a:gd name="T4" fmla="*/ 2 w 8"/>
                      <a:gd name="T5" fmla="*/ 0 h 11"/>
                      <a:gd name="T6" fmla="*/ 7 w 8"/>
                      <a:gd name="T7" fmla="*/ 8 h 11"/>
                      <a:gd name="T8" fmla="*/ 8 w 8"/>
                      <a:gd name="T9" fmla="*/ 9 h 11"/>
                      <a:gd name="T10" fmla="*/ 2 w 8"/>
                      <a:gd name="T11" fmla="*/ 1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11">
                        <a:moveTo>
                          <a:pt x="2" y="11"/>
                        </a:moveTo>
                        <a:cubicBezTo>
                          <a:pt x="2" y="11"/>
                          <a:pt x="2" y="11"/>
                          <a:pt x="2" y="10"/>
                        </a:cubicBezTo>
                        <a:cubicBezTo>
                          <a:pt x="1" y="7"/>
                          <a:pt x="0" y="3"/>
                          <a:pt x="2" y="0"/>
                        </a:cubicBezTo>
                        <a:cubicBezTo>
                          <a:pt x="4" y="2"/>
                          <a:pt x="5" y="5"/>
                          <a:pt x="7" y="8"/>
                        </a:cubicBezTo>
                        <a:cubicBezTo>
                          <a:pt x="7" y="8"/>
                          <a:pt x="8" y="9"/>
                          <a:pt x="8" y="9"/>
                        </a:cubicBezTo>
                        <a:cubicBezTo>
                          <a:pt x="6" y="11"/>
                          <a:pt x="4" y="9"/>
                          <a:pt x="2" y="11"/>
                        </a:cubicBezTo>
                        <a:close/>
                      </a:path>
                    </a:pathLst>
                  </a:custGeom>
                  <a:solidFill>
                    <a:srgbClr val="A5D6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7" name="Freeform 497"/>
                  <p:cNvSpPr/>
                  <p:nvPr/>
                </p:nvSpPr>
                <p:spPr bwMode="auto">
                  <a:xfrm>
                    <a:off x="4503" y="2126"/>
                    <a:ext cx="31" cy="19"/>
                  </a:xfrm>
                  <a:custGeom>
                    <a:avLst/>
                    <a:gdLst>
                      <a:gd name="T0" fmla="*/ 13 w 13"/>
                      <a:gd name="T1" fmla="*/ 8 h 8"/>
                      <a:gd name="T2" fmla="*/ 0 w 13"/>
                      <a:gd name="T3" fmla="*/ 0 h 8"/>
                      <a:gd name="T4" fmla="*/ 12 w 13"/>
                      <a:gd name="T5" fmla="*/ 5 h 8"/>
                      <a:gd name="T6" fmla="*/ 13 w 13"/>
                      <a:gd name="T7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8">
                        <a:moveTo>
                          <a:pt x="13" y="8"/>
                        </a:moveTo>
                        <a:cubicBezTo>
                          <a:pt x="8" y="6"/>
                          <a:pt x="3" y="5"/>
                          <a:pt x="0" y="0"/>
                        </a:cubicBezTo>
                        <a:cubicBezTo>
                          <a:pt x="4" y="2"/>
                          <a:pt x="8" y="3"/>
                          <a:pt x="12" y="5"/>
                        </a:cubicBezTo>
                        <a:cubicBezTo>
                          <a:pt x="12" y="6"/>
                          <a:pt x="13" y="7"/>
                          <a:pt x="13" y="8"/>
                        </a:cubicBezTo>
                        <a:close/>
                      </a:path>
                    </a:pathLst>
                  </a:custGeom>
                  <a:solidFill>
                    <a:srgbClr val="A0C2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8" name="Freeform 498"/>
                  <p:cNvSpPr/>
                  <p:nvPr/>
                </p:nvSpPr>
                <p:spPr bwMode="auto">
                  <a:xfrm>
                    <a:off x="4501" y="1756"/>
                    <a:ext cx="9" cy="23"/>
                  </a:xfrm>
                  <a:custGeom>
                    <a:avLst/>
                    <a:gdLst>
                      <a:gd name="T0" fmla="*/ 0 w 4"/>
                      <a:gd name="T1" fmla="*/ 0 h 10"/>
                      <a:gd name="T2" fmla="*/ 2 w 4"/>
                      <a:gd name="T3" fmla="*/ 10 h 10"/>
                      <a:gd name="T4" fmla="*/ 0 w 4"/>
                      <a:gd name="T5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10">
                        <a:moveTo>
                          <a:pt x="0" y="0"/>
                        </a:moveTo>
                        <a:cubicBezTo>
                          <a:pt x="3" y="2"/>
                          <a:pt x="4" y="6"/>
                          <a:pt x="2" y="10"/>
                        </a:cubicBezTo>
                        <a:cubicBezTo>
                          <a:pt x="0" y="7"/>
                          <a:pt x="0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E5FA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49" name="Freeform 499"/>
                  <p:cNvSpPr/>
                  <p:nvPr/>
                </p:nvSpPr>
                <p:spPr bwMode="auto">
                  <a:xfrm>
                    <a:off x="4463" y="1986"/>
                    <a:ext cx="9" cy="10"/>
                  </a:xfrm>
                  <a:custGeom>
                    <a:avLst/>
                    <a:gdLst>
                      <a:gd name="T0" fmla="*/ 1 w 4"/>
                      <a:gd name="T1" fmla="*/ 4 h 4"/>
                      <a:gd name="T2" fmla="*/ 0 w 4"/>
                      <a:gd name="T3" fmla="*/ 3 h 4"/>
                      <a:gd name="T4" fmla="*/ 4 w 4"/>
                      <a:gd name="T5" fmla="*/ 0 h 4"/>
                      <a:gd name="T6" fmla="*/ 1 w 4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4">
                        <a:moveTo>
                          <a:pt x="1" y="4"/>
                        </a:moveTo>
                        <a:cubicBezTo>
                          <a:pt x="1" y="4"/>
                          <a:pt x="0" y="4"/>
                          <a:pt x="0" y="3"/>
                        </a:cubicBezTo>
                        <a:cubicBezTo>
                          <a:pt x="1" y="2"/>
                          <a:pt x="2" y="0"/>
                          <a:pt x="4" y="0"/>
                        </a:cubicBezTo>
                        <a:cubicBezTo>
                          <a:pt x="4" y="2"/>
                          <a:pt x="2" y="3"/>
                          <a:pt x="1" y="4"/>
                        </a:cubicBezTo>
                        <a:close/>
                      </a:path>
                    </a:pathLst>
                  </a:custGeom>
                  <a:solidFill>
                    <a:srgbClr val="EDF9F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0" name="Freeform 500"/>
                  <p:cNvSpPr/>
                  <p:nvPr/>
                </p:nvSpPr>
                <p:spPr bwMode="auto">
                  <a:xfrm>
                    <a:off x="4499" y="2126"/>
                    <a:ext cx="4" cy="5"/>
                  </a:xfrm>
                  <a:custGeom>
                    <a:avLst/>
                    <a:gdLst>
                      <a:gd name="T0" fmla="*/ 1 w 2"/>
                      <a:gd name="T1" fmla="*/ 0 h 2"/>
                      <a:gd name="T2" fmla="*/ 1 w 2"/>
                      <a:gd name="T3" fmla="*/ 2 h 2"/>
                      <a:gd name="T4" fmla="*/ 0 w 2"/>
                      <a:gd name="T5" fmla="*/ 0 h 2"/>
                      <a:gd name="T6" fmla="*/ 1 w 2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1" y="0"/>
                        </a:moveTo>
                        <a:cubicBezTo>
                          <a:pt x="1" y="1"/>
                          <a:pt x="2" y="2"/>
                          <a:pt x="1" y="2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A0C2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1" name="Freeform 501"/>
                  <p:cNvSpPr/>
                  <p:nvPr/>
                </p:nvSpPr>
                <p:spPr bwMode="auto">
                  <a:xfrm>
                    <a:off x="4392" y="2102"/>
                    <a:ext cx="50" cy="43"/>
                  </a:xfrm>
                  <a:custGeom>
                    <a:avLst/>
                    <a:gdLst>
                      <a:gd name="T0" fmla="*/ 10 w 21"/>
                      <a:gd name="T1" fmla="*/ 12 h 18"/>
                      <a:gd name="T2" fmla="*/ 10 w 21"/>
                      <a:gd name="T3" fmla="*/ 17 h 18"/>
                      <a:gd name="T4" fmla="*/ 9 w 21"/>
                      <a:gd name="T5" fmla="*/ 18 h 18"/>
                      <a:gd name="T6" fmla="*/ 9 w 21"/>
                      <a:gd name="T7" fmla="*/ 16 h 18"/>
                      <a:gd name="T8" fmla="*/ 8 w 21"/>
                      <a:gd name="T9" fmla="*/ 14 h 18"/>
                      <a:gd name="T10" fmla="*/ 5 w 21"/>
                      <a:gd name="T11" fmla="*/ 12 h 18"/>
                      <a:gd name="T12" fmla="*/ 1 w 21"/>
                      <a:gd name="T13" fmla="*/ 13 h 18"/>
                      <a:gd name="T14" fmla="*/ 0 w 21"/>
                      <a:gd name="T15" fmla="*/ 8 h 18"/>
                      <a:gd name="T16" fmla="*/ 2 w 21"/>
                      <a:gd name="T17" fmla="*/ 8 h 18"/>
                      <a:gd name="T18" fmla="*/ 7 w 21"/>
                      <a:gd name="T19" fmla="*/ 9 h 18"/>
                      <a:gd name="T20" fmla="*/ 4 w 21"/>
                      <a:gd name="T21" fmla="*/ 5 h 18"/>
                      <a:gd name="T22" fmla="*/ 9 w 21"/>
                      <a:gd name="T23" fmla="*/ 0 h 18"/>
                      <a:gd name="T24" fmla="*/ 11 w 21"/>
                      <a:gd name="T25" fmla="*/ 6 h 18"/>
                      <a:gd name="T26" fmla="*/ 12 w 21"/>
                      <a:gd name="T27" fmla="*/ 7 h 18"/>
                      <a:gd name="T28" fmla="*/ 16 w 21"/>
                      <a:gd name="T29" fmla="*/ 6 h 18"/>
                      <a:gd name="T30" fmla="*/ 20 w 21"/>
                      <a:gd name="T31" fmla="*/ 3 h 18"/>
                      <a:gd name="T32" fmla="*/ 21 w 21"/>
                      <a:gd name="T33" fmla="*/ 10 h 18"/>
                      <a:gd name="T34" fmla="*/ 21 w 21"/>
                      <a:gd name="T35" fmla="*/ 11 h 18"/>
                      <a:gd name="T36" fmla="*/ 10 w 21"/>
                      <a:gd name="T37" fmla="*/ 12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1" h="18">
                        <a:moveTo>
                          <a:pt x="10" y="12"/>
                        </a:moveTo>
                        <a:cubicBezTo>
                          <a:pt x="10" y="14"/>
                          <a:pt x="10" y="15"/>
                          <a:pt x="10" y="17"/>
                        </a:cubicBezTo>
                        <a:cubicBezTo>
                          <a:pt x="10" y="18"/>
                          <a:pt x="9" y="18"/>
                          <a:pt x="9" y="18"/>
                        </a:cubicBezTo>
                        <a:cubicBezTo>
                          <a:pt x="7" y="17"/>
                          <a:pt x="9" y="17"/>
                          <a:pt x="9" y="16"/>
                        </a:cubicBezTo>
                        <a:cubicBezTo>
                          <a:pt x="9" y="15"/>
                          <a:pt x="9" y="14"/>
                          <a:pt x="8" y="14"/>
                        </a:cubicBezTo>
                        <a:cubicBezTo>
                          <a:pt x="5" y="16"/>
                          <a:pt x="5" y="15"/>
                          <a:pt x="5" y="12"/>
                        </a:cubicBezTo>
                        <a:cubicBezTo>
                          <a:pt x="5" y="10"/>
                          <a:pt x="3" y="13"/>
                          <a:pt x="1" y="13"/>
                        </a:cubicBezTo>
                        <a:cubicBezTo>
                          <a:pt x="3" y="11"/>
                          <a:pt x="1" y="10"/>
                          <a:pt x="0" y="8"/>
                        </a:cubicBezTo>
                        <a:cubicBezTo>
                          <a:pt x="1" y="7"/>
                          <a:pt x="2" y="8"/>
                          <a:pt x="2" y="8"/>
                        </a:cubicBezTo>
                        <a:cubicBezTo>
                          <a:pt x="4" y="7"/>
                          <a:pt x="6" y="12"/>
                          <a:pt x="7" y="9"/>
                        </a:cubicBezTo>
                        <a:cubicBezTo>
                          <a:pt x="8" y="7"/>
                          <a:pt x="4" y="8"/>
                          <a:pt x="4" y="5"/>
                        </a:cubicBezTo>
                        <a:cubicBezTo>
                          <a:pt x="8" y="7"/>
                          <a:pt x="8" y="3"/>
                          <a:pt x="9" y="0"/>
                        </a:cubicBezTo>
                        <a:cubicBezTo>
                          <a:pt x="9" y="3"/>
                          <a:pt x="16" y="2"/>
                          <a:pt x="11" y="6"/>
                        </a:cubicBezTo>
                        <a:cubicBezTo>
                          <a:pt x="11" y="6"/>
                          <a:pt x="11" y="7"/>
                          <a:pt x="12" y="7"/>
                        </a:cubicBezTo>
                        <a:cubicBezTo>
                          <a:pt x="13" y="7"/>
                          <a:pt x="15" y="8"/>
                          <a:pt x="16" y="6"/>
                        </a:cubicBezTo>
                        <a:cubicBezTo>
                          <a:pt x="17" y="5"/>
                          <a:pt x="18" y="4"/>
                          <a:pt x="20" y="3"/>
                        </a:cubicBezTo>
                        <a:cubicBezTo>
                          <a:pt x="21" y="5"/>
                          <a:pt x="17" y="8"/>
                          <a:pt x="21" y="10"/>
                        </a:cubicBezTo>
                        <a:cubicBezTo>
                          <a:pt x="21" y="10"/>
                          <a:pt x="21" y="11"/>
                          <a:pt x="21" y="11"/>
                        </a:cubicBezTo>
                        <a:cubicBezTo>
                          <a:pt x="20" y="13"/>
                          <a:pt x="12" y="14"/>
                          <a:pt x="10" y="12"/>
                        </a:cubicBezTo>
                        <a:close/>
                      </a:path>
                    </a:pathLst>
                  </a:custGeom>
                  <a:solidFill>
                    <a:srgbClr val="80A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2" name="Freeform 502"/>
                  <p:cNvSpPr/>
                  <p:nvPr/>
                </p:nvSpPr>
                <p:spPr bwMode="auto">
                  <a:xfrm>
                    <a:off x="4385" y="1663"/>
                    <a:ext cx="97" cy="126"/>
                  </a:xfrm>
                  <a:custGeom>
                    <a:avLst/>
                    <a:gdLst>
                      <a:gd name="T0" fmla="*/ 0 w 41"/>
                      <a:gd name="T1" fmla="*/ 26 h 53"/>
                      <a:gd name="T2" fmla="*/ 12 w 41"/>
                      <a:gd name="T3" fmla="*/ 11 h 53"/>
                      <a:gd name="T4" fmla="*/ 16 w 41"/>
                      <a:gd name="T5" fmla="*/ 8 h 53"/>
                      <a:gd name="T6" fmla="*/ 19 w 41"/>
                      <a:gd name="T7" fmla="*/ 5 h 53"/>
                      <a:gd name="T8" fmla="*/ 19 w 41"/>
                      <a:gd name="T9" fmla="*/ 5 h 53"/>
                      <a:gd name="T10" fmla="*/ 30 w 41"/>
                      <a:gd name="T11" fmla="*/ 6 h 53"/>
                      <a:gd name="T12" fmla="*/ 31 w 41"/>
                      <a:gd name="T13" fmla="*/ 3 h 53"/>
                      <a:gd name="T14" fmla="*/ 34 w 41"/>
                      <a:gd name="T15" fmla="*/ 3 h 53"/>
                      <a:gd name="T16" fmla="*/ 37 w 41"/>
                      <a:gd name="T17" fmla="*/ 2 h 53"/>
                      <a:gd name="T18" fmla="*/ 38 w 41"/>
                      <a:gd name="T19" fmla="*/ 0 h 53"/>
                      <a:gd name="T20" fmla="*/ 40 w 41"/>
                      <a:gd name="T21" fmla="*/ 2 h 53"/>
                      <a:gd name="T22" fmla="*/ 41 w 41"/>
                      <a:gd name="T23" fmla="*/ 9 h 53"/>
                      <a:gd name="T24" fmla="*/ 35 w 41"/>
                      <a:gd name="T25" fmla="*/ 14 h 53"/>
                      <a:gd name="T26" fmla="*/ 29 w 41"/>
                      <a:gd name="T27" fmla="*/ 18 h 53"/>
                      <a:gd name="T28" fmla="*/ 31 w 41"/>
                      <a:gd name="T29" fmla="*/ 19 h 53"/>
                      <a:gd name="T30" fmla="*/ 37 w 41"/>
                      <a:gd name="T31" fmla="*/ 20 h 53"/>
                      <a:gd name="T32" fmla="*/ 37 w 41"/>
                      <a:gd name="T33" fmla="*/ 21 h 53"/>
                      <a:gd name="T34" fmla="*/ 37 w 41"/>
                      <a:gd name="T35" fmla="*/ 21 h 53"/>
                      <a:gd name="T36" fmla="*/ 26 w 41"/>
                      <a:gd name="T37" fmla="*/ 34 h 53"/>
                      <a:gd name="T38" fmla="*/ 18 w 41"/>
                      <a:gd name="T39" fmla="*/ 53 h 53"/>
                      <a:gd name="T40" fmla="*/ 17 w 41"/>
                      <a:gd name="T41" fmla="*/ 49 h 53"/>
                      <a:gd name="T42" fmla="*/ 16 w 41"/>
                      <a:gd name="T43" fmla="*/ 43 h 53"/>
                      <a:gd name="T44" fmla="*/ 12 w 41"/>
                      <a:gd name="T45" fmla="*/ 47 h 53"/>
                      <a:gd name="T46" fmla="*/ 7 w 41"/>
                      <a:gd name="T47" fmla="*/ 42 h 53"/>
                      <a:gd name="T48" fmla="*/ 7 w 41"/>
                      <a:gd name="T49" fmla="*/ 38 h 53"/>
                      <a:gd name="T50" fmla="*/ 2 w 41"/>
                      <a:gd name="T51" fmla="*/ 38 h 53"/>
                      <a:gd name="T52" fmla="*/ 11 w 41"/>
                      <a:gd name="T53" fmla="*/ 35 h 53"/>
                      <a:gd name="T54" fmla="*/ 13 w 41"/>
                      <a:gd name="T55" fmla="*/ 29 h 53"/>
                      <a:gd name="T56" fmla="*/ 13 w 41"/>
                      <a:gd name="T57" fmla="*/ 28 h 53"/>
                      <a:gd name="T58" fmla="*/ 11 w 41"/>
                      <a:gd name="T59" fmla="*/ 27 h 53"/>
                      <a:gd name="T60" fmla="*/ 1 w 41"/>
                      <a:gd name="T61" fmla="*/ 28 h 53"/>
                      <a:gd name="T62" fmla="*/ 0 w 41"/>
                      <a:gd name="T63" fmla="*/ 26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41" h="53">
                        <a:moveTo>
                          <a:pt x="0" y="26"/>
                        </a:moveTo>
                        <a:cubicBezTo>
                          <a:pt x="3" y="21"/>
                          <a:pt x="8" y="16"/>
                          <a:pt x="12" y="11"/>
                        </a:cubicBezTo>
                        <a:cubicBezTo>
                          <a:pt x="13" y="10"/>
                          <a:pt x="14" y="8"/>
                          <a:pt x="16" y="8"/>
                        </a:cubicBezTo>
                        <a:cubicBezTo>
                          <a:pt x="17" y="7"/>
                          <a:pt x="18" y="6"/>
                          <a:pt x="19" y="5"/>
                        </a:cubicBezTo>
                        <a:cubicBezTo>
                          <a:pt x="19" y="5"/>
                          <a:pt x="19" y="5"/>
                          <a:pt x="19" y="5"/>
                        </a:cubicBezTo>
                        <a:cubicBezTo>
                          <a:pt x="23" y="4"/>
                          <a:pt x="26" y="7"/>
                          <a:pt x="30" y="6"/>
                        </a:cubicBezTo>
                        <a:cubicBezTo>
                          <a:pt x="32" y="5"/>
                          <a:pt x="32" y="4"/>
                          <a:pt x="31" y="3"/>
                        </a:cubicBezTo>
                        <a:cubicBezTo>
                          <a:pt x="32" y="3"/>
                          <a:pt x="33" y="2"/>
                          <a:pt x="34" y="3"/>
                        </a:cubicBezTo>
                        <a:cubicBezTo>
                          <a:pt x="36" y="6"/>
                          <a:pt x="37" y="4"/>
                          <a:pt x="37" y="2"/>
                        </a:cubicBezTo>
                        <a:cubicBezTo>
                          <a:pt x="37" y="0"/>
                          <a:pt x="37" y="0"/>
                          <a:pt x="38" y="0"/>
                        </a:cubicBezTo>
                        <a:cubicBezTo>
                          <a:pt x="39" y="0"/>
                          <a:pt x="41" y="0"/>
                          <a:pt x="40" y="2"/>
                        </a:cubicBezTo>
                        <a:cubicBezTo>
                          <a:pt x="39" y="4"/>
                          <a:pt x="39" y="7"/>
                          <a:pt x="41" y="9"/>
                        </a:cubicBezTo>
                        <a:cubicBezTo>
                          <a:pt x="38" y="9"/>
                          <a:pt x="38" y="14"/>
                          <a:pt x="35" y="14"/>
                        </a:cubicBezTo>
                        <a:cubicBezTo>
                          <a:pt x="32" y="13"/>
                          <a:pt x="32" y="18"/>
                          <a:pt x="29" y="18"/>
                        </a:cubicBezTo>
                        <a:cubicBezTo>
                          <a:pt x="29" y="19"/>
                          <a:pt x="30" y="19"/>
                          <a:pt x="31" y="19"/>
                        </a:cubicBezTo>
                        <a:cubicBezTo>
                          <a:pt x="34" y="17"/>
                          <a:pt x="35" y="19"/>
                          <a:pt x="37" y="20"/>
                        </a:cubicBezTo>
                        <a:cubicBezTo>
                          <a:pt x="37" y="21"/>
                          <a:pt x="37" y="21"/>
                          <a:pt x="37" y="21"/>
                        </a:cubicBezTo>
                        <a:cubicBezTo>
                          <a:pt x="37" y="21"/>
                          <a:pt x="37" y="21"/>
                          <a:pt x="37" y="21"/>
                        </a:cubicBezTo>
                        <a:cubicBezTo>
                          <a:pt x="32" y="24"/>
                          <a:pt x="30" y="29"/>
                          <a:pt x="26" y="34"/>
                        </a:cubicBezTo>
                        <a:cubicBezTo>
                          <a:pt x="22" y="40"/>
                          <a:pt x="21" y="47"/>
                          <a:pt x="18" y="53"/>
                        </a:cubicBezTo>
                        <a:cubicBezTo>
                          <a:pt x="17" y="52"/>
                          <a:pt x="17" y="50"/>
                          <a:pt x="17" y="49"/>
                        </a:cubicBezTo>
                        <a:cubicBezTo>
                          <a:pt x="17" y="47"/>
                          <a:pt x="19" y="44"/>
                          <a:pt x="16" y="43"/>
                        </a:cubicBezTo>
                        <a:cubicBezTo>
                          <a:pt x="13" y="42"/>
                          <a:pt x="13" y="46"/>
                          <a:pt x="12" y="47"/>
                        </a:cubicBezTo>
                        <a:cubicBezTo>
                          <a:pt x="11" y="44"/>
                          <a:pt x="9" y="43"/>
                          <a:pt x="7" y="42"/>
                        </a:cubicBezTo>
                        <a:cubicBezTo>
                          <a:pt x="5" y="41"/>
                          <a:pt x="3" y="39"/>
                          <a:pt x="7" y="38"/>
                        </a:cubicBezTo>
                        <a:cubicBezTo>
                          <a:pt x="5" y="36"/>
                          <a:pt x="3" y="39"/>
                          <a:pt x="2" y="38"/>
                        </a:cubicBezTo>
                        <a:cubicBezTo>
                          <a:pt x="2" y="37"/>
                          <a:pt x="9" y="34"/>
                          <a:pt x="11" y="35"/>
                        </a:cubicBezTo>
                        <a:cubicBezTo>
                          <a:pt x="11" y="33"/>
                          <a:pt x="9" y="30"/>
                          <a:pt x="13" y="29"/>
                        </a:cubicBezTo>
                        <a:cubicBezTo>
                          <a:pt x="14" y="29"/>
                          <a:pt x="14" y="28"/>
                          <a:pt x="13" y="28"/>
                        </a:cubicBezTo>
                        <a:cubicBezTo>
                          <a:pt x="13" y="27"/>
                          <a:pt x="11" y="26"/>
                          <a:pt x="11" y="27"/>
                        </a:cubicBezTo>
                        <a:cubicBezTo>
                          <a:pt x="8" y="31"/>
                          <a:pt x="4" y="27"/>
                          <a:pt x="1" y="28"/>
                        </a:cubicBezTo>
                        <a:cubicBezTo>
                          <a:pt x="1" y="28"/>
                          <a:pt x="0" y="27"/>
                          <a:pt x="0" y="26"/>
                        </a:cubicBezTo>
                        <a:close/>
                      </a:path>
                    </a:pathLst>
                  </a:custGeom>
                  <a:solidFill>
                    <a:srgbClr val="BAFE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3" name="Freeform 503"/>
                  <p:cNvSpPr/>
                  <p:nvPr/>
                </p:nvSpPr>
                <p:spPr bwMode="auto">
                  <a:xfrm>
                    <a:off x="4470" y="1710"/>
                    <a:ext cx="10" cy="7"/>
                  </a:xfrm>
                  <a:custGeom>
                    <a:avLst/>
                    <a:gdLst>
                      <a:gd name="T0" fmla="*/ 1 w 4"/>
                      <a:gd name="T1" fmla="*/ 1 h 3"/>
                      <a:gd name="T2" fmla="*/ 1 w 4"/>
                      <a:gd name="T3" fmla="*/ 0 h 3"/>
                      <a:gd name="T4" fmla="*/ 2 w 4"/>
                      <a:gd name="T5" fmla="*/ 0 h 3"/>
                      <a:gd name="T6" fmla="*/ 3 w 4"/>
                      <a:gd name="T7" fmla="*/ 2 h 3"/>
                      <a:gd name="T8" fmla="*/ 1 w 4"/>
                      <a:gd name="T9" fmla="*/ 3 h 3"/>
                      <a:gd name="T10" fmla="*/ 1 w 4"/>
                      <a:gd name="T11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3"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1"/>
                          <a:pt x="4" y="1"/>
                          <a:pt x="3" y="2"/>
                        </a:cubicBezTo>
                        <a:cubicBezTo>
                          <a:pt x="3" y="3"/>
                          <a:pt x="2" y="3"/>
                          <a:pt x="1" y="3"/>
                        </a:cubicBezTo>
                        <a:cubicBezTo>
                          <a:pt x="0" y="3"/>
                          <a:pt x="1" y="2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BFE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4" name="Freeform 504"/>
                  <p:cNvSpPr/>
                  <p:nvPr/>
                </p:nvSpPr>
                <p:spPr bwMode="auto">
                  <a:xfrm>
                    <a:off x="4603" y="2716"/>
                    <a:ext cx="21" cy="35"/>
                  </a:xfrm>
                  <a:custGeom>
                    <a:avLst/>
                    <a:gdLst>
                      <a:gd name="T0" fmla="*/ 0 w 9"/>
                      <a:gd name="T1" fmla="*/ 12 h 15"/>
                      <a:gd name="T2" fmla="*/ 3 w 9"/>
                      <a:gd name="T3" fmla="*/ 6 h 15"/>
                      <a:gd name="T4" fmla="*/ 8 w 9"/>
                      <a:gd name="T5" fmla="*/ 0 h 15"/>
                      <a:gd name="T6" fmla="*/ 9 w 9"/>
                      <a:gd name="T7" fmla="*/ 1 h 15"/>
                      <a:gd name="T8" fmla="*/ 9 w 9"/>
                      <a:gd name="T9" fmla="*/ 2 h 15"/>
                      <a:gd name="T10" fmla="*/ 5 w 9"/>
                      <a:gd name="T11" fmla="*/ 10 h 15"/>
                      <a:gd name="T12" fmla="*/ 0 w 9"/>
                      <a:gd name="T13" fmla="*/ 1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" h="15">
                        <a:moveTo>
                          <a:pt x="0" y="12"/>
                        </a:moveTo>
                        <a:cubicBezTo>
                          <a:pt x="3" y="11"/>
                          <a:pt x="7" y="10"/>
                          <a:pt x="3" y="6"/>
                        </a:cubicBezTo>
                        <a:cubicBezTo>
                          <a:pt x="2" y="5"/>
                          <a:pt x="6" y="0"/>
                          <a:pt x="8" y="0"/>
                        </a:cubicBezTo>
                        <a:cubicBezTo>
                          <a:pt x="8" y="0"/>
                          <a:pt x="9" y="1"/>
                          <a:pt x="9" y="1"/>
                        </a:cubicBezTo>
                        <a:cubicBezTo>
                          <a:pt x="9" y="1"/>
                          <a:pt x="9" y="2"/>
                          <a:pt x="9" y="2"/>
                        </a:cubicBezTo>
                        <a:cubicBezTo>
                          <a:pt x="5" y="3"/>
                          <a:pt x="6" y="7"/>
                          <a:pt x="5" y="10"/>
                        </a:cubicBezTo>
                        <a:cubicBezTo>
                          <a:pt x="5" y="13"/>
                          <a:pt x="4" y="15"/>
                          <a:pt x="0" y="12"/>
                        </a:cubicBezTo>
                        <a:close/>
                      </a:path>
                    </a:pathLst>
                  </a:custGeom>
                  <a:solidFill>
                    <a:srgbClr val="A5A5A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5" name="Freeform 505"/>
                  <p:cNvSpPr/>
                  <p:nvPr/>
                </p:nvSpPr>
                <p:spPr bwMode="auto">
                  <a:xfrm>
                    <a:off x="4527" y="2727"/>
                    <a:ext cx="10" cy="15"/>
                  </a:xfrm>
                  <a:custGeom>
                    <a:avLst/>
                    <a:gdLst>
                      <a:gd name="T0" fmla="*/ 4 w 4"/>
                      <a:gd name="T1" fmla="*/ 0 h 6"/>
                      <a:gd name="T2" fmla="*/ 0 w 4"/>
                      <a:gd name="T3" fmla="*/ 6 h 6"/>
                      <a:gd name="T4" fmla="*/ 4 w 4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6">
                        <a:moveTo>
                          <a:pt x="4" y="0"/>
                        </a:moveTo>
                        <a:cubicBezTo>
                          <a:pt x="4" y="3"/>
                          <a:pt x="3" y="6"/>
                          <a:pt x="0" y="6"/>
                        </a:cubicBezTo>
                        <a:cubicBezTo>
                          <a:pt x="0" y="4"/>
                          <a:pt x="1" y="1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9B9B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6" name="Freeform 506"/>
                  <p:cNvSpPr/>
                  <p:nvPr/>
                </p:nvSpPr>
                <p:spPr bwMode="auto">
                  <a:xfrm>
                    <a:off x="4465" y="1575"/>
                    <a:ext cx="24" cy="19"/>
                  </a:xfrm>
                  <a:custGeom>
                    <a:avLst/>
                    <a:gdLst>
                      <a:gd name="T0" fmla="*/ 10 w 10"/>
                      <a:gd name="T1" fmla="*/ 3 h 8"/>
                      <a:gd name="T2" fmla="*/ 2 w 10"/>
                      <a:gd name="T3" fmla="*/ 8 h 8"/>
                      <a:gd name="T4" fmla="*/ 5 w 10"/>
                      <a:gd name="T5" fmla="*/ 1 h 8"/>
                      <a:gd name="T6" fmla="*/ 10 w 10"/>
                      <a:gd name="T7" fmla="*/ 3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8">
                        <a:moveTo>
                          <a:pt x="10" y="3"/>
                        </a:moveTo>
                        <a:cubicBezTo>
                          <a:pt x="7" y="5"/>
                          <a:pt x="3" y="2"/>
                          <a:pt x="2" y="8"/>
                        </a:cubicBezTo>
                        <a:cubicBezTo>
                          <a:pt x="0" y="2"/>
                          <a:pt x="3" y="2"/>
                          <a:pt x="5" y="1"/>
                        </a:cubicBezTo>
                        <a:cubicBezTo>
                          <a:pt x="8" y="0"/>
                          <a:pt x="9" y="1"/>
                          <a:pt x="10" y="3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7" name="Freeform 507"/>
                  <p:cNvSpPr/>
                  <p:nvPr/>
                </p:nvSpPr>
                <p:spPr bwMode="auto">
                  <a:xfrm>
                    <a:off x="4444" y="1665"/>
                    <a:ext cx="17" cy="10"/>
                  </a:xfrm>
                  <a:custGeom>
                    <a:avLst/>
                    <a:gdLst>
                      <a:gd name="T0" fmla="*/ 0 w 7"/>
                      <a:gd name="T1" fmla="*/ 2 h 4"/>
                      <a:gd name="T2" fmla="*/ 6 w 7"/>
                      <a:gd name="T3" fmla="*/ 1 h 4"/>
                      <a:gd name="T4" fmla="*/ 6 w 7"/>
                      <a:gd name="T5" fmla="*/ 2 h 4"/>
                      <a:gd name="T6" fmla="*/ 0 w 7"/>
                      <a:gd name="T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4">
                        <a:moveTo>
                          <a:pt x="0" y="2"/>
                        </a:moveTo>
                        <a:cubicBezTo>
                          <a:pt x="2" y="0"/>
                          <a:pt x="4" y="0"/>
                          <a:pt x="6" y="1"/>
                        </a:cubicBezTo>
                        <a:cubicBezTo>
                          <a:pt x="6" y="1"/>
                          <a:pt x="7" y="2"/>
                          <a:pt x="6" y="2"/>
                        </a:cubicBezTo>
                        <a:cubicBezTo>
                          <a:pt x="4" y="4"/>
                          <a:pt x="2" y="4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BAFE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8" name="Freeform 508"/>
                  <p:cNvSpPr/>
                  <p:nvPr/>
                </p:nvSpPr>
                <p:spPr bwMode="auto">
                  <a:xfrm>
                    <a:off x="4475" y="1537"/>
                    <a:ext cx="5" cy="5"/>
                  </a:xfrm>
                  <a:custGeom>
                    <a:avLst/>
                    <a:gdLst>
                      <a:gd name="T0" fmla="*/ 1 w 2"/>
                      <a:gd name="T1" fmla="*/ 0 h 2"/>
                      <a:gd name="T2" fmla="*/ 2 w 2"/>
                      <a:gd name="T3" fmla="*/ 1 h 2"/>
                      <a:gd name="T4" fmla="*/ 1 w 2"/>
                      <a:gd name="T5" fmla="*/ 2 h 2"/>
                      <a:gd name="T6" fmla="*/ 0 w 2"/>
                      <a:gd name="T7" fmla="*/ 1 h 2"/>
                      <a:gd name="T8" fmla="*/ 1 w 2"/>
                      <a:gd name="T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1" y="0"/>
                        </a:move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59" name="Freeform 509"/>
                  <p:cNvSpPr/>
                  <p:nvPr/>
                </p:nvSpPr>
                <p:spPr bwMode="auto">
                  <a:xfrm>
                    <a:off x="4361" y="1748"/>
                    <a:ext cx="47" cy="38"/>
                  </a:xfrm>
                  <a:custGeom>
                    <a:avLst/>
                    <a:gdLst>
                      <a:gd name="T0" fmla="*/ 20 w 20"/>
                      <a:gd name="T1" fmla="*/ 14 h 16"/>
                      <a:gd name="T2" fmla="*/ 16 w 20"/>
                      <a:gd name="T3" fmla="*/ 16 h 16"/>
                      <a:gd name="T4" fmla="*/ 14 w 20"/>
                      <a:gd name="T5" fmla="*/ 16 h 16"/>
                      <a:gd name="T6" fmla="*/ 7 w 20"/>
                      <a:gd name="T7" fmla="*/ 12 h 16"/>
                      <a:gd name="T8" fmla="*/ 3 w 20"/>
                      <a:gd name="T9" fmla="*/ 5 h 16"/>
                      <a:gd name="T10" fmla="*/ 7 w 20"/>
                      <a:gd name="T11" fmla="*/ 9 h 16"/>
                      <a:gd name="T12" fmla="*/ 12 w 20"/>
                      <a:gd name="T13" fmla="*/ 9 h 16"/>
                      <a:gd name="T14" fmla="*/ 10 w 20"/>
                      <a:gd name="T15" fmla="*/ 6 h 16"/>
                      <a:gd name="T16" fmla="*/ 8 w 20"/>
                      <a:gd name="T17" fmla="*/ 3 h 16"/>
                      <a:gd name="T18" fmla="*/ 7 w 20"/>
                      <a:gd name="T19" fmla="*/ 0 h 16"/>
                      <a:gd name="T20" fmla="*/ 10 w 20"/>
                      <a:gd name="T21" fmla="*/ 3 h 16"/>
                      <a:gd name="T22" fmla="*/ 12 w 20"/>
                      <a:gd name="T23" fmla="*/ 5 h 16"/>
                      <a:gd name="T24" fmla="*/ 15 w 20"/>
                      <a:gd name="T25" fmla="*/ 8 h 16"/>
                      <a:gd name="T26" fmla="*/ 20 w 20"/>
                      <a:gd name="T27" fmla="*/ 14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20" h="16">
                        <a:moveTo>
                          <a:pt x="20" y="14"/>
                        </a:moveTo>
                        <a:cubicBezTo>
                          <a:pt x="18" y="15"/>
                          <a:pt x="15" y="12"/>
                          <a:pt x="16" y="16"/>
                        </a:cubicBezTo>
                        <a:cubicBezTo>
                          <a:pt x="16" y="16"/>
                          <a:pt x="14" y="16"/>
                          <a:pt x="14" y="16"/>
                        </a:cubicBezTo>
                        <a:cubicBezTo>
                          <a:pt x="13" y="12"/>
                          <a:pt x="10" y="13"/>
                          <a:pt x="7" y="12"/>
                        </a:cubicBezTo>
                        <a:cubicBezTo>
                          <a:pt x="4" y="12"/>
                          <a:pt x="0" y="10"/>
                          <a:pt x="3" y="5"/>
                        </a:cubicBezTo>
                        <a:cubicBezTo>
                          <a:pt x="5" y="6"/>
                          <a:pt x="6" y="8"/>
                          <a:pt x="7" y="9"/>
                        </a:cubicBezTo>
                        <a:cubicBezTo>
                          <a:pt x="9" y="12"/>
                          <a:pt x="10" y="7"/>
                          <a:pt x="12" y="9"/>
                        </a:cubicBezTo>
                        <a:cubicBezTo>
                          <a:pt x="12" y="7"/>
                          <a:pt x="12" y="6"/>
                          <a:pt x="10" y="6"/>
                        </a:cubicBezTo>
                        <a:cubicBezTo>
                          <a:pt x="9" y="5"/>
                          <a:pt x="9" y="4"/>
                          <a:pt x="8" y="3"/>
                        </a:cubicBezTo>
                        <a:cubicBezTo>
                          <a:pt x="7" y="2"/>
                          <a:pt x="5" y="2"/>
                          <a:pt x="7" y="0"/>
                        </a:cubicBezTo>
                        <a:cubicBezTo>
                          <a:pt x="8" y="0"/>
                          <a:pt x="9" y="1"/>
                          <a:pt x="10" y="3"/>
                        </a:cubicBezTo>
                        <a:cubicBezTo>
                          <a:pt x="10" y="4"/>
                          <a:pt x="10" y="4"/>
                          <a:pt x="12" y="5"/>
                        </a:cubicBezTo>
                        <a:cubicBezTo>
                          <a:pt x="14" y="5"/>
                          <a:pt x="15" y="6"/>
                          <a:pt x="15" y="8"/>
                        </a:cubicBezTo>
                        <a:cubicBezTo>
                          <a:pt x="15" y="11"/>
                          <a:pt x="19" y="11"/>
                          <a:pt x="20" y="14"/>
                        </a:cubicBezTo>
                        <a:close/>
                      </a:path>
                    </a:pathLst>
                  </a:custGeom>
                  <a:solidFill>
                    <a:srgbClr val="BAFEA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0" name="Freeform 510"/>
                  <p:cNvSpPr/>
                  <p:nvPr/>
                </p:nvSpPr>
                <p:spPr bwMode="auto">
                  <a:xfrm>
                    <a:off x="4368" y="1720"/>
                    <a:ext cx="19" cy="24"/>
                  </a:xfrm>
                  <a:custGeom>
                    <a:avLst/>
                    <a:gdLst>
                      <a:gd name="T0" fmla="*/ 7 w 8"/>
                      <a:gd name="T1" fmla="*/ 2 h 10"/>
                      <a:gd name="T2" fmla="*/ 8 w 8"/>
                      <a:gd name="T3" fmla="*/ 4 h 10"/>
                      <a:gd name="T4" fmla="*/ 3 w 8"/>
                      <a:gd name="T5" fmla="*/ 10 h 10"/>
                      <a:gd name="T6" fmla="*/ 3 w 8"/>
                      <a:gd name="T7" fmla="*/ 0 h 10"/>
                      <a:gd name="T8" fmla="*/ 7 w 8"/>
                      <a:gd name="T9" fmla="*/ 2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10">
                        <a:moveTo>
                          <a:pt x="7" y="2"/>
                        </a:moveTo>
                        <a:cubicBezTo>
                          <a:pt x="8" y="3"/>
                          <a:pt x="8" y="3"/>
                          <a:pt x="8" y="4"/>
                        </a:cubicBezTo>
                        <a:cubicBezTo>
                          <a:pt x="8" y="7"/>
                          <a:pt x="5" y="8"/>
                          <a:pt x="3" y="10"/>
                        </a:cubicBezTo>
                        <a:cubicBezTo>
                          <a:pt x="4" y="6"/>
                          <a:pt x="0" y="3"/>
                          <a:pt x="3" y="0"/>
                        </a:cubicBezTo>
                        <a:cubicBezTo>
                          <a:pt x="4" y="3"/>
                          <a:pt x="5" y="4"/>
                          <a:pt x="7" y="2"/>
                        </a:cubicBezTo>
                        <a:close/>
                      </a:path>
                    </a:pathLst>
                  </a:custGeom>
                  <a:solidFill>
                    <a:srgbClr val="C8FE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1" name="Freeform 511"/>
                  <p:cNvSpPr/>
                  <p:nvPr/>
                </p:nvSpPr>
                <p:spPr bwMode="auto">
                  <a:xfrm>
                    <a:off x="4311" y="1682"/>
                    <a:ext cx="50" cy="12"/>
                  </a:xfrm>
                  <a:custGeom>
                    <a:avLst/>
                    <a:gdLst>
                      <a:gd name="T0" fmla="*/ 2 w 21"/>
                      <a:gd name="T1" fmla="*/ 5 h 5"/>
                      <a:gd name="T2" fmla="*/ 3 w 21"/>
                      <a:gd name="T3" fmla="*/ 2 h 5"/>
                      <a:gd name="T4" fmla="*/ 17 w 21"/>
                      <a:gd name="T5" fmla="*/ 1 h 5"/>
                      <a:gd name="T6" fmla="*/ 20 w 21"/>
                      <a:gd name="T7" fmla="*/ 4 h 5"/>
                      <a:gd name="T8" fmla="*/ 2 w 21"/>
                      <a:gd name="T9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5">
                        <a:moveTo>
                          <a:pt x="2" y="5"/>
                        </a:moveTo>
                        <a:cubicBezTo>
                          <a:pt x="2" y="4"/>
                          <a:pt x="0" y="2"/>
                          <a:pt x="3" y="2"/>
                        </a:cubicBezTo>
                        <a:cubicBezTo>
                          <a:pt x="8" y="2"/>
                          <a:pt x="12" y="2"/>
                          <a:pt x="17" y="1"/>
                        </a:cubicBezTo>
                        <a:cubicBezTo>
                          <a:pt x="20" y="0"/>
                          <a:pt x="21" y="1"/>
                          <a:pt x="20" y="4"/>
                        </a:cubicBezTo>
                        <a:cubicBezTo>
                          <a:pt x="14" y="3"/>
                          <a:pt x="8" y="2"/>
                          <a:pt x="2" y="5"/>
                        </a:cubicBezTo>
                        <a:close/>
                      </a:path>
                    </a:pathLst>
                  </a:custGeom>
                  <a:solidFill>
                    <a:srgbClr val="D6FEC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2" name="Freeform 512"/>
                  <p:cNvSpPr/>
                  <p:nvPr/>
                </p:nvSpPr>
                <p:spPr bwMode="auto">
                  <a:xfrm>
                    <a:off x="4423" y="1675"/>
                    <a:ext cx="7" cy="7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  <a:gd name="T4" fmla="*/ 3 w 3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3" y="2"/>
                          <a:pt x="2" y="3"/>
                          <a:pt x="0" y="3"/>
                        </a:cubicBezTo>
                        <a:cubicBezTo>
                          <a:pt x="1" y="2"/>
                          <a:pt x="1" y="1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BCFEB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3" name="Freeform 513"/>
                  <p:cNvSpPr/>
                  <p:nvPr/>
                </p:nvSpPr>
                <p:spPr bwMode="auto">
                  <a:xfrm>
                    <a:off x="4819" y="1442"/>
                    <a:ext cx="17" cy="14"/>
                  </a:xfrm>
                  <a:custGeom>
                    <a:avLst/>
                    <a:gdLst>
                      <a:gd name="T0" fmla="*/ 0 w 7"/>
                      <a:gd name="T1" fmla="*/ 3 h 6"/>
                      <a:gd name="T2" fmla="*/ 6 w 7"/>
                      <a:gd name="T3" fmla="*/ 0 h 6"/>
                      <a:gd name="T4" fmla="*/ 5 w 7"/>
                      <a:gd name="T5" fmla="*/ 5 h 6"/>
                      <a:gd name="T6" fmla="*/ 0 w 7"/>
                      <a:gd name="T7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6">
                        <a:moveTo>
                          <a:pt x="0" y="3"/>
                        </a:moveTo>
                        <a:cubicBezTo>
                          <a:pt x="2" y="3"/>
                          <a:pt x="5" y="3"/>
                          <a:pt x="6" y="0"/>
                        </a:cubicBezTo>
                        <a:cubicBezTo>
                          <a:pt x="6" y="2"/>
                          <a:pt x="7" y="5"/>
                          <a:pt x="5" y="5"/>
                        </a:cubicBezTo>
                        <a:cubicBezTo>
                          <a:pt x="3" y="6"/>
                          <a:pt x="1" y="6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B7D1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4" name="Freeform 514"/>
                  <p:cNvSpPr/>
                  <p:nvPr/>
                </p:nvSpPr>
                <p:spPr bwMode="auto">
                  <a:xfrm>
                    <a:off x="4895" y="1468"/>
                    <a:ext cx="9" cy="7"/>
                  </a:xfrm>
                  <a:custGeom>
                    <a:avLst/>
                    <a:gdLst>
                      <a:gd name="T0" fmla="*/ 0 w 4"/>
                      <a:gd name="T1" fmla="*/ 1 h 3"/>
                      <a:gd name="T2" fmla="*/ 4 w 4"/>
                      <a:gd name="T3" fmla="*/ 3 h 3"/>
                      <a:gd name="T4" fmla="*/ 0 w 4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1"/>
                        </a:moveTo>
                        <a:cubicBezTo>
                          <a:pt x="2" y="1"/>
                          <a:pt x="4" y="0"/>
                          <a:pt x="4" y="3"/>
                        </a:cubicBezTo>
                        <a:cubicBezTo>
                          <a:pt x="2" y="3"/>
                          <a:pt x="1" y="3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D2E1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5" name="Freeform 515"/>
                  <p:cNvSpPr/>
                  <p:nvPr/>
                </p:nvSpPr>
                <p:spPr bwMode="auto">
                  <a:xfrm>
                    <a:off x="4959" y="1363"/>
                    <a:ext cx="19" cy="15"/>
                  </a:xfrm>
                  <a:custGeom>
                    <a:avLst/>
                    <a:gdLst>
                      <a:gd name="T0" fmla="*/ 0 w 8"/>
                      <a:gd name="T1" fmla="*/ 6 h 6"/>
                      <a:gd name="T2" fmla="*/ 1 w 8"/>
                      <a:gd name="T3" fmla="*/ 0 h 6"/>
                      <a:gd name="T4" fmla="*/ 8 w 8"/>
                      <a:gd name="T5" fmla="*/ 1 h 6"/>
                      <a:gd name="T6" fmla="*/ 0 w 8"/>
                      <a:gd name="T7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6">
                        <a:moveTo>
                          <a:pt x="0" y="6"/>
                        </a:moveTo>
                        <a:cubicBezTo>
                          <a:pt x="0" y="4"/>
                          <a:pt x="1" y="3"/>
                          <a:pt x="1" y="0"/>
                        </a:cubicBezTo>
                        <a:cubicBezTo>
                          <a:pt x="3" y="4"/>
                          <a:pt x="4" y="5"/>
                          <a:pt x="8" y="1"/>
                        </a:cubicBezTo>
                        <a:cubicBezTo>
                          <a:pt x="6" y="6"/>
                          <a:pt x="6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8F8F8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6" name="Freeform 516"/>
                  <p:cNvSpPr/>
                  <p:nvPr/>
                </p:nvSpPr>
                <p:spPr bwMode="auto">
                  <a:xfrm>
                    <a:off x="4757" y="2126"/>
                    <a:ext cx="178" cy="83"/>
                  </a:xfrm>
                  <a:custGeom>
                    <a:avLst/>
                    <a:gdLst>
                      <a:gd name="T0" fmla="*/ 21 w 75"/>
                      <a:gd name="T1" fmla="*/ 11 h 35"/>
                      <a:gd name="T2" fmla="*/ 61 w 75"/>
                      <a:gd name="T3" fmla="*/ 5 h 35"/>
                      <a:gd name="T4" fmla="*/ 68 w 75"/>
                      <a:gd name="T5" fmla="*/ 2 h 35"/>
                      <a:gd name="T6" fmla="*/ 75 w 75"/>
                      <a:gd name="T7" fmla="*/ 0 h 35"/>
                      <a:gd name="T8" fmla="*/ 54 w 75"/>
                      <a:gd name="T9" fmla="*/ 22 h 35"/>
                      <a:gd name="T10" fmla="*/ 49 w 75"/>
                      <a:gd name="T11" fmla="*/ 25 h 35"/>
                      <a:gd name="T12" fmla="*/ 11 w 75"/>
                      <a:gd name="T13" fmla="*/ 34 h 35"/>
                      <a:gd name="T14" fmla="*/ 5 w 75"/>
                      <a:gd name="T15" fmla="*/ 33 h 35"/>
                      <a:gd name="T16" fmla="*/ 13 w 75"/>
                      <a:gd name="T17" fmla="*/ 24 h 35"/>
                      <a:gd name="T18" fmla="*/ 16 w 75"/>
                      <a:gd name="T19" fmla="*/ 24 h 35"/>
                      <a:gd name="T20" fmla="*/ 21 w 75"/>
                      <a:gd name="T21" fmla="*/ 26 h 35"/>
                      <a:gd name="T22" fmla="*/ 16 w 75"/>
                      <a:gd name="T23" fmla="*/ 22 h 35"/>
                      <a:gd name="T24" fmla="*/ 21 w 75"/>
                      <a:gd name="T25" fmla="*/ 17 h 35"/>
                      <a:gd name="T26" fmla="*/ 7 w 75"/>
                      <a:gd name="T27" fmla="*/ 18 h 35"/>
                      <a:gd name="T28" fmla="*/ 0 w 75"/>
                      <a:gd name="T29" fmla="*/ 16 h 35"/>
                      <a:gd name="T30" fmla="*/ 16 w 75"/>
                      <a:gd name="T31" fmla="*/ 12 h 35"/>
                      <a:gd name="T32" fmla="*/ 16 w 75"/>
                      <a:gd name="T33" fmla="*/ 12 h 35"/>
                      <a:gd name="T34" fmla="*/ 21 w 75"/>
                      <a:gd name="T35" fmla="*/ 11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5" h="35">
                        <a:moveTo>
                          <a:pt x="21" y="11"/>
                        </a:moveTo>
                        <a:cubicBezTo>
                          <a:pt x="34" y="8"/>
                          <a:pt x="48" y="6"/>
                          <a:pt x="61" y="5"/>
                        </a:cubicBezTo>
                        <a:cubicBezTo>
                          <a:pt x="64" y="5"/>
                          <a:pt x="66" y="3"/>
                          <a:pt x="68" y="2"/>
                        </a:cubicBezTo>
                        <a:cubicBezTo>
                          <a:pt x="70" y="1"/>
                          <a:pt x="72" y="0"/>
                          <a:pt x="75" y="0"/>
                        </a:cubicBezTo>
                        <a:cubicBezTo>
                          <a:pt x="66" y="6"/>
                          <a:pt x="62" y="16"/>
                          <a:pt x="54" y="22"/>
                        </a:cubicBezTo>
                        <a:cubicBezTo>
                          <a:pt x="53" y="24"/>
                          <a:pt x="51" y="24"/>
                          <a:pt x="49" y="25"/>
                        </a:cubicBezTo>
                        <a:cubicBezTo>
                          <a:pt x="37" y="30"/>
                          <a:pt x="25" y="34"/>
                          <a:pt x="11" y="34"/>
                        </a:cubicBezTo>
                        <a:cubicBezTo>
                          <a:pt x="9" y="32"/>
                          <a:pt x="7" y="35"/>
                          <a:pt x="5" y="33"/>
                        </a:cubicBezTo>
                        <a:cubicBezTo>
                          <a:pt x="7" y="29"/>
                          <a:pt x="12" y="29"/>
                          <a:pt x="13" y="24"/>
                        </a:cubicBezTo>
                        <a:cubicBezTo>
                          <a:pt x="13" y="22"/>
                          <a:pt x="15" y="22"/>
                          <a:pt x="16" y="24"/>
                        </a:cubicBezTo>
                        <a:cubicBezTo>
                          <a:pt x="17" y="26"/>
                          <a:pt x="19" y="26"/>
                          <a:pt x="21" y="26"/>
                        </a:cubicBezTo>
                        <a:cubicBezTo>
                          <a:pt x="19" y="24"/>
                          <a:pt x="15" y="25"/>
                          <a:pt x="16" y="22"/>
                        </a:cubicBezTo>
                        <a:cubicBezTo>
                          <a:pt x="16" y="19"/>
                          <a:pt x="19" y="18"/>
                          <a:pt x="21" y="17"/>
                        </a:cubicBezTo>
                        <a:cubicBezTo>
                          <a:pt x="16" y="15"/>
                          <a:pt x="12" y="18"/>
                          <a:pt x="7" y="18"/>
                        </a:cubicBezTo>
                        <a:cubicBezTo>
                          <a:pt x="4" y="18"/>
                          <a:pt x="2" y="18"/>
                          <a:pt x="0" y="16"/>
                        </a:cubicBezTo>
                        <a:cubicBezTo>
                          <a:pt x="5" y="14"/>
                          <a:pt x="11" y="14"/>
                          <a:pt x="16" y="12"/>
                        </a:cubicBezTo>
                        <a:cubicBezTo>
                          <a:pt x="16" y="12"/>
                          <a:pt x="16" y="12"/>
                          <a:pt x="16" y="12"/>
                        </a:cubicBezTo>
                        <a:cubicBezTo>
                          <a:pt x="18" y="11"/>
                          <a:pt x="19" y="11"/>
                          <a:pt x="21" y="11"/>
                        </a:cubicBezTo>
                        <a:close/>
                      </a:path>
                    </a:pathLst>
                  </a:custGeom>
                  <a:solidFill>
                    <a:srgbClr val="9BBE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7" name="Freeform 517"/>
                  <p:cNvSpPr/>
                  <p:nvPr/>
                </p:nvSpPr>
                <p:spPr bwMode="auto">
                  <a:xfrm>
                    <a:off x="4722" y="2155"/>
                    <a:ext cx="95" cy="52"/>
                  </a:xfrm>
                  <a:custGeom>
                    <a:avLst/>
                    <a:gdLst>
                      <a:gd name="T0" fmla="*/ 15 w 40"/>
                      <a:gd name="T1" fmla="*/ 4 h 22"/>
                      <a:gd name="T2" fmla="*/ 25 w 40"/>
                      <a:gd name="T3" fmla="*/ 5 h 22"/>
                      <a:gd name="T4" fmla="*/ 27 w 40"/>
                      <a:gd name="T5" fmla="*/ 5 h 22"/>
                      <a:gd name="T6" fmla="*/ 38 w 40"/>
                      <a:gd name="T7" fmla="*/ 6 h 22"/>
                      <a:gd name="T8" fmla="*/ 31 w 40"/>
                      <a:gd name="T9" fmla="*/ 10 h 22"/>
                      <a:gd name="T10" fmla="*/ 33 w 40"/>
                      <a:gd name="T11" fmla="*/ 12 h 22"/>
                      <a:gd name="T12" fmla="*/ 37 w 40"/>
                      <a:gd name="T13" fmla="*/ 17 h 22"/>
                      <a:gd name="T14" fmla="*/ 29 w 40"/>
                      <a:gd name="T15" fmla="*/ 11 h 22"/>
                      <a:gd name="T16" fmla="*/ 26 w 40"/>
                      <a:gd name="T17" fmla="*/ 17 h 22"/>
                      <a:gd name="T18" fmla="*/ 20 w 40"/>
                      <a:gd name="T19" fmla="*/ 21 h 22"/>
                      <a:gd name="T20" fmla="*/ 7 w 40"/>
                      <a:gd name="T21" fmla="*/ 20 h 22"/>
                      <a:gd name="T22" fmla="*/ 1 w 40"/>
                      <a:gd name="T23" fmla="*/ 16 h 22"/>
                      <a:gd name="T24" fmla="*/ 4 w 40"/>
                      <a:gd name="T25" fmla="*/ 9 h 22"/>
                      <a:gd name="T26" fmla="*/ 15 w 40"/>
                      <a:gd name="T27" fmla="*/ 4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0" h="22">
                        <a:moveTo>
                          <a:pt x="15" y="4"/>
                        </a:moveTo>
                        <a:cubicBezTo>
                          <a:pt x="18" y="6"/>
                          <a:pt x="22" y="3"/>
                          <a:pt x="25" y="5"/>
                        </a:cubicBezTo>
                        <a:cubicBezTo>
                          <a:pt x="25" y="5"/>
                          <a:pt x="26" y="5"/>
                          <a:pt x="27" y="5"/>
                        </a:cubicBezTo>
                        <a:cubicBezTo>
                          <a:pt x="31" y="0"/>
                          <a:pt x="34" y="6"/>
                          <a:pt x="38" y="6"/>
                        </a:cubicBezTo>
                        <a:cubicBezTo>
                          <a:pt x="34" y="4"/>
                          <a:pt x="34" y="10"/>
                          <a:pt x="31" y="10"/>
                        </a:cubicBezTo>
                        <a:cubicBezTo>
                          <a:pt x="31" y="11"/>
                          <a:pt x="32" y="12"/>
                          <a:pt x="33" y="12"/>
                        </a:cubicBezTo>
                        <a:cubicBezTo>
                          <a:pt x="40" y="10"/>
                          <a:pt x="36" y="14"/>
                          <a:pt x="37" y="17"/>
                        </a:cubicBezTo>
                        <a:cubicBezTo>
                          <a:pt x="34" y="14"/>
                          <a:pt x="30" y="16"/>
                          <a:pt x="29" y="11"/>
                        </a:cubicBezTo>
                        <a:cubicBezTo>
                          <a:pt x="29" y="17"/>
                          <a:pt x="29" y="17"/>
                          <a:pt x="26" y="17"/>
                        </a:cubicBezTo>
                        <a:cubicBezTo>
                          <a:pt x="24" y="18"/>
                          <a:pt x="23" y="22"/>
                          <a:pt x="20" y="21"/>
                        </a:cubicBezTo>
                        <a:cubicBezTo>
                          <a:pt x="16" y="21"/>
                          <a:pt x="12" y="21"/>
                          <a:pt x="7" y="20"/>
                        </a:cubicBezTo>
                        <a:cubicBezTo>
                          <a:pt x="5" y="19"/>
                          <a:pt x="2" y="19"/>
                          <a:pt x="1" y="16"/>
                        </a:cubicBezTo>
                        <a:cubicBezTo>
                          <a:pt x="0" y="13"/>
                          <a:pt x="2" y="11"/>
                          <a:pt x="4" y="9"/>
                        </a:cubicBezTo>
                        <a:cubicBezTo>
                          <a:pt x="7" y="7"/>
                          <a:pt x="11" y="4"/>
                          <a:pt x="15" y="4"/>
                        </a:cubicBezTo>
                        <a:close/>
                      </a:path>
                    </a:pathLst>
                  </a:custGeom>
                  <a:solidFill>
                    <a:srgbClr val="95BA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8" name="Freeform 518"/>
                  <p:cNvSpPr/>
                  <p:nvPr/>
                </p:nvSpPr>
                <p:spPr bwMode="auto">
                  <a:xfrm>
                    <a:off x="4686" y="2086"/>
                    <a:ext cx="47" cy="64"/>
                  </a:xfrm>
                  <a:custGeom>
                    <a:avLst/>
                    <a:gdLst>
                      <a:gd name="T0" fmla="*/ 0 w 20"/>
                      <a:gd name="T1" fmla="*/ 23 h 27"/>
                      <a:gd name="T2" fmla="*/ 10 w 20"/>
                      <a:gd name="T3" fmla="*/ 23 h 27"/>
                      <a:gd name="T4" fmla="*/ 17 w 20"/>
                      <a:gd name="T5" fmla="*/ 14 h 27"/>
                      <a:gd name="T6" fmla="*/ 15 w 20"/>
                      <a:gd name="T7" fmla="*/ 0 h 27"/>
                      <a:gd name="T8" fmla="*/ 20 w 20"/>
                      <a:gd name="T9" fmla="*/ 9 h 27"/>
                      <a:gd name="T10" fmla="*/ 18 w 20"/>
                      <a:gd name="T11" fmla="*/ 20 h 27"/>
                      <a:gd name="T12" fmla="*/ 9 w 20"/>
                      <a:gd name="T13" fmla="*/ 27 h 27"/>
                      <a:gd name="T14" fmla="*/ 4 w 20"/>
                      <a:gd name="T15" fmla="*/ 26 h 27"/>
                      <a:gd name="T16" fmla="*/ 0 w 20"/>
                      <a:gd name="T17" fmla="*/ 23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0" h="27">
                        <a:moveTo>
                          <a:pt x="0" y="23"/>
                        </a:moveTo>
                        <a:cubicBezTo>
                          <a:pt x="4" y="22"/>
                          <a:pt x="7" y="24"/>
                          <a:pt x="10" y="23"/>
                        </a:cubicBezTo>
                        <a:cubicBezTo>
                          <a:pt x="15" y="22"/>
                          <a:pt x="17" y="19"/>
                          <a:pt x="17" y="14"/>
                        </a:cubicBezTo>
                        <a:cubicBezTo>
                          <a:pt x="17" y="9"/>
                          <a:pt x="17" y="4"/>
                          <a:pt x="15" y="0"/>
                        </a:cubicBezTo>
                        <a:cubicBezTo>
                          <a:pt x="18" y="1"/>
                          <a:pt x="20" y="5"/>
                          <a:pt x="20" y="9"/>
                        </a:cubicBezTo>
                        <a:cubicBezTo>
                          <a:pt x="19" y="13"/>
                          <a:pt x="19" y="16"/>
                          <a:pt x="18" y="20"/>
                        </a:cubicBezTo>
                        <a:cubicBezTo>
                          <a:pt x="16" y="27"/>
                          <a:pt x="16" y="27"/>
                          <a:pt x="9" y="27"/>
                        </a:cubicBezTo>
                        <a:cubicBezTo>
                          <a:pt x="7" y="27"/>
                          <a:pt x="5" y="27"/>
                          <a:pt x="4" y="26"/>
                        </a:cubicBezTo>
                        <a:cubicBezTo>
                          <a:pt x="2" y="26"/>
                          <a:pt x="0" y="25"/>
                          <a:pt x="0" y="23"/>
                        </a:cubicBezTo>
                        <a:close/>
                      </a:path>
                    </a:pathLst>
                  </a:custGeom>
                  <a:solidFill>
                    <a:srgbClr val="FA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69" name="Freeform 519"/>
                  <p:cNvSpPr/>
                  <p:nvPr/>
                </p:nvSpPr>
                <p:spPr bwMode="auto">
                  <a:xfrm>
                    <a:off x="4771" y="2055"/>
                    <a:ext cx="43" cy="45"/>
                  </a:xfrm>
                  <a:custGeom>
                    <a:avLst/>
                    <a:gdLst>
                      <a:gd name="T0" fmla="*/ 18 w 18"/>
                      <a:gd name="T1" fmla="*/ 19 h 19"/>
                      <a:gd name="T2" fmla="*/ 13 w 18"/>
                      <a:gd name="T3" fmla="*/ 18 h 19"/>
                      <a:gd name="T4" fmla="*/ 8 w 18"/>
                      <a:gd name="T5" fmla="*/ 16 h 19"/>
                      <a:gd name="T6" fmla="*/ 6 w 18"/>
                      <a:gd name="T7" fmla="*/ 14 h 19"/>
                      <a:gd name="T8" fmla="*/ 3 w 18"/>
                      <a:gd name="T9" fmla="*/ 0 h 19"/>
                      <a:gd name="T10" fmla="*/ 18 w 18"/>
                      <a:gd name="T11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8" h="19">
                        <a:moveTo>
                          <a:pt x="18" y="19"/>
                        </a:moveTo>
                        <a:cubicBezTo>
                          <a:pt x="16" y="18"/>
                          <a:pt x="15" y="18"/>
                          <a:pt x="13" y="18"/>
                        </a:cubicBezTo>
                        <a:cubicBezTo>
                          <a:pt x="12" y="16"/>
                          <a:pt x="10" y="16"/>
                          <a:pt x="8" y="16"/>
                        </a:cubicBezTo>
                        <a:cubicBezTo>
                          <a:pt x="7" y="15"/>
                          <a:pt x="6" y="15"/>
                          <a:pt x="6" y="14"/>
                        </a:cubicBezTo>
                        <a:cubicBezTo>
                          <a:pt x="3" y="10"/>
                          <a:pt x="0" y="6"/>
                          <a:pt x="3" y="0"/>
                        </a:cubicBezTo>
                        <a:cubicBezTo>
                          <a:pt x="8" y="7"/>
                          <a:pt x="14" y="12"/>
                          <a:pt x="18" y="19"/>
                        </a:cubicBezTo>
                        <a:close/>
                      </a:path>
                    </a:pathLst>
                  </a:custGeom>
                  <a:solidFill>
                    <a:srgbClr val="B2DCD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0" name="Freeform 520"/>
                  <p:cNvSpPr/>
                  <p:nvPr/>
                </p:nvSpPr>
                <p:spPr bwMode="auto">
                  <a:xfrm>
                    <a:off x="4693" y="2043"/>
                    <a:ext cx="26" cy="40"/>
                  </a:xfrm>
                  <a:custGeom>
                    <a:avLst/>
                    <a:gdLst>
                      <a:gd name="T0" fmla="*/ 11 w 11"/>
                      <a:gd name="T1" fmla="*/ 17 h 17"/>
                      <a:gd name="T2" fmla="*/ 0 w 11"/>
                      <a:gd name="T3" fmla="*/ 1 h 17"/>
                      <a:gd name="T4" fmla="*/ 1 w 11"/>
                      <a:gd name="T5" fmla="*/ 0 h 17"/>
                      <a:gd name="T6" fmla="*/ 11 w 11"/>
                      <a:gd name="T7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17">
                        <a:moveTo>
                          <a:pt x="11" y="17"/>
                        </a:moveTo>
                        <a:cubicBezTo>
                          <a:pt x="4" y="14"/>
                          <a:pt x="2" y="7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6" y="5"/>
                          <a:pt x="8" y="11"/>
                          <a:pt x="11" y="17"/>
                        </a:cubicBezTo>
                        <a:close/>
                      </a:path>
                    </a:pathLst>
                  </a:custGeom>
                  <a:solidFill>
                    <a:srgbClr val="FCFDF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1" name="Freeform 521"/>
                  <p:cNvSpPr/>
                  <p:nvPr/>
                </p:nvSpPr>
                <p:spPr bwMode="auto">
                  <a:xfrm>
                    <a:off x="4570" y="2133"/>
                    <a:ext cx="57" cy="22"/>
                  </a:xfrm>
                  <a:custGeom>
                    <a:avLst/>
                    <a:gdLst>
                      <a:gd name="T0" fmla="*/ 0 w 24"/>
                      <a:gd name="T1" fmla="*/ 4 h 9"/>
                      <a:gd name="T2" fmla="*/ 21 w 24"/>
                      <a:gd name="T3" fmla="*/ 1 h 9"/>
                      <a:gd name="T4" fmla="*/ 24 w 24"/>
                      <a:gd name="T5" fmla="*/ 0 h 9"/>
                      <a:gd name="T6" fmla="*/ 3 w 24"/>
                      <a:gd name="T7" fmla="*/ 6 h 9"/>
                      <a:gd name="T8" fmla="*/ 0 w 24"/>
                      <a:gd name="T9" fmla="*/ 4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9">
                        <a:moveTo>
                          <a:pt x="0" y="4"/>
                        </a:moveTo>
                        <a:cubicBezTo>
                          <a:pt x="7" y="5"/>
                          <a:pt x="15" y="7"/>
                          <a:pt x="21" y="1"/>
                        </a:cubicBezTo>
                        <a:cubicBezTo>
                          <a:pt x="22" y="0"/>
                          <a:pt x="23" y="0"/>
                          <a:pt x="24" y="0"/>
                        </a:cubicBezTo>
                        <a:cubicBezTo>
                          <a:pt x="19" y="7"/>
                          <a:pt x="11" y="9"/>
                          <a:pt x="3" y="6"/>
                        </a:cubicBezTo>
                        <a:cubicBezTo>
                          <a:pt x="2" y="6"/>
                          <a:pt x="0" y="5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9FC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2" name="Freeform 522"/>
                  <p:cNvSpPr/>
                  <p:nvPr/>
                </p:nvSpPr>
                <p:spPr bwMode="auto">
                  <a:xfrm>
                    <a:off x="4653" y="2024"/>
                    <a:ext cx="43" cy="21"/>
                  </a:xfrm>
                  <a:custGeom>
                    <a:avLst/>
                    <a:gdLst>
                      <a:gd name="T0" fmla="*/ 18 w 18"/>
                      <a:gd name="T1" fmla="*/ 8 h 9"/>
                      <a:gd name="T2" fmla="*/ 17 w 18"/>
                      <a:gd name="T3" fmla="*/ 9 h 9"/>
                      <a:gd name="T4" fmla="*/ 0 w 18"/>
                      <a:gd name="T5" fmla="*/ 2 h 9"/>
                      <a:gd name="T6" fmla="*/ 1 w 18"/>
                      <a:gd name="T7" fmla="*/ 1 h 9"/>
                      <a:gd name="T8" fmla="*/ 9 w 18"/>
                      <a:gd name="T9" fmla="*/ 2 h 9"/>
                      <a:gd name="T10" fmla="*/ 9 w 18"/>
                      <a:gd name="T11" fmla="*/ 2 h 9"/>
                      <a:gd name="T12" fmla="*/ 18 w 18"/>
                      <a:gd name="T13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8" h="9">
                        <a:moveTo>
                          <a:pt x="18" y="8"/>
                        </a:moveTo>
                        <a:cubicBezTo>
                          <a:pt x="18" y="8"/>
                          <a:pt x="17" y="9"/>
                          <a:pt x="17" y="9"/>
                        </a:cubicBezTo>
                        <a:cubicBezTo>
                          <a:pt x="12" y="5"/>
                          <a:pt x="6" y="2"/>
                          <a:pt x="0" y="2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4" y="0"/>
                          <a:pt x="7" y="1"/>
                          <a:pt x="9" y="2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13" y="3"/>
                          <a:pt x="16" y="5"/>
                          <a:pt x="18" y="8"/>
                        </a:cubicBezTo>
                        <a:close/>
                      </a:path>
                    </a:pathLst>
                  </a:custGeom>
                  <a:solidFill>
                    <a:srgbClr val="F0FAF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3" name="Freeform 523"/>
                  <p:cNvSpPr/>
                  <p:nvPr/>
                </p:nvSpPr>
                <p:spPr bwMode="auto">
                  <a:xfrm>
                    <a:off x="4658" y="2124"/>
                    <a:ext cx="23" cy="19"/>
                  </a:xfrm>
                  <a:custGeom>
                    <a:avLst/>
                    <a:gdLst>
                      <a:gd name="T0" fmla="*/ 0 w 10"/>
                      <a:gd name="T1" fmla="*/ 1 h 8"/>
                      <a:gd name="T2" fmla="*/ 10 w 10"/>
                      <a:gd name="T3" fmla="*/ 7 h 8"/>
                      <a:gd name="T4" fmla="*/ 7 w 10"/>
                      <a:gd name="T5" fmla="*/ 7 h 8"/>
                      <a:gd name="T6" fmla="*/ 0 w 10"/>
                      <a:gd name="T7" fmla="*/ 1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8">
                        <a:moveTo>
                          <a:pt x="0" y="1"/>
                        </a:moveTo>
                        <a:cubicBezTo>
                          <a:pt x="5" y="0"/>
                          <a:pt x="8" y="3"/>
                          <a:pt x="10" y="7"/>
                        </a:cubicBezTo>
                        <a:cubicBezTo>
                          <a:pt x="9" y="8"/>
                          <a:pt x="7" y="7"/>
                          <a:pt x="7" y="7"/>
                        </a:cubicBezTo>
                        <a:cubicBezTo>
                          <a:pt x="5" y="4"/>
                          <a:pt x="2" y="3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B5DD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4" name="Freeform 524"/>
                  <p:cNvSpPr/>
                  <p:nvPr/>
                </p:nvSpPr>
                <p:spPr bwMode="auto">
                  <a:xfrm>
                    <a:off x="4631" y="2117"/>
                    <a:ext cx="24" cy="9"/>
                  </a:xfrm>
                  <a:custGeom>
                    <a:avLst/>
                    <a:gdLst>
                      <a:gd name="T0" fmla="*/ 0 w 10"/>
                      <a:gd name="T1" fmla="*/ 4 h 4"/>
                      <a:gd name="T2" fmla="*/ 10 w 10"/>
                      <a:gd name="T3" fmla="*/ 4 h 4"/>
                      <a:gd name="T4" fmla="*/ 0 w 10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4">
                        <a:moveTo>
                          <a:pt x="0" y="4"/>
                        </a:moveTo>
                        <a:cubicBezTo>
                          <a:pt x="2" y="0"/>
                          <a:pt x="6" y="0"/>
                          <a:pt x="10" y="4"/>
                        </a:cubicBezTo>
                        <a:cubicBezTo>
                          <a:pt x="7" y="4"/>
                          <a:pt x="3" y="4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3FA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5" name="Freeform 525"/>
                  <p:cNvSpPr/>
                  <p:nvPr/>
                </p:nvSpPr>
                <p:spPr bwMode="auto">
                  <a:xfrm>
                    <a:off x="4779" y="2088"/>
                    <a:ext cx="11" cy="12"/>
                  </a:xfrm>
                  <a:custGeom>
                    <a:avLst/>
                    <a:gdLst>
                      <a:gd name="T0" fmla="*/ 3 w 5"/>
                      <a:gd name="T1" fmla="*/ 0 h 5"/>
                      <a:gd name="T2" fmla="*/ 5 w 5"/>
                      <a:gd name="T3" fmla="*/ 2 h 5"/>
                      <a:gd name="T4" fmla="*/ 5 w 5"/>
                      <a:gd name="T5" fmla="*/ 5 h 5"/>
                      <a:gd name="T6" fmla="*/ 3 w 5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5">
                        <a:moveTo>
                          <a:pt x="3" y="0"/>
                        </a:moveTo>
                        <a:cubicBezTo>
                          <a:pt x="4" y="0"/>
                          <a:pt x="5" y="1"/>
                          <a:pt x="5" y="2"/>
                        </a:cubicBezTo>
                        <a:cubicBezTo>
                          <a:pt x="5" y="3"/>
                          <a:pt x="5" y="4"/>
                          <a:pt x="5" y="5"/>
                        </a:cubicBezTo>
                        <a:cubicBezTo>
                          <a:pt x="4" y="3"/>
                          <a:pt x="0" y="3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6" name="Freeform 526"/>
                  <p:cNvSpPr/>
                  <p:nvPr/>
                </p:nvSpPr>
                <p:spPr bwMode="auto">
                  <a:xfrm>
                    <a:off x="4790" y="2145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0 w 4"/>
                      <a:gd name="T3" fmla="*/ 1 h 4"/>
                      <a:gd name="T4" fmla="*/ 2 w 4"/>
                      <a:gd name="T5" fmla="*/ 0 h 4"/>
                      <a:gd name="T6" fmla="*/ 2 w 4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0" y="4"/>
                          <a:pt x="0" y="2"/>
                          <a:pt x="0" y="1"/>
                        </a:cubicBezTo>
                        <a:cubicBezTo>
                          <a:pt x="0" y="0"/>
                          <a:pt x="1" y="0"/>
                          <a:pt x="2" y="0"/>
                        </a:cubicBezTo>
                        <a:cubicBezTo>
                          <a:pt x="4" y="1"/>
                          <a:pt x="3" y="2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7" name="Freeform 527"/>
                  <p:cNvSpPr/>
                  <p:nvPr/>
                </p:nvSpPr>
                <p:spPr bwMode="auto">
                  <a:xfrm>
                    <a:off x="4800" y="2140"/>
                    <a:ext cx="7" cy="8"/>
                  </a:xfrm>
                  <a:custGeom>
                    <a:avLst/>
                    <a:gdLst>
                      <a:gd name="T0" fmla="*/ 2 w 3"/>
                      <a:gd name="T1" fmla="*/ 0 h 3"/>
                      <a:gd name="T2" fmla="*/ 3 w 3"/>
                      <a:gd name="T3" fmla="*/ 1 h 3"/>
                      <a:gd name="T4" fmla="*/ 1 w 3"/>
                      <a:gd name="T5" fmla="*/ 3 h 3"/>
                      <a:gd name="T6" fmla="*/ 0 w 3"/>
                      <a:gd name="T7" fmla="*/ 2 h 3"/>
                      <a:gd name="T8" fmla="*/ 2 w 3"/>
                      <a:gd name="T9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3">
                        <a:moveTo>
                          <a:pt x="2" y="0"/>
                        </a:move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2" y="2"/>
                          <a:pt x="2" y="3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1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8" name="Freeform 528"/>
                  <p:cNvSpPr/>
                  <p:nvPr/>
                </p:nvSpPr>
                <p:spPr bwMode="auto">
                  <a:xfrm>
                    <a:off x="4783" y="2105"/>
                    <a:ext cx="5" cy="2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0 w 2"/>
                      <a:gd name="T3" fmla="*/ 0 h 1"/>
                      <a:gd name="T4" fmla="*/ 1 w 2"/>
                      <a:gd name="T5" fmla="*/ 0 h 1"/>
                      <a:gd name="T6" fmla="*/ 2 w 2"/>
                      <a:gd name="T7" fmla="*/ 0 h 1"/>
                      <a:gd name="T8" fmla="*/ 1 w 2"/>
                      <a:gd name="T9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1" y="1"/>
                          <a:pt x="0" y="1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79" name="Freeform 529"/>
                  <p:cNvSpPr/>
                  <p:nvPr/>
                </p:nvSpPr>
                <p:spPr bwMode="auto">
                  <a:xfrm>
                    <a:off x="4537" y="2167"/>
                    <a:ext cx="14" cy="16"/>
                  </a:xfrm>
                  <a:custGeom>
                    <a:avLst/>
                    <a:gdLst>
                      <a:gd name="T0" fmla="*/ 0 w 6"/>
                      <a:gd name="T1" fmla="*/ 0 h 7"/>
                      <a:gd name="T2" fmla="*/ 6 w 6"/>
                      <a:gd name="T3" fmla="*/ 5 h 7"/>
                      <a:gd name="T4" fmla="*/ 0 w 6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7">
                        <a:moveTo>
                          <a:pt x="0" y="0"/>
                        </a:moveTo>
                        <a:cubicBezTo>
                          <a:pt x="3" y="1"/>
                          <a:pt x="4" y="4"/>
                          <a:pt x="6" y="5"/>
                        </a:cubicBezTo>
                        <a:cubicBezTo>
                          <a:pt x="2" y="7"/>
                          <a:pt x="0" y="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81A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0" name="Freeform 530"/>
                  <p:cNvSpPr/>
                  <p:nvPr/>
                </p:nvSpPr>
                <p:spPr bwMode="auto">
                  <a:xfrm>
                    <a:off x="4411" y="2288"/>
                    <a:ext cx="38" cy="28"/>
                  </a:xfrm>
                  <a:custGeom>
                    <a:avLst/>
                    <a:gdLst>
                      <a:gd name="T0" fmla="*/ 3 w 16"/>
                      <a:gd name="T1" fmla="*/ 5 h 12"/>
                      <a:gd name="T2" fmla="*/ 4 w 16"/>
                      <a:gd name="T3" fmla="*/ 6 h 12"/>
                      <a:gd name="T4" fmla="*/ 12 w 16"/>
                      <a:gd name="T5" fmla="*/ 7 h 12"/>
                      <a:gd name="T6" fmla="*/ 16 w 16"/>
                      <a:gd name="T7" fmla="*/ 9 h 12"/>
                      <a:gd name="T8" fmla="*/ 15 w 16"/>
                      <a:gd name="T9" fmla="*/ 11 h 12"/>
                      <a:gd name="T10" fmla="*/ 10 w 16"/>
                      <a:gd name="T11" fmla="*/ 11 h 12"/>
                      <a:gd name="T12" fmla="*/ 5 w 16"/>
                      <a:gd name="T13" fmla="*/ 11 h 12"/>
                      <a:gd name="T14" fmla="*/ 2 w 16"/>
                      <a:gd name="T15" fmla="*/ 11 h 12"/>
                      <a:gd name="T16" fmla="*/ 1 w 16"/>
                      <a:gd name="T17" fmla="*/ 9 h 12"/>
                      <a:gd name="T18" fmla="*/ 3 w 16"/>
                      <a:gd name="T19" fmla="*/ 5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6" h="12">
                        <a:moveTo>
                          <a:pt x="3" y="5"/>
                        </a:moveTo>
                        <a:cubicBezTo>
                          <a:pt x="4" y="5"/>
                          <a:pt x="4" y="6"/>
                          <a:pt x="4" y="6"/>
                        </a:cubicBezTo>
                        <a:cubicBezTo>
                          <a:pt x="8" y="0"/>
                          <a:pt x="10" y="6"/>
                          <a:pt x="12" y="7"/>
                        </a:cubicBezTo>
                        <a:cubicBezTo>
                          <a:pt x="14" y="7"/>
                          <a:pt x="13" y="10"/>
                          <a:pt x="16" y="9"/>
                        </a:cubicBezTo>
                        <a:cubicBezTo>
                          <a:pt x="16" y="9"/>
                          <a:pt x="16" y="11"/>
                          <a:pt x="15" y="11"/>
                        </a:cubicBezTo>
                        <a:cubicBezTo>
                          <a:pt x="14" y="12"/>
                          <a:pt x="12" y="12"/>
                          <a:pt x="10" y="11"/>
                        </a:cubicBezTo>
                        <a:cubicBezTo>
                          <a:pt x="9" y="10"/>
                          <a:pt x="7" y="8"/>
                          <a:pt x="5" y="11"/>
                        </a:cubicBezTo>
                        <a:cubicBezTo>
                          <a:pt x="4" y="12"/>
                          <a:pt x="3" y="12"/>
                          <a:pt x="2" y="11"/>
                        </a:cubicBezTo>
                        <a:cubicBezTo>
                          <a:pt x="1" y="11"/>
                          <a:pt x="0" y="10"/>
                          <a:pt x="1" y="9"/>
                        </a:cubicBezTo>
                        <a:cubicBezTo>
                          <a:pt x="2" y="8"/>
                          <a:pt x="1" y="5"/>
                          <a:pt x="3" y="5"/>
                        </a:cubicBezTo>
                        <a:close/>
                      </a:path>
                    </a:pathLst>
                  </a:custGeom>
                  <a:solidFill>
                    <a:srgbClr val="71717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1" name="Freeform 531"/>
                  <p:cNvSpPr/>
                  <p:nvPr/>
                </p:nvSpPr>
                <p:spPr bwMode="auto">
                  <a:xfrm>
                    <a:off x="4767" y="2718"/>
                    <a:ext cx="135" cy="64"/>
                  </a:xfrm>
                  <a:custGeom>
                    <a:avLst/>
                    <a:gdLst>
                      <a:gd name="T0" fmla="*/ 21 w 57"/>
                      <a:gd name="T1" fmla="*/ 1 h 27"/>
                      <a:gd name="T2" fmla="*/ 25 w 57"/>
                      <a:gd name="T3" fmla="*/ 0 h 27"/>
                      <a:gd name="T4" fmla="*/ 28 w 57"/>
                      <a:gd name="T5" fmla="*/ 6 h 27"/>
                      <a:gd name="T6" fmla="*/ 30 w 57"/>
                      <a:gd name="T7" fmla="*/ 5 h 27"/>
                      <a:gd name="T8" fmla="*/ 36 w 57"/>
                      <a:gd name="T9" fmla="*/ 9 h 27"/>
                      <a:gd name="T10" fmla="*/ 37 w 57"/>
                      <a:gd name="T11" fmla="*/ 0 h 27"/>
                      <a:gd name="T12" fmla="*/ 42 w 57"/>
                      <a:gd name="T13" fmla="*/ 9 h 27"/>
                      <a:gd name="T14" fmla="*/ 42 w 57"/>
                      <a:gd name="T15" fmla="*/ 9 h 27"/>
                      <a:gd name="T16" fmla="*/ 42 w 57"/>
                      <a:gd name="T17" fmla="*/ 9 h 27"/>
                      <a:gd name="T18" fmla="*/ 46 w 57"/>
                      <a:gd name="T19" fmla="*/ 6 h 27"/>
                      <a:gd name="T20" fmla="*/ 45 w 57"/>
                      <a:gd name="T21" fmla="*/ 10 h 27"/>
                      <a:gd name="T22" fmla="*/ 42 w 57"/>
                      <a:gd name="T23" fmla="*/ 15 h 27"/>
                      <a:gd name="T24" fmla="*/ 47 w 57"/>
                      <a:gd name="T25" fmla="*/ 19 h 27"/>
                      <a:gd name="T26" fmla="*/ 51 w 57"/>
                      <a:gd name="T27" fmla="*/ 22 h 27"/>
                      <a:gd name="T28" fmla="*/ 57 w 57"/>
                      <a:gd name="T29" fmla="*/ 21 h 27"/>
                      <a:gd name="T30" fmla="*/ 47 w 57"/>
                      <a:gd name="T31" fmla="*/ 26 h 27"/>
                      <a:gd name="T32" fmla="*/ 45 w 57"/>
                      <a:gd name="T33" fmla="*/ 27 h 27"/>
                      <a:gd name="T34" fmla="*/ 41 w 57"/>
                      <a:gd name="T35" fmla="*/ 27 h 27"/>
                      <a:gd name="T36" fmla="*/ 41 w 57"/>
                      <a:gd name="T37" fmla="*/ 22 h 27"/>
                      <a:gd name="T38" fmla="*/ 42 w 57"/>
                      <a:gd name="T39" fmla="*/ 22 h 27"/>
                      <a:gd name="T40" fmla="*/ 45 w 57"/>
                      <a:gd name="T41" fmla="*/ 23 h 27"/>
                      <a:gd name="T42" fmla="*/ 44 w 57"/>
                      <a:gd name="T43" fmla="*/ 20 h 27"/>
                      <a:gd name="T44" fmla="*/ 40 w 57"/>
                      <a:gd name="T45" fmla="*/ 19 h 27"/>
                      <a:gd name="T46" fmla="*/ 37 w 57"/>
                      <a:gd name="T47" fmla="*/ 22 h 27"/>
                      <a:gd name="T48" fmla="*/ 40 w 57"/>
                      <a:gd name="T49" fmla="*/ 14 h 27"/>
                      <a:gd name="T50" fmla="*/ 32 w 57"/>
                      <a:gd name="T51" fmla="*/ 16 h 27"/>
                      <a:gd name="T52" fmla="*/ 35 w 57"/>
                      <a:gd name="T53" fmla="*/ 19 h 27"/>
                      <a:gd name="T54" fmla="*/ 30 w 57"/>
                      <a:gd name="T55" fmla="*/ 22 h 27"/>
                      <a:gd name="T56" fmla="*/ 27 w 57"/>
                      <a:gd name="T57" fmla="*/ 25 h 27"/>
                      <a:gd name="T58" fmla="*/ 24 w 57"/>
                      <a:gd name="T59" fmla="*/ 21 h 27"/>
                      <a:gd name="T60" fmla="*/ 21 w 57"/>
                      <a:gd name="T61" fmla="*/ 26 h 27"/>
                      <a:gd name="T62" fmla="*/ 15 w 57"/>
                      <a:gd name="T63" fmla="*/ 26 h 27"/>
                      <a:gd name="T64" fmla="*/ 14 w 57"/>
                      <a:gd name="T65" fmla="*/ 21 h 27"/>
                      <a:gd name="T66" fmla="*/ 12 w 57"/>
                      <a:gd name="T67" fmla="*/ 20 h 27"/>
                      <a:gd name="T68" fmla="*/ 6 w 57"/>
                      <a:gd name="T69" fmla="*/ 23 h 27"/>
                      <a:gd name="T70" fmla="*/ 0 w 57"/>
                      <a:gd name="T71" fmla="*/ 23 h 27"/>
                      <a:gd name="T72" fmla="*/ 2 w 57"/>
                      <a:gd name="T73" fmla="*/ 19 h 27"/>
                      <a:gd name="T74" fmla="*/ 6 w 57"/>
                      <a:gd name="T75" fmla="*/ 17 h 27"/>
                      <a:gd name="T76" fmla="*/ 10 w 57"/>
                      <a:gd name="T77" fmla="*/ 14 h 27"/>
                      <a:gd name="T78" fmla="*/ 21 w 57"/>
                      <a:gd name="T79" fmla="*/ 14 h 27"/>
                      <a:gd name="T80" fmla="*/ 27 w 57"/>
                      <a:gd name="T81" fmla="*/ 14 h 27"/>
                      <a:gd name="T82" fmla="*/ 30 w 57"/>
                      <a:gd name="T83" fmla="*/ 16 h 27"/>
                      <a:gd name="T84" fmla="*/ 31 w 57"/>
                      <a:gd name="T85" fmla="*/ 12 h 27"/>
                      <a:gd name="T86" fmla="*/ 21 w 57"/>
                      <a:gd name="T87" fmla="*/ 1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57" h="27">
                        <a:moveTo>
                          <a:pt x="21" y="1"/>
                        </a:moveTo>
                        <a:cubicBezTo>
                          <a:pt x="22" y="1"/>
                          <a:pt x="24" y="0"/>
                          <a:pt x="25" y="0"/>
                        </a:cubicBezTo>
                        <a:cubicBezTo>
                          <a:pt x="24" y="3"/>
                          <a:pt x="27" y="4"/>
                          <a:pt x="28" y="6"/>
                        </a:cubicBezTo>
                        <a:cubicBezTo>
                          <a:pt x="28" y="7"/>
                          <a:pt x="29" y="6"/>
                          <a:pt x="30" y="5"/>
                        </a:cubicBezTo>
                        <a:cubicBezTo>
                          <a:pt x="31" y="8"/>
                          <a:pt x="34" y="8"/>
                          <a:pt x="36" y="9"/>
                        </a:cubicBezTo>
                        <a:cubicBezTo>
                          <a:pt x="37" y="6"/>
                          <a:pt x="41" y="5"/>
                          <a:pt x="37" y="0"/>
                        </a:cubicBezTo>
                        <a:cubicBezTo>
                          <a:pt x="41" y="3"/>
                          <a:pt x="41" y="6"/>
                          <a:pt x="42" y="9"/>
                        </a:cubicBezTo>
                        <a:cubicBezTo>
                          <a:pt x="43" y="9"/>
                          <a:pt x="43" y="9"/>
                          <a:pt x="42" y="9"/>
                        </a:cubicBezTo>
                        <a:cubicBezTo>
                          <a:pt x="42" y="9"/>
                          <a:pt x="43" y="9"/>
                          <a:pt x="42" y="9"/>
                        </a:cubicBezTo>
                        <a:cubicBezTo>
                          <a:pt x="42" y="5"/>
                          <a:pt x="44" y="5"/>
                          <a:pt x="46" y="6"/>
                        </a:cubicBezTo>
                        <a:cubicBezTo>
                          <a:pt x="46" y="8"/>
                          <a:pt x="45" y="9"/>
                          <a:pt x="45" y="10"/>
                        </a:cubicBezTo>
                        <a:cubicBezTo>
                          <a:pt x="47" y="13"/>
                          <a:pt x="45" y="14"/>
                          <a:pt x="42" y="15"/>
                        </a:cubicBezTo>
                        <a:cubicBezTo>
                          <a:pt x="45" y="15"/>
                          <a:pt x="48" y="15"/>
                          <a:pt x="47" y="19"/>
                        </a:cubicBezTo>
                        <a:cubicBezTo>
                          <a:pt x="46" y="21"/>
                          <a:pt x="47" y="24"/>
                          <a:pt x="51" y="22"/>
                        </a:cubicBezTo>
                        <a:cubicBezTo>
                          <a:pt x="53" y="21"/>
                          <a:pt x="55" y="22"/>
                          <a:pt x="57" y="21"/>
                        </a:cubicBezTo>
                        <a:cubicBezTo>
                          <a:pt x="55" y="25"/>
                          <a:pt x="51" y="24"/>
                          <a:pt x="47" y="26"/>
                        </a:cubicBezTo>
                        <a:cubicBezTo>
                          <a:pt x="46" y="26"/>
                          <a:pt x="45" y="26"/>
                          <a:pt x="45" y="27"/>
                        </a:cubicBezTo>
                        <a:cubicBezTo>
                          <a:pt x="44" y="27"/>
                          <a:pt x="42" y="27"/>
                          <a:pt x="41" y="27"/>
                        </a:cubicBezTo>
                        <a:cubicBezTo>
                          <a:pt x="42" y="25"/>
                          <a:pt x="36" y="24"/>
                          <a:pt x="41" y="22"/>
                        </a:cubicBezTo>
                        <a:cubicBezTo>
                          <a:pt x="41" y="22"/>
                          <a:pt x="41" y="20"/>
                          <a:pt x="42" y="22"/>
                        </a:cubicBezTo>
                        <a:cubicBezTo>
                          <a:pt x="43" y="24"/>
                          <a:pt x="44" y="23"/>
                          <a:pt x="45" y="23"/>
                        </a:cubicBezTo>
                        <a:cubicBezTo>
                          <a:pt x="46" y="22"/>
                          <a:pt x="45" y="21"/>
                          <a:pt x="44" y="20"/>
                        </a:cubicBezTo>
                        <a:cubicBezTo>
                          <a:pt x="43" y="20"/>
                          <a:pt x="42" y="17"/>
                          <a:pt x="40" y="19"/>
                        </a:cubicBezTo>
                        <a:cubicBezTo>
                          <a:pt x="39" y="20"/>
                          <a:pt x="39" y="22"/>
                          <a:pt x="37" y="22"/>
                        </a:cubicBezTo>
                        <a:cubicBezTo>
                          <a:pt x="38" y="19"/>
                          <a:pt x="37" y="16"/>
                          <a:pt x="40" y="14"/>
                        </a:cubicBezTo>
                        <a:cubicBezTo>
                          <a:pt x="36" y="13"/>
                          <a:pt x="35" y="16"/>
                          <a:pt x="32" y="16"/>
                        </a:cubicBezTo>
                        <a:cubicBezTo>
                          <a:pt x="32" y="18"/>
                          <a:pt x="36" y="16"/>
                          <a:pt x="35" y="19"/>
                        </a:cubicBezTo>
                        <a:cubicBezTo>
                          <a:pt x="35" y="20"/>
                          <a:pt x="31" y="22"/>
                          <a:pt x="30" y="22"/>
                        </a:cubicBezTo>
                        <a:cubicBezTo>
                          <a:pt x="28" y="22"/>
                          <a:pt x="28" y="24"/>
                          <a:pt x="27" y="25"/>
                        </a:cubicBezTo>
                        <a:cubicBezTo>
                          <a:pt x="25" y="24"/>
                          <a:pt x="26" y="22"/>
                          <a:pt x="24" y="21"/>
                        </a:cubicBezTo>
                        <a:cubicBezTo>
                          <a:pt x="24" y="23"/>
                          <a:pt x="21" y="24"/>
                          <a:pt x="21" y="26"/>
                        </a:cubicBezTo>
                        <a:cubicBezTo>
                          <a:pt x="19" y="25"/>
                          <a:pt x="18" y="20"/>
                          <a:pt x="15" y="26"/>
                        </a:cubicBezTo>
                        <a:cubicBezTo>
                          <a:pt x="15" y="24"/>
                          <a:pt x="15" y="22"/>
                          <a:pt x="14" y="21"/>
                        </a:cubicBezTo>
                        <a:cubicBezTo>
                          <a:pt x="14" y="20"/>
                          <a:pt x="12" y="19"/>
                          <a:pt x="12" y="20"/>
                        </a:cubicBezTo>
                        <a:cubicBezTo>
                          <a:pt x="11" y="23"/>
                          <a:pt x="7" y="22"/>
                          <a:pt x="6" y="23"/>
                        </a:cubicBezTo>
                        <a:cubicBezTo>
                          <a:pt x="3" y="26"/>
                          <a:pt x="2" y="24"/>
                          <a:pt x="0" y="23"/>
                        </a:cubicBezTo>
                        <a:cubicBezTo>
                          <a:pt x="1" y="22"/>
                          <a:pt x="0" y="20"/>
                          <a:pt x="2" y="19"/>
                        </a:cubicBezTo>
                        <a:cubicBezTo>
                          <a:pt x="3" y="18"/>
                          <a:pt x="4" y="17"/>
                          <a:pt x="6" y="17"/>
                        </a:cubicBezTo>
                        <a:cubicBezTo>
                          <a:pt x="9" y="18"/>
                          <a:pt x="10" y="16"/>
                          <a:pt x="10" y="14"/>
                        </a:cubicBezTo>
                        <a:cubicBezTo>
                          <a:pt x="13" y="9"/>
                          <a:pt x="17" y="13"/>
                          <a:pt x="21" y="14"/>
                        </a:cubicBezTo>
                        <a:cubicBezTo>
                          <a:pt x="23" y="14"/>
                          <a:pt x="25" y="16"/>
                          <a:pt x="27" y="14"/>
                        </a:cubicBezTo>
                        <a:cubicBezTo>
                          <a:pt x="29" y="13"/>
                          <a:pt x="30" y="15"/>
                          <a:pt x="30" y="16"/>
                        </a:cubicBezTo>
                        <a:cubicBezTo>
                          <a:pt x="30" y="15"/>
                          <a:pt x="28" y="12"/>
                          <a:pt x="31" y="12"/>
                        </a:cubicBezTo>
                        <a:cubicBezTo>
                          <a:pt x="27" y="9"/>
                          <a:pt x="22" y="7"/>
                          <a:pt x="21" y="1"/>
                        </a:cubicBezTo>
                        <a:close/>
                      </a:path>
                    </a:pathLst>
                  </a:custGeom>
                  <a:solidFill>
                    <a:srgbClr val="84848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2" name="Freeform 532"/>
                  <p:cNvSpPr/>
                  <p:nvPr/>
                </p:nvSpPr>
                <p:spPr bwMode="auto">
                  <a:xfrm>
                    <a:off x="4864" y="2718"/>
                    <a:ext cx="19" cy="14"/>
                  </a:xfrm>
                  <a:custGeom>
                    <a:avLst/>
                    <a:gdLst>
                      <a:gd name="T0" fmla="*/ 5 w 8"/>
                      <a:gd name="T1" fmla="*/ 6 h 6"/>
                      <a:gd name="T2" fmla="*/ 1 w 8"/>
                      <a:gd name="T3" fmla="*/ 0 h 6"/>
                      <a:gd name="T4" fmla="*/ 8 w 8"/>
                      <a:gd name="T5" fmla="*/ 6 h 6"/>
                      <a:gd name="T6" fmla="*/ 5 w 8"/>
                      <a:gd name="T7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6">
                        <a:moveTo>
                          <a:pt x="5" y="6"/>
                        </a:moveTo>
                        <a:cubicBezTo>
                          <a:pt x="5" y="3"/>
                          <a:pt x="0" y="4"/>
                          <a:pt x="1" y="0"/>
                        </a:cubicBezTo>
                        <a:cubicBezTo>
                          <a:pt x="4" y="1"/>
                          <a:pt x="6" y="4"/>
                          <a:pt x="8" y="6"/>
                        </a:cubicBezTo>
                        <a:cubicBezTo>
                          <a:pt x="7" y="6"/>
                          <a:pt x="6" y="6"/>
                          <a:pt x="5" y="6"/>
                        </a:cubicBezTo>
                        <a:close/>
                      </a:path>
                    </a:pathLst>
                  </a:custGeom>
                  <a:solidFill>
                    <a:srgbClr val="84848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3" name="Freeform 533"/>
                  <p:cNvSpPr/>
                  <p:nvPr/>
                </p:nvSpPr>
                <p:spPr bwMode="auto">
                  <a:xfrm>
                    <a:off x="4885" y="2713"/>
                    <a:ext cx="10" cy="14"/>
                  </a:xfrm>
                  <a:custGeom>
                    <a:avLst/>
                    <a:gdLst>
                      <a:gd name="T0" fmla="*/ 0 w 4"/>
                      <a:gd name="T1" fmla="*/ 0 h 6"/>
                      <a:gd name="T2" fmla="*/ 4 w 4"/>
                      <a:gd name="T3" fmla="*/ 2 h 6"/>
                      <a:gd name="T4" fmla="*/ 2 w 4"/>
                      <a:gd name="T5" fmla="*/ 6 h 6"/>
                      <a:gd name="T6" fmla="*/ 0 w 4"/>
                      <a:gd name="T7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6">
                        <a:moveTo>
                          <a:pt x="0" y="0"/>
                        </a:moveTo>
                        <a:cubicBezTo>
                          <a:pt x="1" y="1"/>
                          <a:pt x="3" y="2"/>
                          <a:pt x="4" y="2"/>
                        </a:cubicBezTo>
                        <a:cubicBezTo>
                          <a:pt x="3" y="3"/>
                          <a:pt x="3" y="5"/>
                          <a:pt x="2" y="6"/>
                        </a:cubicBezTo>
                        <a:cubicBezTo>
                          <a:pt x="1" y="4"/>
                          <a:pt x="0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4" name="Freeform 534"/>
                  <p:cNvSpPr/>
                  <p:nvPr/>
                </p:nvSpPr>
                <p:spPr bwMode="auto">
                  <a:xfrm>
                    <a:off x="4838" y="2720"/>
                    <a:ext cx="12" cy="17"/>
                  </a:xfrm>
                  <a:custGeom>
                    <a:avLst/>
                    <a:gdLst>
                      <a:gd name="T0" fmla="*/ 0 w 5"/>
                      <a:gd name="T1" fmla="*/ 5 h 7"/>
                      <a:gd name="T2" fmla="*/ 5 w 5"/>
                      <a:gd name="T3" fmla="*/ 3 h 7"/>
                      <a:gd name="T4" fmla="*/ 0 w 5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7">
                        <a:moveTo>
                          <a:pt x="0" y="5"/>
                        </a:moveTo>
                        <a:cubicBezTo>
                          <a:pt x="1" y="0"/>
                          <a:pt x="3" y="4"/>
                          <a:pt x="5" y="3"/>
                        </a:cubicBezTo>
                        <a:cubicBezTo>
                          <a:pt x="4" y="7"/>
                          <a:pt x="1" y="4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84848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5" name="Freeform 535"/>
                  <p:cNvSpPr/>
                  <p:nvPr/>
                </p:nvSpPr>
                <p:spPr bwMode="auto">
                  <a:xfrm>
                    <a:off x="4888" y="2732"/>
                    <a:ext cx="4" cy="5"/>
                  </a:xfrm>
                  <a:custGeom>
                    <a:avLst/>
                    <a:gdLst>
                      <a:gd name="T0" fmla="*/ 2 w 2"/>
                      <a:gd name="T1" fmla="*/ 1 h 2"/>
                      <a:gd name="T2" fmla="*/ 1 w 2"/>
                      <a:gd name="T3" fmla="*/ 2 h 2"/>
                      <a:gd name="T4" fmla="*/ 0 w 2"/>
                      <a:gd name="T5" fmla="*/ 1 h 2"/>
                      <a:gd name="T6" fmla="*/ 2 w 2"/>
                      <a:gd name="T7" fmla="*/ 0 h 2"/>
                      <a:gd name="T8" fmla="*/ 2 w 2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2" y="1"/>
                        </a:move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6" name="Freeform 536"/>
                  <p:cNvSpPr/>
                  <p:nvPr/>
                </p:nvSpPr>
                <p:spPr bwMode="auto">
                  <a:xfrm>
                    <a:off x="4895" y="2730"/>
                    <a:ext cx="7" cy="9"/>
                  </a:xfrm>
                  <a:custGeom>
                    <a:avLst/>
                    <a:gdLst>
                      <a:gd name="T0" fmla="*/ 2 w 3"/>
                      <a:gd name="T1" fmla="*/ 0 h 4"/>
                      <a:gd name="T2" fmla="*/ 1 w 3"/>
                      <a:gd name="T3" fmla="*/ 4 h 4"/>
                      <a:gd name="T4" fmla="*/ 2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2" y="0"/>
                        </a:moveTo>
                        <a:cubicBezTo>
                          <a:pt x="1" y="2"/>
                          <a:pt x="3" y="3"/>
                          <a:pt x="1" y="4"/>
                        </a:cubicBezTo>
                        <a:cubicBezTo>
                          <a:pt x="0" y="3"/>
                          <a:pt x="0" y="2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7" name="Freeform 537"/>
                  <p:cNvSpPr/>
                  <p:nvPr/>
                </p:nvSpPr>
                <p:spPr bwMode="auto">
                  <a:xfrm>
                    <a:off x="4653" y="2549"/>
                    <a:ext cx="24" cy="14"/>
                  </a:xfrm>
                  <a:custGeom>
                    <a:avLst/>
                    <a:gdLst>
                      <a:gd name="T0" fmla="*/ 0 w 10"/>
                      <a:gd name="T1" fmla="*/ 3 h 6"/>
                      <a:gd name="T2" fmla="*/ 7 w 10"/>
                      <a:gd name="T3" fmla="*/ 2 h 6"/>
                      <a:gd name="T4" fmla="*/ 10 w 10"/>
                      <a:gd name="T5" fmla="*/ 4 h 6"/>
                      <a:gd name="T6" fmla="*/ 0 w 10"/>
                      <a:gd name="T7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6">
                        <a:moveTo>
                          <a:pt x="0" y="3"/>
                        </a:moveTo>
                        <a:cubicBezTo>
                          <a:pt x="2" y="3"/>
                          <a:pt x="5" y="3"/>
                          <a:pt x="7" y="2"/>
                        </a:cubicBezTo>
                        <a:cubicBezTo>
                          <a:pt x="10" y="0"/>
                          <a:pt x="10" y="2"/>
                          <a:pt x="10" y="4"/>
                        </a:cubicBezTo>
                        <a:cubicBezTo>
                          <a:pt x="7" y="5"/>
                          <a:pt x="3" y="6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A1A1A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8" name="Freeform 538"/>
                  <p:cNvSpPr/>
                  <p:nvPr/>
                </p:nvSpPr>
                <p:spPr bwMode="auto">
                  <a:xfrm>
                    <a:off x="4660" y="2566"/>
                    <a:ext cx="9" cy="7"/>
                  </a:xfrm>
                  <a:custGeom>
                    <a:avLst/>
                    <a:gdLst>
                      <a:gd name="T0" fmla="*/ 0 w 4"/>
                      <a:gd name="T1" fmla="*/ 1 h 3"/>
                      <a:gd name="T2" fmla="*/ 3 w 4"/>
                      <a:gd name="T3" fmla="*/ 1 h 3"/>
                      <a:gd name="T4" fmla="*/ 4 w 4"/>
                      <a:gd name="T5" fmla="*/ 2 h 3"/>
                      <a:gd name="T6" fmla="*/ 0 w 4"/>
                      <a:gd name="T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3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1"/>
                        </a:cubicBezTo>
                        <a:cubicBezTo>
                          <a:pt x="3" y="2"/>
                          <a:pt x="3" y="2"/>
                          <a:pt x="4" y="2"/>
                        </a:cubicBezTo>
                        <a:cubicBezTo>
                          <a:pt x="2" y="2"/>
                          <a:pt x="1" y="3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A4A4A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89" name="Freeform 539"/>
                  <p:cNvSpPr/>
                  <p:nvPr/>
                </p:nvSpPr>
                <p:spPr bwMode="auto">
                  <a:xfrm>
                    <a:off x="4741" y="2725"/>
                    <a:ext cx="59" cy="43"/>
                  </a:xfrm>
                  <a:custGeom>
                    <a:avLst/>
                    <a:gdLst>
                      <a:gd name="T0" fmla="*/ 21 w 25"/>
                      <a:gd name="T1" fmla="*/ 11 h 18"/>
                      <a:gd name="T2" fmla="*/ 18 w 25"/>
                      <a:gd name="T3" fmla="*/ 15 h 18"/>
                      <a:gd name="T4" fmla="*/ 13 w 25"/>
                      <a:gd name="T5" fmla="*/ 17 h 18"/>
                      <a:gd name="T6" fmla="*/ 12 w 25"/>
                      <a:gd name="T7" fmla="*/ 16 h 18"/>
                      <a:gd name="T8" fmla="*/ 13 w 25"/>
                      <a:gd name="T9" fmla="*/ 16 h 18"/>
                      <a:gd name="T10" fmla="*/ 11 w 25"/>
                      <a:gd name="T11" fmla="*/ 15 h 18"/>
                      <a:gd name="T12" fmla="*/ 0 w 25"/>
                      <a:gd name="T13" fmla="*/ 18 h 18"/>
                      <a:gd name="T14" fmla="*/ 2 w 25"/>
                      <a:gd name="T15" fmla="*/ 15 h 18"/>
                      <a:gd name="T16" fmla="*/ 3 w 25"/>
                      <a:gd name="T17" fmla="*/ 14 h 18"/>
                      <a:gd name="T18" fmla="*/ 4 w 25"/>
                      <a:gd name="T19" fmla="*/ 11 h 18"/>
                      <a:gd name="T20" fmla="*/ 6 w 25"/>
                      <a:gd name="T21" fmla="*/ 14 h 18"/>
                      <a:gd name="T22" fmla="*/ 8 w 25"/>
                      <a:gd name="T23" fmla="*/ 10 h 18"/>
                      <a:gd name="T24" fmla="*/ 7 w 25"/>
                      <a:gd name="T25" fmla="*/ 9 h 18"/>
                      <a:gd name="T26" fmla="*/ 6 w 25"/>
                      <a:gd name="T27" fmla="*/ 5 h 18"/>
                      <a:gd name="T28" fmla="*/ 20 w 25"/>
                      <a:gd name="T29" fmla="*/ 2 h 18"/>
                      <a:gd name="T30" fmla="*/ 24 w 25"/>
                      <a:gd name="T31" fmla="*/ 2 h 18"/>
                      <a:gd name="T32" fmla="*/ 23 w 25"/>
                      <a:gd name="T33" fmla="*/ 6 h 18"/>
                      <a:gd name="T34" fmla="*/ 22 w 25"/>
                      <a:gd name="T35" fmla="*/ 9 h 18"/>
                      <a:gd name="T36" fmla="*/ 21 w 25"/>
                      <a:gd name="T37" fmla="*/ 11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5" h="18">
                        <a:moveTo>
                          <a:pt x="21" y="11"/>
                        </a:moveTo>
                        <a:cubicBezTo>
                          <a:pt x="22" y="14"/>
                          <a:pt x="22" y="17"/>
                          <a:pt x="18" y="15"/>
                        </a:cubicBezTo>
                        <a:cubicBezTo>
                          <a:pt x="15" y="15"/>
                          <a:pt x="14" y="16"/>
                          <a:pt x="13" y="17"/>
                        </a:cubicBezTo>
                        <a:cubicBezTo>
                          <a:pt x="12" y="17"/>
                          <a:pt x="12" y="16"/>
                          <a:pt x="12" y="16"/>
                        </a:cubicBezTo>
                        <a:cubicBezTo>
                          <a:pt x="13" y="16"/>
                          <a:pt x="13" y="16"/>
                          <a:pt x="13" y="16"/>
                        </a:cubicBezTo>
                        <a:cubicBezTo>
                          <a:pt x="13" y="14"/>
                          <a:pt x="13" y="14"/>
                          <a:pt x="11" y="15"/>
                        </a:cubicBezTo>
                        <a:cubicBezTo>
                          <a:pt x="8" y="15"/>
                          <a:pt x="4" y="18"/>
                          <a:pt x="0" y="18"/>
                        </a:cubicBezTo>
                        <a:cubicBezTo>
                          <a:pt x="0" y="16"/>
                          <a:pt x="0" y="15"/>
                          <a:pt x="2" y="15"/>
                        </a:cubicBezTo>
                        <a:cubicBezTo>
                          <a:pt x="3" y="15"/>
                          <a:pt x="4" y="15"/>
                          <a:pt x="3" y="14"/>
                        </a:cubicBezTo>
                        <a:cubicBezTo>
                          <a:pt x="3" y="13"/>
                          <a:pt x="1" y="12"/>
                          <a:pt x="4" y="11"/>
                        </a:cubicBezTo>
                        <a:cubicBezTo>
                          <a:pt x="6" y="11"/>
                          <a:pt x="5" y="13"/>
                          <a:pt x="6" y="14"/>
                        </a:cubicBezTo>
                        <a:cubicBezTo>
                          <a:pt x="8" y="13"/>
                          <a:pt x="7" y="11"/>
                          <a:pt x="8" y="10"/>
                        </a:cubicBezTo>
                        <a:cubicBezTo>
                          <a:pt x="9" y="9"/>
                          <a:pt x="8" y="9"/>
                          <a:pt x="7" y="9"/>
                        </a:cubicBezTo>
                        <a:cubicBezTo>
                          <a:pt x="3" y="9"/>
                          <a:pt x="5" y="7"/>
                          <a:pt x="6" y="5"/>
                        </a:cubicBezTo>
                        <a:cubicBezTo>
                          <a:pt x="11" y="5"/>
                          <a:pt x="15" y="4"/>
                          <a:pt x="20" y="2"/>
                        </a:cubicBezTo>
                        <a:cubicBezTo>
                          <a:pt x="21" y="3"/>
                          <a:pt x="23" y="0"/>
                          <a:pt x="24" y="2"/>
                        </a:cubicBezTo>
                        <a:cubicBezTo>
                          <a:pt x="25" y="3"/>
                          <a:pt x="24" y="5"/>
                          <a:pt x="23" y="6"/>
                        </a:cubicBezTo>
                        <a:cubicBezTo>
                          <a:pt x="22" y="7"/>
                          <a:pt x="20" y="8"/>
                          <a:pt x="22" y="9"/>
                        </a:cubicBezTo>
                        <a:cubicBezTo>
                          <a:pt x="22" y="10"/>
                          <a:pt x="22" y="11"/>
                          <a:pt x="21" y="11"/>
                        </a:cubicBezTo>
                        <a:close/>
                      </a:path>
                    </a:pathLst>
                  </a:custGeom>
                  <a:solidFill>
                    <a:srgbClr val="89898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0" name="Freeform 540"/>
                  <p:cNvSpPr/>
                  <p:nvPr/>
                </p:nvSpPr>
                <p:spPr bwMode="auto">
                  <a:xfrm>
                    <a:off x="4755" y="2725"/>
                    <a:ext cx="35" cy="17"/>
                  </a:xfrm>
                  <a:custGeom>
                    <a:avLst/>
                    <a:gdLst>
                      <a:gd name="T0" fmla="*/ 14 w 15"/>
                      <a:gd name="T1" fmla="*/ 3 h 7"/>
                      <a:gd name="T2" fmla="*/ 0 w 15"/>
                      <a:gd name="T3" fmla="*/ 5 h 7"/>
                      <a:gd name="T4" fmla="*/ 5 w 15"/>
                      <a:gd name="T5" fmla="*/ 3 h 7"/>
                      <a:gd name="T6" fmla="*/ 12 w 15"/>
                      <a:gd name="T7" fmla="*/ 1 h 7"/>
                      <a:gd name="T8" fmla="*/ 14 w 15"/>
                      <a:gd name="T9" fmla="*/ 3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7">
                        <a:moveTo>
                          <a:pt x="14" y="3"/>
                        </a:moveTo>
                        <a:cubicBezTo>
                          <a:pt x="10" y="5"/>
                          <a:pt x="5" y="7"/>
                          <a:pt x="0" y="5"/>
                        </a:cubicBezTo>
                        <a:cubicBezTo>
                          <a:pt x="2" y="5"/>
                          <a:pt x="3" y="4"/>
                          <a:pt x="5" y="3"/>
                        </a:cubicBezTo>
                        <a:cubicBezTo>
                          <a:pt x="8" y="5"/>
                          <a:pt x="9" y="0"/>
                          <a:pt x="12" y="1"/>
                        </a:cubicBezTo>
                        <a:cubicBezTo>
                          <a:pt x="13" y="2"/>
                          <a:pt x="15" y="1"/>
                          <a:pt x="14" y="3"/>
                        </a:cubicBezTo>
                        <a:close/>
                      </a:path>
                    </a:pathLst>
                  </a:custGeom>
                  <a:solidFill>
                    <a:srgbClr val="7A7A7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1" name="Freeform 541"/>
                  <p:cNvSpPr/>
                  <p:nvPr/>
                </p:nvSpPr>
                <p:spPr bwMode="auto">
                  <a:xfrm>
                    <a:off x="4679" y="2732"/>
                    <a:ext cx="21" cy="17"/>
                  </a:xfrm>
                  <a:custGeom>
                    <a:avLst/>
                    <a:gdLst>
                      <a:gd name="T0" fmla="*/ 4 w 9"/>
                      <a:gd name="T1" fmla="*/ 0 h 7"/>
                      <a:gd name="T2" fmla="*/ 8 w 9"/>
                      <a:gd name="T3" fmla="*/ 3 h 7"/>
                      <a:gd name="T4" fmla="*/ 7 w 9"/>
                      <a:gd name="T5" fmla="*/ 5 h 7"/>
                      <a:gd name="T6" fmla="*/ 0 w 9"/>
                      <a:gd name="T7" fmla="*/ 5 h 7"/>
                      <a:gd name="T8" fmla="*/ 4 w 9"/>
                      <a:gd name="T9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7">
                        <a:moveTo>
                          <a:pt x="4" y="0"/>
                        </a:moveTo>
                        <a:cubicBezTo>
                          <a:pt x="7" y="0"/>
                          <a:pt x="7" y="2"/>
                          <a:pt x="8" y="3"/>
                        </a:cubicBezTo>
                        <a:cubicBezTo>
                          <a:pt x="9" y="5"/>
                          <a:pt x="8" y="4"/>
                          <a:pt x="7" y="5"/>
                        </a:cubicBezTo>
                        <a:cubicBezTo>
                          <a:pt x="5" y="7"/>
                          <a:pt x="3" y="7"/>
                          <a:pt x="0" y="5"/>
                        </a:cubicBezTo>
                        <a:cubicBezTo>
                          <a:pt x="1" y="3"/>
                          <a:pt x="6" y="5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74747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2" name="Freeform 542"/>
                  <p:cNvSpPr/>
                  <p:nvPr/>
                </p:nvSpPr>
                <p:spPr bwMode="auto">
                  <a:xfrm>
                    <a:off x="4760" y="2763"/>
                    <a:ext cx="11" cy="10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5 w 5"/>
                      <a:gd name="T3" fmla="*/ 1 h 4"/>
                      <a:gd name="T4" fmla="*/ 3 w 5"/>
                      <a:gd name="T5" fmla="*/ 4 h 4"/>
                      <a:gd name="T6" fmla="*/ 5 w 5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4">
                        <a:moveTo>
                          <a:pt x="5" y="0"/>
                        </a:moveTo>
                        <a:cubicBezTo>
                          <a:pt x="5" y="0"/>
                          <a:pt x="5" y="0"/>
                          <a:pt x="5" y="1"/>
                        </a:cubicBezTo>
                        <a:cubicBezTo>
                          <a:pt x="4" y="2"/>
                          <a:pt x="5" y="4"/>
                          <a:pt x="3" y="4"/>
                        </a:cubicBezTo>
                        <a:cubicBezTo>
                          <a:pt x="0" y="1"/>
                          <a:pt x="2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8A8A8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3" name="Freeform 543"/>
                  <p:cNvSpPr/>
                  <p:nvPr/>
                </p:nvSpPr>
                <p:spPr bwMode="auto">
                  <a:xfrm>
                    <a:off x="4838" y="1941"/>
                    <a:ext cx="209" cy="140"/>
                  </a:xfrm>
                  <a:custGeom>
                    <a:avLst/>
                    <a:gdLst>
                      <a:gd name="T0" fmla="*/ 48 w 88"/>
                      <a:gd name="T1" fmla="*/ 51 h 59"/>
                      <a:gd name="T2" fmla="*/ 34 w 88"/>
                      <a:gd name="T3" fmla="*/ 55 h 59"/>
                      <a:gd name="T4" fmla="*/ 9 w 88"/>
                      <a:gd name="T5" fmla="*/ 55 h 59"/>
                      <a:gd name="T6" fmla="*/ 1 w 88"/>
                      <a:gd name="T7" fmla="*/ 41 h 59"/>
                      <a:gd name="T8" fmla="*/ 9 w 88"/>
                      <a:gd name="T9" fmla="*/ 22 h 59"/>
                      <a:gd name="T10" fmla="*/ 20 w 88"/>
                      <a:gd name="T11" fmla="*/ 17 h 59"/>
                      <a:gd name="T12" fmla="*/ 32 w 88"/>
                      <a:gd name="T13" fmla="*/ 3 h 59"/>
                      <a:gd name="T14" fmla="*/ 38 w 88"/>
                      <a:gd name="T15" fmla="*/ 2 h 59"/>
                      <a:gd name="T16" fmla="*/ 56 w 88"/>
                      <a:gd name="T17" fmla="*/ 0 h 59"/>
                      <a:gd name="T18" fmla="*/ 56 w 88"/>
                      <a:gd name="T19" fmla="*/ 0 h 59"/>
                      <a:gd name="T20" fmla="*/ 63 w 88"/>
                      <a:gd name="T21" fmla="*/ 0 h 59"/>
                      <a:gd name="T22" fmla="*/ 75 w 88"/>
                      <a:gd name="T23" fmla="*/ 4 h 59"/>
                      <a:gd name="T24" fmla="*/ 88 w 88"/>
                      <a:gd name="T25" fmla="*/ 25 h 59"/>
                      <a:gd name="T26" fmla="*/ 86 w 88"/>
                      <a:gd name="T27" fmla="*/ 32 h 59"/>
                      <a:gd name="T28" fmla="*/ 82 w 88"/>
                      <a:gd name="T29" fmla="*/ 44 h 59"/>
                      <a:gd name="T30" fmla="*/ 72 w 88"/>
                      <a:gd name="T31" fmla="*/ 46 h 59"/>
                      <a:gd name="T32" fmla="*/ 54 w 88"/>
                      <a:gd name="T33" fmla="*/ 47 h 59"/>
                      <a:gd name="T34" fmla="*/ 48 w 88"/>
                      <a:gd name="T35" fmla="*/ 51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88" h="59">
                        <a:moveTo>
                          <a:pt x="48" y="51"/>
                        </a:moveTo>
                        <a:cubicBezTo>
                          <a:pt x="43" y="53"/>
                          <a:pt x="38" y="54"/>
                          <a:pt x="34" y="55"/>
                        </a:cubicBezTo>
                        <a:cubicBezTo>
                          <a:pt x="26" y="59"/>
                          <a:pt x="18" y="55"/>
                          <a:pt x="9" y="55"/>
                        </a:cubicBezTo>
                        <a:cubicBezTo>
                          <a:pt x="4" y="55"/>
                          <a:pt x="0" y="47"/>
                          <a:pt x="1" y="41"/>
                        </a:cubicBezTo>
                        <a:cubicBezTo>
                          <a:pt x="3" y="34"/>
                          <a:pt x="4" y="28"/>
                          <a:pt x="9" y="22"/>
                        </a:cubicBezTo>
                        <a:cubicBezTo>
                          <a:pt x="12" y="18"/>
                          <a:pt x="16" y="19"/>
                          <a:pt x="20" y="17"/>
                        </a:cubicBezTo>
                        <a:cubicBezTo>
                          <a:pt x="24" y="12"/>
                          <a:pt x="28" y="8"/>
                          <a:pt x="32" y="3"/>
                        </a:cubicBezTo>
                        <a:cubicBezTo>
                          <a:pt x="34" y="2"/>
                          <a:pt x="36" y="2"/>
                          <a:pt x="38" y="2"/>
                        </a:cubicBezTo>
                        <a:cubicBezTo>
                          <a:pt x="44" y="2"/>
                          <a:pt x="50" y="1"/>
                          <a:pt x="56" y="0"/>
                        </a:cubicBezTo>
                        <a:cubicBezTo>
                          <a:pt x="56" y="0"/>
                          <a:pt x="56" y="0"/>
                          <a:pt x="56" y="0"/>
                        </a:cubicBezTo>
                        <a:cubicBezTo>
                          <a:pt x="58" y="0"/>
                          <a:pt x="61" y="2"/>
                          <a:pt x="63" y="0"/>
                        </a:cubicBezTo>
                        <a:cubicBezTo>
                          <a:pt x="67" y="2"/>
                          <a:pt x="72" y="1"/>
                          <a:pt x="75" y="4"/>
                        </a:cubicBezTo>
                        <a:cubicBezTo>
                          <a:pt x="81" y="10"/>
                          <a:pt x="86" y="17"/>
                          <a:pt x="88" y="25"/>
                        </a:cubicBezTo>
                        <a:cubicBezTo>
                          <a:pt x="88" y="28"/>
                          <a:pt x="88" y="30"/>
                          <a:pt x="86" y="32"/>
                        </a:cubicBezTo>
                        <a:cubicBezTo>
                          <a:pt x="84" y="36"/>
                          <a:pt x="85" y="40"/>
                          <a:pt x="82" y="44"/>
                        </a:cubicBezTo>
                        <a:cubicBezTo>
                          <a:pt x="79" y="45"/>
                          <a:pt x="75" y="45"/>
                          <a:pt x="72" y="46"/>
                        </a:cubicBezTo>
                        <a:cubicBezTo>
                          <a:pt x="66" y="46"/>
                          <a:pt x="60" y="47"/>
                          <a:pt x="54" y="47"/>
                        </a:cubicBezTo>
                        <a:cubicBezTo>
                          <a:pt x="51" y="46"/>
                          <a:pt x="49" y="49"/>
                          <a:pt x="48" y="51"/>
                        </a:cubicBezTo>
                        <a:close/>
                      </a:path>
                    </a:pathLst>
                  </a:custGeom>
                  <a:solidFill>
                    <a:srgbClr val="C4FEB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4" name="Freeform 544"/>
                  <p:cNvSpPr/>
                  <p:nvPr/>
                </p:nvSpPr>
                <p:spPr bwMode="auto">
                  <a:xfrm>
                    <a:off x="4828" y="1611"/>
                    <a:ext cx="136" cy="135"/>
                  </a:xfrm>
                  <a:custGeom>
                    <a:avLst/>
                    <a:gdLst>
                      <a:gd name="T0" fmla="*/ 37 w 57"/>
                      <a:gd name="T1" fmla="*/ 2 h 57"/>
                      <a:gd name="T2" fmla="*/ 50 w 57"/>
                      <a:gd name="T3" fmla="*/ 1 h 57"/>
                      <a:gd name="T4" fmla="*/ 56 w 57"/>
                      <a:gd name="T5" fmla="*/ 10 h 57"/>
                      <a:gd name="T6" fmla="*/ 55 w 57"/>
                      <a:gd name="T7" fmla="*/ 17 h 57"/>
                      <a:gd name="T8" fmla="*/ 47 w 57"/>
                      <a:gd name="T9" fmla="*/ 30 h 57"/>
                      <a:gd name="T10" fmla="*/ 42 w 57"/>
                      <a:gd name="T11" fmla="*/ 34 h 57"/>
                      <a:gd name="T12" fmla="*/ 37 w 57"/>
                      <a:gd name="T13" fmla="*/ 40 h 57"/>
                      <a:gd name="T14" fmla="*/ 34 w 57"/>
                      <a:gd name="T15" fmla="*/ 49 h 57"/>
                      <a:gd name="T16" fmla="*/ 17 w 57"/>
                      <a:gd name="T17" fmla="*/ 56 h 57"/>
                      <a:gd name="T18" fmla="*/ 12 w 57"/>
                      <a:gd name="T19" fmla="*/ 56 h 57"/>
                      <a:gd name="T20" fmla="*/ 12 w 57"/>
                      <a:gd name="T21" fmla="*/ 56 h 57"/>
                      <a:gd name="T22" fmla="*/ 11 w 57"/>
                      <a:gd name="T23" fmla="*/ 55 h 57"/>
                      <a:gd name="T24" fmla="*/ 0 w 57"/>
                      <a:gd name="T25" fmla="*/ 40 h 57"/>
                      <a:gd name="T26" fmla="*/ 9 w 57"/>
                      <a:gd name="T27" fmla="*/ 16 h 57"/>
                      <a:gd name="T28" fmla="*/ 22 w 57"/>
                      <a:gd name="T29" fmla="*/ 5 h 57"/>
                      <a:gd name="T30" fmla="*/ 28 w 57"/>
                      <a:gd name="T31" fmla="*/ 3 h 57"/>
                      <a:gd name="T32" fmla="*/ 37 w 57"/>
                      <a:gd name="T33" fmla="*/ 2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7" h="57">
                        <a:moveTo>
                          <a:pt x="37" y="2"/>
                        </a:moveTo>
                        <a:cubicBezTo>
                          <a:pt x="41" y="0"/>
                          <a:pt x="45" y="1"/>
                          <a:pt x="50" y="1"/>
                        </a:cubicBezTo>
                        <a:cubicBezTo>
                          <a:pt x="54" y="2"/>
                          <a:pt x="56" y="6"/>
                          <a:pt x="56" y="10"/>
                        </a:cubicBezTo>
                        <a:cubicBezTo>
                          <a:pt x="57" y="13"/>
                          <a:pt x="56" y="15"/>
                          <a:pt x="55" y="17"/>
                        </a:cubicBezTo>
                        <a:cubicBezTo>
                          <a:pt x="52" y="21"/>
                          <a:pt x="51" y="27"/>
                          <a:pt x="47" y="30"/>
                        </a:cubicBezTo>
                        <a:cubicBezTo>
                          <a:pt x="46" y="33"/>
                          <a:pt x="44" y="34"/>
                          <a:pt x="42" y="34"/>
                        </a:cubicBezTo>
                        <a:cubicBezTo>
                          <a:pt x="39" y="35"/>
                          <a:pt x="37" y="37"/>
                          <a:pt x="37" y="40"/>
                        </a:cubicBezTo>
                        <a:cubicBezTo>
                          <a:pt x="36" y="43"/>
                          <a:pt x="36" y="46"/>
                          <a:pt x="34" y="49"/>
                        </a:cubicBezTo>
                        <a:cubicBezTo>
                          <a:pt x="30" y="55"/>
                          <a:pt x="24" y="57"/>
                          <a:pt x="17" y="56"/>
                        </a:cubicBezTo>
                        <a:cubicBezTo>
                          <a:pt x="15" y="56"/>
                          <a:pt x="14" y="56"/>
                          <a:pt x="12" y="56"/>
                        </a:cubicBezTo>
                        <a:cubicBezTo>
                          <a:pt x="12" y="56"/>
                          <a:pt x="12" y="56"/>
                          <a:pt x="12" y="56"/>
                        </a:cubicBezTo>
                        <a:cubicBezTo>
                          <a:pt x="12" y="56"/>
                          <a:pt x="12" y="55"/>
                          <a:pt x="11" y="55"/>
                        </a:cubicBezTo>
                        <a:cubicBezTo>
                          <a:pt x="1" y="53"/>
                          <a:pt x="0" y="51"/>
                          <a:pt x="0" y="40"/>
                        </a:cubicBezTo>
                        <a:cubicBezTo>
                          <a:pt x="1" y="31"/>
                          <a:pt x="5" y="23"/>
                          <a:pt x="9" y="16"/>
                        </a:cubicBezTo>
                        <a:cubicBezTo>
                          <a:pt x="13" y="11"/>
                          <a:pt x="19" y="10"/>
                          <a:pt x="22" y="5"/>
                        </a:cubicBezTo>
                        <a:cubicBezTo>
                          <a:pt x="23" y="3"/>
                          <a:pt x="26" y="3"/>
                          <a:pt x="28" y="3"/>
                        </a:cubicBezTo>
                        <a:cubicBezTo>
                          <a:pt x="31" y="2"/>
                          <a:pt x="34" y="3"/>
                          <a:pt x="37" y="2"/>
                        </a:cubicBezTo>
                        <a:close/>
                      </a:path>
                    </a:pathLst>
                  </a:custGeom>
                  <a:solidFill>
                    <a:srgbClr val="C1FEB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5" name="Freeform 545"/>
                  <p:cNvSpPr/>
                  <p:nvPr/>
                </p:nvSpPr>
                <p:spPr bwMode="auto">
                  <a:xfrm>
                    <a:off x="4864" y="1613"/>
                    <a:ext cx="121" cy="221"/>
                  </a:xfrm>
                  <a:custGeom>
                    <a:avLst/>
                    <a:gdLst>
                      <a:gd name="T0" fmla="*/ 40 w 51"/>
                      <a:gd name="T1" fmla="*/ 10 h 93"/>
                      <a:gd name="T2" fmla="*/ 35 w 51"/>
                      <a:gd name="T3" fmla="*/ 0 h 93"/>
                      <a:gd name="T4" fmla="*/ 51 w 51"/>
                      <a:gd name="T5" fmla="*/ 17 h 93"/>
                      <a:gd name="T6" fmla="*/ 51 w 51"/>
                      <a:gd name="T7" fmla="*/ 35 h 93"/>
                      <a:gd name="T8" fmla="*/ 47 w 51"/>
                      <a:gd name="T9" fmla="*/ 50 h 93"/>
                      <a:gd name="T10" fmla="*/ 34 w 51"/>
                      <a:gd name="T11" fmla="*/ 79 h 93"/>
                      <a:gd name="T12" fmla="*/ 29 w 51"/>
                      <a:gd name="T13" fmla="*/ 81 h 93"/>
                      <a:gd name="T14" fmla="*/ 31 w 51"/>
                      <a:gd name="T15" fmla="*/ 86 h 93"/>
                      <a:gd name="T16" fmla="*/ 29 w 51"/>
                      <a:gd name="T17" fmla="*/ 89 h 93"/>
                      <a:gd name="T18" fmla="*/ 12 w 51"/>
                      <a:gd name="T19" fmla="*/ 88 h 93"/>
                      <a:gd name="T20" fmla="*/ 21 w 51"/>
                      <a:gd name="T21" fmla="*/ 89 h 93"/>
                      <a:gd name="T22" fmla="*/ 22 w 51"/>
                      <a:gd name="T23" fmla="*/ 86 h 93"/>
                      <a:gd name="T24" fmla="*/ 23 w 51"/>
                      <a:gd name="T25" fmla="*/ 83 h 93"/>
                      <a:gd name="T26" fmla="*/ 26 w 51"/>
                      <a:gd name="T27" fmla="*/ 81 h 93"/>
                      <a:gd name="T28" fmla="*/ 23 w 51"/>
                      <a:gd name="T29" fmla="*/ 79 h 93"/>
                      <a:gd name="T30" fmla="*/ 17 w 51"/>
                      <a:gd name="T31" fmla="*/ 76 h 93"/>
                      <a:gd name="T32" fmla="*/ 17 w 51"/>
                      <a:gd name="T33" fmla="*/ 80 h 93"/>
                      <a:gd name="T34" fmla="*/ 17 w 51"/>
                      <a:gd name="T35" fmla="*/ 83 h 93"/>
                      <a:gd name="T36" fmla="*/ 13 w 51"/>
                      <a:gd name="T37" fmla="*/ 82 h 93"/>
                      <a:gd name="T38" fmla="*/ 13 w 51"/>
                      <a:gd name="T39" fmla="*/ 80 h 93"/>
                      <a:gd name="T40" fmla="*/ 10 w 51"/>
                      <a:gd name="T41" fmla="*/ 76 h 93"/>
                      <a:gd name="T42" fmla="*/ 0 w 51"/>
                      <a:gd name="T43" fmla="*/ 76 h 93"/>
                      <a:gd name="T44" fmla="*/ 13 w 51"/>
                      <a:gd name="T45" fmla="*/ 73 h 93"/>
                      <a:gd name="T46" fmla="*/ 12 w 51"/>
                      <a:gd name="T47" fmla="*/ 72 h 93"/>
                      <a:gd name="T48" fmla="*/ 10 w 51"/>
                      <a:gd name="T49" fmla="*/ 70 h 93"/>
                      <a:gd name="T50" fmla="*/ 13 w 51"/>
                      <a:gd name="T51" fmla="*/ 70 h 93"/>
                      <a:gd name="T52" fmla="*/ 17 w 51"/>
                      <a:gd name="T53" fmla="*/ 66 h 93"/>
                      <a:gd name="T54" fmla="*/ 22 w 51"/>
                      <a:gd name="T55" fmla="*/ 68 h 93"/>
                      <a:gd name="T56" fmla="*/ 15 w 51"/>
                      <a:gd name="T57" fmla="*/ 61 h 93"/>
                      <a:gd name="T58" fmla="*/ 12 w 51"/>
                      <a:gd name="T59" fmla="*/ 60 h 93"/>
                      <a:gd name="T60" fmla="*/ 7 w 51"/>
                      <a:gd name="T61" fmla="*/ 58 h 93"/>
                      <a:gd name="T62" fmla="*/ 18 w 51"/>
                      <a:gd name="T63" fmla="*/ 48 h 93"/>
                      <a:gd name="T64" fmla="*/ 21 w 51"/>
                      <a:gd name="T65" fmla="*/ 36 h 93"/>
                      <a:gd name="T66" fmla="*/ 24 w 51"/>
                      <a:gd name="T67" fmla="*/ 33 h 93"/>
                      <a:gd name="T68" fmla="*/ 32 w 51"/>
                      <a:gd name="T69" fmla="*/ 29 h 93"/>
                      <a:gd name="T70" fmla="*/ 39 w 51"/>
                      <a:gd name="T71" fmla="*/ 18 h 93"/>
                      <a:gd name="T72" fmla="*/ 40 w 51"/>
                      <a:gd name="T73" fmla="*/ 10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51" h="93">
                        <a:moveTo>
                          <a:pt x="40" y="10"/>
                        </a:moveTo>
                        <a:cubicBezTo>
                          <a:pt x="40" y="5"/>
                          <a:pt x="38" y="3"/>
                          <a:pt x="35" y="0"/>
                        </a:cubicBezTo>
                        <a:cubicBezTo>
                          <a:pt x="44" y="0"/>
                          <a:pt x="50" y="8"/>
                          <a:pt x="51" y="17"/>
                        </a:cubicBezTo>
                        <a:cubicBezTo>
                          <a:pt x="51" y="23"/>
                          <a:pt x="51" y="29"/>
                          <a:pt x="51" y="35"/>
                        </a:cubicBezTo>
                        <a:cubicBezTo>
                          <a:pt x="51" y="40"/>
                          <a:pt x="49" y="45"/>
                          <a:pt x="47" y="50"/>
                        </a:cubicBezTo>
                        <a:cubicBezTo>
                          <a:pt x="44" y="60"/>
                          <a:pt x="39" y="70"/>
                          <a:pt x="34" y="79"/>
                        </a:cubicBezTo>
                        <a:cubicBezTo>
                          <a:pt x="32" y="81"/>
                          <a:pt x="31" y="82"/>
                          <a:pt x="29" y="81"/>
                        </a:cubicBezTo>
                        <a:cubicBezTo>
                          <a:pt x="30" y="83"/>
                          <a:pt x="31" y="84"/>
                          <a:pt x="31" y="86"/>
                        </a:cubicBezTo>
                        <a:cubicBezTo>
                          <a:pt x="30" y="88"/>
                          <a:pt x="30" y="89"/>
                          <a:pt x="29" y="89"/>
                        </a:cubicBezTo>
                        <a:cubicBezTo>
                          <a:pt x="23" y="92"/>
                          <a:pt x="17" y="93"/>
                          <a:pt x="12" y="88"/>
                        </a:cubicBezTo>
                        <a:cubicBezTo>
                          <a:pt x="15" y="83"/>
                          <a:pt x="16" y="84"/>
                          <a:pt x="21" y="89"/>
                        </a:cubicBezTo>
                        <a:cubicBezTo>
                          <a:pt x="22" y="88"/>
                          <a:pt x="22" y="87"/>
                          <a:pt x="22" y="86"/>
                        </a:cubicBezTo>
                        <a:cubicBezTo>
                          <a:pt x="20" y="84"/>
                          <a:pt x="20" y="83"/>
                          <a:pt x="23" y="83"/>
                        </a:cubicBezTo>
                        <a:cubicBezTo>
                          <a:pt x="25" y="83"/>
                          <a:pt x="26" y="82"/>
                          <a:pt x="26" y="81"/>
                        </a:cubicBezTo>
                        <a:cubicBezTo>
                          <a:pt x="26" y="79"/>
                          <a:pt x="24" y="79"/>
                          <a:pt x="23" y="79"/>
                        </a:cubicBezTo>
                        <a:cubicBezTo>
                          <a:pt x="21" y="78"/>
                          <a:pt x="18" y="79"/>
                          <a:pt x="17" y="76"/>
                        </a:cubicBezTo>
                        <a:cubicBezTo>
                          <a:pt x="17" y="77"/>
                          <a:pt x="15" y="79"/>
                          <a:pt x="17" y="80"/>
                        </a:cubicBezTo>
                        <a:cubicBezTo>
                          <a:pt x="18" y="81"/>
                          <a:pt x="18" y="82"/>
                          <a:pt x="17" y="83"/>
                        </a:cubicBezTo>
                        <a:cubicBezTo>
                          <a:pt x="15" y="84"/>
                          <a:pt x="15" y="82"/>
                          <a:pt x="13" y="82"/>
                        </a:cubicBezTo>
                        <a:cubicBezTo>
                          <a:pt x="12" y="82"/>
                          <a:pt x="12" y="81"/>
                          <a:pt x="13" y="80"/>
                        </a:cubicBezTo>
                        <a:cubicBezTo>
                          <a:pt x="16" y="76"/>
                          <a:pt x="11" y="76"/>
                          <a:pt x="10" y="76"/>
                        </a:cubicBezTo>
                        <a:cubicBezTo>
                          <a:pt x="7" y="78"/>
                          <a:pt x="3" y="77"/>
                          <a:pt x="0" y="76"/>
                        </a:cubicBezTo>
                        <a:cubicBezTo>
                          <a:pt x="5" y="76"/>
                          <a:pt x="8" y="73"/>
                          <a:pt x="13" y="73"/>
                        </a:cubicBezTo>
                        <a:cubicBezTo>
                          <a:pt x="13" y="73"/>
                          <a:pt x="13" y="72"/>
                          <a:pt x="12" y="72"/>
                        </a:cubicBezTo>
                        <a:cubicBezTo>
                          <a:pt x="12" y="71"/>
                          <a:pt x="9" y="73"/>
                          <a:pt x="10" y="70"/>
                        </a:cubicBezTo>
                        <a:cubicBezTo>
                          <a:pt x="10" y="69"/>
                          <a:pt x="12" y="69"/>
                          <a:pt x="13" y="70"/>
                        </a:cubicBezTo>
                        <a:cubicBezTo>
                          <a:pt x="16" y="71"/>
                          <a:pt x="16" y="67"/>
                          <a:pt x="17" y="66"/>
                        </a:cubicBezTo>
                        <a:cubicBezTo>
                          <a:pt x="18" y="68"/>
                          <a:pt x="19" y="70"/>
                          <a:pt x="22" y="68"/>
                        </a:cubicBezTo>
                        <a:cubicBezTo>
                          <a:pt x="20" y="66"/>
                          <a:pt x="18" y="63"/>
                          <a:pt x="15" y="61"/>
                        </a:cubicBezTo>
                        <a:cubicBezTo>
                          <a:pt x="14" y="60"/>
                          <a:pt x="13" y="59"/>
                          <a:pt x="12" y="60"/>
                        </a:cubicBezTo>
                        <a:cubicBezTo>
                          <a:pt x="8" y="64"/>
                          <a:pt x="8" y="60"/>
                          <a:pt x="7" y="58"/>
                        </a:cubicBezTo>
                        <a:cubicBezTo>
                          <a:pt x="10" y="54"/>
                          <a:pt x="16" y="53"/>
                          <a:pt x="18" y="48"/>
                        </a:cubicBezTo>
                        <a:cubicBezTo>
                          <a:pt x="19" y="44"/>
                          <a:pt x="20" y="40"/>
                          <a:pt x="21" y="36"/>
                        </a:cubicBezTo>
                        <a:cubicBezTo>
                          <a:pt x="21" y="34"/>
                          <a:pt x="22" y="33"/>
                          <a:pt x="24" y="33"/>
                        </a:cubicBezTo>
                        <a:cubicBezTo>
                          <a:pt x="27" y="32"/>
                          <a:pt x="30" y="31"/>
                          <a:pt x="32" y="29"/>
                        </a:cubicBezTo>
                        <a:cubicBezTo>
                          <a:pt x="35" y="26"/>
                          <a:pt x="38" y="23"/>
                          <a:pt x="39" y="18"/>
                        </a:cubicBezTo>
                        <a:cubicBezTo>
                          <a:pt x="39" y="15"/>
                          <a:pt x="43" y="13"/>
                          <a:pt x="40" y="10"/>
                        </a:cubicBezTo>
                        <a:close/>
                      </a:path>
                    </a:pathLst>
                  </a:custGeom>
                  <a:solidFill>
                    <a:srgbClr val="DCFED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6" name="Freeform 546"/>
                  <p:cNvSpPr/>
                  <p:nvPr/>
                </p:nvSpPr>
                <p:spPr bwMode="auto">
                  <a:xfrm>
                    <a:off x="4999" y="1772"/>
                    <a:ext cx="124" cy="155"/>
                  </a:xfrm>
                  <a:custGeom>
                    <a:avLst/>
                    <a:gdLst>
                      <a:gd name="T0" fmla="*/ 51 w 52"/>
                      <a:gd name="T1" fmla="*/ 21 h 65"/>
                      <a:gd name="T2" fmla="*/ 52 w 52"/>
                      <a:gd name="T3" fmla="*/ 25 h 65"/>
                      <a:gd name="T4" fmla="*/ 48 w 52"/>
                      <a:gd name="T5" fmla="*/ 44 h 65"/>
                      <a:gd name="T6" fmla="*/ 46 w 52"/>
                      <a:gd name="T7" fmla="*/ 52 h 65"/>
                      <a:gd name="T8" fmla="*/ 46 w 52"/>
                      <a:gd name="T9" fmla="*/ 52 h 65"/>
                      <a:gd name="T10" fmla="*/ 39 w 52"/>
                      <a:gd name="T11" fmla="*/ 60 h 65"/>
                      <a:gd name="T12" fmla="*/ 14 w 52"/>
                      <a:gd name="T13" fmla="*/ 62 h 65"/>
                      <a:gd name="T14" fmla="*/ 7 w 52"/>
                      <a:gd name="T15" fmla="*/ 61 h 65"/>
                      <a:gd name="T16" fmla="*/ 0 w 52"/>
                      <a:gd name="T17" fmla="*/ 57 h 65"/>
                      <a:gd name="T18" fmla="*/ 1 w 52"/>
                      <a:gd name="T19" fmla="*/ 54 h 65"/>
                      <a:gd name="T20" fmla="*/ 7 w 52"/>
                      <a:gd name="T21" fmla="*/ 53 h 65"/>
                      <a:gd name="T22" fmla="*/ 9 w 52"/>
                      <a:gd name="T23" fmla="*/ 49 h 65"/>
                      <a:gd name="T24" fmla="*/ 14 w 52"/>
                      <a:gd name="T25" fmla="*/ 42 h 65"/>
                      <a:gd name="T26" fmla="*/ 18 w 52"/>
                      <a:gd name="T27" fmla="*/ 38 h 65"/>
                      <a:gd name="T28" fmla="*/ 21 w 52"/>
                      <a:gd name="T29" fmla="*/ 35 h 65"/>
                      <a:gd name="T30" fmla="*/ 23 w 52"/>
                      <a:gd name="T31" fmla="*/ 38 h 65"/>
                      <a:gd name="T32" fmla="*/ 25 w 52"/>
                      <a:gd name="T33" fmla="*/ 45 h 65"/>
                      <a:gd name="T34" fmla="*/ 29 w 52"/>
                      <a:gd name="T35" fmla="*/ 44 h 65"/>
                      <a:gd name="T36" fmla="*/ 34 w 52"/>
                      <a:gd name="T37" fmla="*/ 40 h 65"/>
                      <a:gd name="T38" fmla="*/ 31 w 52"/>
                      <a:gd name="T39" fmla="*/ 42 h 65"/>
                      <a:gd name="T40" fmla="*/ 27 w 52"/>
                      <a:gd name="T41" fmla="*/ 42 h 65"/>
                      <a:gd name="T42" fmla="*/ 25 w 52"/>
                      <a:gd name="T43" fmla="*/ 39 h 65"/>
                      <a:gd name="T44" fmla="*/ 30 w 52"/>
                      <a:gd name="T45" fmla="*/ 36 h 65"/>
                      <a:gd name="T46" fmla="*/ 32 w 52"/>
                      <a:gd name="T47" fmla="*/ 36 h 65"/>
                      <a:gd name="T48" fmla="*/ 18 w 52"/>
                      <a:gd name="T49" fmla="*/ 32 h 65"/>
                      <a:gd name="T50" fmla="*/ 15 w 52"/>
                      <a:gd name="T51" fmla="*/ 29 h 65"/>
                      <a:gd name="T52" fmla="*/ 13 w 52"/>
                      <a:gd name="T53" fmla="*/ 27 h 65"/>
                      <a:gd name="T54" fmla="*/ 9 w 52"/>
                      <a:gd name="T55" fmla="*/ 27 h 65"/>
                      <a:gd name="T56" fmla="*/ 7 w 52"/>
                      <a:gd name="T57" fmla="*/ 25 h 65"/>
                      <a:gd name="T58" fmla="*/ 8 w 52"/>
                      <a:gd name="T59" fmla="*/ 23 h 65"/>
                      <a:gd name="T60" fmla="*/ 17 w 52"/>
                      <a:gd name="T61" fmla="*/ 20 h 65"/>
                      <a:gd name="T62" fmla="*/ 21 w 52"/>
                      <a:gd name="T63" fmla="*/ 23 h 65"/>
                      <a:gd name="T64" fmla="*/ 26 w 52"/>
                      <a:gd name="T65" fmla="*/ 18 h 65"/>
                      <a:gd name="T66" fmla="*/ 23 w 52"/>
                      <a:gd name="T67" fmla="*/ 18 h 65"/>
                      <a:gd name="T68" fmla="*/ 24 w 52"/>
                      <a:gd name="T69" fmla="*/ 14 h 65"/>
                      <a:gd name="T70" fmla="*/ 29 w 52"/>
                      <a:gd name="T71" fmla="*/ 13 h 65"/>
                      <a:gd name="T72" fmla="*/ 30 w 52"/>
                      <a:gd name="T73" fmla="*/ 14 h 65"/>
                      <a:gd name="T74" fmla="*/ 30 w 52"/>
                      <a:gd name="T75" fmla="*/ 22 h 65"/>
                      <a:gd name="T76" fmla="*/ 30 w 52"/>
                      <a:gd name="T77" fmla="*/ 23 h 65"/>
                      <a:gd name="T78" fmla="*/ 30 w 52"/>
                      <a:gd name="T79" fmla="*/ 22 h 65"/>
                      <a:gd name="T80" fmla="*/ 34 w 52"/>
                      <a:gd name="T81" fmla="*/ 19 h 65"/>
                      <a:gd name="T82" fmla="*/ 36 w 52"/>
                      <a:gd name="T83" fmla="*/ 13 h 65"/>
                      <a:gd name="T84" fmla="*/ 32 w 52"/>
                      <a:gd name="T85" fmla="*/ 13 h 65"/>
                      <a:gd name="T86" fmla="*/ 29 w 52"/>
                      <a:gd name="T87" fmla="*/ 9 h 65"/>
                      <a:gd name="T88" fmla="*/ 30 w 52"/>
                      <a:gd name="T89" fmla="*/ 5 h 65"/>
                      <a:gd name="T90" fmla="*/ 33 w 52"/>
                      <a:gd name="T91" fmla="*/ 2 h 65"/>
                      <a:gd name="T92" fmla="*/ 34 w 52"/>
                      <a:gd name="T93" fmla="*/ 6 h 65"/>
                      <a:gd name="T94" fmla="*/ 33 w 52"/>
                      <a:gd name="T95" fmla="*/ 9 h 65"/>
                      <a:gd name="T96" fmla="*/ 45 w 52"/>
                      <a:gd name="T97" fmla="*/ 6 h 65"/>
                      <a:gd name="T98" fmla="*/ 46 w 52"/>
                      <a:gd name="T99" fmla="*/ 1 h 65"/>
                      <a:gd name="T100" fmla="*/ 49 w 52"/>
                      <a:gd name="T101" fmla="*/ 7 h 65"/>
                      <a:gd name="T102" fmla="*/ 48 w 52"/>
                      <a:gd name="T103" fmla="*/ 15 h 65"/>
                      <a:gd name="T104" fmla="*/ 51 w 52"/>
                      <a:gd name="T105" fmla="*/ 21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52" h="65">
                        <a:moveTo>
                          <a:pt x="51" y="21"/>
                        </a:moveTo>
                        <a:cubicBezTo>
                          <a:pt x="51" y="23"/>
                          <a:pt x="52" y="24"/>
                          <a:pt x="52" y="25"/>
                        </a:cubicBezTo>
                        <a:cubicBezTo>
                          <a:pt x="50" y="32"/>
                          <a:pt x="50" y="38"/>
                          <a:pt x="48" y="44"/>
                        </a:cubicBezTo>
                        <a:cubicBezTo>
                          <a:pt x="47" y="47"/>
                          <a:pt x="46" y="49"/>
                          <a:pt x="46" y="52"/>
                        </a:cubicBezTo>
                        <a:cubicBezTo>
                          <a:pt x="46" y="52"/>
                          <a:pt x="46" y="52"/>
                          <a:pt x="46" y="52"/>
                        </a:cubicBezTo>
                        <a:cubicBezTo>
                          <a:pt x="42" y="53"/>
                          <a:pt x="41" y="57"/>
                          <a:pt x="39" y="60"/>
                        </a:cubicBezTo>
                        <a:cubicBezTo>
                          <a:pt x="31" y="63"/>
                          <a:pt x="23" y="65"/>
                          <a:pt x="14" y="62"/>
                        </a:cubicBezTo>
                        <a:cubicBezTo>
                          <a:pt x="12" y="61"/>
                          <a:pt x="10" y="61"/>
                          <a:pt x="7" y="61"/>
                        </a:cubicBezTo>
                        <a:cubicBezTo>
                          <a:pt x="3" y="62"/>
                          <a:pt x="3" y="58"/>
                          <a:pt x="0" y="57"/>
                        </a:cubicBezTo>
                        <a:cubicBezTo>
                          <a:pt x="0" y="57"/>
                          <a:pt x="0" y="55"/>
                          <a:pt x="1" y="54"/>
                        </a:cubicBezTo>
                        <a:cubicBezTo>
                          <a:pt x="2" y="53"/>
                          <a:pt x="5" y="53"/>
                          <a:pt x="7" y="53"/>
                        </a:cubicBezTo>
                        <a:cubicBezTo>
                          <a:pt x="9" y="52"/>
                          <a:pt x="10" y="51"/>
                          <a:pt x="9" y="49"/>
                        </a:cubicBezTo>
                        <a:cubicBezTo>
                          <a:pt x="8" y="47"/>
                          <a:pt x="11" y="43"/>
                          <a:pt x="14" y="42"/>
                        </a:cubicBezTo>
                        <a:cubicBezTo>
                          <a:pt x="16" y="42"/>
                          <a:pt x="19" y="42"/>
                          <a:pt x="18" y="38"/>
                        </a:cubicBezTo>
                        <a:cubicBezTo>
                          <a:pt x="18" y="37"/>
                          <a:pt x="19" y="36"/>
                          <a:pt x="21" y="35"/>
                        </a:cubicBezTo>
                        <a:cubicBezTo>
                          <a:pt x="22" y="35"/>
                          <a:pt x="23" y="37"/>
                          <a:pt x="23" y="38"/>
                        </a:cubicBezTo>
                        <a:cubicBezTo>
                          <a:pt x="23" y="40"/>
                          <a:pt x="24" y="43"/>
                          <a:pt x="25" y="45"/>
                        </a:cubicBezTo>
                        <a:cubicBezTo>
                          <a:pt x="26" y="45"/>
                          <a:pt x="28" y="43"/>
                          <a:pt x="29" y="44"/>
                        </a:cubicBezTo>
                        <a:cubicBezTo>
                          <a:pt x="33" y="45"/>
                          <a:pt x="35" y="44"/>
                          <a:pt x="34" y="40"/>
                        </a:cubicBezTo>
                        <a:cubicBezTo>
                          <a:pt x="34" y="41"/>
                          <a:pt x="33" y="41"/>
                          <a:pt x="31" y="42"/>
                        </a:cubicBezTo>
                        <a:cubicBezTo>
                          <a:pt x="30" y="43"/>
                          <a:pt x="28" y="44"/>
                          <a:pt x="27" y="42"/>
                        </a:cubicBezTo>
                        <a:cubicBezTo>
                          <a:pt x="26" y="41"/>
                          <a:pt x="25" y="40"/>
                          <a:pt x="25" y="39"/>
                        </a:cubicBezTo>
                        <a:cubicBezTo>
                          <a:pt x="26" y="37"/>
                          <a:pt x="28" y="36"/>
                          <a:pt x="30" y="36"/>
                        </a:cubicBezTo>
                        <a:cubicBezTo>
                          <a:pt x="31" y="36"/>
                          <a:pt x="31" y="36"/>
                          <a:pt x="32" y="36"/>
                        </a:cubicBezTo>
                        <a:cubicBezTo>
                          <a:pt x="27" y="34"/>
                          <a:pt x="23" y="33"/>
                          <a:pt x="18" y="32"/>
                        </a:cubicBezTo>
                        <a:cubicBezTo>
                          <a:pt x="16" y="32"/>
                          <a:pt x="13" y="33"/>
                          <a:pt x="15" y="29"/>
                        </a:cubicBezTo>
                        <a:cubicBezTo>
                          <a:pt x="16" y="27"/>
                          <a:pt x="14" y="27"/>
                          <a:pt x="13" y="27"/>
                        </a:cubicBezTo>
                        <a:cubicBezTo>
                          <a:pt x="12" y="27"/>
                          <a:pt x="11" y="27"/>
                          <a:pt x="9" y="27"/>
                        </a:cubicBezTo>
                        <a:cubicBezTo>
                          <a:pt x="8" y="27"/>
                          <a:pt x="7" y="27"/>
                          <a:pt x="7" y="25"/>
                        </a:cubicBezTo>
                        <a:cubicBezTo>
                          <a:pt x="6" y="24"/>
                          <a:pt x="8" y="24"/>
                          <a:pt x="8" y="23"/>
                        </a:cubicBezTo>
                        <a:cubicBezTo>
                          <a:pt x="11" y="21"/>
                          <a:pt x="14" y="22"/>
                          <a:pt x="17" y="20"/>
                        </a:cubicBezTo>
                        <a:cubicBezTo>
                          <a:pt x="19" y="19"/>
                          <a:pt x="20" y="22"/>
                          <a:pt x="21" y="23"/>
                        </a:cubicBezTo>
                        <a:cubicBezTo>
                          <a:pt x="23" y="21"/>
                          <a:pt x="25" y="21"/>
                          <a:pt x="26" y="18"/>
                        </a:cubicBezTo>
                        <a:cubicBezTo>
                          <a:pt x="25" y="18"/>
                          <a:pt x="23" y="20"/>
                          <a:pt x="23" y="18"/>
                        </a:cubicBezTo>
                        <a:cubicBezTo>
                          <a:pt x="22" y="16"/>
                          <a:pt x="23" y="15"/>
                          <a:pt x="24" y="14"/>
                        </a:cubicBezTo>
                        <a:cubicBezTo>
                          <a:pt x="26" y="13"/>
                          <a:pt x="27" y="12"/>
                          <a:pt x="29" y="13"/>
                        </a:cubicBezTo>
                        <a:cubicBezTo>
                          <a:pt x="29" y="13"/>
                          <a:pt x="29" y="14"/>
                          <a:pt x="30" y="14"/>
                        </a:cubicBezTo>
                        <a:cubicBezTo>
                          <a:pt x="34" y="18"/>
                          <a:pt x="34" y="18"/>
                          <a:pt x="30" y="22"/>
                        </a:cubicBezTo>
                        <a:cubicBezTo>
                          <a:pt x="30" y="23"/>
                          <a:pt x="31" y="23"/>
                          <a:pt x="30" y="23"/>
                        </a:cubicBezTo>
                        <a:cubicBezTo>
                          <a:pt x="30" y="22"/>
                          <a:pt x="30" y="22"/>
                          <a:pt x="30" y="22"/>
                        </a:cubicBezTo>
                        <a:cubicBezTo>
                          <a:pt x="31" y="20"/>
                          <a:pt x="34" y="21"/>
                          <a:pt x="34" y="19"/>
                        </a:cubicBezTo>
                        <a:cubicBezTo>
                          <a:pt x="35" y="17"/>
                          <a:pt x="34" y="15"/>
                          <a:pt x="36" y="13"/>
                        </a:cubicBezTo>
                        <a:cubicBezTo>
                          <a:pt x="35" y="13"/>
                          <a:pt x="34" y="13"/>
                          <a:pt x="32" y="13"/>
                        </a:cubicBezTo>
                        <a:cubicBezTo>
                          <a:pt x="30" y="13"/>
                          <a:pt x="28" y="11"/>
                          <a:pt x="29" y="9"/>
                        </a:cubicBezTo>
                        <a:cubicBezTo>
                          <a:pt x="29" y="7"/>
                          <a:pt x="29" y="6"/>
                          <a:pt x="30" y="5"/>
                        </a:cubicBezTo>
                        <a:cubicBezTo>
                          <a:pt x="30" y="3"/>
                          <a:pt x="30" y="0"/>
                          <a:pt x="33" y="2"/>
                        </a:cubicBezTo>
                        <a:cubicBezTo>
                          <a:pt x="35" y="2"/>
                          <a:pt x="36" y="4"/>
                          <a:pt x="34" y="6"/>
                        </a:cubicBezTo>
                        <a:cubicBezTo>
                          <a:pt x="34" y="7"/>
                          <a:pt x="33" y="7"/>
                          <a:pt x="33" y="9"/>
                        </a:cubicBezTo>
                        <a:cubicBezTo>
                          <a:pt x="37" y="7"/>
                          <a:pt x="40" y="3"/>
                          <a:pt x="45" y="6"/>
                        </a:cubicBezTo>
                        <a:cubicBezTo>
                          <a:pt x="45" y="4"/>
                          <a:pt x="44" y="2"/>
                          <a:pt x="46" y="1"/>
                        </a:cubicBezTo>
                        <a:cubicBezTo>
                          <a:pt x="49" y="2"/>
                          <a:pt x="47" y="6"/>
                          <a:pt x="49" y="7"/>
                        </a:cubicBezTo>
                        <a:cubicBezTo>
                          <a:pt x="49" y="10"/>
                          <a:pt x="48" y="12"/>
                          <a:pt x="48" y="15"/>
                        </a:cubicBezTo>
                        <a:cubicBezTo>
                          <a:pt x="48" y="17"/>
                          <a:pt x="47" y="20"/>
                          <a:pt x="51" y="21"/>
                        </a:cubicBezTo>
                        <a:close/>
                      </a:path>
                    </a:pathLst>
                  </a:custGeom>
                  <a:solidFill>
                    <a:srgbClr val="C5FE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7" name="Freeform 547"/>
                  <p:cNvSpPr/>
                  <p:nvPr/>
                </p:nvSpPr>
                <p:spPr bwMode="auto">
                  <a:xfrm>
                    <a:off x="4995" y="1767"/>
                    <a:ext cx="113" cy="136"/>
                  </a:xfrm>
                  <a:custGeom>
                    <a:avLst/>
                    <a:gdLst>
                      <a:gd name="T0" fmla="*/ 48 w 48"/>
                      <a:gd name="T1" fmla="*/ 3 h 57"/>
                      <a:gd name="T2" fmla="*/ 48 w 48"/>
                      <a:gd name="T3" fmla="*/ 10 h 57"/>
                      <a:gd name="T4" fmla="*/ 38 w 48"/>
                      <a:gd name="T5" fmla="*/ 10 h 57"/>
                      <a:gd name="T6" fmla="*/ 34 w 48"/>
                      <a:gd name="T7" fmla="*/ 12 h 57"/>
                      <a:gd name="T8" fmla="*/ 35 w 48"/>
                      <a:gd name="T9" fmla="*/ 8 h 57"/>
                      <a:gd name="T10" fmla="*/ 34 w 48"/>
                      <a:gd name="T11" fmla="*/ 4 h 57"/>
                      <a:gd name="T12" fmla="*/ 40 w 48"/>
                      <a:gd name="T13" fmla="*/ 14 h 57"/>
                      <a:gd name="T14" fmla="*/ 38 w 48"/>
                      <a:gd name="T15" fmla="*/ 21 h 57"/>
                      <a:gd name="T16" fmla="*/ 32 w 48"/>
                      <a:gd name="T17" fmla="*/ 26 h 57"/>
                      <a:gd name="T18" fmla="*/ 35 w 48"/>
                      <a:gd name="T19" fmla="*/ 20 h 57"/>
                      <a:gd name="T20" fmla="*/ 30 w 48"/>
                      <a:gd name="T21" fmla="*/ 15 h 57"/>
                      <a:gd name="T22" fmla="*/ 26 w 48"/>
                      <a:gd name="T23" fmla="*/ 20 h 57"/>
                      <a:gd name="T24" fmla="*/ 28 w 48"/>
                      <a:gd name="T25" fmla="*/ 19 h 57"/>
                      <a:gd name="T26" fmla="*/ 30 w 48"/>
                      <a:gd name="T27" fmla="*/ 19 h 57"/>
                      <a:gd name="T28" fmla="*/ 30 w 48"/>
                      <a:gd name="T29" fmla="*/ 21 h 57"/>
                      <a:gd name="T30" fmla="*/ 27 w 48"/>
                      <a:gd name="T31" fmla="*/ 24 h 57"/>
                      <a:gd name="T32" fmla="*/ 26 w 48"/>
                      <a:gd name="T33" fmla="*/ 28 h 57"/>
                      <a:gd name="T34" fmla="*/ 20 w 48"/>
                      <a:gd name="T35" fmla="*/ 22 h 57"/>
                      <a:gd name="T36" fmla="*/ 14 w 48"/>
                      <a:gd name="T37" fmla="*/ 24 h 57"/>
                      <a:gd name="T38" fmla="*/ 9 w 48"/>
                      <a:gd name="T39" fmla="*/ 26 h 57"/>
                      <a:gd name="T40" fmla="*/ 12 w 48"/>
                      <a:gd name="T41" fmla="*/ 28 h 57"/>
                      <a:gd name="T42" fmla="*/ 16 w 48"/>
                      <a:gd name="T43" fmla="*/ 28 h 57"/>
                      <a:gd name="T44" fmla="*/ 19 w 48"/>
                      <a:gd name="T45" fmla="*/ 29 h 57"/>
                      <a:gd name="T46" fmla="*/ 17 w 48"/>
                      <a:gd name="T47" fmla="*/ 33 h 57"/>
                      <a:gd name="T48" fmla="*/ 33 w 48"/>
                      <a:gd name="T49" fmla="*/ 35 h 57"/>
                      <a:gd name="T50" fmla="*/ 35 w 48"/>
                      <a:gd name="T51" fmla="*/ 40 h 57"/>
                      <a:gd name="T52" fmla="*/ 28 w 48"/>
                      <a:gd name="T53" fmla="*/ 41 h 57"/>
                      <a:gd name="T54" fmla="*/ 30 w 48"/>
                      <a:gd name="T55" fmla="*/ 43 h 57"/>
                      <a:gd name="T56" fmla="*/ 37 w 48"/>
                      <a:gd name="T57" fmla="*/ 38 h 57"/>
                      <a:gd name="T58" fmla="*/ 38 w 48"/>
                      <a:gd name="T59" fmla="*/ 46 h 57"/>
                      <a:gd name="T60" fmla="*/ 33 w 48"/>
                      <a:gd name="T61" fmla="*/ 48 h 57"/>
                      <a:gd name="T62" fmla="*/ 26 w 48"/>
                      <a:gd name="T63" fmla="*/ 50 h 57"/>
                      <a:gd name="T64" fmla="*/ 24 w 48"/>
                      <a:gd name="T65" fmla="*/ 40 h 57"/>
                      <a:gd name="T66" fmla="*/ 23 w 48"/>
                      <a:gd name="T67" fmla="*/ 38 h 57"/>
                      <a:gd name="T68" fmla="*/ 21 w 48"/>
                      <a:gd name="T69" fmla="*/ 39 h 57"/>
                      <a:gd name="T70" fmla="*/ 22 w 48"/>
                      <a:gd name="T71" fmla="*/ 40 h 57"/>
                      <a:gd name="T72" fmla="*/ 22 w 48"/>
                      <a:gd name="T73" fmla="*/ 43 h 57"/>
                      <a:gd name="T74" fmla="*/ 17 w 48"/>
                      <a:gd name="T75" fmla="*/ 47 h 57"/>
                      <a:gd name="T76" fmla="*/ 15 w 48"/>
                      <a:gd name="T77" fmla="*/ 44 h 57"/>
                      <a:gd name="T78" fmla="*/ 13 w 48"/>
                      <a:gd name="T79" fmla="*/ 48 h 57"/>
                      <a:gd name="T80" fmla="*/ 12 w 48"/>
                      <a:gd name="T81" fmla="*/ 50 h 57"/>
                      <a:gd name="T82" fmla="*/ 12 w 48"/>
                      <a:gd name="T83" fmla="*/ 57 h 57"/>
                      <a:gd name="T84" fmla="*/ 3 w 48"/>
                      <a:gd name="T85" fmla="*/ 56 h 57"/>
                      <a:gd name="T86" fmla="*/ 5 w 48"/>
                      <a:gd name="T87" fmla="*/ 29 h 57"/>
                      <a:gd name="T88" fmla="*/ 6 w 48"/>
                      <a:gd name="T89" fmla="*/ 26 h 57"/>
                      <a:gd name="T90" fmla="*/ 5 w 48"/>
                      <a:gd name="T91" fmla="*/ 25 h 57"/>
                      <a:gd name="T92" fmla="*/ 14 w 48"/>
                      <a:gd name="T93" fmla="*/ 9 h 57"/>
                      <a:gd name="T94" fmla="*/ 32 w 48"/>
                      <a:gd name="T95" fmla="*/ 0 h 57"/>
                      <a:gd name="T96" fmla="*/ 48 w 48"/>
                      <a:gd name="T97" fmla="*/ 3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48" h="57">
                        <a:moveTo>
                          <a:pt x="48" y="3"/>
                        </a:moveTo>
                        <a:cubicBezTo>
                          <a:pt x="48" y="5"/>
                          <a:pt x="48" y="7"/>
                          <a:pt x="48" y="10"/>
                        </a:cubicBezTo>
                        <a:cubicBezTo>
                          <a:pt x="44" y="6"/>
                          <a:pt x="41" y="9"/>
                          <a:pt x="38" y="10"/>
                        </a:cubicBezTo>
                        <a:cubicBezTo>
                          <a:pt x="37" y="11"/>
                          <a:pt x="35" y="13"/>
                          <a:pt x="34" y="12"/>
                        </a:cubicBezTo>
                        <a:cubicBezTo>
                          <a:pt x="33" y="10"/>
                          <a:pt x="33" y="9"/>
                          <a:pt x="35" y="8"/>
                        </a:cubicBezTo>
                        <a:cubicBezTo>
                          <a:pt x="37" y="7"/>
                          <a:pt x="36" y="6"/>
                          <a:pt x="34" y="4"/>
                        </a:cubicBezTo>
                        <a:cubicBezTo>
                          <a:pt x="31" y="14"/>
                          <a:pt x="31" y="14"/>
                          <a:pt x="40" y="14"/>
                        </a:cubicBezTo>
                        <a:cubicBezTo>
                          <a:pt x="41" y="16"/>
                          <a:pt x="37" y="17"/>
                          <a:pt x="38" y="21"/>
                        </a:cubicBezTo>
                        <a:cubicBezTo>
                          <a:pt x="39" y="24"/>
                          <a:pt x="32" y="22"/>
                          <a:pt x="32" y="26"/>
                        </a:cubicBezTo>
                        <a:cubicBezTo>
                          <a:pt x="31" y="23"/>
                          <a:pt x="32" y="21"/>
                          <a:pt x="35" y="20"/>
                        </a:cubicBezTo>
                        <a:cubicBezTo>
                          <a:pt x="32" y="19"/>
                          <a:pt x="31" y="17"/>
                          <a:pt x="30" y="15"/>
                        </a:cubicBezTo>
                        <a:cubicBezTo>
                          <a:pt x="28" y="17"/>
                          <a:pt x="25" y="17"/>
                          <a:pt x="26" y="20"/>
                        </a:cubicBezTo>
                        <a:cubicBezTo>
                          <a:pt x="27" y="20"/>
                          <a:pt x="27" y="20"/>
                          <a:pt x="28" y="19"/>
                        </a:cubicBezTo>
                        <a:cubicBezTo>
                          <a:pt x="28" y="18"/>
                          <a:pt x="29" y="18"/>
                          <a:pt x="30" y="19"/>
                        </a:cubicBezTo>
                        <a:cubicBezTo>
                          <a:pt x="31" y="20"/>
                          <a:pt x="31" y="21"/>
                          <a:pt x="30" y="21"/>
                        </a:cubicBezTo>
                        <a:cubicBezTo>
                          <a:pt x="29" y="22"/>
                          <a:pt x="28" y="24"/>
                          <a:pt x="27" y="24"/>
                        </a:cubicBezTo>
                        <a:cubicBezTo>
                          <a:pt x="24" y="25"/>
                          <a:pt x="25" y="26"/>
                          <a:pt x="26" y="28"/>
                        </a:cubicBezTo>
                        <a:cubicBezTo>
                          <a:pt x="23" y="26"/>
                          <a:pt x="20" y="26"/>
                          <a:pt x="20" y="22"/>
                        </a:cubicBezTo>
                        <a:cubicBezTo>
                          <a:pt x="18" y="24"/>
                          <a:pt x="18" y="28"/>
                          <a:pt x="14" y="24"/>
                        </a:cubicBezTo>
                        <a:cubicBezTo>
                          <a:pt x="14" y="24"/>
                          <a:pt x="12" y="28"/>
                          <a:pt x="9" y="26"/>
                        </a:cubicBezTo>
                        <a:cubicBezTo>
                          <a:pt x="9" y="28"/>
                          <a:pt x="10" y="29"/>
                          <a:pt x="12" y="28"/>
                        </a:cubicBezTo>
                        <a:cubicBezTo>
                          <a:pt x="13" y="28"/>
                          <a:pt x="14" y="27"/>
                          <a:pt x="16" y="28"/>
                        </a:cubicBezTo>
                        <a:cubicBezTo>
                          <a:pt x="17" y="28"/>
                          <a:pt x="19" y="28"/>
                          <a:pt x="19" y="29"/>
                        </a:cubicBezTo>
                        <a:cubicBezTo>
                          <a:pt x="20" y="31"/>
                          <a:pt x="17" y="31"/>
                          <a:pt x="17" y="33"/>
                        </a:cubicBezTo>
                        <a:cubicBezTo>
                          <a:pt x="23" y="32"/>
                          <a:pt x="27" y="36"/>
                          <a:pt x="33" y="35"/>
                        </a:cubicBezTo>
                        <a:cubicBezTo>
                          <a:pt x="35" y="35"/>
                          <a:pt x="35" y="38"/>
                          <a:pt x="35" y="40"/>
                        </a:cubicBezTo>
                        <a:cubicBezTo>
                          <a:pt x="33" y="38"/>
                          <a:pt x="30" y="38"/>
                          <a:pt x="28" y="41"/>
                        </a:cubicBezTo>
                        <a:cubicBezTo>
                          <a:pt x="27" y="42"/>
                          <a:pt x="29" y="43"/>
                          <a:pt x="30" y="43"/>
                        </a:cubicBezTo>
                        <a:cubicBezTo>
                          <a:pt x="33" y="43"/>
                          <a:pt x="36" y="43"/>
                          <a:pt x="37" y="38"/>
                        </a:cubicBezTo>
                        <a:cubicBezTo>
                          <a:pt x="38" y="41"/>
                          <a:pt x="37" y="44"/>
                          <a:pt x="38" y="46"/>
                        </a:cubicBezTo>
                        <a:cubicBezTo>
                          <a:pt x="39" y="47"/>
                          <a:pt x="34" y="49"/>
                          <a:pt x="33" y="48"/>
                        </a:cubicBezTo>
                        <a:cubicBezTo>
                          <a:pt x="29" y="46"/>
                          <a:pt x="28" y="48"/>
                          <a:pt x="26" y="50"/>
                        </a:cubicBezTo>
                        <a:cubicBezTo>
                          <a:pt x="25" y="47"/>
                          <a:pt x="24" y="44"/>
                          <a:pt x="24" y="40"/>
                        </a:cubicBezTo>
                        <a:cubicBezTo>
                          <a:pt x="24" y="39"/>
                          <a:pt x="24" y="38"/>
                          <a:pt x="23" y="38"/>
                        </a:cubicBezTo>
                        <a:cubicBezTo>
                          <a:pt x="22" y="38"/>
                          <a:pt x="21" y="39"/>
                          <a:pt x="21" y="39"/>
                        </a:cubicBezTo>
                        <a:cubicBezTo>
                          <a:pt x="20" y="41"/>
                          <a:pt x="22" y="40"/>
                          <a:pt x="22" y="40"/>
                        </a:cubicBezTo>
                        <a:cubicBezTo>
                          <a:pt x="23" y="41"/>
                          <a:pt x="23" y="42"/>
                          <a:pt x="22" y="43"/>
                        </a:cubicBezTo>
                        <a:cubicBezTo>
                          <a:pt x="21" y="45"/>
                          <a:pt x="17" y="44"/>
                          <a:pt x="17" y="47"/>
                        </a:cubicBezTo>
                        <a:cubicBezTo>
                          <a:pt x="16" y="46"/>
                          <a:pt x="15" y="45"/>
                          <a:pt x="15" y="44"/>
                        </a:cubicBezTo>
                        <a:cubicBezTo>
                          <a:pt x="14" y="46"/>
                          <a:pt x="14" y="47"/>
                          <a:pt x="13" y="48"/>
                        </a:cubicBezTo>
                        <a:cubicBezTo>
                          <a:pt x="12" y="49"/>
                          <a:pt x="12" y="49"/>
                          <a:pt x="12" y="50"/>
                        </a:cubicBezTo>
                        <a:cubicBezTo>
                          <a:pt x="15" y="52"/>
                          <a:pt x="12" y="54"/>
                          <a:pt x="12" y="57"/>
                        </a:cubicBezTo>
                        <a:cubicBezTo>
                          <a:pt x="9" y="55"/>
                          <a:pt x="6" y="57"/>
                          <a:pt x="3" y="56"/>
                        </a:cubicBezTo>
                        <a:cubicBezTo>
                          <a:pt x="0" y="47"/>
                          <a:pt x="2" y="38"/>
                          <a:pt x="5" y="29"/>
                        </a:cubicBezTo>
                        <a:cubicBezTo>
                          <a:pt x="5" y="28"/>
                          <a:pt x="5" y="27"/>
                          <a:pt x="6" y="26"/>
                        </a:cubicBezTo>
                        <a:cubicBezTo>
                          <a:pt x="5" y="26"/>
                          <a:pt x="5" y="25"/>
                          <a:pt x="5" y="25"/>
                        </a:cubicBezTo>
                        <a:cubicBezTo>
                          <a:pt x="7" y="19"/>
                          <a:pt x="9" y="13"/>
                          <a:pt x="14" y="9"/>
                        </a:cubicBezTo>
                        <a:cubicBezTo>
                          <a:pt x="18" y="1"/>
                          <a:pt x="24" y="0"/>
                          <a:pt x="32" y="0"/>
                        </a:cubicBezTo>
                        <a:cubicBezTo>
                          <a:pt x="38" y="0"/>
                          <a:pt x="43" y="1"/>
                          <a:pt x="48" y="3"/>
                        </a:cubicBezTo>
                        <a:close/>
                      </a:path>
                    </a:pathLst>
                  </a:custGeom>
                  <a:solidFill>
                    <a:srgbClr val="C1FEB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8" name="Freeform 548"/>
                  <p:cNvSpPr/>
                  <p:nvPr/>
                </p:nvSpPr>
                <p:spPr bwMode="auto">
                  <a:xfrm>
                    <a:off x="4869" y="2050"/>
                    <a:ext cx="147" cy="57"/>
                  </a:xfrm>
                  <a:custGeom>
                    <a:avLst/>
                    <a:gdLst>
                      <a:gd name="T0" fmla="*/ 62 w 62"/>
                      <a:gd name="T1" fmla="*/ 2 h 24"/>
                      <a:gd name="T2" fmla="*/ 49 w 62"/>
                      <a:gd name="T3" fmla="*/ 10 h 24"/>
                      <a:gd name="T4" fmla="*/ 16 w 62"/>
                      <a:gd name="T5" fmla="*/ 21 h 24"/>
                      <a:gd name="T6" fmla="*/ 0 w 62"/>
                      <a:gd name="T7" fmla="*/ 23 h 24"/>
                      <a:gd name="T8" fmla="*/ 24 w 62"/>
                      <a:gd name="T9" fmla="*/ 13 h 24"/>
                      <a:gd name="T10" fmla="*/ 26 w 62"/>
                      <a:gd name="T11" fmla="*/ 12 h 24"/>
                      <a:gd name="T12" fmla="*/ 54 w 62"/>
                      <a:gd name="T13" fmla="*/ 3 h 24"/>
                      <a:gd name="T14" fmla="*/ 55 w 62"/>
                      <a:gd name="T15" fmla="*/ 2 h 24"/>
                      <a:gd name="T16" fmla="*/ 62 w 62"/>
                      <a:gd name="T17" fmla="*/ 2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2" h="24">
                        <a:moveTo>
                          <a:pt x="62" y="2"/>
                        </a:moveTo>
                        <a:cubicBezTo>
                          <a:pt x="59" y="7"/>
                          <a:pt x="54" y="8"/>
                          <a:pt x="49" y="10"/>
                        </a:cubicBezTo>
                        <a:cubicBezTo>
                          <a:pt x="38" y="14"/>
                          <a:pt x="27" y="17"/>
                          <a:pt x="16" y="21"/>
                        </a:cubicBezTo>
                        <a:cubicBezTo>
                          <a:pt x="11" y="22"/>
                          <a:pt x="6" y="24"/>
                          <a:pt x="0" y="23"/>
                        </a:cubicBezTo>
                        <a:cubicBezTo>
                          <a:pt x="8" y="18"/>
                          <a:pt x="16" y="15"/>
                          <a:pt x="24" y="13"/>
                        </a:cubicBezTo>
                        <a:cubicBezTo>
                          <a:pt x="25" y="12"/>
                          <a:pt x="26" y="12"/>
                          <a:pt x="26" y="12"/>
                        </a:cubicBezTo>
                        <a:cubicBezTo>
                          <a:pt x="37" y="14"/>
                          <a:pt x="45" y="7"/>
                          <a:pt x="54" y="3"/>
                        </a:cubicBezTo>
                        <a:cubicBezTo>
                          <a:pt x="54" y="3"/>
                          <a:pt x="54" y="2"/>
                          <a:pt x="55" y="2"/>
                        </a:cubicBezTo>
                        <a:cubicBezTo>
                          <a:pt x="58" y="2"/>
                          <a:pt x="60" y="0"/>
                          <a:pt x="62" y="2"/>
                        </a:cubicBezTo>
                        <a:close/>
                      </a:path>
                    </a:pathLst>
                  </a:custGeom>
                  <a:solidFill>
                    <a:srgbClr val="B2DDD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099" name="Freeform 549"/>
                  <p:cNvSpPr/>
                  <p:nvPr/>
                </p:nvSpPr>
                <p:spPr bwMode="auto">
                  <a:xfrm>
                    <a:off x="4826" y="1848"/>
                    <a:ext cx="59" cy="60"/>
                  </a:xfrm>
                  <a:custGeom>
                    <a:avLst/>
                    <a:gdLst>
                      <a:gd name="T0" fmla="*/ 9 w 25"/>
                      <a:gd name="T1" fmla="*/ 0 h 25"/>
                      <a:gd name="T2" fmla="*/ 11 w 25"/>
                      <a:gd name="T3" fmla="*/ 0 h 25"/>
                      <a:gd name="T4" fmla="*/ 18 w 25"/>
                      <a:gd name="T5" fmla="*/ 5 h 25"/>
                      <a:gd name="T6" fmla="*/ 22 w 25"/>
                      <a:gd name="T7" fmla="*/ 11 h 25"/>
                      <a:gd name="T8" fmla="*/ 18 w 25"/>
                      <a:gd name="T9" fmla="*/ 11 h 25"/>
                      <a:gd name="T10" fmla="*/ 17 w 25"/>
                      <a:gd name="T11" fmla="*/ 13 h 25"/>
                      <a:gd name="T12" fmla="*/ 18 w 25"/>
                      <a:gd name="T13" fmla="*/ 14 h 25"/>
                      <a:gd name="T14" fmla="*/ 18 w 25"/>
                      <a:gd name="T15" fmla="*/ 13 h 25"/>
                      <a:gd name="T16" fmla="*/ 22 w 25"/>
                      <a:gd name="T17" fmla="*/ 11 h 25"/>
                      <a:gd name="T18" fmla="*/ 24 w 25"/>
                      <a:gd name="T19" fmla="*/ 16 h 25"/>
                      <a:gd name="T20" fmla="*/ 24 w 25"/>
                      <a:gd name="T21" fmla="*/ 23 h 25"/>
                      <a:gd name="T22" fmla="*/ 22 w 25"/>
                      <a:gd name="T23" fmla="*/ 25 h 25"/>
                      <a:gd name="T24" fmla="*/ 20 w 25"/>
                      <a:gd name="T25" fmla="*/ 21 h 25"/>
                      <a:gd name="T26" fmla="*/ 8 w 25"/>
                      <a:gd name="T27" fmla="*/ 19 h 25"/>
                      <a:gd name="T28" fmla="*/ 1 w 25"/>
                      <a:gd name="T29" fmla="*/ 18 h 25"/>
                      <a:gd name="T30" fmla="*/ 5 w 25"/>
                      <a:gd name="T31" fmla="*/ 13 h 25"/>
                      <a:gd name="T32" fmla="*/ 9 w 25"/>
                      <a:gd name="T33" fmla="*/ 12 h 25"/>
                      <a:gd name="T34" fmla="*/ 12 w 25"/>
                      <a:gd name="T35" fmla="*/ 11 h 25"/>
                      <a:gd name="T36" fmla="*/ 10 w 25"/>
                      <a:gd name="T37" fmla="*/ 8 h 25"/>
                      <a:gd name="T38" fmla="*/ 6 w 25"/>
                      <a:gd name="T39" fmla="*/ 4 h 25"/>
                      <a:gd name="T40" fmla="*/ 9 w 25"/>
                      <a:gd name="T41" fmla="*/ 0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5" h="25">
                        <a:moveTo>
                          <a:pt x="9" y="0"/>
                        </a:moveTo>
                        <a:cubicBezTo>
                          <a:pt x="10" y="0"/>
                          <a:pt x="11" y="0"/>
                          <a:pt x="11" y="0"/>
                        </a:cubicBezTo>
                        <a:cubicBezTo>
                          <a:pt x="13" y="2"/>
                          <a:pt x="16" y="3"/>
                          <a:pt x="18" y="5"/>
                        </a:cubicBezTo>
                        <a:cubicBezTo>
                          <a:pt x="20" y="7"/>
                          <a:pt x="23" y="8"/>
                          <a:pt x="22" y="11"/>
                        </a:cubicBezTo>
                        <a:cubicBezTo>
                          <a:pt x="21" y="13"/>
                          <a:pt x="19" y="11"/>
                          <a:pt x="18" y="11"/>
                        </a:cubicBezTo>
                        <a:cubicBezTo>
                          <a:pt x="17" y="12"/>
                          <a:pt x="17" y="12"/>
                          <a:pt x="17" y="13"/>
                        </a:cubicBezTo>
                        <a:cubicBezTo>
                          <a:pt x="17" y="13"/>
                          <a:pt x="17" y="14"/>
                          <a:pt x="18" y="14"/>
                        </a:cubicBezTo>
                        <a:cubicBezTo>
                          <a:pt x="19" y="14"/>
                          <a:pt x="18" y="13"/>
                          <a:pt x="18" y="13"/>
                        </a:cubicBezTo>
                        <a:cubicBezTo>
                          <a:pt x="19" y="11"/>
                          <a:pt x="21" y="12"/>
                          <a:pt x="22" y="11"/>
                        </a:cubicBezTo>
                        <a:cubicBezTo>
                          <a:pt x="25" y="12"/>
                          <a:pt x="24" y="14"/>
                          <a:pt x="24" y="16"/>
                        </a:cubicBezTo>
                        <a:cubicBezTo>
                          <a:pt x="25" y="19"/>
                          <a:pt x="24" y="21"/>
                          <a:pt x="24" y="23"/>
                        </a:cubicBezTo>
                        <a:cubicBezTo>
                          <a:pt x="24" y="25"/>
                          <a:pt x="23" y="25"/>
                          <a:pt x="22" y="25"/>
                        </a:cubicBezTo>
                        <a:cubicBezTo>
                          <a:pt x="20" y="24"/>
                          <a:pt x="21" y="21"/>
                          <a:pt x="20" y="21"/>
                        </a:cubicBezTo>
                        <a:cubicBezTo>
                          <a:pt x="15" y="22"/>
                          <a:pt x="12" y="18"/>
                          <a:pt x="8" y="19"/>
                        </a:cubicBezTo>
                        <a:cubicBezTo>
                          <a:pt x="6" y="20"/>
                          <a:pt x="3" y="21"/>
                          <a:pt x="1" y="18"/>
                        </a:cubicBezTo>
                        <a:cubicBezTo>
                          <a:pt x="0" y="15"/>
                          <a:pt x="4" y="15"/>
                          <a:pt x="5" y="13"/>
                        </a:cubicBezTo>
                        <a:cubicBezTo>
                          <a:pt x="6" y="12"/>
                          <a:pt x="7" y="11"/>
                          <a:pt x="9" y="12"/>
                        </a:cubicBezTo>
                        <a:cubicBezTo>
                          <a:pt x="10" y="13"/>
                          <a:pt x="12" y="12"/>
                          <a:pt x="12" y="11"/>
                        </a:cubicBezTo>
                        <a:cubicBezTo>
                          <a:pt x="13" y="9"/>
                          <a:pt x="13" y="8"/>
                          <a:pt x="10" y="8"/>
                        </a:cubicBezTo>
                        <a:cubicBezTo>
                          <a:pt x="8" y="8"/>
                          <a:pt x="7" y="6"/>
                          <a:pt x="6" y="4"/>
                        </a:cubicBezTo>
                        <a:cubicBezTo>
                          <a:pt x="5" y="2"/>
                          <a:pt x="8" y="1"/>
                          <a:pt x="9" y="0"/>
                        </a:cubicBezTo>
                        <a:close/>
                      </a:path>
                    </a:pathLst>
                  </a:custGeom>
                  <a:solidFill>
                    <a:srgbClr val="C5FE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0" name="Freeform 550"/>
                  <p:cNvSpPr/>
                  <p:nvPr/>
                </p:nvSpPr>
                <p:spPr bwMode="auto">
                  <a:xfrm>
                    <a:off x="4983" y="1739"/>
                    <a:ext cx="59" cy="121"/>
                  </a:xfrm>
                  <a:custGeom>
                    <a:avLst/>
                    <a:gdLst>
                      <a:gd name="T0" fmla="*/ 19 w 25"/>
                      <a:gd name="T1" fmla="*/ 21 h 51"/>
                      <a:gd name="T2" fmla="*/ 11 w 25"/>
                      <a:gd name="T3" fmla="*/ 38 h 51"/>
                      <a:gd name="T4" fmla="*/ 6 w 25"/>
                      <a:gd name="T5" fmla="*/ 47 h 51"/>
                      <a:gd name="T6" fmla="*/ 0 w 25"/>
                      <a:gd name="T7" fmla="*/ 51 h 51"/>
                      <a:gd name="T8" fmla="*/ 11 w 25"/>
                      <a:gd name="T9" fmla="*/ 29 h 51"/>
                      <a:gd name="T10" fmla="*/ 13 w 25"/>
                      <a:gd name="T11" fmla="*/ 24 h 51"/>
                      <a:gd name="T12" fmla="*/ 23 w 25"/>
                      <a:gd name="T13" fmla="*/ 4 h 51"/>
                      <a:gd name="T14" fmla="*/ 25 w 25"/>
                      <a:gd name="T15" fmla="*/ 0 h 51"/>
                      <a:gd name="T16" fmla="*/ 20 w 25"/>
                      <a:gd name="T17" fmla="*/ 15 h 51"/>
                      <a:gd name="T18" fmla="*/ 19 w 25"/>
                      <a:gd name="T19" fmla="*/ 21 h 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" h="51">
                        <a:moveTo>
                          <a:pt x="19" y="21"/>
                        </a:moveTo>
                        <a:cubicBezTo>
                          <a:pt x="16" y="27"/>
                          <a:pt x="12" y="32"/>
                          <a:pt x="11" y="38"/>
                        </a:cubicBezTo>
                        <a:cubicBezTo>
                          <a:pt x="9" y="41"/>
                          <a:pt x="7" y="44"/>
                          <a:pt x="6" y="47"/>
                        </a:cubicBezTo>
                        <a:cubicBezTo>
                          <a:pt x="4" y="50"/>
                          <a:pt x="3" y="51"/>
                          <a:pt x="0" y="51"/>
                        </a:cubicBezTo>
                        <a:cubicBezTo>
                          <a:pt x="4" y="44"/>
                          <a:pt x="8" y="36"/>
                          <a:pt x="11" y="29"/>
                        </a:cubicBezTo>
                        <a:cubicBezTo>
                          <a:pt x="11" y="27"/>
                          <a:pt x="11" y="25"/>
                          <a:pt x="13" y="24"/>
                        </a:cubicBezTo>
                        <a:cubicBezTo>
                          <a:pt x="17" y="18"/>
                          <a:pt x="21" y="11"/>
                          <a:pt x="23" y="4"/>
                        </a:cubicBezTo>
                        <a:cubicBezTo>
                          <a:pt x="23" y="3"/>
                          <a:pt x="24" y="1"/>
                          <a:pt x="25" y="0"/>
                        </a:cubicBezTo>
                        <a:cubicBezTo>
                          <a:pt x="24" y="5"/>
                          <a:pt x="24" y="11"/>
                          <a:pt x="20" y="15"/>
                        </a:cubicBezTo>
                        <a:cubicBezTo>
                          <a:pt x="19" y="17"/>
                          <a:pt x="20" y="19"/>
                          <a:pt x="19" y="21"/>
                        </a:cubicBezTo>
                        <a:close/>
                      </a:path>
                    </a:pathLst>
                  </a:custGeom>
                  <a:solidFill>
                    <a:srgbClr val="FBFD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1" name="Freeform 551"/>
                  <p:cNvSpPr/>
                  <p:nvPr/>
                </p:nvSpPr>
                <p:spPr bwMode="auto">
                  <a:xfrm>
                    <a:off x="4921" y="1832"/>
                    <a:ext cx="59" cy="47"/>
                  </a:xfrm>
                  <a:custGeom>
                    <a:avLst/>
                    <a:gdLst>
                      <a:gd name="T0" fmla="*/ 4 w 25"/>
                      <a:gd name="T1" fmla="*/ 0 h 20"/>
                      <a:gd name="T2" fmla="*/ 4 w 25"/>
                      <a:gd name="T3" fmla="*/ 10 h 20"/>
                      <a:gd name="T4" fmla="*/ 7 w 25"/>
                      <a:gd name="T5" fmla="*/ 13 h 20"/>
                      <a:gd name="T6" fmla="*/ 21 w 25"/>
                      <a:gd name="T7" fmla="*/ 11 h 20"/>
                      <a:gd name="T8" fmla="*/ 25 w 25"/>
                      <a:gd name="T9" fmla="*/ 13 h 20"/>
                      <a:gd name="T10" fmla="*/ 7 w 25"/>
                      <a:gd name="T11" fmla="*/ 18 h 20"/>
                      <a:gd name="T12" fmla="*/ 6 w 25"/>
                      <a:gd name="T13" fmla="*/ 18 h 20"/>
                      <a:gd name="T14" fmla="*/ 0 w 25"/>
                      <a:gd name="T15" fmla="*/ 7 h 20"/>
                      <a:gd name="T16" fmla="*/ 4 w 25"/>
                      <a:gd name="T17" fmla="*/ 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" h="20">
                        <a:moveTo>
                          <a:pt x="4" y="0"/>
                        </a:moveTo>
                        <a:cubicBezTo>
                          <a:pt x="4" y="3"/>
                          <a:pt x="4" y="6"/>
                          <a:pt x="4" y="10"/>
                        </a:cubicBezTo>
                        <a:cubicBezTo>
                          <a:pt x="4" y="12"/>
                          <a:pt x="4" y="13"/>
                          <a:pt x="7" y="13"/>
                        </a:cubicBezTo>
                        <a:cubicBezTo>
                          <a:pt x="12" y="13"/>
                          <a:pt x="16" y="12"/>
                          <a:pt x="21" y="11"/>
                        </a:cubicBezTo>
                        <a:cubicBezTo>
                          <a:pt x="23" y="11"/>
                          <a:pt x="24" y="12"/>
                          <a:pt x="25" y="13"/>
                        </a:cubicBezTo>
                        <a:cubicBezTo>
                          <a:pt x="20" y="18"/>
                          <a:pt x="14" y="20"/>
                          <a:pt x="7" y="18"/>
                        </a:cubicBezTo>
                        <a:cubicBezTo>
                          <a:pt x="7" y="18"/>
                          <a:pt x="6" y="18"/>
                          <a:pt x="6" y="18"/>
                        </a:cubicBezTo>
                        <a:cubicBezTo>
                          <a:pt x="1" y="16"/>
                          <a:pt x="1" y="11"/>
                          <a:pt x="0" y="7"/>
                        </a:cubicBezTo>
                        <a:cubicBezTo>
                          <a:pt x="0" y="4"/>
                          <a:pt x="1" y="1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ADDB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2" name="Freeform 552"/>
                  <p:cNvSpPr/>
                  <p:nvPr/>
                </p:nvSpPr>
                <p:spPr bwMode="auto">
                  <a:xfrm>
                    <a:off x="4795" y="1886"/>
                    <a:ext cx="95" cy="69"/>
                  </a:xfrm>
                  <a:custGeom>
                    <a:avLst/>
                    <a:gdLst>
                      <a:gd name="T0" fmla="*/ 35 w 40"/>
                      <a:gd name="T1" fmla="*/ 9 h 29"/>
                      <a:gd name="T2" fmla="*/ 36 w 40"/>
                      <a:gd name="T3" fmla="*/ 0 h 29"/>
                      <a:gd name="T4" fmla="*/ 38 w 40"/>
                      <a:gd name="T5" fmla="*/ 5 h 29"/>
                      <a:gd name="T6" fmla="*/ 16 w 40"/>
                      <a:gd name="T7" fmla="*/ 27 h 29"/>
                      <a:gd name="T8" fmla="*/ 9 w 40"/>
                      <a:gd name="T9" fmla="*/ 27 h 29"/>
                      <a:gd name="T10" fmla="*/ 7 w 40"/>
                      <a:gd name="T11" fmla="*/ 27 h 29"/>
                      <a:gd name="T12" fmla="*/ 6 w 40"/>
                      <a:gd name="T13" fmla="*/ 26 h 29"/>
                      <a:gd name="T14" fmla="*/ 0 w 40"/>
                      <a:gd name="T15" fmla="*/ 22 h 29"/>
                      <a:gd name="T16" fmla="*/ 4 w 40"/>
                      <a:gd name="T17" fmla="*/ 20 h 29"/>
                      <a:gd name="T18" fmla="*/ 18 w 40"/>
                      <a:gd name="T19" fmla="*/ 22 h 29"/>
                      <a:gd name="T20" fmla="*/ 28 w 40"/>
                      <a:gd name="T21" fmla="*/ 20 h 29"/>
                      <a:gd name="T22" fmla="*/ 34 w 40"/>
                      <a:gd name="T23" fmla="*/ 11 h 29"/>
                      <a:gd name="T24" fmla="*/ 35 w 40"/>
                      <a:gd name="T25" fmla="*/ 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0" h="29">
                        <a:moveTo>
                          <a:pt x="35" y="9"/>
                        </a:moveTo>
                        <a:cubicBezTo>
                          <a:pt x="38" y="6"/>
                          <a:pt x="36" y="3"/>
                          <a:pt x="36" y="0"/>
                        </a:cubicBezTo>
                        <a:cubicBezTo>
                          <a:pt x="39" y="1"/>
                          <a:pt x="40" y="2"/>
                          <a:pt x="38" y="5"/>
                        </a:cubicBezTo>
                        <a:cubicBezTo>
                          <a:pt x="40" y="18"/>
                          <a:pt x="28" y="29"/>
                          <a:pt x="16" y="27"/>
                        </a:cubicBezTo>
                        <a:cubicBezTo>
                          <a:pt x="14" y="27"/>
                          <a:pt x="11" y="25"/>
                          <a:pt x="9" y="27"/>
                        </a:cubicBezTo>
                        <a:cubicBezTo>
                          <a:pt x="8" y="28"/>
                          <a:pt x="8" y="28"/>
                          <a:pt x="7" y="27"/>
                        </a:cubicBezTo>
                        <a:cubicBezTo>
                          <a:pt x="7" y="27"/>
                          <a:pt x="6" y="27"/>
                          <a:pt x="6" y="26"/>
                        </a:cubicBezTo>
                        <a:cubicBezTo>
                          <a:pt x="4" y="25"/>
                          <a:pt x="0" y="26"/>
                          <a:pt x="0" y="22"/>
                        </a:cubicBezTo>
                        <a:cubicBezTo>
                          <a:pt x="0" y="20"/>
                          <a:pt x="2" y="20"/>
                          <a:pt x="4" y="20"/>
                        </a:cubicBezTo>
                        <a:cubicBezTo>
                          <a:pt x="8" y="21"/>
                          <a:pt x="13" y="22"/>
                          <a:pt x="18" y="22"/>
                        </a:cubicBezTo>
                        <a:cubicBezTo>
                          <a:pt x="21" y="22"/>
                          <a:pt x="25" y="21"/>
                          <a:pt x="28" y="20"/>
                        </a:cubicBezTo>
                        <a:cubicBezTo>
                          <a:pt x="32" y="18"/>
                          <a:pt x="33" y="14"/>
                          <a:pt x="34" y="11"/>
                        </a:cubicBezTo>
                        <a:cubicBezTo>
                          <a:pt x="34" y="10"/>
                          <a:pt x="33" y="9"/>
                          <a:pt x="35" y="9"/>
                        </a:cubicBezTo>
                        <a:close/>
                      </a:path>
                    </a:pathLst>
                  </a:custGeom>
                  <a:solidFill>
                    <a:srgbClr val="CFFEC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3" name="Freeform 553"/>
                  <p:cNvSpPr/>
                  <p:nvPr/>
                </p:nvSpPr>
                <p:spPr bwMode="auto">
                  <a:xfrm>
                    <a:off x="4933" y="1732"/>
                    <a:ext cx="43" cy="95"/>
                  </a:xfrm>
                  <a:custGeom>
                    <a:avLst/>
                    <a:gdLst>
                      <a:gd name="T0" fmla="*/ 0 w 18"/>
                      <a:gd name="T1" fmla="*/ 39 h 40"/>
                      <a:gd name="T2" fmla="*/ 1 w 18"/>
                      <a:gd name="T3" fmla="*/ 36 h 40"/>
                      <a:gd name="T4" fmla="*/ 4 w 18"/>
                      <a:gd name="T5" fmla="*/ 29 h 40"/>
                      <a:gd name="T6" fmla="*/ 13 w 18"/>
                      <a:gd name="T7" fmla="*/ 9 h 40"/>
                      <a:gd name="T8" fmla="*/ 18 w 18"/>
                      <a:gd name="T9" fmla="*/ 0 h 40"/>
                      <a:gd name="T10" fmla="*/ 13 w 18"/>
                      <a:gd name="T11" fmla="*/ 16 h 40"/>
                      <a:gd name="T12" fmla="*/ 4 w 18"/>
                      <a:gd name="T13" fmla="*/ 37 h 40"/>
                      <a:gd name="T14" fmla="*/ 0 w 18"/>
                      <a:gd name="T15" fmla="*/ 40 h 40"/>
                      <a:gd name="T16" fmla="*/ 0 w 18"/>
                      <a:gd name="T17" fmla="*/ 39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8" h="40">
                        <a:moveTo>
                          <a:pt x="0" y="39"/>
                        </a:moveTo>
                        <a:cubicBezTo>
                          <a:pt x="0" y="38"/>
                          <a:pt x="0" y="37"/>
                          <a:pt x="1" y="36"/>
                        </a:cubicBezTo>
                        <a:cubicBezTo>
                          <a:pt x="1" y="34"/>
                          <a:pt x="2" y="31"/>
                          <a:pt x="4" y="29"/>
                        </a:cubicBezTo>
                        <a:cubicBezTo>
                          <a:pt x="7" y="22"/>
                          <a:pt x="11" y="16"/>
                          <a:pt x="13" y="9"/>
                        </a:cubicBezTo>
                        <a:cubicBezTo>
                          <a:pt x="14" y="6"/>
                          <a:pt x="15" y="2"/>
                          <a:pt x="18" y="0"/>
                        </a:cubicBezTo>
                        <a:cubicBezTo>
                          <a:pt x="18" y="6"/>
                          <a:pt x="16" y="11"/>
                          <a:pt x="13" y="16"/>
                        </a:cubicBezTo>
                        <a:cubicBezTo>
                          <a:pt x="10" y="23"/>
                          <a:pt x="7" y="30"/>
                          <a:pt x="4" y="37"/>
                        </a:cubicBezTo>
                        <a:cubicBezTo>
                          <a:pt x="3" y="38"/>
                          <a:pt x="2" y="40"/>
                          <a:pt x="0" y="40"/>
                        </a:cubicBezTo>
                        <a:cubicBezTo>
                          <a:pt x="0" y="40"/>
                          <a:pt x="0" y="40"/>
                          <a:pt x="0" y="39"/>
                        </a:cubicBezTo>
                        <a:close/>
                      </a:path>
                    </a:pathLst>
                  </a:custGeom>
                  <a:solidFill>
                    <a:srgbClr val="FBFDF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4" name="Freeform 554"/>
                  <p:cNvSpPr/>
                  <p:nvPr/>
                </p:nvSpPr>
                <p:spPr bwMode="auto">
                  <a:xfrm>
                    <a:off x="4793" y="1950"/>
                    <a:ext cx="31" cy="50"/>
                  </a:xfrm>
                  <a:custGeom>
                    <a:avLst/>
                    <a:gdLst>
                      <a:gd name="T0" fmla="*/ 8 w 13"/>
                      <a:gd name="T1" fmla="*/ 0 h 21"/>
                      <a:gd name="T2" fmla="*/ 10 w 13"/>
                      <a:gd name="T3" fmla="*/ 0 h 21"/>
                      <a:gd name="T4" fmla="*/ 11 w 13"/>
                      <a:gd name="T5" fmla="*/ 1 h 21"/>
                      <a:gd name="T6" fmla="*/ 7 w 13"/>
                      <a:gd name="T7" fmla="*/ 17 h 21"/>
                      <a:gd name="T8" fmla="*/ 4 w 13"/>
                      <a:gd name="T9" fmla="*/ 21 h 21"/>
                      <a:gd name="T10" fmla="*/ 3 w 13"/>
                      <a:gd name="T11" fmla="*/ 17 h 21"/>
                      <a:gd name="T12" fmla="*/ 0 w 13"/>
                      <a:gd name="T13" fmla="*/ 0 h 21"/>
                      <a:gd name="T14" fmla="*/ 8 w 13"/>
                      <a:gd name="T15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21">
                        <a:moveTo>
                          <a:pt x="8" y="0"/>
                        </a:moveTo>
                        <a:cubicBezTo>
                          <a:pt x="9" y="0"/>
                          <a:pt x="9" y="0"/>
                          <a:pt x="10" y="0"/>
                        </a:cubicBezTo>
                        <a:cubicBezTo>
                          <a:pt x="10" y="0"/>
                          <a:pt x="11" y="1"/>
                          <a:pt x="11" y="1"/>
                        </a:cubicBezTo>
                        <a:cubicBezTo>
                          <a:pt x="13" y="7"/>
                          <a:pt x="10" y="12"/>
                          <a:pt x="7" y="17"/>
                        </a:cubicBezTo>
                        <a:cubicBezTo>
                          <a:pt x="5" y="18"/>
                          <a:pt x="6" y="20"/>
                          <a:pt x="4" y="21"/>
                        </a:cubicBezTo>
                        <a:cubicBezTo>
                          <a:pt x="3" y="20"/>
                          <a:pt x="2" y="18"/>
                          <a:pt x="3" y="17"/>
                        </a:cubicBezTo>
                        <a:cubicBezTo>
                          <a:pt x="8" y="10"/>
                          <a:pt x="3" y="5"/>
                          <a:pt x="0" y="0"/>
                        </a:cubicBezTo>
                        <a:cubicBezTo>
                          <a:pt x="3" y="0"/>
                          <a:pt x="5" y="0"/>
                          <a:pt x="8" y="0"/>
                        </a:cubicBezTo>
                        <a:close/>
                      </a:path>
                    </a:pathLst>
                  </a:custGeom>
                  <a:solidFill>
                    <a:srgbClr val="C7DCF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5" name="Freeform 555"/>
                  <p:cNvSpPr/>
                  <p:nvPr/>
                </p:nvSpPr>
                <p:spPr bwMode="auto">
                  <a:xfrm>
                    <a:off x="4850" y="1613"/>
                    <a:ext cx="66" cy="36"/>
                  </a:xfrm>
                  <a:custGeom>
                    <a:avLst/>
                    <a:gdLst>
                      <a:gd name="T0" fmla="*/ 28 w 28"/>
                      <a:gd name="T1" fmla="*/ 1 h 15"/>
                      <a:gd name="T2" fmla="*/ 19 w 28"/>
                      <a:gd name="T3" fmla="*/ 3 h 15"/>
                      <a:gd name="T4" fmla="*/ 14 w 28"/>
                      <a:gd name="T5" fmla="*/ 7 h 15"/>
                      <a:gd name="T6" fmla="*/ 14 w 28"/>
                      <a:gd name="T7" fmla="*/ 7 h 15"/>
                      <a:gd name="T8" fmla="*/ 0 w 28"/>
                      <a:gd name="T9" fmla="*/ 15 h 15"/>
                      <a:gd name="T10" fmla="*/ 9 w 28"/>
                      <a:gd name="T11" fmla="*/ 4 h 15"/>
                      <a:gd name="T12" fmla="*/ 28 w 28"/>
                      <a:gd name="T13" fmla="*/ 1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8" h="15">
                        <a:moveTo>
                          <a:pt x="28" y="1"/>
                        </a:moveTo>
                        <a:cubicBezTo>
                          <a:pt x="25" y="3"/>
                          <a:pt x="22" y="2"/>
                          <a:pt x="19" y="3"/>
                        </a:cubicBezTo>
                        <a:cubicBezTo>
                          <a:pt x="17" y="3"/>
                          <a:pt x="12" y="1"/>
                          <a:pt x="14" y="7"/>
                        </a:cubicBezTo>
                        <a:cubicBezTo>
                          <a:pt x="14" y="7"/>
                          <a:pt x="14" y="7"/>
                          <a:pt x="14" y="7"/>
                        </a:cubicBezTo>
                        <a:cubicBezTo>
                          <a:pt x="9" y="9"/>
                          <a:pt x="5" y="12"/>
                          <a:pt x="0" y="15"/>
                        </a:cubicBezTo>
                        <a:cubicBezTo>
                          <a:pt x="3" y="11"/>
                          <a:pt x="5" y="7"/>
                          <a:pt x="9" y="4"/>
                        </a:cubicBezTo>
                        <a:cubicBezTo>
                          <a:pt x="15" y="2"/>
                          <a:pt x="22" y="0"/>
                          <a:pt x="28" y="1"/>
                        </a:cubicBezTo>
                        <a:close/>
                      </a:path>
                    </a:pathLst>
                  </a:custGeom>
                  <a:solidFill>
                    <a:srgbClr val="CCFEC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6" name="Freeform 556"/>
                  <p:cNvSpPr/>
                  <p:nvPr/>
                </p:nvSpPr>
                <p:spPr bwMode="auto">
                  <a:xfrm>
                    <a:off x="4952" y="2045"/>
                    <a:ext cx="57" cy="17"/>
                  </a:xfrm>
                  <a:custGeom>
                    <a:avLst/>
                    <a:gdLst>
                      <a:gd name="T0" fmla="*/ 20 w 24"/>
                      <a:gd name="T1" fmla="*/ 4 h 7"/>
                      <a:gd name="T2" fmla="*/ 19 w 24"/>
                      <a:gd name="T3" fmla="*/ 5 h 7"/>
                      <a:gd name="T4" fmla="*/ 0 w 24"/>
                      <a:gd name="T5" fmla="*/ 7 h 7"/>
                      <a:gd name="T6" fmla="*/ 7 w 24"/>
                      <a:gd name="T7" fmla="*/ 1 h 7"/>
                      <a:gd name="T8" fmla="*/ 21 w 24"/>
                      <a:gd name="T9" fmla="*/ 1 h 7"/>
                      <a:gd name="T10" fmla="*/ 24 w 24"/>
                      <a:gd name="T11" fmla="*/ 1 h 7"/>
                      <a:gd name="T12" fmla="*/ 20 w 24"/>
                      <a:gd name="T13" fmla="*/ 4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4" h="7">
                        <a:moveTo>
                          <a:pt x="20" y="4"/>
                        </a:moveTo>
                        <a:cubicBezTo>
                          <a:pt x="19" y="5"/>
                          <a:pt x="19" y="5"/>
                          <a:pt x="19" y="5"/>
                        </a:cubicBezTo>
                        <a:cubicBezTo>
                          <a:pt x="12" y="3"/>
                          <a:pt x="6" y="3"/>
                          <a:pt x="0" y="7"/>
                        </a:cubicBezTo>
                        <a:cubicBezTo>
                          <a:pt x="0" y="3"/>
                          <a:pt x="2" y="1"/>
                          <a:pt x="7" y="1"/>
                        </a:cubicBezTo>
                        <a:cubicBezTo>
                          <a:pt x="11" y="2"/>
                          <a:pt x="16" y="2"/>
                          <a:pt x="21" y="1"/>
                        </a:cubicBezTo>
                        <a:cubicBezTo>
                          <a:pt x="22" y="1"/>
                          <a:pt x="23" y="0"/>
                          <a:pt x="24" y="1"/>
                        </a:cubicBezTo>
                        <a:cubicBezTo>
                          <a:pt x="23" y="3"/>
                          <a:pt x="21" y="3"/>
                          <a:pt x="20" y="4"/>
                        </a:cubicBezTo>
                        <a:close/>
                      </a:path>
                    </a:pathLst>
                  </a:custGeom>
                  <a:solidFill>
                    <a:srgbClr val="D4FE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7" name="Freeform 557"/>
                  <p:cNvSpPr/>
                  <p:nvPr/>
                </p:nvSpPr>
                <p:spPr bwMode="auto">
                  <a:xfrm>
                    <a:off x="4914" y="1931"/>
                    <a:ext cx="57" cy="17"/>
                  </a:xfrm>
                  <a:custGeom>
                    <a:avLst/>
                    <a:gdLst>
                      <a:gd name="T0" fmla="*/ 24 w 24"/>
                      <a:gd name="T1" fmla="*/ 4 h 7"/>
                      <a:gd name="T2" fmla="*/ 21 w 24"/>
                      <a:gd name="T3" fmla="*/ 6 h 7"/>
                      <a:gd name="T4" fmla="*/ 0 w 24"/>
                      <a:gd name="T5" fmla="*/ 7 h 7"/>
                      <a:gd name="T6" fmla="*/ 7 w 24"/>
                      <a:gd name="T7" fmla="*/ 5 h 7"/>
                      <a:gd name="T8" fmla="*/ 22 w 24"/>
                      <a:gd name="T9" fmla="*/ 4 h 7"/>
                      <a:gd name="T10" fmla="*/ 24 w 24"/>
                      <a:gd name="T11" fmla="*/ 4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" h="7">
                        <a:moveTo>
                          <a:pt x="24" y="4"/>
                        </a:moveTo>
                        <a:cubicBezTo>
                          <a:pt x="24" y="6"/>
                          <a:pt x="23" y="6"/>
                          <a:pt x="21" y="6"/>
                        </a:cubicBezTo>
                        <a:cubicBezTo>
                          <a:pt x="14" y="6"/>
                          <a:pt x="7" y="7"/>
                          <a:pt x="0" y="7"/>
                        </a:cubicBezTo>
                        <a:cubicBezTo>
                          <a:pt x="2" y="5"/>
                          <a:pt x="3" y="2"/>
                          <a:pt x="7" y="5"/>
                        </a:cubicBezTo>
                        <a:cubicBezTo>
                          <a:pt x="11" y="0"/>
                          <a:pt x="17" y="6"/>
                          <a:pt x="22" y="4"/>
                        </a:cubicBezTo>
                        <a:cubicBezTo>
                          <a:pt x="22" y="4"/>
                          <a:pt x="23" y="4"/>
                          <a:pt x="24" y="4"/>
                        </a:cubicBezTo>
                        <a:close/>
                      </a:path>
                    </a:pathLst>
                  </a:custGeom>
                  <a:solidFill>
                    <a:srgbClr val="D2FEC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8" name="Freeform 558"/>
                  <p:cNvSpPr/>
                  <p:nvPr/>
                </p:nvSpPr>
                <p:spPr bwMode="auto">
                  <a:xfrm>
                    <a:off x="4824" y="1706"/>
                    <a:ext cx="33" cy="40"/>
                  </a:xfrm>
                  <a:custGeom>
                    <a:avLst/>
                    <a:gdLst>
                      <a:gd name="T0" fmla="*/ 2 w 14"/>
                      <a:gd name="T1" fmla="*/ 0 h 17"/>
                      <a:gd name="T2" fmla="*/ 4 w 14"/>
                      <a:gd name="T3" fmla="*/ 10 h 17"/>
                      <a:gd name="T4" fmla="*/ 9 w 14"/>
                      <a:gd name="T5" fmla="*/ 13 h 17"/>
                      <a:gd name="T6" fmla="*/ 14 w 14"/>
                      <a:gd name="T7" fmla="*/ 16 h 17"/>
                      <a:gd name="T8" fmla="*/ 4 w 14"/>
                      <a:gd name="T9" fmla="*/ 15 h 17"/>
                      <a:gd name="T10" fmla="*/ 1 w 14"/>
                      <a:gd name="T11" fmla="*/ 3 h 17"/>
                      <a:gd name="T12" fmla="*/ 2 w 14"/>
                      <a:gd name="T13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17">
                        <a:moveTo>
                          <a:pt x="2" y="0"/>
                        </a:moveTo>
                        <a:cubicBezTo>
                          <a:pt x="2" y="4"/>
                          <a:pt x="4" y="6"/>
                          <a:pt x="4" y="10"/>
                        </a:cubicBezTo>
                        <a:cubicBezTo>
                          <a:pt x="4" y="12"/>
                          <a:pt x="6" y="13"/>
                          <a:pt x="9" y="13"/>
                        </a:cubicBezTo>
                        <a:cubicBezTo>
                          <a:pt x="11" y="14"/>
                          <a:pt x="13" y="13"/>
                          <a:pt x="14" y="16"/>
                        </a:cubicBezTo>
                        <a:cubicBezTo>
                          <a:pt x="10" y="16"/>
                          <a:pt x="5" y="17"/>
                          <a:pt x="4" y="15"/>
                        </a:cubicBezTo>
                        <a:cubicBezTo>
                          <a:pt x="2" y="11"/>
                          <a:pt x="0" y="7"/>
                          <a:pt x="1" y="3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CEFE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09" name="Freeform 559"/>
                  <p:cNvSpPr/>
                  <p:nvPr/>
                </p:nvSpPr>
                <p:spPr bwMode="auto">
                  <a:xfrm>
                    <a:off x="4809" y="1953"/>
                    <a:ext cx="19" cy="38"/>
                  </a:xfrm>
                  <a:custGeom>
                    <a:avLst/>
                    <a:gdLst>
                      <a:gd name="T0" fmla="*/ 0 w 8"/>
                      <a:gd name="T1" fmla="*/ 16 h 16"/>
                      <a:gd name="T2" fmla="*/ 4 w 8"/>
                      <a:gd name="T3" fmla="*/ 0 h 16"/>
                      <a:gd name="T4" fmla="*/ 5 w 8"/>
                      <a:gd name="T5" fmla="*/ 0 h 16"/>
                      <a:gd name="T6" fmla="*/ 0 w 8"/>
                      <a:gd name="T7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16">
                        <a:moveTo>
                          <a:pt x="0" y="16"/>
                        </a:moveTo>
                        <a:cubicBezTo>
                          <a:pt x="1" y="11"/>
                          <a:pt x="4" y="6"/>
                          <a:pt x="4" y="0"/>
                        </a:cubicBezTo>
                        <a:cubicBezTo>
                          <a:pt x="4" y="0"/>
                          <a:pt x="5" y="0"/>
                          <a:pt x="5" y="0"/>
                        </a:cubicBezTo>
                        <a:cubicBezTo>
                          <a:pt x="8" y="4"/>
                          <a:pt x="5" y="15"/>
                          <a:pt x="0" y="16"/>
                        </a:cubicBezTo>
                        <a:close/>
                      </a:path>
                    </a:pathLst>
                  </a:custGeom>
                  <a:solidFill>
                    <a:srgbClr val="F9FDF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0" name="Freeform 560"/>
                  <p:cNvSpPr/>
                  <p:nvPr/>
                </p:nvSpPr>
                <p:spPr bwMode="auto">
                  <a:xfrm>
                    <a:off x="4857" y="1727"/>
                    <a:ext cx="50" cy="24"/>
                  </a:xfrm>
                  <a:custGeom>
                    <a:avLst/>
                    <a:gdLst>
                      <a:gd name="T0" fmla="*/ 21 w 21"/>
                      <a:gd name="T1" fmla="*/ 0 h 10"/>
                      <a:gd name="T2" fmla="*/ 10 w 21"/>
                      <a:gd name="T3" fmla="*/ 10 h 10"/>
                      <a:gd name="T4" fmla="*/ 5 w 21"/>
                      <a:gd name="T5" fmla="*/ 8 h 10"/>
                      <a:gd name="T6" fmla="*/ 0 w 21"/>
                      <a:gd name="T7" fmla="*/ 7 h 10"/>
                      <a:gd name="T8" fmla="*/ 2 w 21"/>
                      <a:gd name="T9" fmla="*/ 6 h 10"/>
                      <a:gd name="T10" fmla="*/ 21 w 21"/>
                      <a:gd name="T11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" h="10">
                        <a:moveTo>
                          <a:pt x="21" y="0"/>
                        </a:moveTo>
                        <a:cubicBezTo>
                          <a:pt x="20" y="6"/>
                          <a:pt x="15" y="8"/>
                          <a:pt x="10" y="10"/>
                        </a:cubicBezTo>
                        <a:cubicBezTo>
                          <a:pt x="9" y="8"/>
                          <a:pt x="7" y="8"/>
                          <a:pt x="5" y="8"/>
                        </a:cubicBezTo>
                        <a:cubicBezTo>
                          <a:pt x="3" y="8"/>
                          <a:pt x="2" y="8"/>
                          <a:pt x="0" y="7"/>
                        </a:cubicBezTo>
                        <a:cubicBezTo>
                          <a:pt x="1" y="7"/>
                          <a:pt x="2" y="6"/>
                          <a:pt x="2" y="6"/>
                        </a:cubicBezTo>
                        <a:cubicBezTo>
                          <a:pt x="10" y="9"/>
                          <a:pt x="16" y="5"/>
                          <a:pt x="21" y="0"/>
                        </a:cubicBezTo>
                        <a:close/>
                      </a:path>
                    </a:pathLst>
                  </a:custGeom>
                  <a:solidFill>
                    <a:srgbClr val="CEFE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1" name="Freeform 561"/>
                  <p:cNvSpPr/>
                  <p:nvPr/>
                </p:nvSpPr>
                <p:spPr bwMode="auto">
                  <a:xfrm>
                    <a:off x="4999" y="2043"/>
                    <a:ext cx="34" cy="14"/>
                  </a:xfrm>
                  <a:custGeom>
                    <a:avLst/>
                    <a:gdLst>
                      <a:gd name="T0" fmla="*/ 0 w 14"/>
                      <a:gd name="T1" fmla="*/ 5 h 6"/>
                      <a:gd name="T2" fmla="*/ 4 w 14"/>
                      <a:gd name="T3" fmla="*/ 2 h 6"/>
                      <a:gd name="T4" fmla="*/ 14 w 14"/>
                      <a:gd name="T5" fmla="*/ 1 h 6"/>
                      <a:gd name="T6" fmla="*/ 14 w 14"/>
                      <a:gd name="T7" fmla="*/ 1 h 6"/>
                      <a:gd name="T8" fmla="*/ 7 w 14"/>
                      <a:gd name="T9" fmla="*/ 5 h 6"/>
                      <a:gd name="T10" fmla="*/ 0 w 14"/>
                      <a:gd name="T11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4" h="6">
                        <a:moveTo>
                          <a:pt x="0" y="5"/>
                        </a:moveTo>
                        <a:cubicBezTo>
                          <a:pt x="1" y="4"/>
                          <a:pt x="2" y="2"/>
                          <a:pt x="4" y="2"/>
                        </a:cubicBezTo>
                        <a:cubicBezTo>
                          <a:pt x="7" y="1"/>
                          <a:pt x="10" y="0"/>
                          <a:pt x="14" y="1"/>
                        </a:cubicBezTo>
                        <a:cubicBezTo>
                          <a:pt x="14" y="1"/>
                          <a:pt x="14" y="1"/>
                          <a:pt x="14" y="1"/>
                        </a:cubicBezTo>
                        <a:cubicBezTo>
                          <a:pt x="12" y="3"/>
                          <a:pt x="10" y="4"/>
                          <a:pt x="7" y="5"/>
                        </a:cubicBezTo>
                        <a:cubicBezTo>
                          <a:pt x="5" y="5"/>
                          <a:pt x="2" y="6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ABD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2" name="Freeform 562"/>
                  <p:cNvSpPr/>
                  <p:nvPr/>
                </p:nvSpPr>
                <p:spPr bwMode="auto">
                  <a:xfrm>
                    <a:off x="4885" y="1948"/>
                    <a:ext cx="29" cy="33"/>
                  </a:xfrm>
                  <a:custGeom>
                    <a:avLst/>
                    <a:gdLst>
                      <a:gd name="T0" fmla="*/ 12 w 12"/>
                      <a:gd name="T1" fmla="*/ 0 h 14"/>
                      <a:gd name="T2" fmla="*/ 0 w 12"/>
                      <a:gd name="T3" fmla="*/ 14 h 14"/>
                      <a:gd name="T4" fmla="*/ 12 w 12"/>
                      <a:gd name="T5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" h="14">
                        <a:moveTo>
                          <a:pt x="12" y="0"/>
                        </a:moveTo>
                        <a:cubicBezTo>
                          <a:pt x="10" y="6"/>
                          <a:pt x="5" y="10"/>
                          <a:pt x="0" y="14"/>
                        </a:cubicBezTo>
                        <a:cubicBezTo>
                          <a:pt x="1" y="7"/>
                          <a:pt x="7" y="3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D2FEC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3" name="Freeform 563"/>
                  <p:cNvSpPr/>
                  <p:nvPr/>
                </p:nvSpPr>
                <p:spPr bwMode="auto">
                  <a:xfrm>
                    <a:off x="4869" y="1860"/>
                    <a:ext cx="23" cy="38"/>
                  </a:xfrm>
                  <a:custGeom>
                    <a:avLst/>
                    <a:gdLst>
                      <a:gd name="T0" fmla="*/ 7 w 10"/>
                      <a:gd name="T1" fmla="*/ 16 h 16"/>
                      <a:gd name="T2" fmla="*/ 5 w 10"/>
                      <a:gd name="T3" fmla="*/ 11 h 16"/>
                      <a:gd name="T4" fmla="*/ 4 w 10"/>
                      <a:gd name="T5" fmla="*/ 6 h 16"/>
                      <a:gd name="T6" fmla="*/ 0 w 10"/>
                      <a:gd name="T7" fmla="*/ 0 h 16"/>
                      <a:gd name="T8" fmla="*/ 7 w 10"/>
                      <a:gd name="T9" fmla="*/ 9 h 16"/>
                      <a:gd name="T10" fmla="*/ 9 w 10"/>
                      <a:gd name="T11" fmla="*/ 12 h 16"/>
                      <a:gd name="T12" fmla="*/ 7 w 10"/>
                      <a:gd name="T13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" h="16">
                        <a:moveTo>
                          <a:pt x="7" y="16"/>
                        </a:moveTo>
                        <a:cubicBezTo>
                          <a:pt x="8" y="14"/>
                          <a:pt x="6" y="13"/>
                          <a:pt x="5" y="11"/>
                        </a:cubicBezTo>
                        <a:cubicBezTo>
                          <a:pt x="5" y="10"/>
                          <a:pt x="7" y="8"/>
                          <a:pt x="4" y="6"/>
                        </a:cubicBezTo>
                        <a:cubicBezTo>
                          <a:pt x="3" y="4"/>
                          <a:pt x="1" y="2"/>
                          <a:pt x="0" y="0"/>
                        </a:cubicBezTo>
                        <a:cubicBezTo>
                          <a:pt x="4" y="2"/>
                          <a:pt x="9" y="3"/>
                          <a:pt x="7" y="9"/>
                        </a:cubicBezTo>
                        <a:cubicBezTo>
                          <a:pt x="7" y="10"/>
                          <a:pt x="8" y="11"/>
                          <a:pt x="9" y="12"/>
                        </a:cubicBezTo>
                        <a:cubicBezTo>
                          <a:pt x="10" y="14"/>
                          <a:pt x="9" y="16"/>
                          <a:pt x="7" y="16"/>
                        </a:cubicBezTo>
                        <a:close/>
                      </a:path>
                    </a:pathLst>
                  </a:custGeom>
                  <a:solidFill>
                    <a:srgbClr val="D3FEC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4" name="Freeform 564"/>
                  <p:cNvSpPr/>
                  <p:nvPr/>
                </p:nvSpPr>
                <p:spPr bwMode="auto">
                  <a:xfrm>
                    <a:off x="4819" y="2100"/>
                    <a:ext cx="47" cy="17"/>
                  </a:xfrm>
                  <a:custGeom>
                    <a:avLst/>
                    <a:gdLst>
                      <a:gd name="T0" fmla="*/ 20 w 20"/>
                      <a:gd name="T1" fmla="*/ 1 h 7"/>
                      <a:gd name="T2" fmla="*/ 5 w 20"/>
                      <a:gd name="T3" fmla="*/ 2 h 7"/>
                      <a:gd name="T4" fmla="*/ 0 w 20"/>
                      <a:gd name="T5" fmla="*/ 0 h 7"/>
                      <a:gd name="T6" fmla="*/ 20 w 20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0" h="7">
                        <a:moveTo>
                          <a:pt x="20" y="1"/>
                        </a:moveTo>
                        <a:cubicBezTo>
                          <a:pt x="15" y="7"/>
                          <a:pt x="10" y="2"/>
                          <a:pt x="5" y="2"/>
                        </a:cubicBezTo>
                        <a:cubicBezTo>
                          <a:pt x="3" y="2"/>
                          <a:pt x="1" y="2"/>
                          <a:pt x="0" y="0"/>
                        </a:cubicBezTo>
                        <a:cubicBezTo>
                          <a:pt x="7" y="1"/>
                          <a:pt x="13" y="2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ECFBE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5" name="Freeform 565"/>
                  <p:cNvSpPr/>
                  <p:nvPr/>
                </p:nvSpPr>
                <p:spPr bwMode="auto">
                  <a:xfrm>
                    <a:off x="5092" y="1896"/>
                    <a:ext cx="16" cy="19"/>
                  </a:xfrm>
                  <a:custGeom>
                    <a:avLst/>
                    <a:gdLst>
                      <a:gd name="T0" fmla="*/ 0 w 7"/>
                      <a:gd name="T1" fmla="*/ 8 h 8"/>
                      <a:gd name="T2" fmla="*/ 7 w 7"/>
                      <a:gd name="T3" fmla="*/ 0 h 8"/>
                      <a:gd name="T4" fmla="*/ 6 w 7"/>
                      <a:gd name="T5" fmla="*/ 3 h 8"/>
                      <a:gd name="T6" fmla="*/ 0 w 7"/>
                      <a:gd name="T7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8">
                        <a:moveTo>
                          <a:pt x="0" y="8"/>
                        </a:moveTo>
                        <a:cubicBezTo>
                          <a:pt x="0" y="4"/>
                          <a:pt x="2" y="0"/>
                          <a:pt x="7" y="0"/>
                        </a:cubicBezTo>
                        <a:cubicBezTo>
                          <a:pt x="6" y="1"/>
                          <a:pt x="6" y="2"/>
                          <a:pt x="6" y="3"/>
                        </a:cubicBezTo>
                        <a:cubicBezTo>
                          <a:pt x="5" y="6"/>
                          <a:pt x="3" y="8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CFFEC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6" name="Freeform 566"/>
                  <p:cNvSpPr/>
                  <p:nvPr/>
                </p:nvSpPr>
                <p:spPr bwMode="auto">
                  <a:xfrm>
                    <a:off x="4971" y="1938"/>
                    <a:ext cx="21" cy="12"/>
                  </a:xfrm>
                  <a:custGeom>
                    <a:avLst/>
                    <a:gdLst>
                      <a:gd name="T0" fmla="*/ 7 w 9"/>
                      <a:gd name="T1" fmla="*/ 1 h 5"/>
                      <a:gd name="T2" fmla="*/ 7 w 9"/>
                      <a:gd name="T3" fmla="*/ 5 h 5"/>
                      <a:gd name="T4" fmla="*/ 0 w 9"/>
                      <a:gd name="T5" fmla="*/ 1 h 5"/>
                      <a:gd name="T6" fmla="*/ 7 w 9"/>
                      <a:gd name="T7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5">
                        <a:moveTo>
                          <a:pt x="7" y="1"/>
                        </a:moveTo>
                        <a:cubicBezTo>
                          <a:pt x="5" y="3"/>
                          <a:pt x="9" y="3"/>
                          <a:pt x="7" y="5"/>
                        </a:cubicBezTo>
                        <a:cubicBezTo>
                          <a:pt x="5" y="2"/>
                          <a:pt x="3" y="2"/>
                          <a:pt x="0" y="1"/>
                        </a:cubicBezTo>
                        <a:cubicBezTo>
                          <a:pt x="2" y="0"/>
                          <a:pt x="5" y="0"/>
                          <a:pt x="7" y="1"/>
                        </a:cubicBezTo>
                        <a:close/>
                      </a:path>
                    </a:pathLst>
                  </a:custGeom>
                  <a:solidFill>
                    <a:srgbClr val="D2FEC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7" name="Freeform 567"/>
                  <p:cNvSpPr/>
                  <p:nvPr/>
                </p:nvSpPr>
                <p:spPr bwMode="auto">
                  <a:xfrm>
                    <a:off x="5104" y="1877"/>
                    <a:ext cx="9" cy="19"/>
                  </a:xfrm>
                  <a:custGeom>
                    <a:avLst/>
                    <a:gdLst>
                      <a:gd name="T0" fmla="*/ 2 w 4"/>
                      <a:gd name="T1" fmla="*/ 8 h 8"/>
                      <a:gd name="T2" fmla="*/ 4 w 4"/>
                      <a:gd name="T3" fmla="*/ 0 h 8"/>
                      <a:gd name="T4" fmla="*/ 2 w 4"/>
                      <a:gd name="T5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8">
                        <a:moveTo>
                          <a:pt x="2" y="8"/>
                        </a:moveTo>
                        <a:cubicBezTo>
                          <a:pt x="0" y="5"/>
                          <a:pt x="2" y="3"/>
                          <a:pt x="4" y="0"/>
                        </a:cubicBezTo>
                        <a:cubicBezTo>
                          <a:pt x="4" y="2"/>
                          <a:pt x="3" y="6"/>
                          <a:pt x="2" y="8"/>
                        </a:cubicBezTo>
                        <a:close/>
                      </a:path>
                    </a:pathLst>
                  </a:custGeom>
                  <a:solidFill>
                    <a:srgbClr val="CFFEC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8" name="Freeform 568"/>
                  <p:cNvSpPr/>
                  <p:nvPr/>
                </p:nvSpPr>
                <p:spPr bwMode="auto">
                  <a:xfrm>
                    <a:off x="4788" y="2212"/>
                    <a:ext cx="33" cy="31"/>
                  </a:xfrm>
                  <a:custGeom>
                    <a:avLst/>
                    <a:gdLst>
                      <a:gd name="T0" fmla="*/ 0 w 14"/>
                      <a:gd name="T1" fmla="*/ 13 h 13"/>
                      <a:gd name="T2" fmla="*/ 1 w 14"/>
                      <a:gd name="T3" fmla="*/ 3 h 13"/>
                      <a:gd name="T4" fmla="*/ 4 w 14"/>
                      <a:gd name="T5" fmla="*/ 0 h 13"/>
                      <a:gd name="T6" fmla="*/ 14 w 14"/>
                      <a:gd name="T7" fmla="*/ 8 h 13"/>
                      <a:gd name="T8" fmla="*/ 12 w 14"/>
                      <a:gd name="T9" fmla="*/ 11 h 13"/>
                      <a:gd name="T10" fmla="*/ 10 w 14"/>
                      <a:gd name="T11" fmla="*/ 12 h 13"/>
                      <a:gd name="T12" fmla="*/ 4 w 14"/>
                      <a:gd name="T13" fmla="*/ 12 h 13"/>
                      <a:gd name="T14" fmla="*/ 0 w 14"/>
                      <a:gd name="T15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4" h="13">
                        <a:moveTo>
                          <a:pt x="0" y="13"/>
                        </a:moveTo>
                        <a:cubicBezTo>
                          <a:pt x="1" y="10"/>
                          <a:pt x="5" y="7"/>
                          <a:pt x="1" y="3"/>
                        </a:cubicBezTo>
                        <a:cubicBezTo>
                          <a:pt x="1" y="2"/>
                          <a:pt x="2" y="1"/>
                          <a:pt x="4" y="0"/>
                        </a:cubicBezTo>
                        <a:cubicBezTo>
                          <a:pt x="4" y="7"/>
                          <a:pt x="10" y="7"/>
                          <a:pt x="14" y="8"/>
                        </a:cubicBezTo>
                        <a:cubicBezTo>
                          <a:pt x="13" y="9"/>
                          <a:pt x="12" y="10"/>
                          <a:pt x="12" y="11"/>
                        </a:cubicBezTo>
                        <a:cubicBezTo>
                          <a:pt x="12" y="12"/>
                          <a:pt x="11" y="12"/>
                          <a:pt x="10" y="12"/>
                        </a:cubicBezTo>
                        <a:cubicBezTo>
                          <a:pt x="7" y="9"/>
                          <a:pt x="6" y="9"/>
                          <a:pt x="4" y="12"/>
                        </a:cubicBezTo>
                        <a:cubicBezTo>
                          <a:pt x="3" y="13"/>
                          <a:pt x="2" y="13"/>
                          <a:pt x="0" y="13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19" name="Freeform 569"/>
                  <p:cNvSpPr/>
                  <p:nvPr/>
                </p:nvSpPr>
                <p:spPr bwMode="auto">
                  <a:xfrm>
                    <a:off x="4802" y="2209"/>
                    <a:ext cx="5" cy="3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1 w 2"/>
                      <a:gd name="T3" fmla="*/ 1 h 1"/>
                      <a:gd name="T4" fmla="*/ 0 w 2"/>
                      <a:gd name="T5" fmla="*/ 1 h 1"/>
                      <a:gd name="T6" fmla="*/ 1 w 2"/>
                      <a:gd name="T7" fmla="*/ 0 h 1"/>
                      <a:gd name="T8" fmla="*/ 2 w 2"/>
                      <a:gd name="T9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0" name="Freeform 570"/>
                  <p:cNvSpPr/>
                  <p:nvPr/>
                </p:nvSpPr>
                <p:spPr bwMode="auto">
                  <a:xfrm>
                    <a:off x="4959" y="1767"/>
                    <a:ext cx="55" cy="46"/>
                  </a:xfrm>
                  <a:custGeom>
                    <a:avLst/>
                    <a:gdLst>
                      <a:gd name="T0" fmla="*/ 16 w 23"/>
                      <a:gd name="T1" fmla="*/ 19 h 19"/>
                      <a:gd name="T2" fmla="*/ 11 w 23"/>
                      <a:gd name="T3" fmla="*/ 18 h 19"/>
                      <a:gd name="T4" fmla="*/ 4 w 23"/>
                      <a:gd name="T5" fmla="*/ 18 h 19"/>
                      <a:gd name="T6" fmla="*/ 4 w 23"/>
                      <a:gd name="T7" fmla="*/ 8 h 19"/>
                      <a:gd name="T8" fmla="*/ 9 w 23"/>
                      <a:gd name="T9" fmla="*/ 1 h 19"/>
                      <a:gd name="T10" fmla="*/ 14 w 23"/>
                      <a:gd name="T11" fmla="*/ 1 h 19"/>
                      <a:gd name="T12" fmla="*/ 17 w 23"/>
                      <a:gd name="T13" fmla="*/ 2 h 19"/>
                      <a:gd name="T14" fmla="*/ 22 w 23"/>
                      <a:gd name="T15" fmla="*/ 2 h 19"/>
                      <a:gd name="T16" fmla="*/ 23 w 23"/>
                      <a:gd name="T17" fmla="*/ 11 h 19"/>
                      <a:gd name="T18" fmla="*/ 20 w 23"/>
                      <a:gd name="T19" fmla="*/ 12 h 19"/>
                      <a:gd name="T20" fmla="*/ 16 w 23"/>
                      <a:gd name="T21" fmla="*/ 10 h 19"/>
                      <a:gd name="T22" fmla="*/ 20 w 23"/>
                      <a:gd name="T23" fmla="*/ 17 h 19"/>
                      <a:gd name="T24" fmla="*/ 20 w 23"/>
                      <a:gd name="T25" fmla="*/ 17 h 19"/>
                      <a:gd name="T26" fmla="*/ 16 w 23"/>
                      <a:gd name="T27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23" h="19">
                        <a:moveTo>
                          <a:pt x="16" y="19"/>
                        </a:moveTo>
                        <a:cubicBezTo>
                          <a:pt x="14" y="18"/>
                          <a:pt x="13" y="17"/>
                          <a:pt x="11" y="18"/>
                        </a:cubicBezTo>
                        <a:cubicBezTo>
                          <a:pt x="9" y="19"/>
                          <a:pt x="6" y="19"/>
                          <a:pt x="4" y="18"/>
                        </a:cubicBezTo>
                        <a:cubicBezTo>
                          <a:pt x="0" y="14"/>
                          <a:pt x="3" y="11"/>
                          <a:pt x="4" y="8"/>
                        </a:cubicBezTo>
                        <a:cubicBezTo>
                          <a:pt x="5" y="6"/>
                          <a:pt x="7" y="3"/>
                          <a:pt x="9" y="1"/>
                        </a:cubicBezTo>
                        <a:cubicBezTo>
                          <a:pt x="11" y="0"/>
                          <a:pt x="12" y="1"/>
                          <a:pt x="14" y="1"/>
                        </a:cubicBezTo>
                        <a:cubicBezTo>
                          <a:pt x="15" y="2"/>
                          <a:pt x="16" y="2"/>
                          <a:pt x="17" y="2"/>
                        </a:cubicBezTo>
                        <a:cubicBezTo>
                          <a:pt x="19" y="3"/>
                          <a:pt x="21" y="0"/>
                          <a:pt x="22" y="2"/>
                        </a:cubicBezTo>
                        <a:cubicBezTo>
                          <a:pt x="23" y="4"/>
                          <a:pt x="23" y="8"/>
                          <a:pt x="23" y="11"/>
                        </a:cubicBezTo>
                        <a:cubicBezTo>
                          <a:pt x="23" y="13"/>
                          <a:pt x="21" y="12"/>
                          <a:pt x="20" y="12"/>
                        </a:cubicBezTo>
                        <a:cubicBezTo>
                          <a:pt x="18" y="12"/>
                          <a:pt x="18" y="11"/>
                          <a:pt x="16" y="10"/>
                        </a:cubicBezTo>
                        <a:cubicBezTo>
                          <a:pt x="17" y="13"/>
                          <a:pt x="22" y="13"/>
                          <a:pt x="20" y="17"/>
                        </a:cubicBezTo>
                        <a:cubicBezTo>
                          <a:pt x="20" y="17"/>
                          <a:pt x="20" y="17"/>
                          <a:pt x="20" y="17"/>
                        </a:cubicBezTo>
                        <a:cubicBezTo>
                          <a:pt x="19" y="18"/>
                          <a:pt x="16" y="16"/>
                          <a:pt x="16" y="19"/>
                        </a:cubicBezTo>
                        <a:close/>
                      </a:path>
                    </a:pathLst>
                  </a:custGeom>
                  <a:solidFill>
                    <a:srgbClr val="A8C7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1" name="Freeform 571"/>
                  <p:cNvSpPr/>
                  <p:nvPr/>
                </p:nvSpPr>
                <p:spPr bwMode="auto">
                  <a:xfrm>
                    <a:off x="4980" y="1753"/>
                    <a:ext cx="38" cy="55"/>
                  </a:xfrm>
                  <a:custGeom>
                    <a:avLst/>
                    <a:gdLst>
                      <a:gd name="T0" fmla="*/ 11 w 16"/>
                      <a:gd name="T1" fmla="*/ 23 h 23"/>
                      <a:gd name="T2" fmla="*/ 7 w 16"/>
                      <a:gd name="T3" fmla="*/ 17 h 23"/>
                      <a:gd name="T4" fmla="*/ 6 w 16"/>
                      <a:gd name="T5" fmla="*/ 16 h 23"/>
                      <a:gd name="T6" fmla="*/ 8 w 16"/>
                      <a:gd name="T7" fmla="*/ 16 h 23"/>
                      <a:gd name="T8" fmla="*/ 13 w 16"/>
                      <a:gd name="T9" fmla="*/ 17 h 23"/>
                      <a:gd name="T10" fmla="*/ 12 w 16"/>
                      <a:gd name="T11" fmla="*/ 13 h 23"/>
                      <a:gd name="T12" fmla="*/ 12 w 16"/>
                      <a:gd name="T13" fmla="*/ 8 h 23"/>
                      <a:gd name="T14" fmla="*/ 0 w 16"/>
                      <a:gd name="T15" fmla="*/ 7 h 23"/>
                      <a:gd name="T16" fmla="*/ 6 w 16"/>
                      <a:gd name="T17" fmla="*/ 2 h 23"/>
                      <a:gd name="T18" fmla="*/ 11 w 16"/>
                      <a:gd name="T19" fmla="*/ 3 h 23"/>
                      <a:gd name="T20" fmla="*/ 14 w 16"/>
                      <a:gd name="T21" fmla="*/ 8 h 23"/>
                      <a:gd name="T22" fmla="*/ 14 w 16"/>
                      <a:gd name="T23" fmla="*/ 18 h 23"/>
                      <a:gd name="T24" fmla="*/ 12 w 16"/>
                      <a:gd name="T25" fmla="*/ 23 h 23"/>
                      <a:gd name="T26" fmla="*/ 11 w 16"/>
                      <a:gd name="T27" fmla="*/ 23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6" h="23">
                        <a:moveTo>
                          <a:pt x="11" y="23"/>
                        </a:moveTo>
                        <a:cubicBezTo>
                          <a:pt x="12" y="20"/>
                          <a:pt x="8" y="20"/>
                          <a:pt x="7" y="17"/>
                        </a:cubicBezTo>
                        <a:cubicBezTo>
                          <a:pt x="7" y="17"/>
                          <a:pt x="5" y="17"/>
                          <a:pt x="6" y="16"/>
                        </a:cubicBezTo>
                        <a:cubicBezTo>
                          <a:pt x="7" y="15"/>
                          <a:pt x="8" y="14"/>
                          <a:pt x="8" y="16"/>
                        </a:cubicBezTo>
                        <a:cubicBezTo>
                          <a:pt x="9" y="18"/>
                          <a:pt x="11" y="18"/>
                          <a:pt x="13" y="17"/>
                        </a:cubicBezTo>
                        <a:cubicBezTo>
                          <a:pt x="13" y="16"/>
                          <a:pt x="14" y="14"/>
                          <a:pt x="12" y="13"/>
                        </a:cubicBezTo>
                        <a:cubicBezTo>
                          <a:pt x="11" y="11"/>
                          <a:pt x="13" y="10"/>
                          <a:pt x="12" y="8"/>
                        </a:cubicBezTo>
                        <a:cubicBezTo>
                          <a:pt x="8" y="12"/>
                          <a:pt x="4" y="7"/>
                          <a:pt x="0" y="7"/>
                        </a:cubicBezTo>
                        <a:cubicBezTo>
                          <a:pt x="2" y="5"/>
                          <a:pt x="5" y="4"/>
                          <a:pt x="6" y="2"/>
                        </a:cubicBezTo>
                        <a:cubicBezTo>
                          <a:pt x="8" y="0"/>
                          <a:pt x="10" y="0"/>
                          <a:pt x="11" y="3"/>
                        </a:cubicBezTo>
                        <a:cubicBezTo>
                          <a:pt x="11" y="5"/>
                          <a:pt x="13" y="6"/>
                          <a:pt x="14" y="8"/>
                        </a:cubicBezTo>
                        <a:cubicBezTo>
                          <a:pt x="16" y="11"/>
                          <a:pt x="14" y="14"/>
                          <a:pt x="14" y="18"/>
                        </a:cubicBezTo>
                        <a:cubicBezTo>
                          <a:pt x="13" y="19"/>
                          <a:pt x="13" y="21"/>
                          <a:pt x="12" y="23"/>
                        </a:cubicBezTo>
                        <a:cubicBezTo>
                          <a:pt x="11" y="23"/>
                          <a:pt x="11" y="23"/>
                          <a:pt x="11" y="23"/>
                        </a:cubicBezTo>
                        <a:close/>
                      </a:path>
                    </a:pathLst>
                  </a:custGeom>
                  <a:solidFill>
                    <a:srgbClr val="B0C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2" name="Freeform 572"/>
                  <p:cNvSpPr/>
                  <p:nvPr/>
                </p:nvSpPr>
                <p:spPr bwMode="auto">
                  <a:xfrm>
                    <a:off x="5044" y="1708"/>
                    <a:ext cx="34" cy="28"/>
                  </a:xfrm>
                  <a:custGeom>
                    <a:avLst/>
                    <a:gdLst>
                      <a:gd name="T0" fmla="*/ 14 w 14"/>
                      <a:gd name="T1" fmla="*/ 1 h 12"/>
                      <a:gd name="T2" fmla="*/ 12 w 14"/>
                      <a:gd name="T3" fmla="*/ 4 h 12"/>
                      <a:gd name="T4" fmla="*/ 0 w 14"/>
                      <a:gd name="T5" fmla="*/ 12 h 12"/>
                      <a:gd name="T6" fmla="*/ 2 w 14"/>
                      <a:gd name="T7" fmla="*/ 6 h 12"/>
                      <a:gd name="T8" fmla="*/ 14 w 14"/>
                      <a:gd name="T9" fmla="*/ 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12">
                        <a:moveTo>
                          <a:pt x="14" y="1"/>
                        </a:moveTo>
                        <a:cubicBezTo>
                          <a:pt x="14" y="2"/>
                          <a:pt x="13" y="4"/>
                          <a:pt x="12" y="4"/>
                        </a:cubicBezTo>
                        <a:cubicBezTo>
                          <a:pt x="7" y="5"/>
                          <a:pt x="4" y="9"/>
                          <a:pt x="0" y="12"/>
                        </a:cubicBezTo>
                        <a:cubicBezTo>
                          <a:pt x="1" y="10"/>
                          <a:pt x="1" y="8"/>
                          <a:pt x="2" y="6"/>
                        </a:cubicBezTo>
                        <a:cubicBezTo>
                          <a:pt x="5" y="0"/>
                          <a:pt x="10" y="2"/>
                          <a:pt x="14" y="1"/>
                        </a:cubicBezTo>
                        <a:close/>
                      </a:path>
                    </a:pathLst>
                  </a:custGeom>
                  <a:solidFill>
                    <a:srgbClr val="B1DD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3" name="Freeform 573"/>
                  <p:cNvSpPr/>
                  <p:nvPr/>
                </p:nvSpPr>
                <p:spPr bwMode="auto">
                  <a:xfrm>
                    <a:off x="4992" y="1801"/>
                    <a:ext cx="14" cy="12"/>
                  </a:xfrm>
                  <a:custGeom>
                    <a:avLst/>
                    <a:gdLst>
                      <a:gd name="T0" fmla="*/ 2 w 6"/>
                      <a:gd name="T1" fmla="*/ 5 h 5"/>
                      <a:gd name="T2" fmla="*/ 0 w 6"/>
                      <a:gd name="T3" fmla="*/ 1 h 5"/>
                      <a:gd name="T4" fmla="*/ 6 w 6"/>
                      <a:gd name="T5" fmla="*/ 3 h 5"/>
                      <a:gd name="T6" fmla="*/ 2 w 6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5">
                        <a:moveTo>
                          <a:pt x="2" y="5"/>
                        </a:moveTo>
                        <a:cubicBezTo>
                          <a:pt x="1" y="3"/>
                          <a:pt x="1" y="2"/>
                          <a:pt x="0" y="1"/>
                        </a:cubicBezTo>
                        <a:cubicBezTo>
                          <a:pt x="3" y="0"/>
                          <a:pt x="4" y="4"/>
                          <a:pt x="6" y="3"/>
                        </a:cubicBezTo>
                        <a:cubicBezTo>
                          <a:pt x="5" y="5"/>
                          <a:pt x="3" y="4"/>
                          <a:pt x="2" y="5"/>
                        </a:cubicBezTo>
                        <a:close/>
                      </a:path>
                    </a:pathLst>
                  </a:custGeom>
                  <a:solidFill>
                    <a:srgbClr val="B0CC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4" name="Freeform 574"/>
                  <p:cNvSpPr/>
                  <p:nvPr/>
                </p:nvSpPr>
                <p:spPr bwMode="auto">
                  <a:xfrm>
                    <a:off x="4556" y="1836"/>
                    <a:ext cx="78" cy="29"/>
                  </a:xfrm>
                  <a:custGeom>
                    <a:avLst/>
                    <a:gdLst>
                      <a:gd name="T0" fmla="*/ 12 w 33"/>
                      <a:gd name="T1" fmla="*/ 12 h 12"/>
                      <a:gd name="T2" fmla="*/ 6 w 33"/>
                      <a:gd name="T3" fmla="*/ 12 h 12"/>
                      <a:gd name="T4" fmla="*/ 0 w 33"/>
                      <a:gd name="T5" fmla="*/ 5 h 12"/>
                      <a:gd name="T6" fmla="*/ 33 w 33"/>
                      <a:gd name="T7" fmla="*/ 0 h 12"/>
                      <a:gd name="T8" fmla="*/ 18 w 33"/>
                      <a:gd name="T9" fmla="*/ 11 h 12"/>
                      <a:gd name="T10" fmla="*/ 12 w 33"/>
                      <a:gd name="T11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3" h="12">
                        <a:moveTo>
                          <a:pt x="12" y="12"/>
                        </a:moveTo>
                        <a:cubicBezTo>
                          <a:pt x="10" y="12"/>
                          <a:pt x="8" y="12"/>
                          <a:pt x="6" y="12"/>
                        </a:cubicBezTo>
                        <a:cubicBezTo>
                          <a:pt x="8" y="6"/>
                          <a:pt x="2" y="7"/>
                          <a:pt x="0" y="5"/>
                        </a:cubicBezTo>
                        <a:cubicBezTo>
                          <a:pt x="11" y="6"/>
                          <a:pt x="22" y="5"/>
                          <a:pt x="33" y="0"/>
                        </a:cubicBezTo>
                        <a:cubicBezTo>
                          <a:pt x="29" y="5"/>
                          <a:pt x="24" y="9"/>
                          <a:pt x="18" y="11"/>
                        </a:cubicBezTo>
                        <a:cubicBezTo>
                          <a:pt x="16" y="11"/>
                          <a:pt x="14" y="11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rgbClr val="A7D7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5" name="Freeform 575"/>
                  <p:cNvSpPr/>
                  <p:nvPr/>
                </p:nvSpPr>
                <p:spPr bwMode="auto">
                  <a:xfrm>
                    <a:off x="4655" y="1720"/>
                    <a:ext cx="10" cy="7"/>
                  </a:xfrm>
                  <a:custGeom>
                    <a:avLst/>
                    <a:gdLst>
                      <a:gd name="T0" fmla="*/ 0 w 4"/>
                      <a:gd name="T1" fmla="*/ 1 h 3"/>
                      <a:gd name="T2" fmla="*/ 4 w 4"/>
                      <a:gd name="T3" fmla="*/ 3 h 3"/>
                      <a:gd name="T4" fmla="*/ 0 w 4"/>
                      <a:gd name="T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1"/>
                        </a:moveTo>
                        <a:cubicBezTo>
                          <a:pt x="2" y="0"/>
                          <a:pt x="4" y="0"/>
                          <a:pt x="4" y="3"/>
                        </a:cubicBezTo>
                        <a:cubicBezTo>
                          <a:pt x="2" y="3"/>
                          <a:pt x="1" y="2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B5CF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6" name="Freeform 576"/>
                  <p:cNvSpPr/>
                  <p:nvPr/>
                </p:nvSpPr>
                <p:spPr bwMode="auto">
                  <a:xfrm>
                    <a:off x="4548" y="1813"/>
                    <a:ext cx="5" cy="7"/>
                  </a:xfrm>
                  <a:custGeom>
                    <a:avLst/>
                    <a:gdLst>
                      <a:gd name="T0" fmla="*/ 2 w 2"/>
                      <a:gd name="T1" fmla="*/ 1 h 3"/>
                      <a:gd name="T2" fmla="*/ 1 w 2"/>
                      <a:gd name="T3" fmla="*/ 3 h 3"/>
                      <a:gd name="T4" fmla="*/ 0 w 2"/>
                      <a:gd name="T5" fmla="*/ 2 h 3"/>
                      <a:gd name="T6" fmla="*/ 1 w 2"/>
                      <a:gd name="T7" fmla="*/ 0 h 3"/>
                      <a:gd name="T8" fmla="*/ 2 w 2"/>
                      <a:gd name="T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3">
                        <a:moveTo>
                          <a:pt x="2" y="1"/>
                        </a:moveTo>
                        <a:cubicBezTo>
                          <a:pt x="2" y="2"/>
                          <a:pt x="2" y="3"/>
                          <a:pt x="1" y="3"/>
                        </a:cubicBezTo>
                        <a:cubicBezTo>
                          <a:pt x="1" y="3"/>
                          <a:pt x="0" y="2"/>
                          <a:pt x="0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C0FEB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7" name="Freeform 577"/>
                  <p:cNvSpPr/>
                  <p:nvPr/>
                </p:nvSpPr>
                <p:spPr bwMode="auto">
                  <a:xfrm>
                    <a:off x="4548" y="1969"/>
                    <a:ext cx="22" cy="36"/>
                  </a:xfrm>
                  <a:custGeom>
                    <a:avLst/>
                    <a:gdLst>
                      <a:gd name="T0" fmla="*/ 5 w 9"/>
                      <a:gd name="T1" fmla="*/ 2 h 15"/>
                      <a:gd name="T2" fmla="*/ 8 w 9"/>
                      <a:gd name="T3" fmla="*/ 2 h 15"/>
                      <a:gd name="T4" fmla="*/ 6 w 9"/>
                      <a:gd name="T5" fmla="*/ 13 h 15"/>
                      <a:gd name="T6" fmla="*/ 4 w 9"/>
                      <a:gd name="T7" fmla="*/ 15 h 15"/>
                      <a:gd name="T8" fmla="*/ 5 w 9"/>
                      <a:gd name="T9" fmla="*/ 11 h 15"/>
                      <a:gd name="T10" fmla="*/ 6 w 9"/>
                      <a:gd name="T11" fmla="*/ 8 h 15"/>
                      <a:gd name="T12" fmla="*/ 3 w 9"/>
                      <a:gd name="T13" fmla="*/ 9 h 15"/>
                      <a:gd name="T14" fmla="*/ 1 w 9"/>
                      <a:gd name="T15" fmla="*/ 9 h 15"/>
                      <a:gd name="T16" fmla="*/ 1 w 9"/>
                      <a:gd name="T17" fmla="*/ 5 h 15"/>
                      <a:gd name="T18" fmla="*/ 3 w 9"/>
                      <a:gd name="T19" fmla="*/ 4 h 15"/>
                      <a:gd name="T20" fmla="*/ 5 w 9"/>
                      <a:gd name="T21" fmla="*/ 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9" h="15">
                        <a:moveTo>
                          <a:pt x="5" y="2"/>
                        </a:moveTo>
                        <a:cubicBezTo>
                          <a:pt x="6" y="1"/>
                          <a:pt x="7" y="0"/>
                          <a:pt x="8" y="2"/>
                        </a:cubicBezTo>
                        <a:cubicBezTo>
                          <a:pt x="8" y="6"/>
                          <a:pt x="9" y="10"/>
                          <a:pt x="6" y="13"/>
                        </a:cubicBezTo>
                        <a:cubicBezTo>
                          <a:pt x="6" y="14"/>
                          <a:pt x="5" y="14"/>
                          <a:pt x="4" y="15"/>
                        </a:cubicBezTo>
                        <a:cubicBezTo>
                          <a:pt x="5" y="13"/>
                          <a:pt x="5" y="12"/>
                          <a:pt x="5" y="11"/>
                        </a:cubicBezTo>
                        <a:cubicBezTo>
                          <a:pt x="6" y="10"/>
                          <a:pt x="7" y="8"/>
                          <a:pt x="6" y="8"/>
                        </a:cubicBezTo>
                        <a:cubicBezTo>
                          <a:pt x="4" y="6"/>
                          <a:pt x="4" y="8"/>
                          <a:pt x="3" y="9"/>
                        </a:cubicBezTo>
                        <a:cubicBezTo>
                          <a:pt x="2" y="9"/>
                          <a:pt x="2" y="10"/>
                          <a:pt x="1" y="9"/>
                        </a:cubicBezTo>
                        <a:cubicBezTo>
                          <a:pt x="0" y="8"/>
                          <a:pt x="0" y="6"/>
                          <a:pt x="1" y="5"/>
                        </a:cubicBezTo>
                        <a:cubicBezTo>
                          <a:pt x="1" y="4"/>
                          <a:pt x="2" y="2"/>
                          <a:pt x="3" y="4"/>
                        </a:cubicBezTo>
                        <a:cubicBezTo>
                          <a:pt x="6" y="5"/>
                          <a:pt x="5" y="3"/>
                          <a:pt x="5" y="2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8" name="Freeform 578"/>
                  <p:cNvSpPr/>
                  <p:nvPr/>
                </p:nvSpPr>
                <p:spPr bwMode="auto">
                  <a:xfrm>
                    <a:off x="4612" y="2026"/>
                    <a:ext cx="36" cy="19"/>
                  </a:xfrm>
                  <a:custGeom>
                    <a:avLst/>
                    <a:gdLst>
                      <a:gd name="T0" fmla="*/ 15 w 15"/>
                      <a:gd name="T1" fmla="*/ 1 h 8"/>
                      <a:gd name="T2" fmla="*/ 0 w 15"/>
                      <a:gd name="T3" fmla="*/ 7 h 8"/>
                      <a:gd name="T4" fmla="*/ 15 w 15"/>
                      <a:gd name="T5" fmla="*/ 1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" h="8">
                        <a:moveTo>
                          <a:pt x="15" y="1"/>
                        </a:moveTo>
                        <a:cubicBezTo>
                          <a:pt x="10" y="4"/>
                          <a:pt x="6" y="8"/>
                          <a:pt x="0" y="7"/>
                        </a:cubicBezTo>
                        <a:cubicBezTo>
                          <a:pt x="3" y="0"/>
                          <a:pt x="9" y="2"/>
                          <a:pt x="15" y="1"/>
                        </a:cubicBezTo>
                        <a:close/>
                      </a:path>
                    </a:pathLst>
                  </a:custGeom>
                  <a:solidFill>
                    <a:srgbClr val="ADDB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29" name="Freeform 579"/>
                  <p:cNvSpPr/>
                  <p:nvPr/>
                </p:nvSpPr>
                <p:spPr bwMode="auto">
                  <a:xfrm>
                    <a:off x="4646" y="2010"/>
                    <a:ext cx="28" cy="19"/>
                  </a:xfrm>
                  <a:custGeom>
                    <a:avLst/>
                    <a:gdLst>
                      <a:gd name="T0" fmla="*/ 12 w 12"/>
                      <a:gd name="T1" fmla="*/ 8 h 8"/>
                      <a:gd name="T2" fmla="*/ 4 w 12"/>
                      <a:gd name="T3" fmla="*/ 7 h 8"/>
                      <a:gd name="T4" fmla="*/ 4 w 12"/>
                      <a:gd name="T5" fmla="*/ 5 h 8"/>
                      <a:gd name="T6" fmla="*/ 5 w 12"/>
                      <a:gd name="T7" fmla="*/ 0 h 8"/>
                      <a:gd name="T8" fmla="*/ 10 w 12"/>
                      <a:gd name="T9" fmla="*/ 1 h 8"/>
                      <a:gd name="T10" fmla="*/ 6 w 12"/>
                      <a:gd name="T11" fmla="*/ 5 h 8"/>
                      <a:gd name="T12" fmla="*/ 12 w 12"/>
                      <a:gd name="T13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8">
                        <a:moveTo>
                          <a:pt x="12" y="8"/>
                        </a:moveTo>
                        <a:cubicBezTo>
                          <a:pt x="10" y="7"/>
                          <a:pt x="7" y="7"/>
                          <a:pt x="4" y="7"/>
                        </a:cubicBezTo>
                        <a:cubicBezTo>
                          <a:pt x="4" y="6"/>
                          <a:pt x="5" y="5"/>
                          <a:pt x="4" y="5"/>
                        </a:cubicBezTo>
                        <a:cubicBezTo>
                          <a:pt x="0" y="2"/>
                          <a:pt x="4" y="1"/>
                          <a:pt x="5" y="0"/>
                        </a:cubicBezTo>
                        <a:cubicBezTo>
                          <a:pt x="7" y="0"/>
                          <a:pt x="10" y="0"/>
                          <a:pt x="10" y="1"/>
                        </a:cubicBezTo>
                        <a:cubicBezTo>
                          <a:pt x="11" y="4"/>
                          <a:pt x="8" y="4"/>
                          <a:pt x="6" y="5"/>
                        </a:cubicBezTo>
                        <a:cubicBezTo>
                          <a:pt x="8" y="8"/>
                          <a:pt x="12" y="4"/>
                          <a:pt x="12" y="8"/>
                        </a:cubicBezTo>
                        <a:close/>
                      </a:path>
                    </a:pathLst>
                  </a:custGeom>
                  <a:solidFill>
                    <a:srgbClr val="C3D9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0" name="Freeform 580"/>
                  <p:cNvSpPr/>
                  <p:nvPr/>
                </p:nvSpPr>
                <p:spPr bwMode="auto">
                  <a:xfrm>
                    <a:off x="4662" y="1976"/>
                    <a:ext cx="29" cy="17"/>
                  </a:xfrm>
                  <a:custGeom>
                    <a:avLst/>
                    <a:gdLst>
                      <a:gd name="T0" fmla="*/ 6 w 12"/>
                      <a:gd name="T1" fmla="*/ 0 h 7"/>
                      <a:gd name="T2" fmla="*/ 7 w 12"/>
                      <a:gd name="T3" fmla="*/ 3 h 7"/>
                      <a:gd name="T4" fmla="*/ 10 w 12"/>
                      <a:gd name="T5" fmla="*/ 1 h 7"/>
                      <a:gd name="T6" fmla="*/ 12 w 12"/>
                      <a:gd name="T7" fmla="*/ 3 h 7"/>
                      <a:gd name="T8" fmla="*/ 10 w 12"/>
                      <a:gd name="T9" fmla="*/ 3 h 7"/>
                      <a:gd name="T10" fmla="*/ 8 w 12"/>
                      <a:gd name="T11" fmla="*/ 5 h 7"/>
                      <a:gd name="T12" fmla="*/ 2 w 12"/>
                      <a:gd name="T13" fmla="*/ 5 h 7"/>
                      <a:gd name="T14" fmla="*/ 5 w 12"/>
                      <a:gd name="T15" fmla="*/ 1 h 7"/>
                      <a:gd name="T16" fmla="*/ 6 w 12"/>
                      <a:gd name="T1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" h="7">
                        <a:moveTo>
                          <a:pt x="6" y="0"/>
                        </a:moveTo>
                        <a:cubicBezTo>
                          <a:pt x="7" y="1"/>
                          <a:pt x="6" y="2"/>
                          <a:pt x="7" y="3"/>
                        </a:cubicBezTo>
                        <a:cubicBezTo>
                          <a:pt x="8" y="2"/>
                          <a:pt x="8" y="0"/>
                          <a:pt x="10" y="1"/>
                        </a:cubicBezTo>
                        <a:cubicBezTo>
                          <a:pt x="11" y="1"/>
                          <a:pt x="12" y="1"/>
                          <a:pt x="12" y="3"/>
                        </a:cubicBezTo>
                        <a:cubicBezTo>
                          <a:pt x="12" y="5"/>
                          <a:pt x="11" y="3"/>
                          <a:pt x="10" y="3"/>
                        </a:cubicBezTo>
                        <a:cubicBezTo>
                          <a:pt x="9" y="3"/>
                          <a:pt x="9" y="5"/>
                          <a:pt x="8" y="5"/>
                        </a:cubicBezTo>
                        <a:cubicBezTo>
                          <a:pt x="6" y="7"/>
                          <a:pt x="4" y="7"/>
                          <a:pt x="2" y="5"/>
                        </a:cubicBezTo>
                        <a:cubicBezTo>
                          <a:pt x="0" y="3"/>
                          <a:pt x="3" y="2"/>
                          <a:pt x="5" y="1"/>
                        </a:cubicBezTo>
                        <a:cubicBezTo>
                          <a:pt x="5" y="1"/>
                          <a:pt x="6" y="0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1" name="Freeform 581"/>
                  <p:cNvSpPr/>
                  <p:nvPr/>
                </p:nvSpPr>
                <p:spPr bwMode="auto">
                  <a:xfrm>
                    <a:off x="4546" y="2017"/>
                    <a:ext cx="14" cy="26"/>
                  </a:xfrm>
                  <a:custGeom>
                    <a:avLst/>
                    <a:gdLst>
                      <a:gd name="T0" fmla="*/ 3 w 6"/>
                      <a:gd name="T1" fmla="*/ 10 h 11"/>
                      <a:gd name="T2" fmla="*/ 1 w 6"/>
                      <a:gd name="T3" fmla="*/ 0 h 11"/>
                      <a:gd name="T4" fmla="*/ 4 w 6"/>
                      <a:gd name="T5" fmla="*/ 4 h 11"/>
                      <a:gd name="T6" fmla="*/ 6 w 6"/>
                      <a:gd name="T7" fmla="*/ 10 h 11"/>
                      <a:gd name="T8" fmla="*/ 3 w 6"/>
                      <a:gd name="T9" fmla="*/ 1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11">
                        <a:moveTo>
                          <a:pt x="3" y="10"/>
                        </a:moveTo>
                        <a:cubicBezTo>
                          <a:pt x="0" y="7"/>
                          <a:pt x="1" y="3"/>
                          <a:pt x="1" y="0"/>
                        </a:cubicBezTo>
                        <a:cubicBezTo>
                          <a:pt x="3" y="0"/>
                          <a:pt x="4" y="2"/>
                          <a:pt x="4" y="4"/>
                        </a:cubicBezTo>
                        <a:cubicBezTo>
                          <a:pt x="5" y="6"/>
                          <a:pt x="6" y="8"/>
                          <a:pt x="6" y="10"/>
                        </a:cubicBezTo>
                        <a:cubicBezTo>
                          <a:pt x="5" y="11"/>
                          <a:pt x="4" y="11"/>
                          <a:pt x="3" y="10"/>
                        </a:cubicBezTo>
                        <a:close/>
                      </a:path>
                    </a:pathLst>
                  </a:custGeom>
                  <a:solidFill>
                    <a:srgbClr val="F6FBF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2" name="Freeform 582"/>
                  <p:cNvSpPr/>
                  <p:nvPr/>
                </p:nvSpPr>
                <p:spPr bwMode="auto">
                  <a:xfrm>
                    <a:off x="4553" y="2041"/>
                    <a:ext cx="38" cy="9"/>
                  </a:xfrm>
                  <a:custGeom>
                    <a:avLst/>
                    <a:gdLst>
                      <a:gd name="T0" fmla="*/ 0 w 16"/>
                      <a:gd name="T1" fmla="*/ 0 h 4"/>
                      <a:gd name="T2" fmla="*/ 3 w 16"/>
                      <a:gd name="T3" fmla="*/ 0 h 4"/>
                      <a:gd name="T4" fmla="*/ 14 w 16"/>
                      <a:gd name="T5" fmla="*/ 2 h 4"/>
                      <a:gd name="T6" fmla="*/ 16 w 16"/>
                      <a:gd name="T7" fmla="*/ 3 h 4"/>
                      <a:gd name="T8" fmla="*/ 16 w 16"/>
                      <a:gd name="T9" fmla="*/ 3 h 4"/>
                      <a:gd name="T10" fmla="*/ 14 w 16"/>
                      <a:gd name="T11" fmla="*/ 4 h 4"/>
                      <a:gd name="T12" fmla="*/ 12 w 16"/>
                      <a:gd name="T13" fmla="*/ 4 h 4"/>
                      <a:gd name="T14" fmla="*/ 4 w 16"/>
                      <a:gd name="T15" fmla="*/ 4 h 4"/>
                      <a:gd name="T16" fmla="*/ 0 w 16"/>
                      <a:gd name="T1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6" h="4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  <a:cubicBezTo>
                          <a:pt x="7" y="1"/>
                          <a:pt x="10" y="2"/>
                          <a:pt x="14" y="2"/>
                        </a:cubicBezTo>
                        <a:cubicBezTo>
                          <a:pt x="15" y="2"/>
                          <a:pt x="16" y="2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5" y="4"/>
                          <a:pt x="15" y="4"/>
                          <a:pt x="14" y="4"/>
                        </a:cubicBezTo>
                        <a:cubicBezTo>
                          <a:pt x="13" y="4"/>
                          <a:pt x="13" y="4"/>
                          <a:pt x="12" y="4"/>
                        </a:cubicBezTo>
                        <a:cubicBezTo>
                          <a:pt x="10" y="3"/>
                          <a:pt x="7" y="4"/>
                          <a:pt x="4" y="4"/>
                        </a:cubicBezTo>
                        <a:cubicBezTo>
                          <a:pt x="2" y="3"/>
                          <a:pt x="0" y="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DAFE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3" name="Freeform 583"/>
                  <p:cNvSpPr/>
                  <p:nvPr/>
                </p:nvSpPr>
                <p:spPr bwMode="auto">
                  <a:xfrm>
                    <a:off x="4691" y="1976"/>
                    <a:ext cx="14" cy="20"/>
                  </a:xfrm>
                  <a:custGeom>
                    <a:avLst/>
                    <a:gdLst>
                      <a:gd name="T0" fmla="*/ 6 w 6"/>
                      <a:gd name="T1" fmla="*/ 4 h 8"/>
                      <a:gd name="T2" fmla="*/ 5 w 6"/>
                      <a:gd name="T3" fmla="*/ 5 h 8"/>
                      <a:gd name="T4" fmla="*/ 0 w 6"/>
                      <a:gd name="T5" fmla="*/ 4 h 8"/>
                      <a:gd name="T6" fmla="*/ 4 w 6"/>
                      <a:gd name="T7" fmla="*/ 0 h 8"/>
                      <a:gd name="T8" fmla="*/ 6 w 6"/>
                      <a:gd name="T9" fmla="*/ 4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8">
                        <a:moveTo>
                          <a:pt x="6" y="4"/>
                        </a:moveTo>
                        <a:cubicBezTo>
                          <a:pt x="6" y="5"/>
                          <a:pt x="5" y="5"/>
                          <a:pt x="5" y="5"/>
                        </a:cubicBezTo>
                        <a:cubicBezTo>
                          <a:pt x="3" y="5"/>
                          <a:pt x="0" y="8"/>
                          <a:pt x="0" y="4"/>
                        </a:cubicBezTo>
                        <a:cubicBezTo>
                          <a:pt x="1" y="2"/>
                          <a:pt x="2" y="0"/>
                          <a:pt x="4" y="0"/>
                        </a:cubicBezTo>
                        <a:cubicBezTo>
                          <a:pt x="6" y="1"/>
                          <a:pt x="5" y="3"/>
                          <a:pt x="6" y="4"/>
                        </a:cubicBezTo>
                        <a:close/>
                      </a:path>
                    </a:pathLst>
                  </a:custGeom>
                  <a:solidFill>
                    <a:srgbClr val="C5DB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4" name="Freeform 584"/>
                  <p:cNvSpPr/>
                  <p:nvPr/>
                </p:nvSpPr>
                <p:spPr bwMode="auto">
                  <a:xfrm>
                    <a:off x="4527" y="1955"/>
                    <a:ext cx="24" cy="14"/>
                  </a:xfrm>
                  <a:custGeom>
                    <a:avLst/>
                    <a:gdLst>
                      <a:gd name="T0" fmla="*/ 3 w 10"/>
                      <a:gd name="T1" fmla="*/ 1 h 6"/>
                      <a:gd name="T2" fmla="*/ 6 w 10"/>
                      <a:gd name="T3" fmla="*/ 2 h 6"/>
                      <a:gd name="T4" fmla="*/ 8 w 10"/>
                      <a:gd name="T5" fmla="*/ 5 h 6"/>
                      <a:gd name="T6" fmla="*/ 0 w 10"/>
                      <a:gd name="T7" fmla="*/ 3 h 6"/>
                      <a:gd name="T8" fmla="*/ 2 w 10"/>
                      <a:gd name="T9" fmla="*/ 1 h 6"/>
                      <a:gd name="T10" fmla="*/ 3 w 10"/>
                      <a:gd name="T11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0" h="6">
                        <a:moveTo>
                          <a:pt x="3" y="1"/>
                        </a:moveTo>
                        <a:cubicBezTo>
                          <a:pt x="4" y="1"/>
                          <a:pt x="4" y="3"/>
                          <a:pt x="6" y="2"/>
                        </a:cubicBezTo>
                        <a:cubicBezTo>
                          <a:pt x="10" y="0"/>
                          <a:pt x="7" y="4"/>
                          <a:pt x="8" y="5"/>
                        </a:cubicBezTo>
                        <a:cubicBezTo>
                          <a:pt x="5" y="4"/>
                          <a:pt x="2" y="6"/>
                          <a:pt x="0" y="3"/>
                        </a:cubicBezTo>
                        <a:cubicBezTo>
                          <a:pt x="0" y="2"/>
                          <a:pt x="1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5" name="Freeform 585"/>
                  <p:cNvSpPr/>
                  <p:nvPr/>
                </p:nvSpPr>
                <p:spPr bwMode="auto">
                  <a:xfrm>
                    <a:off x="4586" y="2045"/>
                    <a:ext cx="24" cy="10"/>
                  </a:xfrm>
                  <a:custGeom>
                    <a:avLst/>
                    <a:gdLst>
                      <a:gd name="T0" fmla="*/ 2 w 10"/>
                      <a:gd name="T1" fmla="*/ 1 h 4"/>
                      <a:gd name="T2" fmla="*/ 0 w 10"/>
                      <a:gd name="T3" fmla="*/ 0 h 4"/>
                      <a:gd name="T4" fmla="*/ 10 w 10"/>
                      <a:gd name="T5" fmla="*/ 0 h 4"/>
                      <a:gd name="T6" fmla="*/ 2 w 10"/>
                      <a:gd name="T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4">
                        <a:moveTo>
                          <a:pt x="2" y="1"/>
                        </a:moveTo>
                        <a:cubicBezTo>
                          <a:pt x="1" y="1"/>
                          <a:pt x="1" y="0"/>
                          <a:pt x="0" y="0"/>
                        </a:cubicBezTo>
                        <a:cubicBezTo>
                          <a:pt x="3" y="0"/>
                          <a:pt x="6" y="0"/>
                          <a:pt x="10" y="0"/>
                        </a:cubicBezTo>
                        <a:cubicBezTo>
                          <a:pt x="8" y="4"/>
                          <a:pt x="4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EDF7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6" name="Freeform 586"/>
                  <p:cNvSpPr/>
                  <p:nvPr/>
                </p:nvSpPr>
                <p:spPr bwMode="auto">
                  <a:xfrm>
                    <a:off x="4520" y="1948"/>
                    <a:ext cx="14" cy="12"/>
                  </a:xfrm>
                  <a:custGeom>
                    <a:avLst/>
                    <a:gdLst>
                      <a:gd name="T0" fmla="*/ 1 w 6"/>
                      <a:gd name="T1" fmla="*/ 0 h 5"/>
                      <a:gd name="T2" fmla="*/ 4 w 6"/>
                      <a:gd name="T3" fmla="*/ 2 h 5"/>
                      <a:gd name="T4" fmla="*/ 6 w 6"/>
                      <a:gd name="T5" fmla="*/ 4 h 5"/>
                      <a:gd name="T6" fmla="*/ 6 w 6"/>
                      <a:gd name="T7" fmla="*/ 4 h 5"/>
                      <a:gd name="T8" fmla="*/ 2 w 6"/>
                      <a:gd name="T9" fmla="*/ 5 h 5"/>
                      <a:gd name="T10" fmla="*/ 1 w 6"/>
                      <a:gd name="T11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5">
                        <a:moveTo>
                          <a:pt x="1" y="0"/>
                        </a:moveTo>
                        <a:cubicBezTo>
                          <a:pt x="2" y="1"/>
                          <a:pt x="2" y="2"/>
                          <a:pt x="4" y="2"/>
                        </a:cubicBezTo>
                        <a:cubicBezTo>
                          <a:pt x="6" y="1"/>
                          <a:pt x="6" y="3"/>
                          <a:pt x="6" y="4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5" y="5"/>
                          <a:pt x="3" y="5"/>
                          <a:pt x="2" y="5"/>
                        </a:cubicBezTo>
                        <a:cubicBezTo>
                          <a:pt x="0" y="4"/>
                          <a:pt x="1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7" name="Freeform 587"/>
                  <p:cNvSpPr/>
                  <p:nvPr/>
                </p:nvSpPr>
                <p:spPr bwMode="auto">
                  <a:xfrm>
                    <a:off x="4515" y="1936"/>
                    <a:ext cx="17" cy="12"/>
                  </a:xfrm>
                  <a:custGeom>
                    <a:avLst/>
                    <a:gdLst>
                      <a:gd name="T0" fmla="*/ 0 w 7"/>
                      <a:gd name="T1" fmla="*/ 0 h 5"/>
                      <a:gd name="T2" fmla="*/ 3 w 7"/>
                      <a:gd name="T3" fmla="*/ 2 h 5"/>
                      <a:gd name="T4" fmla="*/ 3 w 7"/>
                      <a:gd name="T5" fmla="*/ 5 h 5"/>
                      <a:gd name="T6" fmla="*/ 0 w 7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5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2"/>
                        </a:cubicBezTo>
                        <a:cubicBezTo>
                          <a:pt x="7" y="3"/>
                          <a:pt x="4" y="4"/>
                          <a:pt x="3" y="5"/>
                        </a:cubicBezTo>
                        <a:cubicBezTo>
                          <a:pt x="1" y="4"/>
                          <a:pt x="1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8" name="Freeform 588"/>
                  <p:cNvSpPr/>
                  <p:nvPr/>
                </p:nvSpPr>
                <p:spPr bwMode="auto">
                  <a:xfrm>
                    <a:off x="4534" y="1991"/>
                    <a:ext cx="10" cy="9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0 w 4"/>
                      <a:gd name="T3" fmla="*/ 0 h 4"/>
                      <a:gd name="T4" fmla="*/ 4 w 4"/>
                      <a:gd name="T5" fmla="*/ 2 h 4"/>
                      <a:gd name="T6" fmla="*/ 2 w 4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1" y="3"/>
                          <a:pt x="0" y="2"/>
                          <a:pt x="0" y="0"/>
                        </a:cubicBezTo>
                        <a:cubicBezTo>
                          <a:pt x="1" y="1"/>
                          <a:pt x="3" y="1"/>
                          <a:pt x="4" y="2"/>
                        </a:cubicBezTo>
                        <a:cubicBezTo>
                          <a:pt x="4" y="4"/>
                          <a:pt x="2" y="3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39" name="Freeform 589"/>
                  <p:cNvSpPr/>
                  <p:nvPr/>
                </p:nvSpPr>
                <p:spPr bwMode="auto">
                  <a:xfrm>
                    <a:off x="4494" y="1953"/>
                    <a:ext cx="9" cy="7"/>
                  </a:xfrm>
                  <a:custGeom>
                    <a:avLst/>
                    <a:gdLst>
                      <a:gd name="T0" fmla="*/ 4 w 4"/>
                      <a:gd name="T1" fmla="*/ 0 h 3"/>
                      <a:gd name="T2" fmla="*/ 1 w 4"/>
                      <a:gd name="T3" fmla="*/ 3 h 3"/>
                      <a:gd name="T4" fmla="*/ 0 w 4"/>
                      <a:gd name="T5" fmla="*/ 2 h 3"/>
                      <a:gd name="T6" fmla="*/ 4 w 4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3">
                        <a:moveTo>
                          <a:pt x="4" y="0"/>
                        </a:moveTo>
                        <a:cubicBezTo>
                          <a:pt x="3" y="1"/>
                          <a:pt x="3" y="3"/>
                          <a:pt x="1" y="3"/>
                        </a:cubicBezTo>
                        <a:cubicBezTo>
                          <a:pt x="1" y="3"/>
                          <a:pt x="0" y="2"/>
                          <a:pt x="0" y="2"/>
                        </a:cubicBezTo>
                        <a:cubicBezTo>
                          <a:pt x="1" y="0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0" name="Freeform 590"/>
                  <p:cNvSpPr/>
                  <p:nvPr/>
                </p:nvSpPr>
                <p:spPr bwMode="auto">
                  <a:xfrm>
                    <a:off x="4529" y="1979"/>
                    <a:ext cx="10" cy="12"/>
                  </a:xfrm>
                  <a:custGeom>
                    <a:avLst/>
                    <a:gdLst>
                      <a:gd name="T0" fmla="*/ 2 w 4"/>
                      <a:gd name="T1" fmla="*/ 5 h 5"/>
                      <a:gd name="T2" fmla="*/ 0 w 4"/>
                      <a:gd name="T3" fmla="*/ 0 h 5"/>
                      <a:gd name="T4" fmla="*/ 2 w 4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5">
                        <a:moveTo>
                          <a:pt x="2" y="5"/>
                        </a:moveTo>
                        <a:cubicBezTo>
                          <a:pt x="0" y="4"/>
                          <a:pt x="1" y="1"/>
                          <a:pt x="0" y="0"/>
                        </a:cubicBezTo>
                        <a:cubicBezTo>
                          <a:pt x="4" y="1"/>
                          <a:pt x="2" y="3"/>
                          <a:pt x="2" y="5"/>
                        </a:cubicBezTo>
                        <a:close/>
                      </a:path>
                    </a:pathLst>
                  </a:custGeom>
                  <a:solidFill>
                    <a:srgbClr val="B9D3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1" name="Freeform 591"/>
                  <p:cNvSpPr/>
                  <p:nvPr/>
                </p:nvSpPr>
                <p:spPr bwMode="auto">
                  <a:xfrm>
                    <a:off x="4525" y="1957"/>
                    <a:ext cx="9" cy="5"/>
                  </a:xfrm>
                  <a:custGeom>
                    <a:avLst/>
                    <a:gdLst>
                      <a:gd name="T0" fmla="*/ 0 w 4"/>
                      <a:gd name="T1" fmla="*/ 1 h 2"/>
                      <a:gd name="T2" fmla="*/ 4 w 4"/>
                      <a:gd name="T3" fmla="*/ 0 h 2"/>
                      <a:gd name="T4" fmla="*/ 1 w 4"/>
                      <a:gd name="T5" fmla="*/ 2 h 2"/>
                      <a:gd name="T6" fmla="*/ 0 w 4"/>
                      <a:gd name="T7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2">
                        <a:moveTo>
                          <a:pt x="0" y="1"/>
                        </a:moveTo>
                        <a:cubicBezTo>
                          <a:pt x="1" y="0"/>
                          <a:pt x="3" y="0"/>
                          <a:pt x="4" y="0"/>
                        </a:cubicBezTo>
                        <a:cubicBezTo>
                          <a:pt x="3" y="1"/>
                          <a:pt x="2" y="1"/>
                          <a:pt x="1" y="2"/>
                        </a:cubicBezTo>
                        <a:cubicBezTo>
                          <a:pt x="1" y="2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A7C6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2" name="Freeform 592"/>
                  <p:cNvSpPr/>
                  <p:nvPr/>
                </p:nvSpPr>
                <p:spPr bwMode="auto">
                  <a:xfrm>
                    <a:off x="4764" y="1976"/>
                    <a:ext cx="34" cy="24"/>
                  </a:xfrm>
                  <a:custGeom>
                    <a:avLst/>
                    <a:gdLst>
                      <a:gd name="T0" fmla="*/ 5 w 14"/>
                      <a:gd name="T1" fmla="*/ 10 h 10"/>
                      <a:gd name="T2" fmla="*/ 6 w 14"/>
                      <a:gd name="T3" fmla="*/ 0 h 10"/>
                      <a:gd name="T4" fmla="*/ 11 w 14"/>
                      <a:gd name="T5" fmla="*/ 4 h 10"/>
                      <a:gd name="T6" fmla="*/ 13 w 14"/>
                      <a:gd name="T7" fmla="*/ 6 h 10"/>
                      <a:gd name="T8" fmla="*/ 10 w 14"/>
                      <a:gd name="T9" fmla="*/ 9 h 10"/>
                      <a:gd name="T10" fmla="*/ 5 w 14"/>
                      <a:gd name="T11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4" h="10">
                        <a:moveTo>
                          <a:pt x="5" y="10"/>
                        </a:moveTo>
                        <a:cubicBezTo>
                          <a:pt x="2" y="6"/>
                          <a:pt x="0" y="2"/>
                          <a:pt x="6" y="0"/>
                        </a:cubicBezTo>
                        <a:cubicBezTo>
                          <a:pt x="8" y="1"/>
                          <a:pt x="9" y="3"/>
                          <a:pt x="11" y="4"/>
                        </a:cubicBezTo>
                        <a:cubicBezTo>
                          <a:pt x="12" y="5"/>
                          <a:pt x="14" y="4"/>
                          <a:pt x="13" y="6"/>
                        </a:cubicBezTo>
                        <a:cubicBezTo>
                          <a:pt x="12" y="7"/>
                          <a:pt x="12" y="9"/>
                          <a:pt x="10" y="9"/>
                        </a:cubicBezTo>
                        <a:cubicBezTo>
                          <a:pt x="8" y="8"/>
                          <a:pt x="6" y="10"/>
                          <a:pt x="5" y="10"/>
                        </a:cubicBezTo>
                        <a:close/>
                      </a:path>
                    </a:pathLst>
                  </a:custGeom>
                  <a:solidFill>
                    <a:srgbClr val="ACCA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3" name="Freeform 593"/>
                  <p:cNvSpPr/>
                  <p:nvPr/>
                </p:nvSpPr>
                <p:spPr bwMode="auto">
                  <a:xfrm>
                    <a:off x="4705" y="1824"/>
                    <a:ext cx="173" cy="117"/>
                  </a:xfrm>
                  <a:custGeom>
                    <a:avLst/>
                    <a:gdLst>
                      <a:gd name="T0" fmla="*/ 73 w 73"/>
                      <a:gd name="T1" fmla="*/ 35 h 49"/>
                      <a:gd name="T2" fmla="*/ 73 w 73"/>
                      <a:gd name="T3" fmla="*/ 36 h 49"/>
                      <a:gd name="T4" fmla="*/ 71 w 73"/>
                      <a:gd name="T5" fmla="*/ 40 h 49"/>
                      <a:gd name="T6" fmla="*/ 67 w 73"/>
                      <a:gd name="T7" fmla="*/ 42 h 49"/>
                      <a:gd name="T8" fmla="*/ 66 w 73"/>
                      <a:gd name="T9" fmla="*/ 37 h 49"/>
                      <a:gd name="T10" fmla="*/ 61 w 73"/>
                      <a:gd name="T11" fmla="*/ 40 h 49"/>
                      <a:gd name="T12" fmla="*/ 64 w 73"/>
                      <a:gd name="T13" fmla="*/ 44 h 49"/>
                      <a:gd name="T14" fmla="*/ 61 w 73"/>
                      <a:gd name="T15" fmla="*/ 46 h 49"/>
                      <a:gd name="T16" fmla="*/ 41 w 73"/>
                      <a:gd name="T17" fmla="*/ 44 h 49"/>
                      <a:gd name="T18" fmla="*/ 40 w 73"/>
                      <a:gd name="T19" fmla="*/ 43 h 49"/>
                      <a:gd name="T20" fmla="*/ 34 w 73"/>
                      <a:gd name="T21" fmla="*/ 44 h 49"/>
                      <a:gd name="T22" fmla="*/ 18 w 73"/>
                      <a:gd name="T23" fmla="*/ 36 h 49"/>
                      <a:gd name="T24" fmla="*/ 12 w 73"/>
                      <a:gd name="T25" fmla="*/ 31 h 49"/>
                      <a:gd name="T26" fmla="*/ 10 w 73"/>
                      <a:gd name="T27" fmla="*/ 31 h 49"/>
                      <a:gd name="T28" fmla="*/ 3 w 73"/>
                      <a:gd name="T29" fmla="*/ 24 h 49"/>
                      <a:gd name="T30" fmla="*/ 1 w 73"/>
                      <a:gd name="T31" fmla="*/ 17 h 49"/>
                      <a:gd name="T32" fmla="*/ 1 w 73"/>
                      <a:gd name="T33" fmla="*/ 15 h 49"/>
                      <a:gd name="T34" fmla="*/ 4 w 73"/>
                      <a:gd name="T35" fmla="*/ 5 h 49"/>
                      <a:gd name="T36" fmla="*/ 10 w 73"/>
                      <a:gd name="T37" fmla="*/ 1 h 49"/>
                      <a:gd name="T38" fmla="*/ 36 w 73"/>
                      <a:gd name="T39" fmla="*/ 3 h 49"/>
                      <a:gd name="T40" fmla="*/ 39 w 73"/>
                      <a:gd name="T41" fmla="*/ 3 h 49"/>
                      <a:gd name="T42" fmla="*/ 48 w 73"/>
                      <a:gd name="T43" fmla="*/ 10 h 49"/>
                      <a:gd name="T44" fmla="*/ 60 w 73"/>
                      <a:gd name="T45" fmla="*/ 10 h 49"/>
                      <a:gd name="T46" fmla="*/ 60 w 73"/>
                      <a:gd name="T47" fmla="*/ 16 h 49"/>
                      <a:gd name="T48" fmla="*/ 62 w 73"/>
                      <a:gd name="T49" fmla="*/ 17 h 49"/>
                      <a:gd name="T50" fmla="*/ 64 w 73"/>
                      <a:gd name="T51" fmla="*/ 16 h 49"/>
                      <a:gd name="T52" fmla="*/ 64 w 73"/>
                      <a:gd name="T53" fmla="*/ 23 h 49"/>
                      <a:gd name="T54" fmla="*/ 59 w 73"/>
                      <a:gd name="T55" fmla="*/ 24 h 49"/>
                      <a:gd name="T56" fmla="*/ 57 w 73"/>
                      <a:gd name="T57" fmla="*/ 24 h 49"/>
                      <a:gd name="T58" fmla="*/ 57 w 73"/>
                      <a:gd name="T59" fmla="*/ 25 h 49"/>
                      <a:gd name="T60" fmla="*/ 53 w 73"/>
                      <a:gd name="T61" fmla="*/ 28 h 49"/>
                      <a:gd name="T62" fmla="*/ 59 w 73"/>
                      <a:gd name="T63" fmla="*/ 28 h 49"/>
                      <a:gd name="T64" fmla="*/ 67 w 73"/>
                      <a:gd name="T65" fmla="*/ 29 h 49"/>
                      <a:gd name="T66" fmla="*/ 72 w 73"/>
                      <a:gd name="T67" fmla="*/ 28 h 49"/>
                      <a:gd name="T68" fmla="*/ 73 w 73"/>
                      <a:gd name="T69" fmla="*/ 35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73" h="49">
                        <a:moveTo>
                          <a:pt x="73" y="35"/>
                        </a:moveTo>
                        <a:cubicBezTo>
                          <a:pt x="72" y="35"/>
                          <a:pt x="72" y="36"/>
                          <a:pt x="73" y="36"/>
                        </a:cubicBezTo>
                        <a:cubicBezTo>
                          <a:pt x="73" y="38"/>
                          <a:pt x="72" y="39"/>
                          <a:pt x="71" y="40"/>
                        </a:cubicBezTo>
                        <a:cubicBezTo>
                          <a:pt x="70" y="41"/>
                          <a:pt x="69" y="43"/>
                          <a:pt x="67" y="42"/>
                        </a:cubicBezTo>
                        <a:cubicBezTo>
                          <a:pt x="65" y="41"/>
                          <a:pt x="66" y="39"/>
                          <a:pt x="66" y="37"/>
                        </a:cubicBezTo>
                        <a:cubicBezTo>
                          <a:pt x="64" y="39"/>
                          <a:pt x="66" y="44"/>
                          <a:pt x="61" y="40"/>
                        </a:cubicBezTo>
                        <a:cubicBezTo>
                          <a:pt x="62" y="42"/>
                          <a:pt x="64" y="42"/>
                          <a:pt x="64" y="44"/>
                        </a:cubicBezTo>
                        <a:cubicBezTo>
                          <a:pt x="64" y="46"/>
                          <a:pt x="62" y="46"/>
                          <a:pt x="61" y="46"/>
                        </a:cubicBezTo>
                        <a:cubicBezTo>
                          <a:pt x="54" y="49"/>
                          <a:pt x="48" y="49"/>
                          <a:pt x="41" y="44"/>
                        </a:cubicBezTo>
                        <a:cubicBezTo>
                          <a:pt x="41" y="44"/>
                          <a:pt x="41" y="41"/>
                          <a:pt x="40" y="43"/>
                        </a:cubicBezTo>
                        <a:cubicBezTo>
                          <a:pt x="38" y="45"/>
                          <a:pt x="36" y="44"/>
                          <a:pt x="34" y="44"/>
                        </a:cubicBezTo>
                        <a:cubicBezTo>
                          <a:pt x="28" y="43"/>
                          <a:pt x="23" y="40"/>
                          <a:pt x="18" y="36"/>
                        </a:cubicBezTo>
                        <a:cubicBezTo>
                          <a:pt x="17" y="34"/>
                          <a:pt x="15" y="32"/>
                          <a:pt x="12" y="31"/>
                        </a:cubicBezTo>
                        <a:cubicBezTo>
                          <a:pt x="12" y="31"/>
                          <a:pt x="11" y="30"/>
                          <a:pt x="10" y="31"/>
                        </a:cubicBezTo>
                        <a:cubicBezTo>
                          <a:pt x="5" y="32"/>
                          <a:pt x="1" y="28"/>
                          <a:pt x="3" y="24"/>
                        </a:cubicBezTo>
                        <a:cubicBezTo>
                          <a:pt x="4" y="20"/>
                          <a:pt x="3" y="19"/>
                          <a:pt x="1" y="17"/>
                        </a:cubicBezTo>
                        <a:cubicBezTo>
                          <a:pt x="0" y="16"/>
                          <a:pt x="0" y="15"/>
                          <a:pt x="1" y="15"/>
                        </a:cubicBezTo>
                        <a:cubicBezTo>
                          <a:pt x="2" y="12"/>
                          <a:pt x="3" y="8"/>
                          <a:pt x="4" y="5"/>
                        </a:cubicBezTo>
                        <a:cubicBezTo>
                          <a:pt x="5" y="3"/>
                          <a:pt x="7" y="1"/>
                          <a:pt x="10" y="1"/>
                        </a:cubicBezTo>
                        <a:cubicBezTo>
                          <a:pt x="19" y="1"/>
                          <a:pt x="27" y="0"/>
                          <a:pt x="36" y="3"/>
                        </a:cubicBezTo>
                        <a:cubicBezTo>
                          <a:pt x="37" y="3"/>
                          <a:pt x="38" y="3"/>
                          <a:pt x="39" y="3"/>
                        </a:cubicBezTo>
                        <a:cubicBezTo>
                          <a:pt x="40" y="8"/>
                          <a:pt x="44" y="9"/>
                          <a:pt x="48" y="10"/>
                        </a:cubicBezTo>
                        <a:cubicBezTo>
                          <a:pt x="52" y="10"/>
                          <a:pt x="56" y="10"/>
                          <a:pt x="60" y="10"/>
                        </a:cubicBezTo>
                        <a:cubicBezTo>
                          <a:pt x="58" y="12"/>
                          <a:pt x="57" y="14"/>
                          <a:pt x="60" y="16"/>
                        </a:cubicBezTo>
                        <a:cubicBezTo>
                          <a:pt x="61" y="17"/>
                          <a:pt x="61" y="18"/>
                          <a:pt x="62" y="17"/>
                        </a:cubicBezTo>
                        <a:cubicBezTo>
                          <a:pt x="63" y="16"/>
                          <a:pt x="63" y="14"/>
                          <a:pt x="64" y="16"/>
                        </a:cubicBezTo>
                        <a:cubicBezTo>
                          <a:pt x="65" y="18"/>
                          <a:pt x="66" y="21"/>
                          <a:pt x="64" y="23"/>
                        </a:cubicBezTo>
                        <a:cubicBezTo>
                          <a:pt x="62" y="24"/>
                          <a:pt x="60" y="25"/>
                          <a:pt x="59" y="24"/>
                        </a:cubicBezTo>
                        <a:cubicBezTo>
                          <a:pt x="58" y="22"/>
                          <a:pt x="57" y="23"/>
                          <a:pt x="57" y="24"/>
                        </a:cubicBezTo>
                        <a:cubicBezTo>
                          <a:pt x="57" y="25"/>
                          <a:pt x="57" y="25"/>
                          <a:pt x="57" y="25"/>
                        </a:cubicBezTo>
                        <a:cubicBezTo>
                          <a:pt x="54" y="25"/>
                          <a:pt x="52" y="26"/>
                          <a:pt x="53" y="28"/>
                        </a:cubicBezTo>
                        <a:cubicBezTo>
                          <a:pt x="54" y="30"/>
                          <a:pt x="57" y="29"/>
                          <a:pt x="59" y="28"/>
                        </a:cubicBezTo>
                        <a:cubicBezTo>
                          <a:pt x="62" y="26"/>
                          <a:pt x="65" y="28"/>
                          <a:pt x="67" y="29"/>
                        </a:cubicBezTo>
                        <a:cubicBezTo>
                          <a:pt x="69" y="32"/>
                          <a:pt x="70" y="29"/>
                          <a:pt x="72" y="28"/>
                        </a:cubicBezTo>
                        <a:cubicBezTo>
                          <a:pt x="72" y="31"/>
                          <a:pt x="73" y="33"/>
                          <a:pt x="73" y="35"/>
                        </a:cubicBezTo>
                        <a:close/>
                      </a:path>
                    </a:pathLst>
                  </a:custGeom>
                  <a:solidFill>
                    <a:srgbClr val="C1FE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4" name="Freeform 594"/>
                  <p:cNvSpPr/>
                  <p:nvPr/>
                </p:nvSpPr>
                <p:spPr bwMode="auto">
                  <a:xfrm>
                    <a:off x="4700" y="1860"/>
                    <a:ext cx="181" cy="83"/>
                  </a:xfrm>
                  <a:custGeom>
                    <a:avLst/>
                    <a:gdLst>
                      <a:gd name="T0" fmla="*/ 3 w 76"/>
                      <a:gd name="T1" fmla="*/ 0 h 35"/>
                      <a:gd name="T2" fmla="*/ 8 w 76"/>
                      <a:gd name="T3" fmla="*/ 7 h 35"/>
                      <a:gd name="T4" fmla="*/ 5 w 76"/>
                      <a:gd name="T5" fmla="*/ 8 h 35"/>
                      <a:gd name="T6" fmla="*/ 6 w 76"/>
                      <a:gd name="T7" fmla="*/ 13 h 35"/>
                      <a:gd name="T8" fmla="*/ 13 w 76"/>
                      <a:gd name="T9" fmla="*/ 13 h 35"/>
                      <a:gd name="T10" fmla="*/ 17 w 76"/>
                      <a:gd name="T11" fmla="*/ 15 h 35"/>
                      <a:gd name="T12" fmla="*/ 21 w 76"/>
                      <a:gd name="T13" fmla="*/ 19 h 35"/>
                      <a:gd name="T14" fmla="*/ 22 w 76"/>
                      <a:gd name="T15" fmla="*/ 21 h 35"/>
                      <a:gd name="T16" fmla="*/ 23 w 76"/>
                      <a:gd name="T17" fmla="*/ 23 h 35"/>
                      <a:gd name="T18" fmla="*/ 29 w 76"/>
                      <a:gd name="T19" fmla="*/ 25 h 35"/>
                      <a:gd name="T20" fmla="*/ 31 w 76"/>
                      <a:gd name="T21" fmla="*/ 29 h 35"/>
                      <a:gd name="T22" fmla="*/ 43 w 76"/>
                      <a:gd name="T23" fmla="*/ 24 h 35"/>
                      <a:gd name="T24" fmla="*/ 46 w 76"/>
                      <a:gd name="T25" fmla="*/ 28 h 35"/>
                      <a:gd name="T26" fmla="*/ 48 w 76"/>
                      <a:gd name="T27" fmla="*/ 29 h 35"/>
                      <a:gd name="T28" fmla="*/ 60 w 76"/>
                      <a:gd name="T29" fmla="*/ 31 h 35"/>
                      <a:gd name="T30" fmla="*/ 62 w 76"/>
                      <a:gd name="T31" fmla="*/ 30 h 35"/>
                      <a:gd name="T32" fmla="*/ 65 w 76"/>
                      <a:gd name="T33" fmla="*/ 28 h 35"/>
                      <a:gd name="T34" fmla="*/ 61 w 76"/>
                      <a:gd name="T35" fmla="*/ 27 h 35"/>
                      <a:gd name="T36" fmla="*/ 66 w 76"/>
                      <a:gd name="T37" fmla="*/ 26 h 35"/>
                      <a:gd name="T38" fmla="*/ 67 w 76"/>
                      <a:gd name="T39" fmla="*/ 21 h 35"/>
                      <a:gd name="T40" fmla="*/ 70 w 76"/>
                      <a:gd name="T41" fmla="*/ 22 h 35"/>
                      <a:gd name="T42" fmla="*/ 69 w 76"/>
                      <a:gd name="T43" fmla="*/ 24 h 35"/>
                      <a:gd name="T44" fmla="*/ 69 w 76"/>
                      <a:gd name="T45" fmla="*/ 26 h 35"/>
                      <a:gd name="T46" fmla="*/ 71 w 76"/>
                      <a:gd name="T47" fmla="*/ 25 h 35"/>
                      <a:gd name="T48" fmla="*/ 75 w 76"/>
                      <a:gd name="T49" fmla="*/ 21 h 35"/>
                      <a:gd name="T50" fmla="*/ 76 w 76"/>
                      <a:gd name="T51" fmla="*/ 22 h 35"/>
                      <a:gd name="T52" fmla="*/ 59 w 76"/>
                      <a:gd name="T53" fmla="*/ 34 h 35"/>
                      <a:gd name="T54" fmla="*/ 42 w 76"/>
                      <a:gd name="T55" fmla="*/ 32 h 35"/>
                      <a:gd name="T56" fmla="*/ 40 w 76"/>
                      <a:gd name="T57" fmla="*/ 33 h 35"/>
                      <a:gd name="T58" fmla="*/ 32 w 76"/>
                      <a:gd name="T59" fmla="*/ 31 h 35"/>
                      <a:gd name="T60" fmla="*/ 13 w 76"/>
                      <a:gd name="T61" fmla="*/ 22 h 35"/>
                      <a:gd name="T62" fmla="*/ 3 w 76"/>
                      <a:gd name="T63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76" h="35">
                        <a:moveTo>
                          <a:pt x="3" y="0"/>
                        </a:moveTo>
                        <a:cubicBezTo>
                          <a:pt x="5" y="2"/>
                          <a:pt x="7" y="5"/>
                          <a:pt x="8" y="7"/>
                        </a:cubicBezTo>
                        <a:cubicBezTo>
                          <a:pt x="8" y="9"/>
                          <a:pt x="5" y="8"/>
                          <a:pt x="5" y="8"/>
                        </a:cubicBezTo>
                        <a:cubicBezTo>
                          <a:pt x="7" y="10"/>
                          <a:pt x="2" y="12"/>
                          <a:pt x="6" y="13"/>
                        </a:cubicBezTo>
                        <a:cubicBezTo>
                          <a:pt x="9" y="14"/>
                          <a:pt x="10" y="18"/>
                          <a:pt x="13" y="13"/>
                        </a:cubicBezTo>
                        <a:cubicBezTo>
                          <a:pt x="14" y="11"/>
                          <a:pt x="15" y="17"/>
                          <a:pt x="17" y="15"/>
                        </a:cubicBezTo>
                        <a:cubicBezTo>
                          <a:pt x="17" y="18"/>
                          <a:pt x="19" y="18"/>
                          <a:pt x="21" y="19"/>
                        </a:cubicBezTo>
                        <a:cubicBezTo>
                          <a:pt x="22" y="19"/>
                          <a:pt x="23" y="20"/>
                          <a:pt x="22" y="21"/>
                        </a:cubicBezTo>
                        <a:cubicBezTo>
                          <a:pt x="22" y="22"/>
                          <a:pt x="22" y="22"/>
                          <a:pt x="23" y="23"/>
                        </a:cubicBezTo>
                        <a:cubicBezTo>
                          <a:pt x="26" y="21"/>
                          <a:pt x="26" y="26"/>
                          <a:pt x="29" y="25"/>
                        </a:cubicBezTo>
                        <a:cubicBezTo>
                          <a:pt x="32" y="24"/>
                          <a:pt x="32" y="24"/>
                          <a:pt x="31" y="29"/>
                        </a:cubicBezTo>
                        <a:cubicBezTo>
                          <a:pt x="35" y="25"/>
                          <a:pt x="41" y="33"/>
                          <a:pt x="43" y="24"/>
                        </a:cubicBezTo>
                        <a:cubicBezTo>
                          <a:pt x="44" y="27"/>
                          <a:pt x="43" y="29"/>
                          <a:pt x="46" y="28"/>
                        </a:cubicBezTo>
                        <a:cubicBezTo>
                          <a:pt x="47" y="28"/>
                          <a:pt x="47" y="28"/>
                          <a:pt x="48" y="29"/>
                        </a:cubicBezTo>
                        <a:cubicBezTo>
                          <a:pt x="51" y="33"/>
                          <a:pt x="55" y="33"/>
                          <a:pt x="60" y="31"/>
                        </a:cubicBezTo>
                        <a:cubicBezTo>
                          <a:pt x="61" y="31"/>
                          <a:pt x="61" y="30"/>
                          <a:pt x="62" y="30"/>
                        </a:cubicBezTo>
                        <a:cubicBezTo>
                          <a:pt x="63" y="29"/>
                          <a:pt x="66" y="31"/>
                          <a:pt x="65" y="28"/>
                        </a:cubicBezTo>
                        <a:cubicBezTo>
                          <a:pt x="65" y="26"/>
                          <a:pt x="63" y="27"/>
                          <a:pt x="61" y="27"/>
                        </a:cubicBezTo>
                        <a:cubicBezTo>
                          <a:pt x="62" y="24"/>
                          <a:pt x="64" y="26"/>
                          <a:pt x="66" y="26"/>
                        </a:cubicBezTo>
                        <a:cubicBezTo>
                          <a:pt x="65" y="24"/>
                          <a:pt x="65" y="22"/>
                          <a:pt x="67" y="21"/>
                        </a:cubicBezTo>
                        <a:cubicBezTo>
                          <a:pt x="68" y="21"/>
                          <a:pt x="69" y="21"/>
                          <a:pt x="70" y="22"/>
                        </a:cubicBezTo>
                        <a:cubicBezTo>
                          <a:pt x="71" y="23"/>
                          <a:pt x="70" y="23"/>
                          <a:pt x="69" y="24"/>
                        </a:cubicBezTo>
                        <a:cubicBezTo>
                          <a:pt x="68" y="24"/>
                          <a:pt x="68" y="25"/>
                          <a:pt x="69" y="26"/>
                        </a:cubicBezTo>
                        <a:cubicBezTo>
                          <a:pt x="70" y="27"/>
                          <a:pt x="71" y="26"/>
                          <a:pt x="71" y="25"/>
                        </a:cubicBezTo>
                        <a:cubicBezTo>
                          <a:pt x="72" y="24"/>
                          <a:pt x="74" y="22"/>
                          <a:pt x="75" y="21"/>
                        </a:cubicBezTo>
                        <a:cubicBezTo>
                          <a:pt x="75" y="21"/>
                          <a:pt x="76" y="22"/>
                          <a:pt x="76" y="22"/>
                        </a:cubicBezTo>
                        <a:cubicBezTo>
                          <a:pt x="74" y="30"/>
                          <a:pt x="66" y="35"/>
                          <a:pt x="59" y="34"/>
                        </a:cubicBezTo>
                        <a:cubicBezTo>
                          <a:pt x="53" y="34"/>
                          <a:pt x="48" y="34"/>
                          <a:pt x="42" y="32"/>
                        </a:cubicBezTo>
                        <a:cubicBezTo>
                          <a:pt x="42" y="32"/>
                          <a:pt x="41" y="33"/>
                          <a:pt x="40" y="33"/>
                        </a:cubicBezTo>
                        <a:cubicBezTo>
                          <a:pt x="37" y="35"/>
                          <a:pt x="34" y="34"/>
                          <a:pt x="32" y="31"/>
                        </a:cubicBezTo>
                        <a:cubicBezTo>
                          <a:pt x="25" y="28"/>
                          <a:pt x="19" y="25"/>
                          <a:pt x="13" y="22"/>
                        </a:cubicBezTo>
                        <a:cubicBezTo>
                          <a:pt x="4" y="17"/>
                          <a:pt x="0" y="9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C5FEB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5" name="Freeform 595"/>
                  <p:cNvSpPr/>
                  <p:nvPr/>
                </p:nvSpPr>
                <p:spPr bwMode="auto">
                  <a:xfrm>
                    <a:off x="4760" y="1934"/>
                    <a:ext cx="49" cy="16"/>
                  </a:xfrm>
                  <a:custGeom>
                    <a:avLst/>
                    <a:gdLst>
                      <a:gd name="T0" fmla="*/ 7 w 21"/>
                      <a:gd name="T1" fmla="*/ 0 h 7"/>
                      <a:gd name="T2" fmla="*/ 15 w 21"/>
                      <a:gd name="T3" fmla="*/ 2 h 7"/>
                      <a:gd name="T4" fmla="*/ 21 w 21"/>
                      <a:gd name="T5" fmla="*/ 6 h 7"/>
                      <a:gd name="T6" fmla="*/ 10 w 21"/>
                      <a:gd name="T7" fmla="*/ 5 h 7"/>
                      <a:gd name="T8" fmla="*/ 0 w 21"/>
                      <a:gd name="T9" fmla="*/ 3 h 7"/>
                      <a:gd name="T10" fmla="*/ 5 w 21"/>
                      <a:gd name="T11" fmla="*/ 0 h 7"/>
                      <a:gd name="T12" fmla="*/ 7 w 21"/>
                      <a:gd name="T1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1" h="7">
                        <a:moveTo>
                          <a:pt x="7" y="0"/>
                        </a:moveTo>
                        <a:cubicBezTo>
                          <a:pt x="10" y="1"/>
                          <a:pt x="12" y="2"/>
                          <a:pt x="15" y="2"/>
                        </a:cubicBezTo>
                        <a:cubicBezTo>
                          <a:pt x="16" y="5"/>
                          <a:pt x="19" y="5"/>
                          <a:pt x="21" y="6"/>
                        </a:cubicBezTo>
                        <a:cubicBezTo>
                          <a:pt x="17" y="7"/>
                          <a:pt x="14" y="5"/>
                          <a:pt x="10" y="5"/>
                        </a:cubicBezTo>
                        <a:cubicBezTo>
                          <a:pt x="7" y="5"/>
                          <a:pt x="4" y="3"/>
                          <a:pt x="0" y="3"/>
                        </a:cubicBezTo>
                        <a:cubicBezTo>
                          <a:pt x="2" y="1"/>
                          <a:pt x="4" y="3"/>
                          <a:pt x="5" y="0"/>
                        </a:cubicBezTo>
                        <a:cubicBezTo>
                          <a:pt x="5" y="0"/>
                          <a:pt x="6" y="0"/>
                          <a:pt x="7" y="0"/>
                        </a:cubicBezTo>
                        <a:close/>
                      </a:path>
                    </a:pathLst>
                  </a:custGeom>
                  <a:solidFill>
                    <a:srgbClr val="ACDD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6" name="Freeform 596"/>
                  <p:cNvSpPr/>
                  <p:nvPr/>
                </p:nvSpPr>
                <p:spPr bwMode="auto">
                  <a:xfrm>
                    <a:off x="4584" y="1870"/>
                    <a:ext cx="36" cy="26"/>
                  </a:xfrm>
                  <a:custGeom>
                    <a:avLst/>
                    <a:gdLst>
                      <a:gd name="T0" fmla="*/ 15 w 15"/>
                      <a:gd name="T1" fmla="*/ 10 h 11"/>
                      <a:gd name="T2" fmla="*/ 8 w 15"/>
                      <a:gd name="T3" fmla="*/ 9 h 11"/>
                      <a:gd name="T4" fmla="*/ 3 w 15"/>
                      <a:gd name="T5" fmla="*/ 5 h 11"/>
                      <a:gd name="T6" fmla="*/ 2 w 15"/>
                      <a:gd name="T7" fmla="*/ 3 h 11"/>
                      <a:gd name="T8" fmla="*/ 1 w 15"/>
                      <a:gd name="T9" fmla="*/ 0 h 11"/>
                      <a:gd name="T10" fmla="*/ 6 w 15"/>
                      <a:gd name="T11" fmla="*/ 5 h 11"/>
                      <a:gd name="T12" fmla="*/ 10 w 15"/>
                      <a:gd name="T13" fmla="*/ 8 h 11"/>
                      <a:gd name="T14" fmla="*/ 15 w 15"/>
                      <a:gd name="T15" fmla="*/ 1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5" h="11">
                        <a:moveTo>
                          <a:pt x="15" y="10"/>
                        </a:moveTo>
                        <a:cubicBezTo>
                          <a:pt x="13" y="10"/>
                          <a:pt x="10" y="11"/>
                          <a:pt x="8" y="9"/>
                        </a:cubicBezTo>
                        <a:cubicBezTo>
                          <a:pt x="5" y="8"/>
                          <a:pt x="3" y="8"/>
                          <a:pt x="3" y="5"/>
                        </a:cubicBezTo>
                        <a:cubicBezTo>
                          <a:pt x="3" y="4"/>
                          <a:pt x="3" y="3"/>
                          <a:pt x="2" y="3"/>
                        </a:cubicBezTo>
                        <a:cubicBezTo>
                          <a:pt x="0" y="2"/>
                          <a:pt x="0" y="1"/>
                          <a:pt x="1" y="0"/>
                        </a:cubicBezTo>
                        <a:cubicBezTo>
                          <a:pt x="4" y="0"/>
                          <a:pt x="5" y="1"/>
                          <a:pt x="6" y="5"/>
                        </a:cubicBezTo>
                        <a:cubicBezTo>
                          <a:pt x="6" y="6"/>
                          <a:pt x="6" y="9"/>
                          <a:pt x="10" y="8"/>
                        </a:cubicBezTo>
                        <a:cubicBezTo>
                          <a:pt x="11" y="7"/>
                          <a:pt x="13" y="9"/>
                          <a:pt x="15" y="10"/>
                        </a:cubicBezTo>
                        <a:close/>
                      </a:path>
                    </a:pathLst>
                  </a:custGeom>
                  <a:solidFill>
                    <a:srgbClr val="ADCA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7" name="Freeform 597"/>
                  <p:cNvSpPr/>
                  <p:nvPr/>
                </p:nvSpPr>
                <p:spPr bwMode="auto">
                  <a:xfrm>
                    <a:off x="4790" y="2718"/>
                    <a:ext cx="57" cy="45"/>
                  </a:xfrm>
                  <a:custGeom>
                    <a:avLst/>
                    <a:gdLst>
                      <a:gd name="T0" fmla="*/ 0 w 24"/>
                      <a:gd name="T1" fmla="*/ 14 h 19"/>
                      <a:gd name="T2" fmla="*/ 0 w 24"/>
                      <a:gd name="T3" fmla="*/ 12 h 19"/>
                      <a:gd name="T4" fmla="*/ 1 w 24"/>
                      <a:gd name="T5" fmla="*/ 11 h 19"/>
                      <a:gd name="T6" fmla="*/ 3 w 24"/>
                      <a:gd name="T7" fmla="*/ 2 h 19"/>
                      <a:gd name="T8" fmla="*/ 11 w 24"/>
                      <a:gd name="T9" fmla="*/ 1 h 19"/>
                      <a:gd name="T10" fmla="*/ 19 w 24"/>
                      <a:gd name="T11" fmla="*/ 9 h 19"/>
                      <a:gd name="T12" fmla="*/ 22 w 24"/>
                      <a:gd name="T13" fmla="*/ 10 h 19"/>
                      <a:gd name="T14" fmla="*/ 24 w 24"/>
                      <a:gd name="T15" fmla="*/ 11 h 19"/>
                      <a:gd name="T16" fmla="*/ 23 w 24"/>
                      <a:gd name="T17" fmla="*/ 13 h 19"/>
                      <a:gd name="T18" fmla="*/ 21 w 24"/>
                      <a:gd name="T19" fmla="*/ 16 h 19"/>
                      <a:gd name="T20" fmla="*/ 18 w 24"/>
                      <a:gd name="T21" fmla="*/ 19 h 19"/>
                      <a:gd name="T22" fmla="*/ 19 w 24"/>
                      <a:gd name="T23" fmla="*/ 17 h 19"/>
                      <a:gd name="T24" fmla="*/ 19 w 24"/>
                      <a:gd name="T25" fmla="*/ 15 h 19"/>
                      <a:gd name="T26" fmla="*/ 17 w 24"/>
                      <a:gd name="T27" fmla="*/ 15 h 19"/>
                      <a:gd name="T28" fmla="*/ 13 w 24"/>
                      <a:gd name="T29" fmla="*/ 16 h 19"/>
                      <a:gd name="T30" fmla="*/ 4 w 24"/>
                      <a:gd name="T31" fmla="*/ 13 h 19"/>
                      <a:gd name="T32" fmla="*/ 0 w 24"/>
                      <a:gd name="T33" fmla="*/ 14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4" h="19">
                        <a:moveTo>
                          <a:pt x="0" y="14"/>
                        </a:moveTo>
                        <a:cubicBezTo>
                          <a:pt x="0" y="13"/>
                          <a:pt x="0" y="13"/>
                          <a:pt x="0" y="12"/>
                        </a:cubicBezTo>
                        <a:cubicBezTo>
                          <a:pt x="0" y="12"/>
                          <a:pt x="0" y="11"/>
                          <a:pt x="1" y="11"/>
                        </a:cubicBezTo>
                        <a:cubicBezTo>
                          <a:pt x="6" y="9"/>
                          <a:pt x="5" y="5"/>
                          <a:pt x="3" y="2"/>
                        </a:cubicBezTo>
                        <a:cubicBezTo>
                          <a:pt x="6" y="0"/>
                          <a:pt x="8" y="1"/>
                          <a:pt x="11" y="1"/>
                        </a:cubicBezTo>
                        <a:cubicBezTo>
                          <a:pt x="13" y="4"/>
                          <a:pt x="15" y="7"/>
                          <a:pt x="19" y="9"/>
                        </a:cubicBezTo>
                        <a:cubicBezTo>
                          <a:pt x="20" y="10"/>
                          <a:pt x="21" y="11"/>
                          <a:pt x="22" y="10"/>
                        </a:cubicBezTo>
                        <a:cubicBezTo>
                          <a:pt x="24" y="10"/>
                          <a:pt x="24" y="11"/>
                          <a:pt x="24" y="11"/>
                        </a:cubicBezTo>
                        <a:cubicBezTo>
                          <a:pt x="24" y="12"/>
                          <a:pt x="23" y="13"/>
                          <a:pt x="23" y="13"/>
                        </a:cubicBezTo>
                        <a:cubicBezTo>
                          <a:pt x="19" y="12"/>
                          <a:pt x="21" y="15"/>
                          <a:pt x="21" y="16"/>
                        </a:cubicBezTo>
                        <a:cubicBezTo>
                          <a:pt x="20" y="18"/>
                          <a:pt x="20" y="19"/>
                          <a:pt x="18" y="19"/>
                        </a:cubicBezTo>
                        <a:cubicBezTo>
                          <a:pt x="17" y="17"/>
                          <a:pt x="18" y="17"/>
                          <a:pt x="19" y="17"/>
                        </a:cubicBezTo>
                        <a:cubicBezTo>
                          <a:pt x="19" y="16"/>
                          <a:pt x="19" y="16"/>
                          <a:pt x="19" y="15"/>
                        </a:cubicBezTo>
                        <a:cubicBezTo>
                          <a:pt x="18" y="14"/>
                          <a:pt x="18" y="15"/>
                          <a:pt x="17" y="15"/>
                        </a:cubicBezTo>
                        <a:cubicBezTo>
                          <a:pt x="16" y="18"/>
                          <a:pt x="14" y="17"/>
                          <a:pt x="13" y="16"/>
                        </a:cubicBezTo>
                        <a:cubicBezTo>
                          <a:pt x="10" y="14"/>
                          <a:pt x="7" y="15"/>
                          <a:pt x="4" y="13"/>
                        </a:cubicBezTo>
                        <a:cubicBezTo>
                          <a:pt x="3" y="12"/>
                          <a:pt x="2" y="14"/>
                          <a:pt x="0" y="14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8" name="Freeform 598"/>
                  <p:cNvSpPr/>
                  <p:nvPr/>
                </p:nvSpPr>
                <p:spPr bwMode="auto">
                  <a:xfrm>
                    <a:off x="4783" y="2720"/>
                    <a:ext cx="29" cy="26"/>
                  </a:xfrm>
                  <a:custGeom>
                    <a:avLst/>
                    <a:gdLst>
                      <a:gd name="T0" fmla="*/ 6 w 12"/>
                      <a:gd name="T1" fmla="*/ 1 h 11"/>
                      <a:gd name="T2" fmla="*/ 8 w 12"/>
                      <a:gd name="T3" fmla="*/ 9 h 11"/>
                      <a:gd name="T4" fmla="*/ 3 w 12"/>
                      <a:gd name="T5" fmla="*/ 11 h 11"/>
                      <a:gd name="T6" fmla="*/ 1 w 12"/>
                      <a:gd name="T7" fmla="*/ 10 h 11"/>
                      <a:gd name="T8" fmla="*/ 2 w 12"/>
                      <a:gd name="T9" fmla="*/ 9 h 11"/>
                      <a:gd name="T10" fmla="*/ 6 w 12"/>
                      <a:gd name="T11" fmla="*/ 4 h 11"/>
                      <a:gd name="T12" fmla="*/ 2 w 12"/>
                      <a:gd name="T13" fmla="*/ 5 h 11"/>
                      <a:gd name="T14" fmla="*/ 0 w 12"/>
                      <a:gd name="T15" fmla="*/ 3 h 11"/>
                      <a:gd name="T16" fmla="*/ 1 w 12"/>
                      <a:gd name="T17" fmla="*/ 0 h 11"/>
                      <a:gd name="T18" fmla="*/ 6 w 12"/>
                      <a:gd name="T19" fmla="*/ 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2" h="11">
                        <a:moveTo>
                          <a:pt x="6" y="1"/>
                        </a:moveTo>
                        <a:cubicBezTo>
                          <a:pt x="8" y="3"/>
                          <a:pt x="12" y="6"/>
                          <a:pt x="8" y="9"/>
                        </a:cubicBezTo>
                        <a:cubicBezTo>
                          <a:pt x="7" y="10"/>
                          <a:pt x="5" y="10"/>
                          <a:pt x="3" y="11"/>
                        </a:cubicBezTo>
                        <a:cubicBezTo>
                          <a:pt x="2" y="11"/>
                          <a:pt x="1" y="11"/>
                          <a:pt x="1" y="10"/>
                        </a:cubicBezTo>
                        <a:cubicBezTo>
                          <a:pt x="1" y="9"/>
                          <a:pt x="1" y="9"/>
                          <a:pt x="2" y="9"/>
                        </a:cubicBezTo>
                        <a:cubicBezTo>
                          <a:pt x="5" y="8"/>
                          <a:pt x="5" y="6"/>
                          <a:pt x="6" y="4"/>
                        </a:cubicBezTo>
                        <a:cubicBezTo>
                          <a:pt x="4" y="3"/>
                          <a:pt x="4" y="5"/>
                          <a:pt x="2" y="5"/>
                        </a:cubicBezTo>
                        <a:cubicBezTo>
                          <a:pt x="2" y="5"/>
                          <a:pt x="1" y="4"/>
                          <a:pt x="0" y="3"/>
                        </a:cubicBezTo>
                        <a:cubicBezTo>
                          <a:pt x="6" y="3"/>
                          <a:pt x="0" y="1"/>
                          <a:pt x="1" y="0"/>
                        </a:cubicBezTo>
                        <a:cubicBezTo>
                          <a:pt x="3" y="0"/>
                          <a:pt x="5" y="0"/>
                          <a:pt x="6" y="1"/>
                        </a:cubicBezTo>
                        <a:close/>
                      </a:path>
                    </a:pathLst>
                  </a:custGeom>
                  <a:solidFill>
                    <a:srgbClr val="84848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49" name="Freeform 599"/>
                  <p:cNvSpPr/>
                  <p:nvPr/>
                </p:nvSpPr>
                <p:spPr bwMode="auto">
                  <a:xfrm>
                    <a:off x="4544" y="2048"/>
                    <a:ext cx="118" cy="62"/>
                  </a:xfrm>
                  <a:custGeom>
                    <a:avLst/>
                    <a:gdLst>
                      <a:gd name="T0" fmla="*/ 18 w 50"/>
                      <a:gd name="T1" fmla="*/ 0 h 26"/>
                      <a:gd name="T2" fmla="*/ 20 w 50"/>
                      <a:gd name="T3" fmla="*/ 0 h 26"/>
                      <a:gd name="T4" fmla="*/ 26 w 50"/>
                      <a:gd name="T5" fmla="*/ 3 h 26"/>
                      <a:gd name="T6" fmla="*/ 44 w 50"/>
                      <a:gd name="T7" fmla="*/ 7 h 26"/>
                      <a:gd name="T8" fmla="*/ 49 w 50"/>
                      <a:gd name="T9" fmla="*/ 16 h 26"/>
                      <a:gd name="T10" fmla="*/ 42 w 50"/>
                      <a:gd name="T11" fmla="*/ 26 h 26"/>
                      <a:gd name="T12" fmla="*/ 40 w 50"/>
                      <a:gd name="T13" fmla="*/ 26 h 26"/>
                      <a:gd name="T14" fmla="*/ 21 w 50"/>
                      <a:gd name="T15" fmla="*/ 25 h 26"/>
                      <a:gd name="T16" fmla="*/ 18 w 50"/>
                      <a:gd name="T17" fmla="*/ 25 h 26"/>
                      <a:gd name="T18" fmla="*/ 3 w 50"/>
                      <a:gd name="T19" fmla="*/ 24 h 26"/>
                      <a:gd name="T20" fmla="*/ 1 w 50"/>
                      <a:gd name="T21" fmla="*/ 20 h 26"/>
                      <a:gd name="T22" fmla="*/ 4 w 50"/>
                      <a:gd name="T23" fmla="*/ 18 h 26"/>
                      <a:gd name="T24" fmla="*/ 8 w 50"/>
                      <a:gd name="T25" fmla="*/ 15 h 26"/>
                      <a:gd name="T26" fmla="*/ 8 w 50"/>
                      <a:gd name="T27" fmla="*/ 14 h 26"/>
                      <a:gd name="T28" fmla="*/ 8 w 50"/>
                      <a:gd name="T29" fmla="*/ 15 h 26"/>
                      <a:gd name="T30" fmla="*/ 2 w 50"/>
                      <a:gd name="T31" fmla="*/ 15 h 26"/>
                      <a:gd name="T32" fmla="*/ 2 w 50"/>
                      <a:gd name="T33" fmla="*/ 11 h 26"/>
                      <a:gd name="T34" fmla="*/ 4 w 50"/>
                      <a:gd name="T35" fmla="*/ 9 h 26"/>
                      <a:gd name="T36" fmla="*/ 9 w 50"/>
                      <a:gd name="T37" fmla="*/ 7 h 26"/>
                      <a:gd name="T38" fmla="*/ 12 w 50"/>
                      <a:gd name="T39" fmla="*/ 6 h 26"/>
                      <a:gd name="T40" fmla="*/ 14 w 50"/>
                      <a:gd name="T41" fmla="*/ 10 h 26"/>
                      <a:gd name="T42" fmla="*/ 16 w 50"/>
                      <a:gd name="T43" fmla="*/ 14 h 26"/>
                      <a:gd name="T44" fmla="*/ 14 w 50"/>
                      <a:gd name="T45" fmla="*/ 10 h 26"/>
                      <a:gd name="T46" fmla="*/ 18 w 50"/>
                      <a:gd name="T47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50" h="26">
                        <a:moveTo>
                          <a:pt x="18" y="0"/>
                        </a:moveTo>
                        <a:cubicBezTo>
                          <a:pt x="19" y="0"/>
                          <a:pt x="19" y="0"/>
                          <a:pt x="20" y="0"/>
                        </a:cubicBezTo>
                        <a:cubicBezTo>
                          <a:pt x="21" y="3"/>
                          <a:pt x="24" y="3"/>
                          <a:pt x="26" y="3"/>
                        </a:cubicBezTo>
                        <a:cubicBezTo>
                          <a:pt x="32" y="3"/>
                          <a:pt x="38" y="4"/>
                          <a:pt x="44" y="7"/>
                        </a:cubicBezTo>
                        <a:cubicBezTo>
                          <a:pt x="47" y="9"/>
                          <a:pt x="50" y="12"/>
                          <a:pt x="49" y="16"/>
                        </a:cubicBezTo>
                        <a:cubicBezTo>
                          <a:pt x="48" y="21"/>
                          <a:pt x="47" y="25"/>
                          <a:pt x="42" y="26"/>
                        </a:cubicBezTo>
                        <a:cubicBezTo>
                          <a:pt x="41" y="26"/>
                          <a:pt x="40" y="26"/>
                          <a:pt x="40" y="26"/>
                        </a:cubicBezTo>
                        <a:cubicBezTo>
                          <a:pt x="34" y="23"/>
                          <a:pt x="27" y="26"/>
                          <a:pt x="21" y="25"/>
                        </a:cubicBezTo>
                        <a:cubicBezTo>
                          <a:pt x="20" y="25"/>
                          <a:pt x="19" y="25"/>
                          <a:pt x="18" y="25"/>
                        </a:cubicBezTo>
                        <a:cubicBezTo>
                          <a:pt x="13" y="23"/>
                          <a:pt x="8" y="23"/>
                          <a:pt x="3" y="24"/>
                        </a:cubicBezTo>
                        <a:cubicBezTo>
                          <a:pt x="2" y="23"/>
                          <a:pt x="1" y="21"/>
                          <a:pt x="1" y="20"/>
                        </a:cubicBezTo>
                        <a:cubicBezTo>
                          <a:pt x="2" y="18"/>
                          <a:pt x="4" y="21"/>
                          <a:pt x="4" y="18"/>
                        </a:cubicBezTo>
                        <a:cubicBezTo>
                          <a:pt x="5" y="17"/>
                          <a:pt x="8" y="17"/>
                          <a:pt x="8" y="15"/>
                        </a:cubicBezTo>
                        <a:cubicBezTo>
                          <a:pt x="9" y="14"/>
                          <a:pt x="7" y="14"/>
                          <a:pt x="8" y="14"/>
                        </a:cubicBezTo>
                        <a:cubicBezTo>
                          <a:pt x="8" y="14"/>
                          <a:pt x="8" y="14"/>
                          <a:pt x="8" y="15"/>
                        </a:cubicBezTo>
                        <a:cubicBezTo>
                          <a:pt x="6" y="16"/>
                          <a:pt x="4" y="16"/>
                          <a:pt x="2" y="15"/>
                        </a:cubicBezTo>
                        <a:cubicBezTo>
                          <a:pt x="0" y="14"/>
                          <a:pt x="2" y="12"/>
                          <a:pt x="2" y="11"/>
                        </a:cubicBezTo>
                        <a:cubicBezTo>
                          <a:pt x="3" y="10"/>
                          <a:pt x="3" y="9"/>
                          <a:pt x="4" y="9"/>
                        </a:cubicBezTo>
                        <a:cubicBezTo>
                          <a:pt x="6" y="9"/>
                          <a:pt x="8" y="10"/>
                          <a:pt x="9" y="7"/>
                        </a:cubicBezTo>
                        <a:cubicBezTo>
                          <a:pt x="10" y="6"/>
                          <a:pt x="11" y="5"/>
                          <a:pt x="12" y="6"/>
                        </a:cubicBezTo>
                        <a:cubicBezTo>
                          <a:pt x="13" y="7"/>
                          <a:pt x="15" y="7"/>
                          <a:pt x="14" y="10"/>
                        </a:cubicBezTo>
                        <a:cubicBezTo>
                          <a:pt x="13" y="12"/>
                          <a:pt x="14" y="13"/>
                          <a:pt x="16" y="14"/>
                        </a:cubicBezTo>
                        <a:cubicBezTo>
                          <a:pt x="15" y="13"/>
                          <a:pt x="14" y="12"/>
                          <a:pt x="14" y="10"/>
                        </a:cubicBezTo>
                        <a:cubicBezTo>
                          <a:pt x="16" y="7"/>
                          <a:pt x="14" y="3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BDFEB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0" name="Freeform 600"/>
                  <p:cNvSpPr/>
                  <p:nvPr/>
                </p:nvSpPr>
                <p:spPr bwMode="auto">
                  <a:xfrm>
                    <a:off x="4658" y="2093"/>
                    <a:ext cx="28" cy="17"/>
                  </a:xfrm>
                  <a:custGeom>
                    <a:avLst/>
                    <a:gdLst>
                      <a:gd name="T0" fmla="*/ 7 w 12"/>
                      <a:gd name="T1" fmla="*/ 6 h 7"/>
                      <a:gd name="T2" fmla="*/ 4 w 12"/>
                      <a:gd name="T3" fmla="*/ 6 h 7"/>
                      <a:gd name="T4" fmla="*/ 1 w 12"/>
                      <a:gd name="T5" fmla="*/ 5 h 7"/>
                      <a:gd name="T6" fmla="*/ 3 w 12"/>
                      <a:gd name="T7" fmla="*/ 2 h 7"/>
                      <a:gd name="T8" fmla="*/ 11 w 12"/>
                      <a:gd name="T9" fmla="*/ 2 h 7"/>
                      <a:gd name="T10" fmla="*/ 12 w 12"/>
                      <a:gd name="T11" fmla="*/ 5 h 7"/>
                      <a:gd name="T12" fmla="*/ 10 w 12"/>
                      <a:gd name="T13" fmla="*/ 7 h 7"/>
                      <a:gd name="T14" fmla="*/ 7 w 12"/>
                      <a:gd name="T15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7">
                        <a:moveTo>
                          <a:pt x="7" y="6"/>
                        </a:moveTo>
                        <a:cubicBezTo>
                          <a:pt x="6" y="6"/>
                          <a:pt x="5" y="6"/>
                          <a:pt x="4" y="6"/>
                        </a:cubicBezTo>
                        <a:cubicBezTo>
                          <a:pt x="3" y="6"/>
                          <a:pt x="1" y="6"/>
                          <a:pt x="1" y="5"/>
                        </a:cubicBezTo>
                        <a:cubicBezTo>
                          <a:pt x="0" y="4"/>
                          <a:pt x="1" y="2"/>
                          <a:pt x="3" y="2"/>
                        </a:cubicBezTo>
                        <a:cubicBezTo>
                          <a:pt x="6" y="0"/>
                          <a:pt x="9" y="1"/>
                          <a:pt x="11" y="2"/>
                        </a:cubicBezTo>
                        <a:cubicBezTo>
                          <a:pt x="12" y="3"/>
                          <a:pt x="12" y="4"/>
                          <a:pt x="12" y="5"/>
                        </a:cubicBezTo>
                        <a:cubicBezTo>
                          <a:pt x="12" y="6"/>
                          <a:pt x="11" y="7"/>
                          <a:pt x="10" y="7"/>
                        </a:cubicBezTo>
                        <a:cubicBezTo>
                          <a:pt x="9" y="7"/>
                          <a:pt x="8" y="6"/>
                          <a:pt x="7" y="6"/>
                        </a:cubicBezTo>
                        <a:close/>
                      </a:path>
                    </a:pathLst>
                  </a:custGeom>
                  <a:solidFill>
                    <a:srgbClr val="C1FEB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1" name="Freeform 601"/>
                  <p:cNvSpPr/>
                  <p:nvPr/>
                </p:nvSpPr>
                <p:spPr bwMode="auto">
                  <a:xfrm>
                    <a:off x="4472" y="2010"/>
                    <a:ext cx="112" cy="69"/>
                  </a:xfrm>
                  <a:custGeom>
                    <a:avLst/>
                    <a:gdLst>
                      <a:gd name="T0" fmla="*/ 35 w 47"/>
                      <a:gd name="T1" fmla="*/ 25 h 29"/>
                      <a:gd name="T2" fmla="*/ 34 w 47"/>
                      <a:gd name="T3" fmla="*/ 27 h 29"/>
                      <a:gd name="T4" fmla="*/ 30 w 47"/>
                      <a:gd name="T5" fmla="*/ 24 h 29"/>
                      <a:gd name="T6" fmla="*/ 28 w 47"/>
                      <a:gd name="T7" fmla="*/ 29 h 29"/>
                      <a:gd name="T8" fmla="*/ 21 w 47"/>
                      <a:gd name="T9" fmla="*/ 28 h 29"/>
                      <a:gd name="T10" fmla="*/ 4 w 47"/>
                      <a:gd name="T11" fmla="*/ 17 h 29"/>
                      <a:gd name="T12" fmla="*/ 1 w 47"/>
                      <a:gd name="T13" fmla="*/ 10 h 29"/>
                      <a:gd name="T14" fmla="*/ 4 w 47"/>
                      <a:gd name="T15" fmla="*/ 2 h 29"/>
                      <a:gd name="T16" fmla="*/ 18 w 47"/>
                      <a:gd name="T17" fmla="*/ 5 h 29"/>
                      <a:gd name="T18" fmla="*/ 19 w 47"/>
                      <a:gd name="T19" fmla="*/ 6 h 29"/>
                      <a:gd name="T20" fmla="*/ 34 w 47"/>
                      <a:gd name="T21" fmla="*/ 13 h 29"/>
                      <a:gd name="T22" fmla="*/ 39 w 47"/>
                      <a:gd name="T23" fmla="*/ 16 h 29"/>
                      <a:gd name="T24" fmla="*/ 47 w 47"/>
                      <a:gd name="T25" fmla="*/ 16 h 29"/>
                      <a:gd name="T26" fmla="*/ 44 w 47"/>
                      <a:gd name="T27" fmla="*/ 18 h 29"/>
                      <a:gd name="T28" fmla="*/ 35 w 47"/>
                      <a:gd name="T29" fmla="*/ 25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7" h="29">
                        <a:moveTo>
                          <a:pt x="35" y="25"/>
                        </a:moveTo>
                        <a:cubicBezTo>
                          <a:pt x="34" y="25"/>
                          <a:pt x="34" y="26"/>
                          <a:pt x="34" y="27"/>
                        </a:cubicBezTo>
                        <a:cubicBezTo>
                          <a:pt x="31" y="27"/>
                          <a:pt x="31" y="26"/>
                          <a:pt x="30" y="24"/>
                        </a:cubicBezTo>
                        <a:cubicBezTo>
                          <a:pt x="29" y="26"/>
                          <a:pt x="29" y="28"/>
                          <a:pt x="28" y="29"/>
                        </a:cubicBezTo>
                        <a:cubicBezTo>
                          <a:pt x="25" y="29"/>
                          <a:pt x="23" y="28"/>
                          <a:pt x="21" y="28"/>
                        </a:cubicBezTo>
                        <a:cubicBezTo>
                          <a:pt x="12" y="29"/>
                          <a:pt x="7" y="25"/>
                          <a:pt x="4" y="17"/>
                        </a:cubicBezTo>
                        <a:cubicBezTo>
                          <a:pt x="3" y="15"/>
                          <a:pt x="2" y="12"/>
                          <a:pt x="1" y="10"/>
                        </a:cubicBezTo>
                        <a:cubicBezTo>
                          <a:pt x="0" y="6"/>
                          <a:pt x="2" y="4"/>
                          <a:pt x="4" y="2"/>
                        </a:cubicBezTo>
                        <a:cubicBezTo>
                          <a:pt x="8" y="0"/>
                          <a:pt x="16" y="2"/>
                          <a:pt x="18" y="5"/>
                        </a:cubicBezTo>
                        <a:cubicBezTo>
                          <a:pt x="19" y="6"/>
                          <a:pt x="19" y="6"/>
                          <a:pt x="19" y="6"/>
                        </a:cubicBezTo>
                        <a:cubicBezTo>
                          <a:pt x="22" y="12"/>
                          <a:pt x="27" y="15"/>
                          <a:pt x="34" y="13"/>
                        </a:cubicBezTo>
                        <a:cubicBezTo>
                          <a:pt x="35" y="15"/>
                          <a:pt x="37" y="16"/>
                          <a:pt x="39" y="16"/>
                        </a:cubicBezTo>
                        <a:cubicBezTo>
                          <a:pt x="42" y="16"/>
                          <a:pt x="45" y="15"/>
                          <a:pt x="47" y="16"/>
                        </a:cubicBezTo>
                        <a:cubicBezTo>
                          <a:pt x="46" y="18"/>
                          <a:pt x="45" y="17"/>
                          <a:pt x="44" y="18"/>
                        </a:cubicBezTo>
                        <a:cubicBezTo>
                          <a:pt x="39" y="18"/>
                          <a:pt x="37" y="22"/>
                          <a:pt x="35" y="25"/>
                        </a:cubicBezTo>
                        <a:close/>
                      </a:path>
                    </a:pathLst>
                  </a:custGeom>
                  <a:solidFill>
                    <a:srgbClr val="BDFEB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2" name="Freeform 602"/>
                  <p:cNvSpPr/>
                  <p:nvPr/>
                </p:nvSpPr>
                <p:spPr bwMode="auto">
                  <a:xfrm>
                    <a:off x="4537" y="2067"/>
                    <a:ext cx="35" cy="35"/>
                  </a:xfrm>
                  <a:custGeom>
                    <a:avLst/>
                    <a:gdLst>
                      <a:gd name="T0" fmla="*/ 1 w 15"/>
                      <a:gd name="T1" fmla="*/ 5 h 15"/>
                      <a:gd name="T2" fmla="*/ 3 w 15"/>
                      <a:gd name="T3" fmla="*/ 0 h 15"/>
                      <a:gd name="T4" fmla="*/ 7 w 15"/>
                      <a:gd name="T5" fmla="*/ 3 h 15"/>
                      <a:gd name="T6" fmla="*/ 5 w 15"/>
                      <a:gd name="T7" fmla="*/ 7 h 15"/>
                      <a:gd name="T8" fmla="*/ 11 w 15"/>
                      <a:gd name="T9" fmla="*/ 5 h 15"/>
                      <a:gd name="T10" fmla="*/ 13 w 15"/>
                      <a:gd name="T11" fmla="*/ 4 h 15"/>
                      <a:gd name="T12" fmla="*/ 12 w 15"/>
                      <a:gd name="T13" fmla="*/ 6 h 15"/>
                      <a:gd name="T14" fmla="*/ 8 w 15"/>
                      <a:gd name="T15" fmla="*/ 11 h 15"/>
                      <a:gd name="T16" fmla="*/ 9 w 15"/>
                      <a:gd name="T17" fmla="*/ 14 h 15"/>
                      <a:gd name="T18" fmla="*/ 4 w 15"/>
                      <a:gd name="T19" fmla="*/ 12 h 15"/>
                      <a:gd name="T20" fmla="*/ 1 w 15"/>
                      <a:gd name="T21" fmla="*/ 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5" h="15">
                        <a:moveTo>
                          <a:pt x="1" y="5"/>
                        </a:moveTo>
                        <a:cubicBezTo>
                          <a:pt x="1" y="3"/>
                          <a:pt x="0" y="1"/>
                          <a:pt x="3" y="0"/>
                        </a:cubicBezTo>
                        <a:cubicBezTo>
                          <a:pt x="5" y="0"/>
                          <a:pt x="5" y="2"/>
                          <a:pt x="7" y="3"/>
                        </a:cubicBezTo>
                        <a:cubicBezTo>
                          <a:pt x="6" y="4"/>
                          <a:pt x="6" y="5"/>
                          <a:pt x="5" y="7"/>
                        </a:cubicBezTo>
                        <a:cubicBezTo>
                          <a:pt x="8" y="7"/>
                          <a:pt x="10" y="7"/>
                          <a:pt x="11" y="5"/>
                        </a:cubicBezTo>
                        <a:cubicBezTo>
                          <a:pt x="11" y="4"/>
                          <a:pt x="13" y="4"/>
                          <a:pt x="13" y="4"/>
                        </a:cubicBezTo>
                        <a:cubicBezTo>
                          <a:pt x="15" y="6"/>
                          <a:pt x="12" y="6"/>
                          <a:pt x="12" y="6"/>
                        </a:cubicBezTo>
                        <a:cubicBezTo>
                          <a:pt x="12" y="9"/>
                          <a:pt x="11" y="10"/>
                          <a:pt x="8" y="11"/>
                        </a:cubicBezTo>
                        <a:cubicBezTo>
                          <a:pt x="5" y="11"/>
                          <a:pt x="10" y="13"/>
                          <a:pt x="9" y="14"/>
                        </a:cubicBezTo>
                        <a:cubicBezTo>
                          <a:pt x="6" y="15"/>
                          <a:pt x="6" y="11"/>
                          <a:pt x="4" y="12"/>
                        </a:cubicBezTo>
                        <a:cubicBezTo>
                          <a:pt x="2" y="10"/>
                          <a:pt x="1" y="8"/>
                          <a:pt x="1" y="5"/>
                        </a:cubicBezTo>
                        <a:close/>
                      </a:path>
                    </a:pathLst>
                  </a:custGeom>
                  <a:solidFill>
                    <a:srgbClr val="B8FE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3" name="Freeform 603"/>
                  <p:cNvSpPr/>
                  <p:nvPr/>
                </p:nvSpPr>
                <p:spPr bwMode="auto">
                  <a:xfrm>
                    <a:off x="4518" y="1860"/>
                    <a:ext cx="16" cy="10"/>
                  </a:xfrm>
                  <a:custGeom>
                    <a:avLst/>
                    <a:gdLst>
                      <a:gd name="T0" fmla="*/ 0 w 7"/>
                      <a:gd name="T1" fmla="*/ 3 h 4"/>
                      <a:gd name="T2" fmla="*/ 6 w 7"/>
                      <a:gd name="T3" fmla="*/ 0 h 4"/>
                      <a:gd name="T4" fmla="*/ 7 w 7"/>
                      <a:gd name="T5" fmla="*/ 0 h 4"/>
                      <a:gd name="T6" fmla="*/ 3 w 7"/>
                      <a:gd name="T7" fmla="*/ 3 h 4"/>
                      <a:gd name="T8" fmla="*/ 0 w 7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4">
                        <a:moveTo>
                          <a:pt x="0" y="3"/>
                        </a:moveTo>
                        <a:cubicBezTo>
                          <a:pt x="2" y="1"/>
                          <a:pt x="5" y="2"/>
                          <a:pt x="6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4"/>
                          <a:pt x="7" y="4"/>
                          <a:pt x="3" y="3"/>
                        </a:cubicBezTo>
                        <a:cubicBezTo>
                          <a:pt x="3" y="3"/>
                          <a:pt x="2" y="4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A7C6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4" name="Freeform 604"/>
                  <p:cNvSpPr/>
                  <p:nvPr/>
                </p:nvSpPr>
                <p:spPr bwMode="auto">
                  <a:xfrm>
                    <a:off x="4795" y="2167"/>
                    <a:ext cx="5" cy="4"/>
                  </a:xfrm>
                  <a:custGeom>
                    <a:avLst/>
                    <a:gdLst>
                      <a:gd name="T0" fmla="*/ 2 w 2"/>
                      <a:gd name="T1" fmla="*/ 1 h 2"/>
                      <a:gd name="T2" fmla="*/ 1 w 2"/>
                      <a:gd name="T3" fmla="*/ 2 h 2"/>
                      <a:gd name="T4" fmla="*/ 0 w 2"/>
                      <a:gd name="T5" fmla="*/ 1 h 2"/>
                      <a:gd name="T6" fmla="*/ 1 w 2"/>
                      <a:gd name="T7" fmla="*/ 0 h 2"/>
                      <a:gd name="T8" fmla="*/ 2 w 2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2">
                        <a:moveTo>
                          <a:pt x="2" y="1"/>
                        </a:moveTo>
                        <a:cubicBezTo>
                          <a:pt x="2" y="1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9BBEF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5" name="Freeform 605"/>
                  <p:cNvSpPr/>
                  <p:nvPr/>
                </p:nvSpPr>
                <p:spPr bwMode="auto">
                  <a:xfrm>
                    <a:off x="4864" y="2737"/>
                    <a:ext cx="7" cy="5"/>
                  </a:xfrm>
                  <a:custGeom>
                    <a:avLst/>
                    <a:gdLst>
                      <a:gd name="T0" fmla="*/ 3 w 3"/>
                      <a:gd name="T1" fmla="*/ 1 h 2"/>
                      <a:gd name="T2" fmla="*/ 2 w 3"/>
                      <a:gd name="T3" fmla="*/ 2 h 2"/>
                      <a:gd name="T4" fmla="*/ 1 w 3"/>
                      <a:gd name="T5" fmla="*/ 1 h 2"/>
                      <a:gd name="T6" fmla="*/ 1 w 3"/>
                      <a:gd name="T7" fmla="*/ 0 h 2"/>
                      <a:gd name="T8" fmla="*/ 3 w 3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2">
                        <a:moveTo>
                          <a:pt x="3" y="1"/>
                        </a:moveTo>
                        <a:cubicBezTo>
                          <a:pt x="3" y="2"/>
                          <a:pt x="3" y="2"/>
                          <a:pt x="2" y="2"/>
                        </a:cubicBezTo>
                        <a:cubicBezTo>
                          <a:pt x="2" y="2"/>
                          <a:pt x="1" y="2"/>
                          <a:pt x="1" y="1"/>
                        </a:cubicBezTo>
                        <a:cubicBezTo>
                          <a:pt x="1" y="1"/>
                          <a:pt x="0" y="0"/>
                          <a:pt x="1" y="0"/>
                        </a:cubicBezTo>
                        <a:cubicBezTo>
                          <a:pt x="2" y="0"/>
                          <a:pt x="2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8B8B8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  <p:sp>
                <p:nvSpPr>
                  <p:cNvPr id="2156" name="Freeform 606"/>
                  <p:cNvSpPr/>
                  <p:nvPr/>
                </p:nvSpPr>
                <p:spPr bwMode="auto">
                  <a:xfrm>
                    <a:off x="4938" y="1637"/>
                    <a:ext cx="28" cy="45"/>
                  </a:xfrm>
                  <a:custGeom>
                    <a:avLst/>
                    <a:gdLst>
                      <a:gd name="T0" fmla="*/ 9 w 12"/>
                      <a:gd name="T1" fmla="*/ 0 h 19"/>
                      <a:gd name="T2" fmla="*/ 11 w 12"/>
                      <a:gd name="T3" fmla="*/ 3 h 19"/>
                      <a:gd name="T4" fmla="*/ 3 w 12"/>
                      <a:gd name="T5" fmla="*/ 18 h 19"/>
                      <a:gd name="T6" fmla="*/ 1 w 12"/>
                      <a:gd name="T7" fmla="*/ 19 h 19"/>
                      <a:gd name="T8" fmla="*/ 1 w 12"/>
                      <a:gd name="T9" fmla="*/ 16 h 19"/>
                      <a:gd name="T10" fmla="*/ 9 w 12"/>
                      <a:gd name="T11" fmla="*/ 2 h 19"/>
                      <a:gd name="T12" fmla="*/ 9 w 12"/>
                      <a:gd name="T13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19">
                        <a:moveTo>
                          <a:pt x="9" y="0"/>
                        </a:moveTo>
                        <a:cubicBezTo>
                          <a:pt x="12" y="0"/>
                          <a:pt x="12" y="2"/>
                          <a:pt x="11" y="3"/>
                        </a:cubicBezTo>
                        <a:cubicBezTo>
                          <a:pt x="9" y="8"/>
                          <a:pt x="8" y="14"/>
                          <a:pt x="3" y="18"/>
                        </a:cubicBezTo>
                        <a:cubicBezTo>
                          <a:pt x="3" y="19"/>
                          <a:pt x="2" y="19"/>
                          <a:pt x="1" y="19"/>
                        </a:cubicBezTo>
                        <a:cubicBezTo>
                          <a:pt x="1" y="18"/>
                          <a:pt x="0" y="17"/>
                          <a:pt x="1" y="16"/>
                        </a:cubicBezTo>
                        <a:cubicBezTo>
                          <a:pt x="6" y="13"/>
                          <a:pt x="6" y="6"/>
                          <a:pt x="9" y="2"/>
                        </a:cubicBezTo>
                        <a:cubicBezTo>
                          <a:pt x="10" y="2"/>
                          <a:pt x="9" y="0"/>
                          <a:pt x="9" y="0"/>
                        </a:cubicBezTo>
                        <a:close/>
                      </a:path>
                    </a:pathLst>
                  </a:custGeom>
                  <a:solidFill>
                    <a:srgbClr val="CDFEC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ea typeface="Inter" panose="02000503000000020004" charset="0"/>
                      <a:cs typeface="Inter" panose="02000503000000020004" charset="0"/>
                    </a:endParaRPr>
                  </a:p>
                </p:txBody>
              </p:sp>
            </p:grpSp>
          </p:grpSp>
          <p:sp>
            <p:nvSpPr>
              <p:cNvPr id="1757" name="Freeform 608"/>
              <p:cNvSpPr/>
              <p:nvPr/>
            </p:nvSpPr>
            <p:spPr bwMode="auto">
              <a:xfrm>
                <a:off x="7823201" y="2859089"/>
                <a:ext cx="22225" cy="25400"/>
              </a:xfrm>
              <a:custGeom>
                <a:avLst/>
                <a:gdLst>
                  <a:gd name="T0" fmla="*/ 6 w 6"/>
                  <a:gd name="T1" fmla="*/ 0 h 7"/>
                  <a:gd name="T2" fmla="*/ 3 w 6"/>
                  <a:gd name="T3" fmla="*/ 7 h 7"/>
                  <a:gd name="T4" fmla="*/ 0 w 6"/>
                  <a:gd name="T5" fmla="*/ 2 h 7"/>
                  <a:gd name="T6" fmla="*/ 6 w 6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cubicBezTo>
                      <a:pt x="6" y="3"/>
                      <a:pt x="4" y="5"/>
                      <a:pt x="3" y="7"/>
                    </a:cubicBezTo>
                    <a:cubicBezTo>
                      <a:pt x="3" y="5"/>
                      <a:pt x="2" y="3"/>
                      <a:pt x="0" y="2"/>
                    </a:cubicBezTo>
                    <a:cubicBezTo>
                      <a:pt x="3" y="2"/>
                      <a:pt x="4" y="2"/>
                      <a:pt x="6" y="0"/>
                    </a:cubicBezTo>
                    <a:close/>
                  </a:path>
                </a:pathLst>
              </a:custGeom>
              <a:solidFill>
                <a:srgbClr val="DEFE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8" name="Freeform 609"/>
              <p:cNvSpPr/>
              <p:nvPr/>
            </p:nvSpPr>
            <p:spPr bwMode="auto">
              <a:xfrm>
                <a:off x="8078788" y="2859089"/>
                <a:ext cx="30163" cy="25400"/>
              </a:xfrm>
              <a:custGeom>
                <a:avLst/>
                <a:gdLst>
                  <a:gd name="T0" fmla="*/ 2 w 8"/>
                  <a:gd name="T1" fmla="*/ 2 h 7"/>
                  <a:gd name="T2" fmla="*/ 3 w 8"/>
                  <a:gd name="T3" fmla="*/ 4 h 7"/>
                  <a:gd name="T4" fmla="*/ 4 w 8"/>
                  <a:gd name="T5" fmla="*/ 2 h 7"/>
                  <a:gd name="T6" fmla="*/ 4 w 8"/>
                  <a:gd name="T7" fmla="*/ 1 h 7"/>
                  <a:gd name="T8" fmla="*/ 7 w 8"/>
                  <a:gd name="T9" fmla="*/ 2 h 7"/>
                  <a:gd name="T10" fmla="*/ 7 w 8"/>
                  <a:gd name="T11" fmla="*/ 3 h 7"/>
                  <a:gd name="T12" fmla="*/ 2 w 8"/>
                  <a:gd name="T13" fmla="*/ 6 h 7"/>
                  <a:gd name="T14" fmla="*/ 2 w 8"/>
                  <a:gd name="T15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7">
                    <a:moveTo>
                      <a:pt x="2" y="2"/>
                    </a:moveTo>
                    <a:cubicBezTo>
                      <a:pt x="2" y="2"/>
                      <a:pt x="2" y="4"/>
                      <a:pt x="3" y="4"/>
                    </a:cubicBezTo>
                    <a:cubicBezTo>
                      <a:pt x="4" y="4"/>
                      <a:pt x="4" y="3"/>
                      <a:pt x="4" y="2"/>
                    </a:cubicBezTo>
                    <a:cubicBezTo>
                      <a:pt x="4" y="2"/>
                      <a:pt x="3" y="0"/>
                      <a:pt x="4" y="1"/>
                    </a:cubicBezTo>
                    <a:cubicBezTo>
                      <a:pt x="5" y="1"/>
                      <a:pt x="6" y="1"/>
                      <a:pt x="7" y="2"/>
                    </a:cubicBezTo>
                    <a:cubicBezTo>
                      <a:pt x="8" y="2"/>
                      <a:pt x="8" y="3"/>
                      <a:pt x="7" y="3"/>
                    </a:cubicBezTo>
                    <a:cubicBezTo>
                      <a:pt x="6" y="5"/>
                      <a:pt x="4" y="7"/>
                      <a:pt x="2" y="6"/>
                    </a:cubicBezTo>
                    <a:cubicBezTo>
                      <a:pt x="0" y="5"/>
                      <a:pt x="0" y="3"/>
                      <a:pt x="2" y="2"/>
                    </a:cubicBezTo>
                    <a:close/>
                  </a:path>
                </a:pathLst>
              </a:custGeom>
              <a:solidFill>
                <a:srgbClr val="C1FE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9" name="Freeform 610"/>
              <p:cNvSpPr/>
              <p:nvPr/>
            </p:nvSpPr>
            <p:spPr bwMode="auto">
              <a:xfrm>
                <a:off x="8056563" y="2903539"/>
                <a:ext cx="19050" cy="19050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4 h 5"/>
                  <a:gd name="T4" fmla="*/ 5 w 5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cubicBezTo>
                      <a:pt x="3" y="5"/>
                      <a:pt x="2" y="3"/>
                      <a:pt x="0" y="4"/>
                    </a:cubicBezTo>
                    <a:cubicBezTo>
                      <a:pt x="3" y="0"/>
                      <a:pt x="3" y="0"/>
                      <a:pt x="5" y="5"/>
                    </a:cubicBezTo>
                    <a:close/>
                  </a:path>
                </a:pathLst>
              </a:custGeom>
              <a:solidFill>
                <a:srgbClr val="C1FE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0" name="Freeform 611"/>
              <p:cNvSpPr/>
              <p:nvPr/>
            </p:nvSpPr>
            <p:spPr bwMode="auto">
              <a:xfrm>
                <a:off x="8091488" y="2840039"/>
                <a:ext cx="17463" cy="19050"/>
              </a:xfrm>
              <a:custGeom>
                <a:avLst/>
                <a:gdLst>
                  <a:gd name="T0" fmla="*/ 1 w 5"/>
                  <a:gd name="T1" fmla="*/ 0 h 5"/>
                  <a:gd name="T2" fmla="*/ 4 w 5"/>
                  <a:gd name="T3" fmla="*/ 3 h 5"/>
                  <a:gd name="T4" fmla="*/ 3 w 5"/>
                  <a:gd name="T5" fmla="*/ 4 h 5"/>
                  <a:gd name="T6" fmla="*/ 0 w 5"/>
                  <a:gd name="T7" fmla="*/ 2 h 5"/>
                  <a:gd name="T8" fmla="*/ 1 w 5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0"/>
                    </a:moveTo>
                    <a:cubicBezTo>
                      <a:pt x="2" y="1"/>
                      <a:pt x="3" y="2"/>
                      <a:pt x="4" y="3"/>
                    </a:cubicBezTo>
                    <a:cubicBezTo>
                      <a:pt x="5" y="4"/>
                      <a:pt x="4" y="5"/>
                      <a:pt x="3" y="4"/>
                    </a:cubicBezTo>
                    <a:cubicBezTo>
                      <a:pt x="2" y="4"/>
                      <a:pt x="0" y="3"/>
                      <a:pt x="0" y="2"/>
                    </a:cubicBezTo>
                    <a:cubicBezTo>
                      <a:pt x="0" y="2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C1FE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1" name="Freeform 612"/>
              <p:cNvSpPr/>
              <p:nvPr/>
            </p:nvSpPr>
            <p:spPr bwMode="auto">
              <a:xfrm>
                <a:off x="8034338" y="2895601"/>
                <a:ext cx="7938" cy="12700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0" y="1"/>
                      <a:pt x="0" y="0"/>
                      <a:pt x="2" y="0"/>
                    </a:cubicBezTo>
                    <a:cubicBezTo>
                      <a:pt x="2" y="1"/>
                      <a:pt x="2" y="2"/>
                      <a:pt x="0" y="3"/>
                    </a:cubicBezTo>
                    <a:close/>
                  </a:path>
                </a:pathLst>
              </a:custGeom>
              <a:solidFill>
                <a:srgbClr val="C1FE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2" name="Freeform 613"/>
              <p:cNvSpPr/>
              <p:nvPr/>
            </p:nvSpPr>
            <p:spPr bwMode="auto">
              <a:xfrm>
                <a:off x="8105776" y="2892426"/>
                <a:ext cx="11113" cy="11113"/>
              </a:xfrm>
              <a:custGeom>
                <a:avLst/>
                <a:gdLst>
                  <a:gd name="T0" fmla="*/ 3 w 3"/>
                  <a:gd name="T1" fmla="*/ 1 h 3"/>
                  <a:gd name="T2" fmla="*/ 0 w 3"/>
                  <a:gd name="T3" fmla="*/ 2 h 3"/>
                  <a:gd name="T4" fmla="*/ 3 w 3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cubicBezTo>
                      <a:pt x="2" y="2"/>
                      <a:pt x="1" y="3"/>
                      <a:pt x="0" y="2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C1FE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3" name="Freeform 614"/>
              <p:cNvSpPr/>
              <p:nvPr/>
            </p:nvSpPr>
            <p:spPr bwMode="auto">
              <a:xfrm>
                <a:off x="7713663" y="2971801"/>
                <a:ext cx="30163" cy="26988"/>
              </a:xfrm>
              <a:custGeom>
                <a:avLst/>
                <a:gdLst>
                  <a:gd name="T0" fmla="*/ 8 w 8"/>
                  <a:gd name="T1" fmla="*/ 1 h 7"/>
                  <a:gd name="T2" fmla="*/ 6 w 8"/>
                  <a:gd name="T3" fmla="*/ 2 h 7"/>
                  <a:gd name="T4" fmla="*/ 3 w 8"/>
                  <a:gd name="T5" fmla="*/ 5 h 7"/>
                  <a:gd name="T6" fmla="*/ 0 w 8"/>
                  <a:gd name="T7" fmla="*/ 0 h 7"/>
                  <a:gd name="T8" fmla="*/ 8 w 8"/>
                  <a:gd name="T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7">
                    <a:moveTo>
                      <a:pt x="8" y="1"/>
                    </a:moveTo>
                    <a:cubicBezTo>
                      <a:pt x="7" y="2"/>
                      <a:pt x="7" y="2"/>
                      <a:pt x="6" y="2"/>
                    </a:cubicBezTo>
                    <a:cubicBezTo>
                      <a:pt x="4" y="2"/>
                      <a:pt x="6" y="7"/>
                      <a:pt x="3" y="5"/>
                    </a:cubicBezTo>
                    <a:cubicBezTo>
                      <a:pt x="0" y="3"/>
                      <a:pt x="3" y="1"/>
                      <a:pt x="0" y="0"/>
                    </a:cubicBezTo>
                    <a:cubicBezTo>
                      <a:pt x="4" y="0"/>
                      <a:pt x="6" y="1"/>
                      <a:pt x="8" y="1"/>
                    </a:cubicBezTo>
                    <a:close/>
                  </a:path>
                </a:pathLst>
              </a:custGeom>
              <a:solidFill>
                <a:srgbClr val="C1F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4" name="Freeform 615"/>
              <p:cNvSpPr/>
              <p:nvPr/>
            </p:nvSpPr>
            <p:spPr bwMode="auto">
              <a:xfrm>
                <a:off x="7219951" y="3251201"/>
                <a:ext cx="60325" cy="49213"/>
              </a:xfrm>
              <a:custGeom>
                <a:avLst/>
                <a:gdLst>
                  <a:gd name="T0" fmla="*/ 3 w 16"/>
                  <a:gd name="T1" fmla="*/ 9 h 13"/>
                  <a:gd name="T2" fmla="*/ 7 w 16"/>
                  <a:gd name="T3" fmla="*/ 4 h 13"/>
                  <a:gd name="T4" fmla="*/ 8 w 16"/>
                  <a:gd name="T5" fmla="*/ 0 h 13"/>
                  <a:gd name="T6" fmla="*/ 15 w 16"/>
                  <a:gd name="T7" fmla="*/ 0 h 13"/>
                  <a:gd name="T8" fmla="*/ 16 w 16"/>
                  <a:gd name="T9" fmla="*/ 0 h 13"/>
                  <a:gd name="T10" fmla="*/ 12 w 16"/>
                  <a:gd name="T11" fmla="*/ 10 h 13"/>
                  <a:gd name="T12" fmla="*/ 9 w 16"/>
                  <a:gd name="T13" fmla="*/ 10 h 13"/>
                  <a:gd name="T14" fmla="*/ 8 w 16"/>
                  <a:gd name="T15" fmla="*/ 10 h 13"/>
                  <a:gd name="T16" fmla="*/ 3 w 16"/>
                  <a:gd name="T17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3">
                    <a:moveTo>
                      <a:pt x="3" y="9"/>
                    </a:moveTo>
                    <a:cubicBezTo>
                      <a:pt x="0" y="6"/>
                      <a:pt x="1" y="5"/>
                      <a:pt x="7" y="4"/>
                    </a:cubicBezTo>
                    <a:cubicBezTo>
                      <a:pt x="5" y="2"/>
                      <a:pt x="4" y="0"/>
                      <a:pt x="8" y="0"/>
                    </a:cubicBezTo>
                    <a:cubicBezTo>
                      <a:pt x="10" y="1"/>
                      <a:pt x="13" y="0"/>
                      <a:pt x="15" y="0"/>
                    </a:cubicBezTo>
                    <a:cubicBezTo>
                      <a:pt x="15" y="0"/>
                      <a:pt x="16" y="0"/>
                      <a:pt x="16" y="0"/>
                    </a:cubicBezTo>
                    <a:cubicBezTo>
                      <a:pt x="13" y="3"/>
                      <a:pt x="16" y="8"/>
                      <a:pt x="12" y="10"/>
                    </a:cubicBezTo>
                    <a:cubicBezTo>
                      <a:pt x="10" y="7"/>
                      <a:pt x="10" y="7"/>
                      <a:pt x="9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6" y="10"/>
                      <a:pt x="4" y="13"/>
                      <a:pt x="3" y="9"/>
                    </a:cubicBezTo>
                    <a:close/>
                  </a:path>
                </a:pathLst>
              </a:custGeom>
              <a:solidFill>
                <a:srgbClr val="B8F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5" name="Freeform 616"/>
              <p:cNvSpPr/>
              <p:nvPr/>
            </p:nvSpPr>
            <p:spPr bwMode="auto">
              <a:xfrm>
                <a:off x="7261226" y="3289301"/>
                <a:ext cx="19050" cy="17463"/>
              </a:xfrm>
              <a:custGeom>
                <a:avLst/>
                <a:gdLst>
                  <a:gd name="T0" fmla="*/ 5 w 5"/>
                  <a:gd name="T1" fmla="*/ 4 h 5"/>
                  <a:gd name="T2" fmla="*/ 0 w 5"/>
                  <a:gd name="T3" fmla="*/ 5 h 5"/>
                  <a:gd name="T4" fmla="*/ 0 w 5"/>
                  <a:gd name="T5" fmla="*/ 0 h 5"/>
                  <a:gd name="T6" fmla="*/ 5 w 5"/>
                  <a:gd name="T7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4"/>
                    </a:moveTo>
                    <a:cubicBezTo>
                      <a:pt x="4" y="4"/>
                      <a:pt x="2" y="5"/>
                      <a:pt x="0" y="5"/>
                    </a:cubicBezTo>
                    <a:cubicBezTo>
                      <a:pt x="1" y="3"/>
                      <a:pt x="1" y="2"/>
                      <a:pt x="0" y="0"/>
                    </a:cubicBezTo>
                    <a:cubicBezTo>
                      <a:pt x="2" y="1"/>
                      <a:pt x="3" y="4"/>
                      <a:pt x="5" y="4"/>
                    </a:cubicBezTo>
                    <a:close/>
                  </a:path>
                </a:pathLst>
              </a:custGeom>
              <a:solidFill>
                <a:srgbClr val="B8F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6" name="Freeform 617"/>
              <p:cNvSpPr/>
              <p:nvPr/>
            </p:nvSpPr>
            <p:spPr bwMode="auto">
              <a:xfrm>
                <a:off x="6756401" y="2243139"/>
                <a:ext cx="1365250" cy="1366838"/>
              </a:xfrm>
              <a:custGeom>
                <a:avLst/>
                <a:gdLst>
                  <a:gd name="T0" fmla="*/ 362 w 362"/>
                  <a:gd name="T1" fmla="*/ 181 h 362"/>
                  <a:gd name="T2" fmla="*/ 181 w 362"/>
                  <a:gd name="T3" fmla="*/ 362 h 362"/>
                  <a:gd name="T4" fmla="*/ 106 w 362"/>
                  <a:gd name="T5" fmla="*/ 346 h 362"/>
                  <a:gd name="T6" fmla="*/ 75 w 362"/>
                  <a:gd name="T7" fmla="*/ 328 h 362"/>
                  <a:gd name="T8" fmla="*/ 0 w 362"/>
                  <a:gd name="T9" fmla="*/ 181 h 362"/>
                  <a:gd name="T10" fmla="*/ 181 w 362"/>
                  <a:gd name="T11" fmla="*/ 0 h 362"/>
                  <a:gd name="T12" fmla="*/ 255 w 362"/>
                  <a:gd name="T13" fmla="*/ 16 h 362"/>
                  <a:gd name="T14" fmla="*/ 286 w 362"/>
                  <a:gd name="T15" fmla="*/ 34 h 362"/>
                  <a:gd name="T16" fmla="*/ 362 w 362"/>
                  <a:gd name="T17" fmla="*/ 181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2" h="362">
                    <a:moveTo>
                      <a:pt x="362" y="181"/>
                    </a:moveTo>
                    <a:cubicBezTo>
                      <a:pt x="362" y="281"/>
                      <a:pt x="281" y="362"/>
                      <a:pt x="181" y="362"/>
                    </a:cubicBezTo>
                    <a:cubicBezTo>
                      <a:pt x="154" y="362"/>
                      <a:pt x="129" y="356"/>
                      <a:pt x="106" y="346"/>
                    </a:cubicBezTo>
                    <a:cubicBezTo>
                      <a:pt x="95" y="341"/>
                      <a:pt x="85" y="335"/>
                      <a:pt x="75" y="328"/>
                    </a:cubicBezTo>
                    <a:cubicBezTo>
                      <a:pt x="29" y="295"/>
                      <a:pt x="0" y="241"/>
                      <a:pt x="0" y="181"/>
                    </a:cubicBezTo>
                    <a:cubicBezTo>
                      <a:pt x="0" y="81"/>
                      <a:pt x="81" y="0"/>
                      <a:pt x="181" y="0"/>
                    </a:cubicBezTo>
                    <a:cubicBezTo>
                      <a:pt x="207" y="0"/>
                      <a:pt x="232" y="5"/>
                      <a:pt x="255" y="16"/>
                    </a:cubicBezTo>
                    <a:cubicBezTo>
                      <a:pt x="266" y="21"/>
                      <a:pt x="277" y="27"/>
                      <a:pt x="286" y="34"/>
                    </a:cubicBezTo>
                    <a:cubicBezTo>
                      <a:pt x="332" y="67"/>
                      <a:pt x="362" y="120"/>
                      <a:pt x="362" y="181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7" name="Freeform 618"/>
              <p:cNvSpPr/>
              <p:nvPr/>
            </p:nvSpPr>
            <p:spPr bwMode="auto">
              <a:xfrm>
                <a:off x="6769101" y="1930401"/>
                <a:ext cx="1739900" cy="2066925"/>
              </a:xfrm>
              <a:custGeom>
                <a:avLst/>
                <a:gdLst>
                  <a:gd name="T0" fmla="*/ 461 w 462"/>
                  <a:gd name="T1" fmla="*/ 268 h 548"/>
                  <a:gd name="T2" fmla="*/ 185 w 462"/>
                  <a:gd name="T3" fmla="*/ 547 h 548"/>
                  <a:gd name="T4" fmla="*/ 52 w 462"/>
                  <a:gd name="T5" fmla="*/ 517 h 548"/>
                  <a:gd name="T6" fmla="*/ 21 w 462"/>
                  <a:gd name="T7" fmla="*/ 499 h 548"/>
                  <a:gd name="T8" fmla="*/ 5 w 462"/>
                  <a:gd name="T9" fmla="*/ 488 h 548"/>
                  <a:gd name="T10" fmla="*/ 3 w 462"/>
                  <a:gd name="T11" fmla="*/ 477 h 548"/>
                  <a:gd name="T12" fmla="*/ 11 w 462"/>
                  <a:gd name="T13" fmla="*/ 463 h 548"/>
                  <a:gd name="T14" fmla="*/ 23 w 462"/>
                  <a:gd name="T15" fmla="*/ 460 h 548"/>
                  <a:gd name="T16" fmla="*/ 37 w 462"/>
                  <a:gd name="T17" fmla="*/ 471 h 548"/>
                  <a:gd name="T18" fmla="*/ 69 w 462"/>
                  <a:gd name="T19" fmla="*/ 489 h 548"/>
                  <a:gd name="T20" fmla="*/ 182 w 462"/>
                  <a:gd name="T21" fmla="*/ 514 h 548"/>
                  <a:gd name="T22" fmla="*/ 427 w 462"/>
                  <a:gd name="T23" fmla="*/ 269 h 548"/>
                  <a:gd name="T24" fmla="*/ 318 w 462"/>
                  <a:gd name="T25" fmla="*/ 57 h 548"/>
                  <a:gd name="T26" fmla="*/ 287 w 462"/>
                  <a:gd name="T27" fmla="*/ 39 h 548"/>
                  <a:gd name="T28" fmla="*/ 271 w 462"/>
                  <a:gd name="T29" fmla="*/ 32 h 548"/>
                  <a:gd name="T30" fmla="*/ 267 w 462"/>
                  <a:gd name="T31" fmla="*/ 20 h 548"/>
                  <a:gd name="T32" fmla="*/ 275 w 462"/>
                  <a:gd name="T33" fmla="*/ 6 h 548"/>
                  <a:gd name="T34" fmla="*/ 285 w 462"/>
                  <a:gd name="T35" fmla="*/ 2 h 548"/>
                  <a:gd name="T36" fmla="*/ 303 w 462"/>
                  <a:gd name="T37" fmla="*/ 10 h 548"/>
                  <a:gd name="T38" fmla="*/ 334 w 462"/>
                  <a:gd name="T39" fmla="*/ 28 h 548"/>
                  <a:gd name="T40" fmla="*/ 461 w 462"/>
                  <a:gd name="T41" fmla="*/ 268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2" h="548">
                    <a:moveTo>
                      <a:pt x="461" y="268"/>
                    </a:moveTo>
                    <a:cubicBezTo>
                      <a:pt x="458" y="419"/>
                      <a:pt x="336" y="543"/>
                      <a:pt x="185" y="547"/>
                    </a:cubicBezTo>
                    <a:cubicBezTo>
                      <a:pt x="137" y="548"/>
                      <a:pt x="92" y="537"/>
                      <a:pt x="52" y="517"/>
                    </a:cubicBezTo>
                    <a:cubicBezTo>
                      <a:pt x="41" y="512"/>
                      <a:pt x="31" y="506"/>
                      <a:pt x="21" y="499"/>
                    </a:cubicBezTo>
                    <a:cubicBezTo>
                      <a:pt x="15" y="496"/>
                      <a:pt x="10" y="492"/>
                      <a:pt x="5" y="488"/>
                    </a:cubicBezTo>
                    <a:cubicBezTo>
                      <a:pt x="1" y="485"/>
                      <a:pt x="0" y="481"/>
                      <a:pt x="3" y="477"/>
                    </a:cubicBezTo>
                    <a:cubicBezTo>
                      <a:pt x="11" y="463"/>
                      <a:pt x="11" y="463"/>
                      <a:pt x="11" y="463"/>
                    </a:cubicBezTo>
                    <a:cubicBezTo>
                      <a:pt x="13" y="458"/>
                      <a:pt x="19" y="457"/>
                      <a:pt x="23" y="460"/>
                    </a:cubicBezTo>
                    <a:cubicBezTo>
                      <a:pt x="28" y="464"/>
                      <a:pt x="33" y="467"/>
                      <a:pt x="37" y="471"/>
                    </a:cubicBezTo>
                    <a:cubicBezTo>
                      <a:pt x="47" y="477"/>
                      <a:pt x="58" y="483"/>
                      <a:pt x="69" y="489"/>
                    </a:cubicBezTo>
                    <a:cubicBezTo>
                      <a:pt x="103" y="505"/>
                      <a:pt x="141" y="514"/>
                      <a:pt x="182" y="514"/>
                    </a:cubicBezTo>
                    <a:cubicBezTo>
                      <a:pt x="316" y="511"/>
                      <a:pt x="425" y="402"/>
                      <a:pt x="427" y="269"/>
                    </a:cubicBezTo>
                    <a:cubicBezTo>
                      <a:pt x="429" y="181"/>
                      <a:pt x="385" y="103"/>
                      <a:pt x="318" y="57"/>
                    </a:cubicBezTo>
                    <a:cubicBezTo>
                      <a:pt x="308" y="50"/>
                      <a:pt x="297" y="44"/>
                      <a:pt x="287" y="39"/>
                    </a:cubicBezTo>
                    <a:cubicBezTo>
                      <a:pt x="281" y="36"/>
                      <a:pt x="276" y="34"/>
                      <a:pt x="271" y="32"/>
                    </a:cubicBezTo>
                    <a:cubicBezTo>
                      <a:pt x="266" y="30"/>
                      <a:pt x="264" y="24"/>
                      <a:pt x="267" y="20"/>
                    </a:cubicBezTo>
                    <a:cubicBezTo>
                      <a:pt x="275" y="6"/>
                      <a:pt x="275" y="6"/>
                      <a:pt x="275" y="6"/>
                    </a:cubicBezTo>
                    <a:cubicBezTo>
                      <a:pt x="277" y="2"/>
                      <a:pt x="281" y="0"/>
                      <a:pt x="285" y="2"/>
                    </a:cubicBezTo>
                    <a:cubicBezTo>
                      <a:pt x="291" y="4"/>
                      <a:pt x="297" y="7"/>
                      <a:pt x="303" y="10"/>
                    </a:cubicBezTo>
                    <a:cubicBezTo>
                      <a:pt x="314" y="15"/>
                      <a:pt x="324" y="21"/>
                      <a:pt x="334" y="28"/>
                    </a:cubicBezTo>
                    <a:cubicBezTo>
                      <a:pt x="412" y="80"/>
                      <a:pt x="462" y="168"/>
                      <a:pt x="461" y="26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8" name="Freeform 619"/>
              <p:cNvSpPr/>
              <p:nvPr/>
            </p:nvSpPr>
            <p:spPr bwMode="auto">
              <a:xfrm>
                <a:off x="7718426" y="2078039"/>
                <a:ext cx="247650" cy="293688"/>
              </a:xfrm>
              <a:custGeom>
                <a:avLst/>
                <a:gdLst>
                  <a:gd name="T0" fmla="*/ 66 w 66"/>
                  <a:gd name="T1" fmla="*/ 18 h 78"/>
                  <a:gd name="T2" fmla="*/ 31 w 66"/>
                  <a:gd name="T3" fmla="*/ 78 h 78"/>
                  <a:gd name="T4" fmla="*/ 0 w 66"/>
                  <a:gd name="T5" fmla="*/ 60 h 78"/>
                  <a:gd name="T6" fmla="*/ 35 w 66"/>
                  <a:gd name="T7" fmla="*/ 0 h 78"/>
                  <a:gd name="T8" fmla="*/ 66 w 66"/>
                  <a:gd name="T9" fmla="*/ 1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78">
                    <a:moveTo>
                      <a:pt x="66" y="18"/>
                    </a:moveTo>
                    <a:cubicBezTo>
                      <a:pt x="31" y="78"/>
                      <a:pt x="31" y="78"/>
                      <a:pt x="31" y="78"/>
                    </a:cubicBezTo>
                    <a:cubicBezTo>
                      <a:pt x="22" y="71"/>
                      <a:pt x="11" y="65"/>
                      <a:pt x="0" y="6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45" y="5"/>
                      <a:pt x="56" y="11"/>
                      <a:pt x="6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69" name="Freeform 620"/>
              <p:cNvSpPr/>
              <p:nvPr/>
            </p:nvSpPr>
            <p:spPr bwMode="auto">
              <a:xfrm>
                <a:off x="6907213" y="3481389"/>
                <a:ext cx="249238" cy="293688"/>
              </a:xfrm>
              <a:custGeom>
                <a:avLst/>
                <a:gdLst>
                  <a:gd name="T0" fmla="*/ 66 w 66"/>
                  <a:gd name="T1" fmla="*/ 18 h 78"/>
                  <a:gd name="T2" fmla="*/ 32 w 66"/>
                  <a:gd name="T3" fmla="*/ 78 h 78"/>
                  <a:gd name="T4" fmla="*/ 0 w 66"/>
                  <a:gd name="T5" fmla="*/ 60 h 78"/>
                  <a:gd name="T6" fmla="*/ 35 w 66"/>
                  <a:gd name="T7" fmla="*/ 0 h 78"/>
                  <a:gd name="T8" fmla="*/ 66 w 66"/>
                  <a:gd name="T9" fmla="*/ 1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78">
                    <a:moveTo>
                      <a:pt x="66" y="18"/>
                    </a:moveTo>
                    <a:cubicBezTo>
                      <a:pt x="32" y="78"/>
                      <a:pt x="32" y="78"/>
                      <a:pt x="32" y="78"/>
                    </a:cubicBezTo>
                    <a:cubicBezTo>
                      <a:pt x="21" y="72"/>
                      <a:pt x="10" y="66"/>
                      <a:pt x="0" y="6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45" y="7"/>
                      <a:pt x="55" y="13"/>
                      <a:pt x="6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0" name="Freeform 621"/>
              <p:cNvSpPr/>
              <p:nvPr/>
            </p:nvSpPr>
            <p:spPr bwMode="auto">
              <a:xfrm>
                <a:off x="6750051" y="2251076"/>
                <a:ext cx="941388" cy="879475"/>
              </a:xfrm>
              <a:custGeom>
                <a:avLst/>
                <a:gdLst>
                  <a:gd name="T0" fmla="*/ 244 w 250"/>
                  <a:gd name="T1" fmla="*/ 54 h 233"/>
                  <a:gd name="T2" fmla="*/ 215 w 250"/>
                  <a:gd name="T3" fmla="*/ 38 h 233"/>
                  <a:gd name="T4" fmla="*/ 220 w 250"/>
                  <a:gd name="T5" fmla="*/ 4 h 233"/>
                  <a:gd name="T6" fmla="*/ 218 w 250"/>
                  <a:gd name="T7" fmla="*/ 1 h 233"/>
                  <a:gd name="T8" fmla="*/ 214 w 250"/>
                  <a:gd name="T9" fmla="*/ 43 h 233"/>
                  <a:gd name="T10" fmla="*/ 228 w 250"/>
                  <a:gd name="T11" fmla="*/ 50 h 233"/>
                  <a:gd name="T12" fmla="*/ 242 w 250"/>
                  <a:gd name="T13" fmla="*/ 62 h 233"/>
                  <a:gd name="T14" fmla="*/ 217 w 250"/>
                  <a:gd name="T15" fmla="*/ 84 h 233"/>
                  <a:gd name="T16" fmla="*/ 183 w 250"/>
                  <a:gd name="T17" fmla="*/ 83 h 233"/>
                  <a:gd name="T18" fmla="*/ 160 w 250"/>
                  <a:gd name="T19" fmla="*/ 88 h 233"/>
                  <a:gd name="T20" fmla="*/ 165 w 250"/>
                  <a:gd name="T21" fmla="*/ 138 h 233"/>
                  <a:gd name="T22" fmla="*/ 161 w 250"/>
                  <a:gd name="T23" fmla="*/ 172 h 233"/>
                  <a:gd name="T24" fmla="*/ 134 w 250"/>
                  <a:gd name="T25" fmla="*/ 184 h 233"/>
                  <a:gd name="T26" fmla="*/ 114 w 250"/>
                  <a:gd name="T27" fmla="*/ 162 h 233"/>
                  <a:gd name="T28" fmla="*/ 111 w 250"/>
                  <a:gd name="T29" fmla="*/ 150 h 233"/>
                  <a:gd name="T30" fmla="*/ 107 w 250"/>
                  <a:gd name="T31" fmla="*/ 138 h 233"/>
                  <a:gd name="T32" fmla="*/ 86 w 250"/>
                  <a:gd name="T33" fmla="*/ 142 h 233"/>
                  <a:gd name="T34" fmla="*/ 74 w 250"/>
                  <a:gd name="T35" fmla="*/ 164 h 233"/>
                  <a:gd name="T36" fmla="*/ 69 w 250"/>
                  <a:gd name="T37" fmla="*/ 200 h 233"/>
                  <a:gd name="T38" fmla="*/ 55 w 250"/>
                  <a:gd name="T39" fmla="*/ 226 h 233"/>
                  <a:gd name="T40" fmla="*/ 25 w 250"/>
                  <a:gd name="T41" fmla="*/ 211 h 233"/>
                  <a:gd name="T42" fmla="*/ 25 w 250"/>
                  <a:gd name="T43" fmla="*/ 191 h 233"/>
                  <a:gd name="T44" fmla="*/ 29 w 250"/>
                  <a:gd name="T45" fmla="*/ 175 h 233"/>
                  <a:gd name="T46" fmla="*/ 15 w 250"/>
                  <a:gd name="T47" fmla="*/ 167 h 233"/>
                  <a:gd name="T48" fmla="*/ 1 w 250"/>
                  <a:gd name="T49" fmla="*/ 184 h 233"/>
                  <a:gd name="T50" fmla="*/ 2 w 250"/>
                  <a:gd name="T51" fmla="*/ 186 h 233"/>
                  <a:gd name="T52" fmla="*/ 15 w 250"/>
                  <a:gd name="T53" fmla="*/ 171 h 233"/>
                  <a:gd name="T54" fmla="*/ 26 w 250"/>
                  <a:gd name="T55" fmla="*/ 177 h 233"/>
                  <a:gd name="T56" fmla="*/ 22 w 250"/>
                  <a:gd name="T57" fmla="*/ 194 h 233"/>
                  <a:gd name="T58" fmla="*/ 45 w 250"/>
                  <a:gd name="T59" fmla="*/ 231 h 233"/>
                  <a:gd name="T60" fmla="*/ 73 w 250"/>
                  <a:gd name="T61" fmla="*/ 195 h 233"/>
                  <a:gd name="T62" fmla="*/ 79 w 250"/>
                  <a:gd name="T63" fmla="*/ 159 h 233"/>
                  <a:gd name="T64" fmla="*/ 87 w 250"/>
                  <a:gd name="T65" fmla="*/ 146 h 233"/>
                  <a:gd name="T66" fmla="*/ 104 w 250"/>
                  <a:gd name="T67" fmla="*/ 141 h 233"/>
                  <a:gd name="T68" fmla="*/ 109 w 250"/>
                  <a:gd name="T69" fmla="*/ 156 h 233"/>
                  <a:gd name="T70" fmla="*/ 113 w 250"/>
                  <a:gd name="T71" fmla="*/ 170 h 233"/>
                  <a:gd name="T72" fmla="*/ 127 w 250"/>
                  <a:gd name="T73" fmla="*/ 185 h 233"/>
                  <a:gd name="T74" fmla="*/ 169 w 250"/>
                  <a:gd name="T75" fmla="*/ 165 h 233"/>
                  <a:gd name="T76" fmla="*/ 169 w 250"/>
                  <a:gd name="T77" fmla="*/ 137 h 233"/>
                  <a:gd name="T78" fmla="*/ 159 w 250"/>
                  <a:gd name="T79" fmla="*/ 108 h 233"/>
                  <a:gd name="T80" fmla="*/ 176 w 250"/>
                  <a:gd name="T81" fmla="*/ 86 h 233"/>
                  <a:gd name="T82" fmla="*/ 207 w 250"/>
                  <a:gd name="T83" fmla="*/ 89 h 233"/>
                  <a:gd name="T84" fmla="*/ 235 w 250"/>
                  <a:gd name="T85" fmla="*/ 79 h 233"/>
                  <a:gd name="T86" fmla="*/ 244 w 250"/>
                  <a:gd name="T87" fmla="*/ 54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50" h="233">
                    <a:moveTo>
                      <a:pt x="244" y="54"/>
                    </a:moveTo>
                    <a:cubicBezTo>
                      <a:pt x="236" y="45"/>
                      <a:pt x="222" y="47"/>
                      <a:pt x="215" y="38"/>
                    </a:cubicBezTo>
                    <a:cubicBezTo>
                      <a:pt x="205" y="28"/>
                      <a:pt x="208" y="12"/>
                      <a:pt x="220" y="4"/>
                    </a:cubicBezTo>
                    <a:cubicBezTo>
                      <a:pt x="222" y="3"/>
                      <a:pt x="220" y="0"/>
                      <a:pt x="218" y="1"/>
                    </a:cubicBezTo>
                    <a:cubicBezTo>
                      <a:pt x="202" y="10"/>
                      <a:pt x="200" y="32"/>
                      <a:pt x="214" y="43"/>
                    </a:cubicBezTo>
                    <a:cubicBezTo>
                      <a:pt x="218" y="47"/>
                      <a:pt x="223" y="48"/>
                      <a:pt x="228" y="50"/>
                    </a:cubicBezTo>
                    <a:cubicBezTo>
                      <a:pt x="234" y="51"/>
                      <a:pt x="242" y="54"/>
                      <a:pt x="242" y="62"/>
                    </a:cubicBezTo>
                    <a:cubicBezTo>
                      <a:pt x="242" y="73"/>
                      <a:pt x="226" y="81"/>
                      <a:pt x="217" y="84"/>
                    </a:cubicBezTo>
                    <a:cubicBezTo>
                      <a:pt x="205" y="87"/>
                      <a:pt x="195" y="84"/>
                      <a:pt x="183" y="83"/>
                    </a:cubicBezTo>
                    <a:cubicBezTo>
                      <a:pt x="175" y="82"/>
                      <a:pt x="166" y="82"/>
                      <a:pt x="160" y="88"/>
                    </a:cubicBezTo>
                    <a:cubicBezTo>
                      <a:pt x="147" y="103"/>
                      <a:pt x="160" y="123"/>
                      <a:pt x="165" y="138"/>
                    </a:cubicBezTo>
                    <a:cubicBezTo>
                      <a:pt x="170" y="150"/>
                      <a:pt x="169" y="162"/>
                      <a:pt x="161" y="172"/>
                    </a:cubicBezTo>
                    <a:cubicBezTo>
                      <a:pt x="154" y="180"/>
                      <a:pt x="144" y="185"/>
                      <a:pt x="134" y="184"/>
                    </a:cubicBezTo>
                    <a:cubicBezTo>
                      <a:pt x="123" y="183"/>
                      <a:pt x="117" y="173"/>
                      <a:pt x="114" y="162"/>
                    </a:cubicBezTo>
                    <a:cubicBezTo>
                      <a:pt x="112" y="158"/>
                      <a:pt x="112" y="154"/>
                      <a:pt x="111" y="150"/>
                    </a:cubicBezTo>
                    <a:cubicBezTo>
                      <a:pt x="110" y="146"/>
                      <a:pt x="110" y="141"/>
                      <a:pt x="107" y="138"/>
                    </a:cubicBezTo>
                    <a:cubicBezTo>
                      <a:pt x="101" y="133"/>
                      <a:pt x="92" y="137"/>
                      <a:pt x="86" y="142"/>
                    </a:cubicBezTo>
                    <a:cubicBezTo>
                      <a:pt x="80" y="148"/>
                      <a:pt x="76" y="156"/>
                      <a:pt x="74" y="164"/>
                    </a:cubicBezTo>
                    <a:cubicBezTo>
                      <a:pt x="71" y="176"/>
                      <a:pt x="71" y="188"/>
                      <a:pt x="69" y="200"/>
                    </a:cubicBezTo>
                    <a:cubicBezTo>
                      <a:pt x="67" y="209"/>
                      <a:pt x="64" y="221"/>
                      <a:pt x="55" y="226"/>
                    </a:cubicBezTo>
                    <a:cubicBezTo>
                      <a:pt x="43" y="233"/>
                      <a:pt x="29" y="223"/>
                      <a:pt x="25" y="211"/>
                    </a:cubicBezTo>
                    <a:cubicBezTo>
                      <a:pt x="23" y="204"/>
                      <a:pt x="23" y="198"/>
                      <a:pt x="25" y="191"/>
                    </a:cubicBezTo>
                    <a:cubicBezTo>
                      <a:pt x="26" y="186"/>
                      <a:pt x="29" y="181"/>
                      <a:pt x="29" y="175"/>
                    </a:cubicBezTo>
                    <a:cubicBezTo>
                      <a:pt x="28" y="169"/>
                      <a:pt x="22" y="163"/>
                      <a:pt x="15" y="167"/>
                    </a:cubicBezTo>
                    <a:cubicBezTo>
                      <a:pt x="9" y="171"/>
                      <a:pt x="8" y="181"/>
                      <a:pt x="1" y="184"/>
                    </a:cubicBezTo>
                    <a:cubicBezTo>
                      <a:pt x="0" y="185"/>
                      <a:pt x="1" y="186"/>
                      <a:pt x="2" y="186"/>
                    </a:cubicBezTo>
                    <a:cubicBezTo>
                      <a:pt x="8" y="183"/>
                      <a:pt x="10" y="175"/>
                      <a:pt x="15" y="171"/>
                    </a:cubicBezTo>
                    <a:cubicBezTo>
                      <a:pt x="20" y="165"/>
                      <a:pt x="26" y="170"/>
                      <a:pt x="26" y="177"/>
                    </a:cubicBezTo>
                    <a:cubicBezTo>
                      <a:pt x="26" y="183"/>
                      <a:pt x="23" y="188"/>
                      <a:pt x="22" y="194"/>
                    </a:cubicBezTo>
                    <a:cubicBezTo>
                      <a:pt x="19" y="210"/>
                      <a:pt x="27" y="229"/>
                      <a:pt x="45" y="231"/>
                    </a:cubicBezTo>
                    <a:cubicBezTo>
                      <a:pt x="65" y="232"/>
                      <a:pt x="71" y="210"/>
                      <a:pt x="73" y="195"/>
                    </a:cubicBezTo>
                    <a:cubicBezTo>
                      <a:pt x="74" y="183"/>
                      <a:pt x="74" y="171"/>
                      <a:pt x="79" y="159"/>
                    </a:cubicBezTo>
                    <a:cubicBezTo>
                      <a:pt x="81" y="155"/>
                      <a:pt x="83" y="150"/>
                      <a:pt x="87" y="146"/>
                    </a:cubicBezTo>
                    <a:cubicBezTo>
                      <a:pt x="90" y="142"/>
                      <a:pt x="99" y="136"/>
                      <a:pt x="104" y="141"/>
                    </a:cubicBezTo>
                    <a:cubicBezTo>
                      <a:pt x="108" y="144"/>
                      <a:pt x="108" y="151"/>
                      <a:pt x="109" y="156"/>
                    </a:cubicBezTo>
                    <a:cubicBezTo>
                      <a:pt x="110" y="161"/>
                      <a:pt x="111" y="165"/>
                      <a:pt x="113" y="170"/>
                    </a:cubicBezTo>
                    <a:cubicBezTo>
                      <a:pt x="116" y="177"/>
                      <a:pt x="120" y="183"/>
                      <a:pt x="127" y="185"/>
                    </a:cubicBezTo>
                    <a:cubicBezTo>
                      <a:pt x="144" y="192"/>
                      <a:pt x="162" y="180"/>
                      <a:pt x="169" y="165"/>
                    </a:cubicBezTo>
                    <a:cubicBezTo>
                      <a:pt x="173" y="156"/>
                      <a:pt x="172" y="146"/>
                      <a:pt x="169" y="137"/>
                    </a:cubicBezTo>
                    <a:cubicBezTo>
                      <a:pt x="165" y="128"/>
                      <a:pt x="160" y="119"/>
                      <a:pt x="159" y="108"/>
                    </a:cubicBezTo>
                    <a:cubicBezTo>
                      <a:pt x="157" y="96"/>
                      <a:pt x="163" y="86"/>
                      <a:pt x="176" y="86"/>
                    </a:cubicBezTo>
                    <a:cubicBezTo>
                      <a:pt x="187" y="86"/>
                      <a:pt x="196" y="90"/>
                      <a:pt x="207" y="89"/>
                    </a:cubicBezTo>
                    <a:cubicBezTo>
                      <a:pt x="217" y="89"/>
                      <a:pt x="227" y="85"/>
                      <a:pt x="235" y="79"/>
                    </a:cubicBezTo>
                    <a:cubicBezTo>
                      <a:pt x="242" y="73"/>
                      <a:pt x="250" y="63"/>
                      <a:pt x="244" y="54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1" name="Freeform 622"/>
              <p:cNvSpPr/>
              <p:nvPr/>
            </p:nvSpPr>
            <p:spPr bwMode="auto">
              <a:xfrm>
                <a:off x="7419976" y="2522539"/>
                <a:ext cx="671513" cy="841375"/>
              </a:xfrm>
              <a:custGeom>
                <a:avLst/>
                <a:gdLst>
                  <a:gd name="T0" fmla="*/ 175 w 178"/>
                  <a:gd name="T1" fmla="*/ 49 h 223"/>
                  <a:gd name="T2" fmla="*/ 137 w 178"/>
                  <a:gd name="T3" fmla="*/ 104 h 223"/>
                  <a:gd name="T4" fmla="*/ 124 w 178"/>
                  <a:gd name="T5" fmla="*/ 119 h 223"/>
                  <a:gd name="T6" fmla="*/ 107 w 178"/>
                  <a:gd name="T7" fmla="*/ 114 h 223"/>
                  <a:gd name="T8" fmla="*/ 113 w 178"/>
                  <a:gd name="T9" fmla="*/ 95 h 223"/>
                  <a:gd name="T10" fmla="*/ 124 w 178"/>
                  <a:gd name="T11" fmla="*/ 72 h 223"/>
                  <a:gd name="T12" fmla="*/ 135 w 178"/>
                  <a:gd name="T13" fmla="*/ 34 h 223"/>
                  <a:gd name="T14" fmla="*/ 122 w 178"/>
                  <a:gd name="T15" fmla="*/ 9 h 223"/>
                  <a:gd name="T16" fmla="*/ 63 w 178"/>
                  <a:gd name="T17" fmla="*/ 27 h 223"/>
                  <a:gd name="T18" fmla="*/ 55 w 178"/>
                  <a:gd name="T19" fmla="*/ 56 h 223"/>
                  <a:gd name="T20" fmla="*/ 75 w 178"/>
                  <a:gd name="T21" fmla="*/ 87 h 223"/>
                  <a:gd name="T22" fmla="*/ 81 w 178"/>
                  <a:gd name="T23" fmla="*/ 107 h 223"/>
                  <a:gd name="T24" fmla="*/ 61 w 178"/>
                  <a:gd name="T25" fmla="*/ 108 h 223"/>
                  <a:gd name="T26" fmla="*/ 33 w 178"/>
                  <a:gd name="T27" fmla="*/ 93 h 223"/>
                  <a:gd name="T28" fmla="*/ 6 w 178"/>
                  <a:gd name="T29" fmla="*/ 110 h 223"/>
                  <a:gd name="T30" fmla="*/ 11 w 178"/>
                  <a:gd name="T31" fmla="*/ 137 h 223"/>
                  <a:gd name="T32" fmla="*/ 46 w 178"/>
                  <a:gd name="T33" fmla="*/ 152 h 223"/>
                  <a:gd name="T34" fmla="*/ 63 w 178"/>
                  <a:gd name="T35" fmla="*/ 164 h 223"/>
                  <a:gd name="T36" fmla="*/ 52 w 178"/>
                  <a:gd name="T37" fmla="*/ 179 h 223"/>
                  <a:gd name="T38" fmla="*/ 42 w 178"/>
                  <a:gd name="T39" fmla="*/ 204 h 223"/>
                  <a:gd name="T40" fmla="*/ 71 w 178"/>
                  <a:gd name="T41" fmla="*/ 221 h 223"/>
                  <a:gd name="T42" fmla="*/ 162 w 178"/>
                  <a:gd name="T43" fmla="*/ 195 h 223"/>
                  <a:gd name="T44" fmla="*/ 162 w 178"/>
                  <a:gd name="T45" fmla="*/ 193 h 223"/>
                  <a:gd name="T46" fmla="*/ 86 w 178"/>
                  <a:gd name="T47" fmla="*/ 217 h 223"/>
                  <a:gd name="T48" fmla="*/ 47 w 178"/>
                  <a:gd name="T49" fmla="*/ 206 h 223"/>
                  <a:gd name="T50" fmla="*/ 56 w 178"/>
                  <a:gd name="T51" fmla="*/ 179 h 223"/>
                  <a:gd name="T52" fmla="*/ 65 w 178"/>
                  <a:gd name="T53" fmla="*/ 157 h 223"/>
                  <a:gd name="T54" fmla="*/ 54 w 178"/>
                  <a:gd name="T55" fmla="*/ 150 h 223"/>
                  <a:gd name="T56" fmla="*/ 33 w 178"/>
                  <a:gd name="T57" fmla="*/ 145 h 223"/>
                  <a:gd name="T58" fmla="*/ 7 w 178"/>
                  <a:gd name="T59" fmla="*/ 117 h 223"/>
                  <a:gd name="T60" fmla="*/ 39 w 178"/>
                  <a:gd name="T61" fmla="*/ 97 h 223"/>
                  <a:gd name="T62" fmla="*/ 67 w 178"/>
                  <a:gd name="T63" fmla="*/ 114 h 223"/>
                  <a:gd name="T64" fmla="*/ 85 w 178"/>
                  <a:gd name="T65" fmla="*/ 104 h 223"/>
                  <a:gd name="T66" fmla="*/ 69 w 178"/>
                  <a:gd name="T67" fmla="*/ 76 h 223"/>
                  <a:gd name="T68" fmla="*/ 59 w 178"/>
                  <a:gd name="T69" fmla="*/ 39 h 223"/>
                  <a:gd name="T70" fmla="*/ 85 w 178"/>
                  <a:gd name="T71" fmla="*/ 15 h 223"/>
                  <a:gd name="T72" fmla="*/ 121 w 178"/>
                  <a:gd name="T73" fmla="*/ 13 h 223"/>
                  <a:gd name="T74" fmla="*/ 129 w 178"/>
                  <a:gd name="T75" fmla="*/ 50 h 223"/>
                  <a:gd name="T76" fmla="*/ 111 w 178"/>
                  <a:gd name="T77" fmla="*/ 90 h 223"/>
                  <a:gd name="T78" fmla="*/ 107 w 178"/>
                  <a:gd name="T79" fmla="*/ 122 h 223"/>
                  <a:gd name="T80" fmla="*/ 132 w 178"/>
                  <a:gd name="T81" fmla="*/ 117 h 223"/>
                  <a:gd name="T82" fmla="*/ 176 w 178"/>
                  <a:gd name="T83" fmla="*/ 52 h 223"/>
                  <a:gd name="T84" fmla="*/ 175 w 178"/>
                  <a:gd name="T85" fmla="*/ 49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8" h="223">
                    <a:moveTo>
                      <a:pt x="175" y="49"/>
                    </a:moveTo>
                    <a:cubicBezTo>
                      <a:pt x="151" y="57"/>
                      <a:pt x="147" y="85"/>
                      <a:pt x="137" y="104"/>
                    </a:cubicBezTo>
                    <a:cubicBezTo>
                      <a:pt x="134" y="110"/>
                      <a:pt x="130" y="116"/>
                      <a:pt x="124" y="119"/>
                    </a:cubicBezTo>
                    <a:cubicBezTo>
                      <a:pt x="118" y="123"/>
                      <a:pt x="107" y="124"/>
                      <a:pt x="107" y="114"/>
                    </a:cubicBezTo>
                    <a:cubicBezTo>
                      <a:pt x="106" y="107"/>
                      <a:pt x="110" y="101"/>
                      <a:pt x="113" y="95"/>
                    </a:cubicBezTo>
                    <a:cubicBezTo>
                      <a:pt x="124" y="72"/>
                      <a:pt x="124" y="72"/>
                      <a:pt x="124" y="72"/>
                    </a:cubicBezTo>
                    <a:cubicBezTo>
                      <a:pt x="129" y="60"/>
                      <a:pt x="136" y="47"/>
                      <a:pt x="135" y="34"/>
                    </a:cubicBezTo>
                    <a:cubicBezTo>
                      <a:pt x="135" y="24"/>
                      <a:pt x="131" y="14"/>
                      <a:pt x="122" y="9"/>
                    </a:cubicBezTo>
                    <a:cubicBezTo>
                      <a:pt x="103" y="0"/>
                      <a:pt x="75" y="13"/>
                      <a:pt x="63" y="27"/>
                    </a:cubicBezTo>
                    <a:cubicBezTo>
                      <a:pt x="56" y="35"/>
                      <a:pt x="52" y="46"/>
                      <a:pt x="55" y="56"/>
                    </a:cubicBezTo>
                    <a:cubicBezTo>
                      <a:pt x="57" y="69"/>
                      <a:pt x="66" y="78"/>
                      <a:pt x="75" y="87"/>
                    </a:cubicBezTo>
                    <a:cubicBezTo>
                      <a:pt x="79" y="92"/>
                      <a:pt x="85" y="100"/>
                      <a:pt x="81" y="107"/>
                    </a:cubicBezTo>
                    <a:cubicBezTo>
                      <a:pt x="77" y="114"/>
                      <a:pt x="66" y="111"/>
                      <a:pt x="61" y="108"/>
                    </a:cubicBezTo>
                    <a:cubicBezTo>
                      <a:pt x="52" y="101"/>
                      <a:pt x="45" y="92"/>
                      <a:pt x="33" y="93"/>
                    </a:cubicBezTo>
                    <a:cubicBezTo>
                      <a:pt x="22" y="94"/>
                      <a:pt x="11" y="101"/>
                      <a:pt x="6" y="110"/>
                    </a:cubicBezTo>
                    <a:cubicBezTo>
                      <a:pt x="0" y="120"/>
                      <a:pt x="4" y="130"/>
                      <a:pt x="11" y="137"/>
                    </a:cubicBezTo>
                    <a:cubicBezTo>
                      <a:pt x="21" y="146"/>
                      <a:pt x="34" y="148"/>
                      <a:pt x="46" y="152"/>
                    </a:cubicBezTo>
                    <a:cubicBezTo>
                      <a:pt x="52" y="153"/>
                      <a:pt x="65" y="156"/>
                      <a:pt x="63" y="164"/>
                    </a:cubicBezTo>
                    <a:cubicBezTo>
                      <a:pt x="62" y="170"/>
                      <a:pt x="56" y="175"/>
                      <a:pt x="52" y="179"/>
                    </a:cubicBezTo>
                    <a:cubicBezTo>
                      <a:pt x="45" y="186"/>
                      <a:pt x="38" y="194"/>
                      <a:pt x="42" y="204"/>
                    </a:cubicBezTo>
                    <a:cubicBezTo>
                      <a:pt x="46" y="216"/>
                      <a:pt x="60" y="221"/>
                      <a:pt x="71" y="221"/>
                    </a:cubicBezTo>
                    <a:cubicBezTo>
                      <a:pt x="104" y="223"/>
                      <a:pt x="130" y="198"/>
                      <a:pt x="162" y="195"/>
                    </a:cubicBezTo>
                    <a:cubicBezTo>
                      <a:pt x="163" y="195"/>
                      <a:pt x="163" y="193"/>
                      <a:pt x="162" y="193"/>
                    </a:cubicBezTo>
                    <a:cubicBezTo>
                      <a:pt x="134" y="193"/>
                      <a:pt x="112" y="212"/>
                      <a:pt x="86" y="217"/>
                    </a:cubicBezTo>
                    <a:cubicBezTo>
                      <a:pt x="73" y="219"/>
                      <a:pt x="55" y="219"/>
                      <a:pt x="47" y="206"/>
                    </a:cubicBezTo>
                    <a:cubicBezTo>
                      <a:pt x="39" y="196"/>
                      <a:pt x="49" y="187"/>
                      <a:pt x="56" y="179"/>
                    </a:cubicBezTo>
                    <a:cubicBezTo>
                      <a:pt x="61" y="174"/>
                      <a:pt x="70" y="165"/>
                      <a:pt x="65" y="157"/>
                    </a:cubicBezTo>
                    <a:cubicBezTo>
                      <a:pt x="62" y="153"/>
                      <a:pt x="58" y="152"/>
                      <a:pt x="54" y="150"/>
                    </a:cubicBezTo>
                    <a:cubicBezTo>
                      <a:pt x="47" y="148"/>
                      <a:pt x="40" y="147"/>
                      <a:pt x="33" y="145"/>
                    </a:cubicBezTo>
                    <a:cubicBezTo>
                      <a:pt x="21" y="142"/>
                      <a:pt x="4" y="132"/>
                      <a:pt x="7" y="117"/>
                    </a:cubicBezTo>
                    <a:cubicBezTo>
                      <a:pt x="9" y="105"/>
                      <a:pt x="27" y="94"/>
                      <a:pt x="39" y="97"/>
                    </a:cubicBezTo>
                    <a:cubicBezTo>
                      <a:pt x="50" y="100"/>
                      <a:pt x="56" y="111"/>
                      <a:pt x="67" y="114"/>
                    </a:cubicBezTo>
                    <a:cubicBezTo>
                      <a:pt x="75" y="116"/>
                      <a:pt x="84" y="113"/>
                      <a:pt x="85" y="104"/>
                    </a:cubicBezTo>
                    <a:cubicBezTo>
                      <a:pt x="87" y="92"/>
                      <a:pt x="76" y="84"/>
                      <a:pt x="69" y="76"/>
                    </a:cubicBezTo>
                    <a:cubicBezTo>
                      <a:pt x="60" y="66"/>
                      <a:pt x="54" y="52"/>
                      <a:pt x="59" y="39"/>
                    </a:cubicBezTo>
                    <a:cubicBezTo>
                      <a:pt x="64" y="28"/>
                      <a:pt x="75" y="20"/>
                      <a:pt x="85" y="15"/>
                    </a:cubicBezTo>
                    <a:cubicBezTo>
                      <a:pt x="96" y="10"/>
                      <a:pt x="110" y="7"/>
                      <a:pt x="121" y="13"/>
                    </a:cubicBezTo>
                    <a:cubicBezTo>
                      <a:pt x="134" y="21"/>
                      <a:pt x="134" y="37"/>
                      <a:pt x="129" y="50"/>
                    </a:cubicBezTo>
                    <a:cubicBezTo>
                      <a:pt x="125" y="64"/>
                      <a:pt x="118" y="77"/>
                      <a:pt x="111" y="90"/>
                    </a:cubicBezTo>
                    <a:cubicBezTo>
                      <a:pt x="108" y="99"/>
                      <a:pt x="98" y="114"/>
                      <a:pt x="107" y="122"/>
                    </a:cubicBezTo>
                    <a:cubicBezTo>
                      <a:pt x="115" y="129"/>
                      <a:pt x="126" y="123"/>
                      <a:pt x="132" y="117"/>
                    </a:cubicBezTo>
                    <a:cubicBezTo>
                      <a:pt x="149" y="98"/>
                      <a:pt x="149" y="61"/>
                      <a:pt x="176" y="52"/>
                    </a:cubicBezTo>
                    <a:cubicBezTo>
                      <a:pt x="178" y="52"/>
                      <a:pt x="177" y="48"/>
                      <a:pt x="175" y="49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2" name="Freeform 623"/>
              <p:cNvSpPr/>
              <p:nvPr/>
            </p:nvSpPr>
            <p:spPr bwMode="auto">
              <a:xfrm>
                <a:off x="7065963" y="3133726"/>
                <a:ext cx="447675" cy="317500"/>
              </a:xfrm>
              <a:custGeom>
                <a:avLst/>
                <a:gdLst>
                  <a:gd name="T0" fmla="*/ 32 w 119"/>
                  <a:gd name="T1" fmla="*/ 55 h 84"/>
                  <a:gd name="T2" fmla="*/ 14 w 119"/>
                  <a:gd name="T3" fmla="*/ 50 h 84"/>
                  <a:gd name="T4" fmla="*/ 0 w 119"/>
                  <a:gd name="T5" fmla="*/ 29 h 84"/>
                  <a:gd name="T6" fmla="*/ 11 w 119"/>
                  <a:gd name="T7" fmla="*/ 4 h 84"/>
                  <a:gd name="T8" fmla="*/ 20 w 119"/>
                  <a:gd name="T9" fmla="*/ 0 h 84"/>
                  <a:gd name="T10" fmla="*/ 28 w 119"/>
                  <a:gd name="T11" fmla="*/ 6 h 84"/>
                  <a:gd name="T12" fmla="*/ 43 w 119"/>
                  <a:gd name="T13" fmla="*/ 24 h 84"/>
                  <a:gd name="T14" fmla="*/ 51 w 119"/>
                  <a:gd name="T15" fmla="*/ 31 h 84"/>
                  <a:gd name="T16" fmla="*/ 85 w 119"/>
                  <a:gd name="T17" fmla="*/ 25 h 84"/>
                  <a:gd name="T18" fmla="*/ 112 w 119"/>
                  <a:gd name="T19" fmla="*/ 41 h 84"/>
                  <a:gd name="T20" fmla="*/ 119 w 119"/>
                  <a:gd name="T21" fmla="*/ 61 h 84"/>
                  <a:gd name="T22" fmla="*/ 106 w 119"/>
                  <a:gd name="T23" fmla="*/ 75 h 84"/>
                  <a:gd name="T24" fmla="*/ 79 w 119"/>
                  <a:gd name="T25" fmla="*/ 66 h 84"/>
                  <a:gd name="T26" fmla="*/ 67 w 119"/>
                  <a:gd name="T27" fmla="*/ 74 h 84"/>
                  <a:gd name="T28" fmla="*/ 32 w 119"/>
                  <a:gd name="T29" fmla="*/ 55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84">
                    <a:moveTo>
                      <a:pt x="32" y="55"/>
                    </a:moveTo>
                    <a:cubicBezTo>
                      <a:pt x="26" y="53"/>
                      <a:pt x="20" y="53"/>
                      <a:pt x="14" y="50"/>
                    </a:cubicBezTo>
                    <a:cubicBezTo>
                      <a:pt x="6" y="47"/>
                      <a:pt x="0" y="38"/>
                      <a:pt x="0" y="29"/>
                    </a:cubicBezTo>
                    <a:cubicBezTo>
                      <a:pt x="0" y="19"/>
                      <a:pt x="4" y="11"/>
                      <a:pt x="11" y="4"/>
                    </a:cubicBezTo>
                    <a:cubicBezTo>
                      <a:pt x="14" y="2"/>
                      <a:pt x="17" y="0"/>
                      <a:pt x="20" y="0"/>
                    </a:cubicBezTo>
                    <a:cubicBezTo>
                      <a:pt x="24" y="1"/>
                      <a:pt x="26" y="4"/>
                      <a:pt x="28" y="6"/>
                    </a:cubicBezTo>
                    <a:cubicBezTo>
                      <a:pt x="33" y="12"/>
                      <a:pt x="38" y="18"/>
                      <a:pt x="43" y="24"/>
                    </a:cubicBezTo>
                    <a:cubicBezTo>
                      <a:pt x="45" y="26"/>
                      <a:pt x="47" y="29"/>
                      <a:pt x="51" y="31"/>
                    </a:cubicBezTo>
                    <a:cubicBezTo>
                      <a:pt x="61" y="36"/>
                      <a:pt x="73" y="25"/>
                      <a:pt x="85" y="25"/>
                    </a:cubicBezTo>
                    <a:cubicBezTo>
                      <a:pt x="96" y="24"/>
                      <a:pt x="106" y="32"/>
                      <a:pt x="112" y="41"/>
                    </a:cubicBezTo>
                    <a:cubicBezTo>
                      <a:pt x="116" y="47"/>
                      <a:pt x="119" y="54"/>
                      <a:pt x="119" y="61"/>
                    </a:cubicBezTo>
                    <a:cubicBezTo>
                      <a:pt x="118" y="68"/>
                      <a:pt x="113" y="75"/>
                      <a:pt x="106" y="75"/>
                    </a:cubicBezTo>
                    <a:cubicBezTo>
                      <a:pt x="96" y="76"/>
                      <a:pt x="89" y="64"/>
                      <a:pt x="79" y="66"/>
                    </a:cubicBezTo>
                    <a:cubicBezTo>
                      <a:pt x="74" y="67"/>
                      <a:pt x="71" y="71"/>
                      <a:pt x="67" y="74"/>
                    </a:cubicBezTo>
                    <a:cubicBezTo>
                      <a:pt x="53" y="84"/>
                      <a:pt x="45" y="59"/>
                      <a:pt x="32" y="55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3" name="Rectangle 624"/>
              <p:cNvSpPr>
                <a:spLocks noChangeArrowheads="1"/>
              </p:cNvSpPr>
              <p:nvPr/>
            </p:nvSpPr>
            <p:spPr bwMode="auto">
              <a:xfrm>
                <a:off x="7351713" y="3994151"/>
                <a:ext cx="174625" cy="188913"/>
              </a:xfrm>
              <a:prstGeom prst="rect">
                <a:avLst/>
              </a:pr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4" name="Freeform 625"/>
              <p:cNvSpPr/>
              <p:nvPr/>
            </p:nvSpPr>
            <p:spPr bwMode="auto">
              <a:xfrm>
                <a:off x="7112001" y="4183064"/>
                <a:ext cx="650875" cy="115888"/>
              </a:xfrm>
              <a:custGeom>
                <a:avLst/>
                <a:gdLst>
                  <a:gd name="T0" fmla="*/ 158 w 173"/>
                  <a:gd name="T1" fmla="*/ 31 h 31"/>
                  <a:gd name="T2" fmla="*/ 16 w 173"/>
                  <a:gd name="T3" fmla="*/ 31 h 31"/>
                  <a:gd name="T4" fmla="*/ 0 w 173"/>
                  <a:gd name="T5" fmla="*/ 15 h 31"/>
                  <a:gd name="T6" fmla="*/ 0 w 173"/>
                  <a:gd name="T7" fmla="*/ 15 h 31"/>
                  <a:gd name="T8" fmla="*/ 16 w 173"/>
                  <a:gd name="T9" fmla="*/ 0 h 31"/>
                  <a:gd name="T10" fmla="*/ 158 w 173"/>
                  <a:gd name="T11" fmla="*/ 0 h 31"/>
                  <a:gd name="T12" fmla="*/ 173 w 173"/>
                  <a:gd name="T13" fmla="*/ 15 h 31"/>
                  <a:gd name="T14" fmla="*/ 173 w 173"/>
                  <a:gd name="T15" fmla="*/ 15 h 31"/>
                  <a:gd name="T16" fmla="*/ 158 w 173"/>
                  <a:gd name="T1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3" h="31">
                    <a:moveTo>
                      <a:pt x="158" y="31"/>
                    </a:moveTo>
                    <a:cubicBezTo>
                      <a:pt x="16" y="31"/>
                      <a:pt x="16" y="31"/>
                      <a:pt x="16" y="31"/>
                    </a:cubicBezTo>
                    <a:cubicBezTo>
                      <a:pt x="7" y="31"/>
                      <a:pt x="0" y="24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6" y="0"/>
                      <a:pt x="173" y="7"/>
                      <a:pt x="173" y="15"/>
                    </a:cubicBezTo>
                    <a:cubicBezTo>
                      <a:pt x="173" y="15"/>
                      <a:pt x="173" y="15"/>
                      <a:pt x="173" y="15"/>
                    </a:cubicBezTo>
                    <a:cubicBezTo>
                      <a:pt x="173" y="24"/>
                      <a:pt x="166" y="31"/>
                      <a:pt x="158" y="31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5" name="Freeform 626"/>
              <p:cNvSpPr/>
              <p:nvPr/>
            </p:nvSpPr>
            <p:spPr bwMode="auto">
              <a:xfrm>
                <a:off x="7005638" y="4298951"/>
                <a:ext cx="863600" cy="136525"/>
              </a:xfrm>
              <a:custGeom>
                <a:avLst/>
                <a:gdLst>
                  <a:gd name="T0" fmla="*/ 15 w 229"/>
                  <a:gd name="T1" fmla="*/ 0 h 36"/>
                  <a:gd name="T2" fmla="*/ 214 w 229"/>
                  <a:gd name="T3" fmla="*/ 0 h 36"/>
                  <a:gd name="T4" fmla="*/ 229 w 229"/>
                  <a:gd name="T5" fmla="*/ 15 h 36"/>
                  <a:gd name="T6" fmla="*/ 229 w 229"/>
                  <a:gd name="T7" fmla="*/ 21 h 36"/>
                  <a:gd name="T8" fmla="*/ 214 w 229"/>
                  <a:gd name="T9" fmla="*/ 36 h 36"/>
                  <a:gd name="T10" fmla="*/ 15 w 229"/>
                  <a:gd name="T11" fmla="*/ 36 h 36"/>
                  <a:gd name="T12" fmla="*/ 0 w 229"/>
                  <a:gd name="T13" fmla="*/ 21 h 36"/>
                  <a:gd name="T14" fmla="*/ 0 w 229"/>
                  <a:gd name="T15" fmla="*/ 15 h 36"/>
                  <a:gd name="T16" fmla="*/ 15 w 229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36">
                    <a:moveTo>
                      <a:pt x="15" y="0"/>
                    </a:moveTo>
                    <a:cubicBezTo>
                      <a:pt x="214" y="0"/>
                      <a:pt x="214" y="0"/>
                      <a:pt x="214" y="0"/>
                    </a:cubicBezTo>
                    <a:cubicBezTo>
                      <a:pt x="222" y="0"/>
                      <a:pt x="229" y="6"/>
                      <a:pt x="229" y="15"/>
                    </a:cubicBezTo>
                    <a:cubicBezTo>
                      <a:pt x="229" y="21"/>
                      <a:pt x="229" y="21"/>
                      <a:pt x="229" y="21"/>
                    </a:cubicBezTo>
                    <a:cubicBezTo>
                      <a:pt x="229" y="29"/>
                      <a:pt x="222" y="36"/>
                      <a:pt x="214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7" y="36"/>
                      <a:pt x="0" y="29"/>
                      <a:pt x="0" y="21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6"/>
                      <a:pt x="7" y="0"/>
                      <a:pt x="15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494949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6" name="Freeform 627"/>
              <p:cNvSpPr/>
              <p:nvPr/>
            </p:nvSpPr>
            <p:spPr bwMode="auto">
              <a:xfrm>
                <a:off x="7005638" y="2514601"/>
                <a:ext cx="19050" cy="23813"/>
              </a:xfrm>
              <a:custGeom>
                <a:avLst/>
                <a:gdLst>
                  <a:gd name="T0" fmla="*/ 5 w 5"/>
                  <a:gd name="T1" fmla="*/ 2 h 6"/>
                  <a:gd name="T2" fmla="*/ 4 w 5"/>
                  <a:gd name="T3" fmla="*/ 1 h 6"/>
                  <a:gd name="T4" fmla="*/ 4 w 5"/>
                  <a:gd name="T5" fmla="*/ 0 h 6"/>
                  <a:gd name="T6" fmla="*/ 2 w 5"/>
                  <a:gd name="T7" fmla="*/ 0 h 6"/>
                  <a:gd name="T8" fmla="*/ 2 w 5"/>
                  <a:gd name="T9" fmla="*/ 0 h 6"/>
                  <a:gd name="T10" fmla="*/ 1 w 5"/>
                  <a:gd name="T11" fmla="*/ 1 h 6"/>
                  <a:gd name="T12" fmla="*/ 0 w 5"/>
                  <a:gd name="T13" fmla="*/ 1 h 6"/>
                  <a:gd name="T14" fmla="*/ 0 w 5"/>
                  <a:gd name="T15" fmla="*/ 2 h 6"/>
                  <a:gd name="T16" fmla="*/ 0 w 5"/>
                  <a:gd name="T17" fmla="*/ 4 h 6"/>
                  <a:gd name="T18" fmla="*/ 0 w 5"/>
                  <a:gd name="T19" fmla="*/ 4 h 6"/>
                  <a:gd name="T20" fmla="*/ 0 w 5"/>
                  <a:gd name="T21" fmla="*/ 4 h 6"/>
                  <a:gd name="T22" fmla="*/ 0 w 5"/>
                  <a:gd name="T23" fmla="*/ 4 h 6"/>
                  <a:gd name="T24" fmla="*/ 0 w 5"/>
                  <a:gd name="T25" fmla="*/ 5 h 6"/>
                  <a:gd name="T26" fmla="*/ 0 w 5"/>
                  <a:gd name="T27" fmla="*/ 5 h 6"/>
                  <a:gd name="T28" fmla="*/ 1 w 5"/>
                  <a:gd name="T29" fmla="*/ 6 h 6"/>
                  <a:gd name="T30" fmla="*/ 1 w 5"/>
                  <a:gd name="T31" fmla="*/ 6 h 6"/>
                  <a:gd name="T32" fmla="*/ 2 w 5"/>
                  <a:gd name="T33" fmla="*/ 5 h 6"/>
                  <a:gd name="T34" fmla="*/ 2 w 5"/>
                  <a:gd name="T35" fmla="*/ 6 h 6"/>
                  <a:gd name="T36" fmla="*/ 2 w 5"/>
                  <a:gd name="T37" fmla="*/ 6 h 6"/>
                  <a:gd name="T38" fmla="*/ 4 w 5"/>
                  <a:gd name="T39" fmla="*/ 5 h 6"/>
                  <a:gd name="T40" fmla="*/ 4 w 5"/>
                  <a:gd name="T41" fmla="*/ 5 h 6"/>
                  <a:gd name="T42" fmla="*/ 5 w 5"/>
                  <a:gd name="T43" fmla="*/ 4 h 6"/>
                  <a:gd name="T44" fmla="*/ 5 w 5"/>
                  <a:gd name="T45" fmla="*/ 3 h 6"/>
                  <a:gd name="T46" fmla="*/ 5 w 5"/>
                  <a:gd name="T4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4" y="1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6"/>
                      <a:pt x="3" y="6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5"/>
                      <a:pt x="5" y="4"/>
                      <a:pt x="5" y="4"/>
                    </a:cubicBezTo>
                    <a:cubicBezTo>
                      <a:pt x="5" y="4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7" name="Freeform 628"/>
              <p:cNvSpPr/>
              <p:nvPr/>
            </p:nvSpPr>
            <p:spPr bwMode="auto">
              <a:xfrm>
                <a:off x="6980238" y="2609851"/>
                <a:ext cx="17463" cy="19050"/>
              </a:xfrm>
              <a:custGeom>
                <a:avLst/>
                <a:gdLst>
                  <a:gd name="T0" fmla="*/ 5 w 5"/>
                  <a:gd name="T1" fmla="*/ 2 h 5"/>
                  <a:gd name="T2" fmla="*/ 5 w 5"/>
                  <a:gd name="T3" fmla="*/ 2 h 5"/>
                  <a:gd name="T4" fmla="*/ 5 w 5"/>
                  <a:gd name="T5" fmla="*/ 2 h 5"/>
                  <a:gd name="T6" fmla="*/ 5 w 5"/>
                  <a:gd name="T7" fmla="*/ 1 h 5"/>
                  <a:gd name="T8" fmla="*/ 5 w 5"/>
                  <a:gd name="T9" fmla="*/ 1 h 5"/>
                  <a:gd name="T10" fmla="*/ 5 w 5"/>
                  <a:gd name="T11" fmla="*/ 1 h 5"/>
                  <a:gd name="T12" fmla="*/ 5 w 5"/>
                  <a:gd name="T13" fmla="*/ 0 h 5"/>
                  <a:gd name="T14" fmla="*/ 4 w 5"/>
                  <a:gd name="T15" fmla="*/ 0 h 5"/>
                  <a:gd name="T16" fmla="*/ 4 w 5"/>
                  <a:gd name="T17" fmla="*/ 0 h 5"/>
                  <a:gd name="T18" fmla="*/ 3 w 5"/>
                  <a:gd name="T19" fmla="*/ 0 h 5"/>
                  <a:gd name="T20" fmla="*/ 3 w 5"/>
                  <a:gd name="T21" fmla="*/ 0 h 5"/>
                  <a:gd name="T22" fmla="*/ 3 w 5"/>
                  <a:gd name="T23" fmla="*/ 0 h 5"/>
                  <a:gd name="T24" fmla="*/ 2 w 5"/>
                  <a:gd name="T25" fmla="*/ 0 h 5"/>
                  <a:gd name="T26" fmla="*/ 2 w 5"/>
                  <a:gd name="T27" fmla="*/ 0 h 5"/>
                  <a:gd name="T28" fmla="*/ 2 w 5"/>
                  <a:gd name="T29" fmla="*/ 0 h 5"/>
                  <a:gd name="T30" fmla="*/ 2 w 5"/>
                  <a:gd name="T31" fmla="*/ 0 h 5"/>
                  <a:gd name="T32" fmla="*/ 1 w 5"/>
                  <a:gd name="T33" fmla="*/ 1 h 5"/>
                  <a:gd name="T34" fmla="*/ 1 w 5"/>
                  <a:gd name="T35" fmla="*/ 1 h 5"/>
                  <a:gd name="T36" fmla="*/ 0 w 5"/>
                  <a:gd name="T37" fmla="*/ 2 h 5"/>
                  <a:gd name="T38" fmla="*/ 0 w 5"/>
                  <a:gd name="T39" fmla="*/ 2 h 5"/>
                  <a:gd name="T40" fmla="*/ 0 w 5"/>
                  <a:gd name="T41" fmla="*/ 2 h 5"/>
                  <a:gd name="T42" fmla="*/ 0 w 5"/>
                  <a:gd name="T43" fmla="*/ 3 h 5"/>
                  <a:gd name="T44" fmla="*/ 0 w 5"/>
                  <a:gd name="T45" fmla="*/ 4 h 5"/>
                  <a:gd name="T46" fmla="*/ 1 w 5"/>
                  <a:gd name="T47" fmla="*/ 4 h 5"/>
                  <a:gd name="T48" fmla="*/ 1 w 5"/>
                  <a:gd name="T49" fmla="*/ 5 h 5"/>
                  <a:gd name="T50" fmla="*/ 2 w 5"/>
                  <a:gd name="T51" fmla="*/ 5 h 5"/>
                  <a:gd name="T52" fmla="*/ 2 w 5"/>
                  <a:gd name="T53" fmla="*/ 5 h 5"/>
                  <a:gd name="T54" fmla="*/ 3 w 5"/>
                  <a:gd name="T55" fmla="*/ 5 h 5"/>
                  <a:gd name="T56" fmla="*/ 4 w 5"/>
                  <a:gd name="T57" fmla="*/ 5 h 5"/>
                  <a:gd name="T58" fmla="*/ 4 w 5"/>
                  <a:gd name="T59" fmla="*/ 5 h 5"/>
                  <a:gd name="T60" fmla="*/ 4 w 5"/>
                  <a:gd name="T61" fmla="*/ 5 h 5"/>
                  <a:gd name="T62" fmla="*/ 5 w 5"/>
                  <a:gd name="T63" fmla="*/ 4 h 5"/>
                  <a:gd name="T64" fmla="*/ 5 w 5"/>
                  <a:gd name="T65" fmla="*/ 3 h 5"/>
                  <a:gd name="T66" fmla="*/ 5 w 5"/>
                  <a:gd name="T67" fmla="*/ 3 h 5"/>
                  <a:gd name="T68" fmla="*/ 5 w 5"/>
                  <a:gd name="T6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" h="5">
                    <a:moveTo>
                      <a:pt x="5" y="2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8" name="Freeform 629"/>
              <p:cNvSpPr/>
              <p:nvPr/>
            </p:nvSpPr>
            <p:spPr bwMode="auto">
              <a:xfrm>
                <a:off x="7081838" y="2552701"/>
                <a:ext cx="30163" cy="26988"/>
              </a:xfrm>
              <a:custGeom>
                <a:avLst/>
                <a:gdLst>
                  <a:gd name="T0" fmla="*/ 7 w 8"/>
                  <a:gd name="T1" fmla="*/ 2 h 7"/>
                  <a:gd name="T2" fmla="*/ 7 w 8"/>
                  <a:gd name="T3" fmla="*/ 1 h 7"/>
                  <a:gd name="T4" fmla="*/ 6 w 8"/>
                  <a:gd name="T5" fmla="*/ 0 h 7"/>
                  <a:gd name="T6" fmla="*/ 6 w 8"/>
                  <a:gd name="T7" fmla="*/ 0 h 7"/>
                  <a:gd name="T8" fmla="*/ 5 w 8"/>
                  <a:gd name="T9" fmla="*/ 0 h 7"/>
                  <a:gd name="T10" fmla="*/ 3 w 8"/>
                  <a:gd name="T11" fmla="*/ 0 h 7"/>
                  <a:gd name="T12" fmla="*/ 3 w 8"/>
                  <a:gd name="T13" fmla="*/ 1 h 7"/>
                  <a:gd name="T14" fmla="*/ 2 w 8"/>
                  <a:gd name="T15" fmla="*/ 2 h 7"/>
                  <a:gd name="T16" fmla="*/ 2 w 8"/>
                  <a:gd name="T17" fmla="*/ 2 h 7"/>
                  <a:gd name="T18" fmla="*/ 2 w 8"/>
                  <a:gd name="T19" fmla="*/ 2 h 7"/>
                  <a:gd name="T20" fmla="*/ 2 w 8"/>
                  <a:gd name="T21" fmla="*/ 3 h 7"/>
                  <a:gd name="T22" fmla="*/ 2 w 8"/>
                  <a:gd name="T23" fmla="*/ 3 h 7"/>
                  <a:gd name="T24" fmla="*/ 1 w 8"/>
                  <a:gd name="T25" fmla="*/ 3 h 7"/>
                  <a:gd name="T26" fmla="*/ 1 w 8"/>
                  <a:gd name="T27" fmla="*/ 3 h 7"/>
                  <a:gd name="T28" fmla="*/ 1 w 8"/>
                  <a:gd name="T29" fmla="*/ 4 h 7"/>
                  <a:gd name="T30" fmla="*/ 1 w 8"/>
                  <a:gd name="T31" fmla="*/ 4 h 7"/>
                  <a:gd name="T32" fmla="*/ 1 w 8"/>
                  <a:gd name="T33" fmla="*/ 4 h 7"/>
                  <a:gd name="T34" fmla="*/ 1 w 8"/>
                  <a:gd name="T35" fmla="*/ 5 h 7"/>
                  <a:gd name="T36" fmla="*/ 1 w 8"/>
                  <a:gd name="T37" fmla="*/ 5 h 7"/>
                  <a:gd name="T38" fmla="*/ 0 w 8"/>
                  <a:gd name="T39" fmla="*/ 6 h 7"/>
                  <a:gd name="T40" fmla="*/ 1 w 8"/>
                  <a:gd name="T41" fmla="*/ 7 h 7"/>
                  <a:gd name="T42" fmla="*/ 2 w 8"/>
                  <a:gd name="T43" fmla="*/ 7 h 7"/>
                  <a:gd name="T44" fmla="*/ 2 w 8"/>
                  <a:gd name="T45" fmla="*/ 7 h 7"/>
                  <a:gd name="T46" fmla="*/ 3 w 8"/>
                  <a:gd name="T47" fmla="*/ 7 h 7"/>
                  <a:gd name="T48" fmla="*/ 3 w 8"/>
                  <a:gd name="T49" fmla="*/ 7 h 7"/>
                  <a:gd name="T50" fmla="*/ 4 w 8"/>
                  <a:gd name="T51" fmla="*/ 7 h 7"/>
                  <a:gd name="T52" fmla="*/ 4 w 8"/>
                  <a:gd name="T53" fmla="*/ 6 h 7"/>
                  <a:gd name="T54" fmla="*/ 4 w 8"/>
                  <a:gd name="T55" fmla="*/ 6 h 7"/>
                  <a:gd name="T56" fmla="*/ 5 w 8"/>
                  <a:gd name="T57" fmla="*/ 6 h 7"/>
                  <a:gd name="T58" fmla="*/ 6 w 8"/>
                  <a:gd name="T59" fmla="*/ 6 h 7"/>
                  <a:gd name="T60" fmla="*/ 6 w 8"/>
                  <a:gd name="T61" fmla="*/ 5 h 7"/>
                  <a:gd name="T62" fmla="*/ 7 w 8"/>
                  <a:gd name="T63" fmla="*/ 4 h 7"/>
                  <a:gd name="T64" fmla="*/ 7 w 8"/>
                  <a:gd name="T65" fmla="*/ 3 h 7"/>
                  <a:gd name="T66" fmla="*/ 8 w 8"/>
                  <a:gd name="T67" fmla="*/ 2 h 7"/>
                  <a:gd name="T68" fmla="*/ 7 w 8"/>
                  <a:gd name="T69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" h="7">
                    <a:moveTo>
                      <a:pt x="7" y="2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6" y="1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1" y="6"/>
                      <a:pt x="1" y="6"/>
                      <a:pt x="1" y="7"/>
                    </a:cubicBezTo>
                    <a:cubicBezTo>
                      <a:pt x="1" y="7"/>
                      <a:pt x="1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6" y="6"/>
                    </a:cubicBezTo>
                    <a:cubicBezTo>
                      <a:pt x="6" y="6"/>
                      <a:pt x="6" y="5"/>
                      <a:pt x="6" y="5"/>
                    </a:cubicBezTo>
                    <a:cubicBezTo>
                      <a:pt x="6" y="5"/>
                      <a:pt x="7" y="5"/>
                      <a:pt x="7" y="4"/>
                    </a:cubicBezTo>
                    <a:cubicBezTo>
                      <a:pt x="7" y="4"/>
                      <a:pt x="7" y="4"/>
                      <a:pt x="7" y="3"/>
                    </a:cubicBezTo>
                    <a:cubicBezTo>
                      <a:pt x="8" y="3"/>
                      <a:pt x="8" y="3"/>
                      <a:pt x="8" y="2"/>
                    </a:cubicBezTo>
                    <a:cubicBezTo>
                      <a:pt x="8" y="2"/>
                      <a:pt x="7" y="2"/>
                      <a:pt x="7" y="2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79" name="Freeform 630"/>
              <p:cNvSpPr/>
              <p:nvPr/>
            </p:nvSpPr>
            <p:spPr bwMode="auto">
              <a:xfrm>
                <a:off x="7894638" y="3054351"/>
                <a:ext cx="19050" cy="19050"/>
              </a:xfrm>
              <a:custGeom>
                <a:avLst/>
                <a:gdLst>
                  <a:gd name="T0" fmla="*/ 5 w 5"/>
                  <a:gd name="T1" fmla="*/ 2 h 5"/>
                  <a:gd name="T2" fmla="*/ 4 w 5"/>
                  <a:gd name="T3" fmla="*/ 1 h 5"/>
                  <a:gd name="T4" fmla="*/ 4 w 5"/>
                  <a:gd name="T5" fmla="*/ 0 h 5"/>
                  <a:gd name="T6" fmla="*/ 3 w 5"/>
                  <a:gd name="T7" fmla="*/ 0 h 5"/>
                  <a:gd name="T8" fmla="*/ 2 w 5"/>
                  <a:gd name="T9" fmla="*/ 0 h 5"/>
                  <a:gd name="T10" fmla="*/ 1 w 5"/>
                  <a:gd name="T11" fmla="*/ 1 h 5"/>
                  <a:gd name="T12" fmla="*/ 1 w 5"/>
                  <a:gd name="T13" fmla="*/ 1 h 5"/>
                  <a:gd name="T14" fmla="*/ 0 w 5"/>
                  <a:gd name="T15" fmla="*/ 2 h 5"/>
                  <a:gd name="T16" fmla="*/ 0 w 5"/>
                  <a:gd name="T17" fmla="*/ 2 h 5"/>
                  <a:gd name="T18" fmla="*/ 0 w 5"/>
                  <a:gd name="T19" fmla="*/ 2 h 5"/>
                  <a:gd name="T20" fmla="*/ 0 w 5"/>
                  <a:gd name="T21" fmla="*/ 2 h 5"/>
                  <a:gd name="T22" fmla="*/ 0 w 5"/>
                  <a:gd name="T23" fmla="*/ 3 h 5"/>
                  <a:gd name="T24" fmla="*/ 0 w 5"/>
                  <a:gd name="T25" fmla="*/ 3 h 5"/>
                  <a:gd name="T26" fmla="*/ 0 w 5"/>
                  <a:gd name="T27" fmla="*/ 3 h 5"/>
                  <a:gd name="T28" fmla="*/ 0 w 5"/>
                  <a:gd name="T29" fmla="*/ 4 h 5"/>
                  <a:gd name="T30" fmla="*/ 0 w 5"/>
                  <a:gd name="T31" fmla="*/ 4 h 5"/>
                  <a:gd name="T32" fmla="*/ 0 w 5"/>
                  <a:gd name="T33" fmla="*/ 5 h 5"/>
                  <a:gd name="T34" fmla="*/ 1 w 5"/>
                  <a:gd name="T35" fmla="*/ 5 h 5"/>
                  <a:gd name="T36" fmla="*/ 1 w 5"/>
                  <a:gd name="T37" fmla="*/ 5 h 5"/>
                  <a:gd name="T38" fmla="*/ 2 w 5"/>
                  <a:gd name="T39" fmla="*/ 5 h 5"/>
                  <a:gd name="T40" fmla="*/ 2 w 5"/>
                  <a:gd name="T41" fmla="*/ 5 h 5"/>
                  <a:gd name="T42" fmla="*/ 2 w 5"/>
                  <a:gd name="T43" fmla="*/ 5 h 5"/>
                  <a:gd name="T44" fmla="*/ 2 w 5"/>
                  <a:gd name="T45" fmla="*/ 5 h 5"/>
                  <a:gd name="T46" fmla="*/ 3 w 5"/>
                  <a:gd name="T47" fmla="*/ 5 h 5"/>
                  <a:gd name="T48" fmla="*/ 3 w 5"/>
                  <a:gd name="T49" fmla="*/ 5 h 5"/>
                  <a:gd name="T50" fmla="*/ 3 w 5"/>
                  <a:gd name="T51" fmla="*/ 5 h 5"/>
                  <a:gd name="T52" fmla="*/ 4 w 5"/>
                  <a:gd name="T53" fmla="*/ 5 h 5"/>
                  <a:gd name="T54" fmla="*/ 4 w 5"/>
                  <a:gd name="T55" fmla="*/ 4 h 5"/>
                  <a:gd name="T56" fmla="*/ 5 w 5"/>
                  <a:gd name="T57" fmla="*/ 3 h 5"/>
                  <a:gd name="T58" fmla="*/ 5 w 5"/>
                  <a:gd name="T59" fmla="*/ 2 h 5"/>
                  <a:gd name="T60" fmla="*/ 5 w 5"/>
                  <a:gd name="T6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" h="5">
                    <a:moveTo>
                      <a:pt x="5" y="2"/>
                    </a:move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4" y="1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4"/>
                      <a:pt x="5" y="4"/>
                      <a:pt x="5" y="3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0" name="Freeform 631"/>
              <p:cNvSpPr/>
              <p:nvPr/>
            </p:nvSpPr>
            <p:spPr bwMode="auto">
              <a:xfrm>
                <a:off x="7891463" y="3141664"/>
                <a:ext cx="19050" cy="11113"/>
              </a:xfrm>
              <a:custGeom>
                <a:avLst/>
                <a:gdLst>
                  <a:gd name="T0" fmla="*/ 2 w 5"/>
                  <a:gd name="T1" fmla="*/ 0 h 3"/>
                  <a:gd name="T2" fmla="*/ 2 w 5"/>
                  <a:gd name="T3" fmla="*/ 3 h 3"/>
                  <a:gd name="T4" fmla="*/ 2 w 5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2" y="0"/>
                    </a:moveTo>
                    <a:cubicBezTo>
                      <a:pt x="0" y="0"/>
                      <a:pt x="0" y="3"/>
                      <a:pt x="2" y="3"/>
                    </a:cubicBezTo>
                    <a:cubicBezTo>
                      <a:pt x="5" y="3"/>
                      <a:pt x="5" y="0"/>
                      <a:pt x="2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1" name="Freeform 632"/>
              <p:cNvSpPr/>
              <p:nvPr/>
            </p:nvSpPr>
            <p:spPr bwMode="auto">
              <a:xfrm>
                <a:off x="8031163" y="3032126"/>
                <a:ext cx="14288" cy="14288"/>
              </a:xfrm>
              <a:custGeom>
                <a:avLst/>
                <a:gdLst>
                  <a:gd name="T0" fmla="*/ 4 w 4"/>
                  <a:gd name="T1" fmla="*/ 1 h 4"/>
                  <a:gd name="T2" fmla="*/ 4 w 4"/>
                  <a:gd name="T3" fmla="*/ 0 h 4"/>
                  <a:gd name="T4" fmla="*/ 3 w 4"/>
                  <a:gd name="T5" fmla="*/ 0 h 4"/>
                  <a:gd name="T6" fmla="*/ 3 w 4"/>
                  <a:gd name="T7" fmla="*/ 0 h 4"/>
                  <a:gd name="T8" fmla="*/ 3 w 4"/>
                  <a:gd name="T9" fmla="*/ 0 h 4"/>
                  <a:gd name="T10" fmla="*/ 2 w 4"/>
                  <a:gd name="T11" fmla="*/ 0 h 4"/>
                  <a:gd name="T12" fmla="*/ 2 w 4"/>
                  <a:gd name="T13" fmla="*/ 0 h 4"/>
                  <a:gd name="T14" fmla="*/ 2 w 4"/>
                  <a:gd name="T15" fmla="*/ 0 h 4"/>
                  <a:gd name="T16" fmla="*/ 2 w 4"/>
                  <a:gd name="T17" fmla="*/ 1 h 4"/>
                  <a:gd name="T18" fmla="*/ 2 w 4"/>
                  <a:gd name="T19" fmla="*/ 1 h 4"/>
                  <a:gd name="T20" fmla="*/ 1 w 4"/>
                  <a:gd name="T21" fmla="*/ 1 h 4"/>
                  <a:gd name="T22" fmla="*/ 1 w 4"/>
                  <a:gd name="T23" fmla="*/ 1 h 4"/>
                  <a:gd name="T24" fmla="*/ 1 w 4"/>
                  <a:gd name="T25" fmla="*/ 1 h 4"/>
                  <a:gd name="T26" fmla="*/ 0 w 4"/>
                  <a:gd name="T27" fmla="*/ 2 h 4"/>
                  <a:gd name="T28" fmla="*/ 0 w 4"/>
                  <a:gd name="T29" fmla="*/ 2 h 4"/>
                  <a:gd name="T30" fmla="*/ 0 w 4"/>
                  <a:gd name="T31" fmla="*/ 3 h 4"/>
                  <a:gd name="T32" fmla="*/ 0 w 4"/>
                  <a:gd name="T33" fmla="*/ 3 h 4"/>
                  <a:gd name="T34" fmla="*/ 1 w 4"/>
                  <a:gd name="T35" fmla="*/ 4 h 4"/>
                  <a:gd name="T36" fmla="*/ 1 w 4"/>
                  <a:gd name="T37" fmla="*/ 4 h 4"/>
                  <a:gd name="T38" fmla="*/ 1 w 4"/>
                  <a:gd name="T39" fmla="*/ 4 h 4"/>
                  <a:gd name="T40" fmla="*/ 2 w 4"/>
                  <a:gd name="T41" fmla="*/ 4 h 4"/>
                  <a:gd name="T42" fmla="*/ 2 w 4"/>
                  <a:gd name="T43" fmla="*/ 4 h 4"/>
                  <a:gd name="T44" fmla="*/ 3 w 4"/>
                  <a:gd name="T45" fmla="*/ 4 h 4"/>
                  <a:gd name="T46" fmla="*/ 3 w 4"/>
                  <a:gd name="T47" fmla="*/ 4 h 4"/>
                  <a:gd name="T48" fmla="*/ 4 w 4"/>
                  <a:gd name="T49" fmla="*/ 3 h 4"/>
                  <a:gd name="T50" fmla="*/ 4 w 4"/>
                  <a:gd name="T51" fmla="*/ 3 h 4"/>
                  <a:gd name="T52" fmla="*/ 4 w 4"/>
                  <a:gd name="T53" fmla="*/ 3 h 4"/>
                  <a:gd name="T54" fmla="*/ 4 w 4"/>
                  <a:gd name="T55" fmla="*/ 3 h 4"/>
                  <a:gd name="T56" fmla="*/ 4 w 4"/>
                  <a:gd name="T57" fmla="*/ 2 h 4"/>
                  <a:gd name="T58" fmla="*/ 4 w 4"/>
                  <a:gd name="T59" fmla="*/ 2 h 4"/>
                  <a:gd name="T60" fmla="*/ 4 w 4"/>
                  <a:gd name="T61" fmla="*/ 2 h 4"/>
                  <a:gd name="T62" fmla="*/ 4 w 4"/>
                  <a:gd name="T63" fmla="*/ 2 h 4"/>
                  <a:gd name="T64" fmla="*/ 4 w 4"/>
                  <a:gd name="T65" fmla="*/ 1 h 4"/>
                  <a:gd name="T66" fmla="*/ 4 w 4"/>
                  <a:gd name="T6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" h="4">
                    <a:moveTo>
                      <a:pt x="4" y="1"/>
                    </a:moveTo>
                    <a:cubicBezTo>
                      <a:pt x="4" y="1"/>
                      <a:pt x="4" y="1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2" y="1"/>
                      <a:pt x="2" y="0"/>
                      <a:pt x="2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4" y="4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2" name="Freeform 633"/>
              <p:cNvSpPr/>
              <p:nvPr/>
            </p:nvSpPr>
            <p:spPr bwMode="auto">
              <a:xfrm>
                <a:off x="7477126" y="4021139"/>
                <a:ext cx="19050" cy="115888"/>
              </a:xfrm>
              <a:custGeom>
                <a:avLst/>
                <a:gdLst>
                  <a:gd name="T0" fmla="*/ 4 w 5"/>
                  <a:gd name="T1" fmla="*/ 15 h 31"/>
                  <a:gd name="T2" fmla="*/ 4 w 5"/>
                  <a:gd name="T3" fmla="*/ 8 h 31"/>
                  <a:gd name="T4" fmla="*/ 4 w 5"/>
                  <a:gd name="T5" fmla="*/ 4 h 31"/>
                  <a:gd name="T6" fmla="*/ 4 w 5"/>
                  <a:gd name="T7" fmla="*/ 3 h 31"/>
                  <a:gd name="T8" fmla="*/ 4 w 5"/>
                  <a:gd name="T9" fmla="*/ 1 h 31"/>
                  <a:gd name="T10" fmla="*/ 2 w 5"/>
                  <a:gd name="T11" fmla="*/ 1 h 31"/>
                  <a:gd name="T12" fmla="*/ 2 w 5"/>
                  <a:gd name="T13" fmla="*/ 2 h 31"/>
                  <a:gd name="T14" fmla="*/ 1 w 5"/>
                  <a:gd name="T15" fmla="*/ 4 h 31"/>
                  <a:gd name="T16" fmla="*/ 1 w 5"/>
                  <a:gd name="T17" fmla="*/ 7 h 31"/>
                  <a:gd name="T18" fmla="*/ 1 w 5"/>
                  <a:gd name="T19" fmla="*/ 15 h 31"/>
                  <a:gd name="T20" fmla="*/ 1 w 5"/>
                  <a:gd name="T21" fmla="*/ 29 h 31"/>
                  <a:gd name="T22" fmla="*/ 4 w 5"/>
                  <a:gd name="T23" fmla="*/ 29 h 31"/>
                  <a:gd name="T24" fmla="*/ 4 w 5"/>
                  <a:gd name="T25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31">
                    <a:moveTo>
                      <a:pt x="4" y="15"/>
                    </a:moveTo>
                    <a:cubicBezTo>
                      <a:pt x="4" y="12"/>
                      <a:pt x="4" y="10"/>
                      <a:pt x="4" y="8"/>
                    </a:cubicBezTo>
                    <a:cubicBezTo>
                      <a:pt x="4" y="7"/>
                      <a:pt x="4" y="5"/>
                      <a:pt x="4" y="4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0"/>
                      <a:pt x="2" y="0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4"/>
                    </a:cubicBezTo>
                    <a:cubicBezTo>
                      <a:pt x="1" y="5"/>
                      <a:pt x="1" y="6"/>
                      <a:pt x="1" y="7"/>
                    </a:cubicBezTo>
                    <a:cubicBezTo>
                      <a:pt x="1" y="10"/>
                      <a:pt x="1" y="12"/>
                      <a:pt x="1" y="15"/>
                    </a:cubicBezTo>
                    <a:cubicBezTo>
                      <a:pt x="1" y="20"/>
                      <a:pt x="0" y="25"/>
                      <a:pt x="1" y="29"/>
                    </a:cubicBezTo>
                    <a:cubicBezTo>
                      <a:pt x="1" y="31"/>
                      <a:pt x="4" y="30"/>
                      <a:pt x="4" y="29"/>
                    </a:cubicBezTo>
                    <a:cubicBezTo>
                      <a:pt x="5" y="25"/>
                      <a:pt x="4" y="20"/>
                      <a:pt x="4" y="15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3" name="Freeform 634"/>
              <p:cNvSpPr/>
              <p:nvPr/>
            </p:nvSpPr>
            <p:spPr bwMode="auto">
              <a:xfrm>
                <a:off x="7694613" y="4208464"/>
                <a:ext cx="26988" cy="60325"/>
              </a:xfrm>
              <a:custGeom>
                <a:avLst/>
                <a:gdLst>
                  <a:gd name="T0" fmla="*/ 7 w 7"/>
                  <a:gd name="T1" fmla="*/ 6 h 16"/>
                  <a:gd name="T2" fmla="*/ 7 w 7"/>
                  <a:gd name="T3" fmla="*/ 4 h 16"/>
                  <a:gd name="T4" fmla="*/ 6 w 7"/>
                  <a:gd name="T5" fmla="*/ 2 h 16"/>
                  <a:gd name="T6" fmla="*/ 4 w 7"/>
                  <a:gd name="T7" fmla="*/ 1 h 16"/>
                  <a:gd name="T8" fmla="*/ 1 w 7"/>
                  <a:gd name="T9" fmla="*/ 0 h 16"/>
                  <a:gd name="T10" fmla="*/ 1 w 7"/>
                  <a:gd name="T11" fmla="*/ 2 h 16"/>
                  <a:gd name="T12" fmla="*/ 4 w 7"/>
                  <a:gd name="T13" fmla="*/ 4 h 16"/>
                  <a:gd name="T14" fmla="*/ 4 w 7"/>
                  <a:gd name="T15" fmla="*/ 9 h 16"/>
                  <a:gd name="T16" fmla="*/ 4 w 7"/>
                  <a:gd name="T17" fmla="*/ 11 h 16"/>
                  <a:gd name="T18" fmla="*/ 3 w 7"/>
                  <a:gd name="T19" fmla="*/ 14 h 16"/>
                  <a:gd name="T20" fmla="*/ 5 w 7"/>
                  <a:gd name="T21" fmla="*/ 15 h 16"/>
                  <a:gd name="T22" fmla="*/ 7 w 7"/>
                  <a:gd name="T23" fmla="*/ 11 h 16"/>
                  <a:gd name="T24" fmla="*/ 7 w 7"/>
                  <a:gd name="T25" fmla="*/ 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16">
                    <a:moveTo>
                      <a:pt x="7" y="6"/>
                    </a:moveTo>
                    <a:cubicBezTo>
                      <a:pt x="7" y="6"/>
                      <a:pt x="7" y="5"/>
                      <a:pt x="7" y="4"/>
                    </a:cubicBezTo>
                    <a:cubicBezTo>
                      <a:pt x="7" y="3"/>
                      <a:pt x="6" y="2"/>
                      <a:pt x="6" y="2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3" y="1"/>
                      <a:pt x="2" y="0"/>
                      <a:pt x="1" y="0"/>
                    </a:cubicBezTo>
                    <a:cubicBezTo>
                      <a:pt x="0" y="0"/>
                      <a:pt x="0" y="2"/>
                      <a:pt x="1" y="2"/>
                    </a:cubicBezTo>
                    <a:cubicBezTo>
                      <a:pt x="2" y="3"/>
                      <a:pt x="3" y="3"/>
                      <a:pt x="4" y="4"/>
                    </a:cubicBezTo>
                    <a:cubicBezTo>
                      <a:pt x="4" y="5"/>
                      <a:pt x="4" y="7"/>
                      <a:pt x="4" y="9"/>
                    </a:cubicBezTo>
                    <a:cubicBezTo>
                      <a:pt x="4" y="9"/>
                      <a:pt x="4" y="10"/>
                      <a:pt x="4" y="11"/>
                    </a:cubicBezTo>
                    <a:cubicBezTo>
                      <a:pt x="3" y="12"/>
                      <a:pt x="3" y="13"/>
                      <a:pt x="3" y="14"/>
                    </a:cubicBezTo>
                    <a:cubicBezTo>
                      <a:pt x="3" y="15"/>
                      <a:pt x="4" y="16"/>
                      <a:pt x="5" y="15"/>
                    </a:cubicBezTo>
                    <a:cubicBezTo>
                      <a:pt x="6" y="14"/>
                      <a:pt x="6" y="12"/>
                      <a:pt x="7" y="11"/>
                    </a:cubicBezTo>
                    <a:cubicBezTo>
                      <a:pt x="7" y="9"/>
                      <a:pt x="7" y="8"/>
                      <a:pt x="7" y="6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4" name="Freeform 635"/>
              <p:cNvSpPr/>
              <p:nvPr/>
            </p:nvSpPr>
            <p:spPr bwMode="auto">
              <a:xfrm>
                <a:off x="7778751" y="4329114"/>
                <a:ext cx="52388" cy="79375"/>
              </a:xfrm>
              <a:custGeom>
                <a:avLst/>
                <a:gdLst>
                  <a:gd name="T0" fmla="*/ 12 w 14"/>
                  <a:gd name="T1" fmla="*/ 8 h 21"/>
                  <a:gd name="T2" fmla="*/ 2 w 14"/>
                  <a:gd name="T3" fmla="*/ 0 h 21"/>
                  <a:gd name="T4" fmla="*/ 1 w 14"/>
                  <a:gd name="T5" fmla="*/ 2 h 21"/>
                  <a:gd name="T6" fmla="*/ 9 w 14"/>
                  <a:gd name="T7" fmla="*/ 9 h 21"/>
                  <a:gd name="T8" fmla="*/ 10 w 14"/>
                  <a:gd name="T9" fmla="*/ 14 h 21"/>
                  <a:gd name="T10" fmla="*/ 8 w 14"/>
                  <a:gd name="T11" fmla="*/ 19 h 21"/>
                  <a:gd name="T12" fmla="*/ 9 w 14"/>
                  <a:gd name="T13" fmla="*/ 21 h 21"/>
                  <a:gd name="T14" fmla="*/ 11 w 14"/>
                  <a:gd name="T15" fmla="*/ 20 h 21"/>
                  <a:gd name="T16" fmla="*/ 12 w 14"/>
                  <a:gd name="T17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21">
                    <a:moveTo>
                      <a:pt x="12" y="8"/>
                    </a:moveTo>
                    <a:cubicBezTo>
                      <a:pt x="10" y="4"/>
                      <a:pt x="6" y="1"/>
                      <a:pt x="2" y="0"/>
                    </a:cubicBezTo>
                    <a:cubicBezTo>
                      <a:pt x="0" y="0"/>
                      <a:pt x="0" y="2"/>
                      <a:pt x="1" y="2"/>
                    </a:cubicBezTo>
                    <a:cubicBezTo>
                      <a:pt x="5" y="3"/>
                      <a:pt x="8" y="5"/>
                      <a:pt x="9" y="9"/>
                    </a:cubicBezTo>
                    <a:cubicBezTo>
                      <a:pt x="10" y="10"/>
                      <a:pt x="10" y="12"/>
                      <a:pt x="10" y="14"/>
                    </a:cubicBezTo>
                    <a:cubicBezTo>
                      <a:pt x="10" y="16"/>
                      <a:pt x="9" y="17"/>
                      <a:pt x="8" y="19"/>
                    </a:cubicBezTo>
                    <a:cubicBezTo>
                      <a:pt x="8" y="19"/>
                      <a:pt x="8" y="20"/>
                      <a:pt x="9" y="21"/>
                    </a:cubicBezTo>
                    <a:cubicBezTo>
                      <a:pt x="9" y="21"/>
                      <a:pt x="10" y="21"/>
                      <a:pt x="11" y="20"/>
                    </a:cubicBezTo>
                    <a:cubicBezTo>
                      <a:pt x="14" y="17"/>
                      <a:pt x="13" y="11"/>
                      <a:pt x="12" y="8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5" name="Freeform 636"/>
              <p:cNvSpPr/>
              <p:nvPr/>
            </p:nvSpPr>
            <p:spPr bwMode="auto">
              <a:xfrm>
                <a:off x="7826376" y="2163764"/>
                <a:ext cx="90488" cy="158750"/>
              </a:xfrm>
              <a:custGeom>
                <a:avLst/>
                <a:gdLst>
                  <a:gd name="T0" fmla="*/ 21 w 24"/>
                  <a:gd name="T1" fmla="*/ 1 h 42"/>
                  <a:gd name="T2" fmla="*/ 15 w 24"/>
                  <a:gd name="T3" fmla="*/ 10 h 42"/>
                  <a:gd name="T4" fmla="*/ 11 w 24"/>
                  <a:gd name="T5" fmla="*/ 20 h 42"/>
                  <a:gd name="T6" fmla="*/ 1 w 24"/>
                  <a:gd name="T7" fmla="*/ 40 h 42"/>
                  <a:gd name="T8" fmla="*/ 3 w 24"/>
                  <a:gd name="T9" fmla="*/ 41 h 42"/>
                  <a:gd name="T10" fmla="*/ 13 w 24"/>
                  <a:gd name="T11" fmla="*/ 22 h 42"/>
                  <a:gd name="T12" fmla="*/ 19 w 24"/>
                  <a:gd name="T13" fmla="*/ 12 h 42"/>
                  <a:gd name="T14" fmla="*/ 23 w 24"/>
                  <a:gd name="T15" fmla="*/ 2 h 42"/>
                  <a:gd name="T16" fmla="*/ 21 w 24"/>
                  <a:gd name="T17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42">
                    <a:moveTo>
                      <a:pt x="21" y="1"/>
                    </a:moveTo>
                    <a:cubicBezTo>
                      <a:pt x="19" y="4"/>
                      <a:pt x="17" y="7"/>
                      <a:pt x="15" y="10"/>
                    </a:cubicBezTo>
                    <a:cubicBezTo>
                      <a:pt x="14" y="14"/>
                      <a:pt x="12" y="17"/>
                      <a:pt x="11" y="20"/>
                    </a:cubicBezTo>
                    <a:cubicBezTo>
                      <a:pt x="7" y="26"/>
                      <a:pt x="4" y="33"/>
                      <a:pt x="1" y="40"/>
                    </a:cubicBezTo>
                    <a:cubicBezTo>
                      <a:pt x="0" y="41"/>
                      <a:pt x="2" y="42"/>
                      <a:pt x="3" y="41"/>
                    </a:cubicBezTo>
                    <a:cubicBezTo>
                      <a:pt x="6" y="34"/>
                      <a:pt x="10" y="28"/>
                      <a:pt x="13" y="22"/>
                    </a:cubicBezTo>
                    <a:cubicBezTo>
                      <a:pt x="15" y="19"/>
                      <a:pt x="17" y="15"/>
                      <a:pt x="19" y="12"/>
                    </a:cubicBezTo>
                    <a:cubicBezTo>
                      <a:pt x="20" y="9"/>
                      <a:pt x="22" y="6"/>
                      <a:pt x="23" y="2"/>
                    </a:cubicBezTo>
                    <a:cubicBezTo>
                      <a:pt x="24" y="1"/>
                      <a:pt x="22" y="0"/>
                      <a:pt x="2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6" name="Freeform 637"/>
              <p:cNvSpPr/>
              <p:nvPr/>
            </p:nvSpPr>
            <p:spPr bwMode="auto">
              <a:xfrm>
                <a:off x="7013576" y="3567114"/>
                <a:ext cx="101600" cy="150813"/>
              </a:xfrm>
              <a:custGeom>
                <a:avLst/>
                <a:gdLst>
                  <a:gd name="T0" fmla="*/ 26 w 27"/>
                  <a:gd name="T1" fmla="*/ 0 h 40"/>
                  <a:gd name="T2" fmla="*/ 19 w 27"/>
                  <a:gd name="T3" fmla="*/ 10 h 40"/>
                  <a:gd name="T4" fmla="*/ 12 w 27"/>
                  <a:gd name="T5" fmla="*/ 19 h 40"/>
                  <a:gd name="T6" fmla="*/ 6 w 27"/>
                  <a:gd name="T7" fmla="*/ 28 h 40"/>
                  <a:gd name="T8" fmla="*/ 0 w 27"/>
                  <a:gd name="T9" fmla="*/ 38 h 40"/>
                  <a:gd name="T10" fmla="*/ 3 w 27"/>
                  <a:gd name="T11" fmla="*/ 39 h 40"/>
                  <a:gd name="T12" fmla="*/ 9 w 27"/>
                  <a:gd name="T13" fmla="*/ 30 h 40"/>
                  <a:gd name="T14" fmla="*/ 15 w 27"/>
                  <a:gd name="T15" fmla="*/ 21 h 40"/>
                  <a:gd name="T16" fmla="*/ 21 w 27"/>
                  <a:gd name="T17" fmla="*/ 11 h 40"/>
                  <a:gd name="T18" fmla="*/ 27 w 27"/>
                  <a:gd name="T19" fmla="*/ 1 h 40"/>
                  <a:gd name="T20" fmla="*/ 26 w 27"/>
                  <a:gd name="T2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40">
                    <a:moveTo>
                      <a:pt x="26" y="0"/>
                    </a:moveTo>
                    <a:cubicBezTo>
                      <a:pt x="23" y="3"/>
                      <a:pt x="21" y="6"/>
                      <a:pt x="19" y="10"/>
                    </a:cubicBezTo>
                    <a:cubicBezTo>
                      <a:pt x="17" y="13"/>
                      <a:pt x="14" y="16"/>
                      <a:pt x="12" y="19"/>
                    </a:cubicBezTo>
                    <a:cubicBezTo>
                      <a:pt x="10" y="22"/>
                      <a:pt x="8" y="25"/>
                      <a:pt x="6" y="28"/>
                    </a:cubicBezTo>
                    <a:cubicBezTo>
                      <a:pt x="4" y="31"/>
                      <a:pt x="1" y="34"/>
                      <a:pt x="0" y="38"/>
                    </a:cubicBezTo>
                    <a:cubicBezTo>
                      <a:pt x="0" y="39"/>
                      <a:pt x="2" y="40"/>
                      <a:pt x="3" y="39"/>
                    </a:cubicBezTo>
                    <a:cubicBezTo>
                      <a:pt x="5" y="37"/>
                      <a:pt x="7" y="33"/>
                      <a:pt x="9" y="30"/>
                    </a:cubicBezTo>
                    <a:cubicBezTo>
                      <a:pt x="11" y="27"/>
                      <a:pt x="13" y="24"/>
                      <a:pt x="15" y="21"/>
                    </a:cubicBezTo>
                    <a:cubicBezTo>
                      <a:pt x="17" y="18"/>
                      <a:pt x="19" y="14"/>
                      <a:pt x="21" y="11"/>
                    </a:cubicBezTo>
                    <a:cubicBezTo>
                      <a:pt x="23" y="8"/>
                      <a:pt x="25" y="5"/>
                      <a:pt x="27" y="1"/>
                    </a:cubicBezTo>
                    <a:cubicBezTo>
                      <a:pt x="27" y="1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7" name="Freeform 638"/>
              <p:cNvSpPr/>
              <p:nvPr/>
            </p:nvSpPr>
            <p:spPr bwMode="auto">
              <a:xfrm>
                <a:off x="7400926" y="3386139"/>
                <a:ext cx="463550" cy="158750"/>
              </a:xfrm>
              <a:custGeom>
                <a:avLst/>
                <a:gdLst>
                  <a:gd name="T0" fmla="*/ 121 w 123"/>
                  <a:gd name="T1" fmla="*/ 1 h 42"/>
                  <a:gd name="T2" fmla="*/ 69 w 123"/>
                  <a:gd name="T3" fmla="*/ 31 h 42"/>
                  <a:gd name="T4" fmla="*/ 37 w 123"/>
                  <a:gd name="T5" fmla="*/ 36 h 42"/>
                  <a:gd name="T6" fmla="*/ 3 w 123"/>
                  <a:gd name="T7" fmla="*/ 34 h 42"/>
                  <a:gd name="T8" fmla="*/ 2 w 123"/>
                  <a:gd name="T9" fmla="*/ 37 h 42"/>
                  <a:gd name="T10" fmla="*/ 37 w 123"/>
                  <a:gd name="T11" fmla="*/ 40 h 42"/>
                  <a:gd name="T12" fmla="*/ 72 w 123"/>
                  <a:gd name="T13" fmla="*/ 34 h 42"/>
                  <a:gd name="T14" fmla="*/ 122 w 123"/>
                  <a:gd name="T15" fmla="*/ 2 h 42"/>
                  <a:gd name="T16" fmla="*/ 121 w 123"/>
                  <a:gd name="T17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3" h="42">
                    <a:moveTo>
                      <a:pt x="121" y="1"/>
                    </a:moveTo>
                    <a:cubicBezTo>
                      <a:pt x="109" y="18"/>
                      <a:pt x="89" y="27"/>
                      <a:pt x="69" y="31"/>
                    </a:cubicBezTo>
                    <a:cubicBezTo>
                      <a:pt x="58" y="33"/>
                      <a:pt x="48" y="35"/>
                      <a:pt x="37" y="36"/>
                    </a:cubicBezTo>
                    <a:cubicBezTo>
                      <a:pt x="25" y="37"/>
                      <a:pt x="14" y="36"/>
                      <a:pt x="3" y="34"/>
                    </a:cubicBezTo>
                    <a:cubicBezTo>
                      <a:pt x="1" y="34"/>
                      <a:pt x="0" y="37"/>
                      <a:pt x="2" y="37"/>
                    </a:cubicBezTo>
                    <a:cubicBezTo>
                      <a:pt x="13" y="42"/>
                      <a:pt x="25" y="42"/>
                      <a:pt x="37" y="40"/>
                    </a:cubicBezTo>
                    <a:cubicBezTo>
                      <a:pt x="49" y="39"/>
                      <a:pt x="60" y="37"/>
                      <a:pt x="72" y="34"/>
                    </a:cubicBezTo>
                    <a:cubicBezTo>
                      <a:pt x="92" y="29"/>
                      <a:pt x="111" y="20"/>
                      <a:pt x="122" y="2"/>
                    </a:cubicBezTo>
                    <a:cubicBezTo>
                      <a:pt x="123" y="1"/>
                      <a:pt x="121" y="0"/>
                      <a:pt x="12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8" name="Freeform 639"/>
              <p:cNvSpPr/>
              <p:nvPr/>
            </p:nvSpPr>
            <p:spPr bwMode="auto">
              <a:xfrm>
                <a:off x="7326313" y="3503614"/>
                <a:ext cx="14288" cy="14288"/>
              </a:xfrm>
              <a:custGeom>
                <a:avLst/>
                <a:gdLst>
                  <a:gd name="T0" fmla="*/ 4 w 4"/>
                  <a:gd name="T1" fmla="*/ 2 h 4"/>
                  <a:gd name="T2" fmla="*/ 4 w 4"/>
                  <a:gd name="T3" fmla="*/ 1 h 4"/>
                  <a:gd name="T4" fmla="*/ 4 w 4"/>
                  <a:gd name="T5" fmla="*/ 1 h 4"/>
                  <a:gd name="T6" fmla="*/ 3 w 4"/>
                  <a:gd name="T7" fmla="*/ 1 h 4"/>
                  <a:gd name="T8" fmla="*/ 2 w 4"/>
                  <a:gd name="T9" fmla="*/ 1 h 4"/>
                  <a:gd name="T10" fmla="*/ 2 w 4"/>
                  <a:gd name="T11" fmla="*/ 1 h 4"/>
                  <a:gd name="T12" fmla="*/ 2 w 4"/>
                  <a:gd name="T13" fmla="*/ 0 h 4"/>
                  <a:gd name="T14" fmla="*/ 1 w 4"/>
                  <a:gd name="T15" fmla="*/ 0 h 4"/>
                  <a:gd name="T16" fmla="*/ 0 w 4"/>
                  <a:gd name="T17" fmla="*/ 1 h 4"/>
                  <a:gd name="T18" fmla="*/ 0 w 4"/>
                  <a:gd name="T19" fmla="*/ 1 h 4"/>
                  <a:gd name="T20" fmla="*/ 0 w 4"/>
                  <a:gd name="T21" fmla="*/ 2 h 4"/>
                  <a:gd name="T22" fmla="*/ 0 w 4"/>
                  <a:gd name="T23" fmla="*/ 3 h 4"/>
                  <a:gd name="T24" fmla="*/ 0 w 4"/>
                  <a:gd name="T25" fmla="*/ 4 h 4"/>
                  <a:gd name="T26" fmla="*/ 1 w 4"/>
                  <a:gd name="T27" fmla="*/ 4 h 4"/>
                  <a:gd name="T28" fmla="*/ 2 w 4"/>
                  <a:gd name="T29" fmla="*/ 4 h 4"/>
                  <a:gd name="T30" fmla="*/ 2 w 4"/>
                  <a:gd name="T31" fmla="*/ 4 h 4"/>
                  <a:gd name="T32" fmla="*/ 2 w 4"/>
                  <a:gd name="T33" fmla="*/ 4 h 4"/>
                  <a:gd name="T34" fmla="*/ 2 w 4"/>
                  <a:gd name="T35" fmla="*/ 4 h 4"/>
                  <a:gd name="T36" fmla="*/ 3 w 4"/>
                  <a:gd name="T37" fmla="*/ 4 h 4"/>
                  <a:gd name="T38" fmla="*/ 4 w 4"/>
                  <a:gd name="T39" fmla="*/ 4 h 4"/>
                  <a:gd name="T40" fmla="*/ 4 w 4"/>
                  <a:gd name="T41" fmla="*/ 3 h 4"/>
                  <a:gd name="T42" fmla="*/ 4 w 4"/>
                  <a:gd name="T43" fmla="*/ 3 h 4"/>
                  <a:gd name="T44" fmla="*/ 4 w 4"/>
                  <a:gd name="T45" fmla="*/ 2 h 4"/>
                  <a:gd name="T46" fmla="*/ 4 w 4"/>
                  <a:gd name="T4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" h="4">
                    <a:moveTo>
                      <a:pt x="4" y="2"/>
                    </a:moveTo>
                    <a:cubicBezTo>
                      <a:pt x="4" y="2"/>
                      <a:pt x="4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4" y="4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89" name="Freeform 640"/>
              <p:cNvSpPr/>
              <p:nvPr/>
            </p:nvSpPr>
            <p:spPr bwMode="auto">
              <a:xfrm>
                <a:off x="7269163" y="3492501"/>
                <a:ext cx="15875" cy="11113"/>
              </a:xfrm>
              <a:custGeom>
                <a:avLst/>
                <a:gdLst>
                  <a:gd name="T0" fmla="*/ 2 w 4"/>
                  <a:gd name="T1" fmla="*/ 0 h 3"/>
                  <a:gd name="T2" fmla="*/ 2 w 4"/>
                  <a:gd name="T3" fmla="*/ 3 h 3"/>
                  <a:gd name="T4" fmla="*/ 2 w 4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cubicBezTo>
                      <a:pt x="0" y="0"/>
                      <a:pt x="0" y="3"/>
                      <a:pt x="2" y="3"/>
                    </a:cubicBezTo>
                    <a:cubicBezTo>
                      <a:pt x="4" y="3"/>
                      <a:pt x="4" y="0"/>
                      <a:pt x="2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90" name="Freeform 641"/>
              <p:cNvSpPr/>
              <p:nvPr/>
            </p:nvSpPr>
            <p:spPr bwMode="auto">
              <a:xfrm>
                <a:off x="7219951" y="3465514"/>
                <a:ext cx="15875" cy="15875"/>
              </a:xfrm>
              <a:custGeom>
                <a:avLst/>
                <a:gdLst>
                  <a:gd name="T0" fmla="*/ 4 w 4"/>
                  <a:gd name="T1" fmla="*/ 2 h 4"/>
                  <a:gd name="T2" fmla="*/ 4 w 4"/>
                  <a:gd name="T3" fmla="*/ 1 h 4"/>
                  <a:gd name="T4" fmla="*/ 3 w 4"/>
                  <a:gd name="T5" fmla="*/ 1 h 4"/>
                  <a:gd name="T6" fmla="*/ 3 w 4"/>
                  <a:gd name="T7" fmla="*/ 1 h 4"/>
                  <a:gd name="T8" fmla="*/ 3 w 4"/>
                  <a:gd name="T9" fmla="*/ 1 h 4"/>
                  <a:gd name="T10" fmla="*/ 2 w 4"/>
                  <a:gd name="T11" fmla="*/ 0 h 4"/>
                  <a:gd name="T12" fmla="*/ 2 w 4"/>
                  <a:gd name="T13" fmla="*/ 0 h 4"/>
                  <a:gd name="T14" fmla="*/ 1 w 4"/>
                  <a:gd name="T15" fmla="*/ 0 h 4"/>
                  <a:gd name="T16" fmla="*/ 1 w 4"/>
                  <a:gd name="T17" fmla="*/ 0 h 4"/>
                  <a:gd name="T18" fmla="*/ 1 w 4"/>
                  <a:gd name="T19" fmla="*/ 0 h 4"/>
                  <a:gd name="T20" fmla="*/ 0 w 4"/>
                  <a:gd name="T21" fmla="*/ 1 h 4"/>
                  <a:gd name="T22" fmla="*/ 0 w 4"/>
                  <a:gd name="T23" fmla="*/ 1 h 4"/>
                  <a:gd name="T24" fmla="*/ 1 w 4"/>
                  <a:gd name="T25" fmla="*/ 2 h 4"/>
                  <a:gd name="T26" fmla="*/ 1 w 4"/>
                  <a:gd name="T27" fmla="*/ 3 h 4"/>
                  <a:gd name="T28" fmla="*/ 1 w 4"/>
                  <a:gd name="T29" fmla="*/ 3 h 4"/>
                  <a:gd name="T30" fmla="*/ 2 w 4"/>
                  <a:gd name="T31" fmla="*/ 3 h 4"/>
                  <a:gd name="T32" fmla="*/ 2 w 4"/>
                  <a:gd name="T33" fmla="*/ 3 h 4"/>
                  <a:gd name="T34" fmla="*/ 2 w 4"/>
                  <a:gd name="T35" fmla="*/ 3 h 4"/>
                  <a:gd name="T36" fmla="*/ 2 w 4"/>
                  <a:gd name="T37" fmla="*/ 4 h 4"/>
                  <a:gd name="T38" fmla="*/ 2 w 4"/>
                  <a:gd name="T39" fmla="*/ 4 h 4"/>
                  <a:gd name="T40" fmla="*/ 3 w 4"/>
                  <a:gd name="T41" fmla="*/ 4 h 4"/>
                  <a:gd name="T42" fmla="*/ 3 w 4"/>
                  <a:gd name="T43" fmla="*/ 4 h 4"/>
                  <a:gd name="T44" fmla="*/ 4 w 4"/>
                  <a:gd name="T45" fmla="*/ 3 h 4"/>
                  <a:gd name="T46" fmla="*/ 4 w 4"/>
                  <a:gd name="T47" fmla="*/ 3 h 4"/>
                  <a:gd name="T48" fmla="*/ 4 w 4"/>
                  <a:gd name="T49" fmla="*/ 2 h 4"/>
                  <a:gd name="T50" fmla="*/ 4 w 4"/>
                  <a:gd name="T5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" h="4">
                    <a:moveTo>
                      <a:pt x="4" y="2"/>
                    </a:moveTo>
                    <a:cubicBezTo>
                      <a:pt x="4" y="2"/>
                      <a:pt x="4" y="2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</p:grpSp>
      </p:grpSp>
      <p:grpSp>
        <p:nvGrpSpPr>
          <p:cNvPr id="2566" name="组合 2565"/>
          <p:cNvGrpSpPr/>
          <p:nvPr/>
        </p:nvGrpSpPr>
        <p:grpSpPr>
          <a:xfrm>
            <a:off x="2036452" y="4437288"/>
            <a:ext cx="386236" cy="374200"/>
            <a:chOff x="3073401" y="4303714"/>
            <a:chExt cx="560388" cy="542925"/>
          </a:xfrm>
        </p:grpSpPr>
        <p:sp>
          <p:nvSpPr>
            <p:cNvPr id="1791" name="Freeform 642"/>
            <p:cNvSpPr/>
            <p:nvPr/>
          </p:nvSpPr>
          <p:spPr bwMode="auto">
            <a:xfrm>
              <a:off x="3103563" y="4665664"/>
              <a:ext cx="203200" cy="180975"/>
            </a:xfrm>
            <a:custGeom>
              <a:avLst/>
              <a:gdLst>
                <a:gd name="T0" fmla="*/ 46 w 54"/>
                <a:gd name="T1" fmla="*/ 48 h 48"/>
                <a:gd name="T2" fmla="*/ 36 w 54"/>
                <a:gd name="T3" fmla="*/ 38 h 48"/>
                <a:gd name="T4" fmla="*/ 32 w 54"/>
                <a:gd name="T5" fmla="*/ 36 h 48"/>
                <a:gd name="T6" fmla="*/ 11 w 54"/>
                <a:gd name="T7" fmla="*/ 19 h 48"/>
                <a:gd name="T8" fmla="*/ 2 w 54"/>
                <a:gd name="T9" fmla="*/ 8 h 48"/>
                <a:gd name="T10" fmla="*/ 3 w 54"/>
                <a:gd name="T11" fmla="*/ 4 h 48"/>
                <a:gd name="T12" fmla="*/ 5 w 54"/>
                <a:gd name="T13" fmla="*/ 2 h 48"/>
                <a:gd name="T14" fmla="*/ 16 w 54"/>
                <a:gd name="T15" fmla="*/ 0 h 48"/>
                <a:gd name="T16" fmla="*/ 22 w 54"/>
                <a:gd name="T17" fmla="*/ 2 h 48"/>
                <a:gd name="T18" fmla="*/ 25 w 54"/>
                <a:gd name="T19" fmla="*/ 2 h 48"/>
                <a:gd name="T20" fmla="*/ 23 w 54"/>
                <a:gd name="T21" fmla="*/ 6 h 48"/>
                <a:gd name="T22" fmla="*/ 19 w 54"/>
                <a:gd name="T23" fmla="*/ 6 h 48"/>
                <a:gd name="T24" fmla="*/ 17 w 54"/>
                <a:gd name="T25" fmla="*/ 9 h 48"/>
                <a:gd name="T26" fmla="*/ 15 w 54"/>
                <a:gd name="T27" fmla="*/ 14 h 48"/>
                <a:gd name="T28" fmla="*/ 19 w 54"/>
                <a:gd name="T29" fmla="*/ 15 h 48"/>
                <a:gd name="T30" fmla="*/ 38 w 54"/>
                <a:gd name="T31" fmla="*/ 29 h 48"/>
                <a:gd name="T32" fmla="*/ 45 w 54"/>
                <a:gd name="T33" fmla="*/ 31 h 48"/>
                <a:gd name="T34" fmla="*/ 51 w 54"/>
                <a:gd name="T35" fmla="*/ 38 h 48"/>
                <a:gd name="T36" fmla="*/ 54 w 54"/>
                <a:gd name="T37" fmla="*/ 47 h 48"/>
                <a:gd name="T38" fmla="*/ 48 w 54"/>
                <a:gd name="T39" fmla="*/ 48 h 48"/>
                <a:gd name="T40" fmla="*/ 46 w 54"/>
                <a:gd name="T4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4" h="48">
                  <a:moveTo>
                    <a:pt x="46" y="48"/>
                  </a:moveTo>
                  <a:cubicBezTo>
                    <a:pt x="42" y="45"/>
                    <a:pt x="39" y="42"/>
                    <a:pt x="36" y="38"/>
                  </a:cubicBezTo>
                  <a:cubicBezTo>
                    <a:pt x="35" y="37"/>
                    <a:pt x="33" y="38"/>
                    <a:pt x="32" y="36"/>
                  </a:cubicBezTo>
                  <a:cubicBezTo>
                    <a:pt x="24" y="32"/>
                    <a:pt x="17" y="26"/>
                    <a:pt x="11" y="19"/>
                  </a:cubicBezTo>
                  <a:cubicBezTo>
                    <a:pt x="8" y="16"/>
                    <a:pt x="5" y="12"/>
                    <a:pt x="2" y="8"/>
                  </a:cubicBezTo>
                  <a:cubicBezTo>
                    <a:pt x="0" y="6"/>
                    <a:pt x="3" y="5"/>
                    <a:pt x="3" y="4"/>
                  </a:cubicBezTo>
                  <a:cubicBezTo>
                    <a:pt x="3" y="2"/>
                    <a:pt x="4" y="2"/>
                    <a:pt x="5" y="2"/>
                  </a:cubicBezTo>
                  <a:cubicBezTo>
                    <a:pt x="9" y="1"/>
                    <a:pt x="12" y="1"/>
                    <a:pt x="16" y="0"/>
                  </a:cubicBezTo>
                  <a:cubicBezTo>
                    <a:pt x="18" y="1"/>
                    <a:pt x="19" y="2"/>
                    <a:pt x="22" y="2"/>
                  </a:cubicBezTo>
                  <a:cubicBezTo>
                    <a:pt x="23" y="2"/>
                    <a:pt x="25" y="1"/>
                    <a:pt x="25" y="2"/>
                  </a:cubicBezTo>
                  <a:cubicBezTo>
                    <a:pt x="26" y="4"/>
                    <a:pt x="24" y="5"/>
                    <a:pt x="23" y="6"/>
                  </a:cubicBezTo>
                  <a:cubicBezTo>
                    <a:pt x="22" y="7"/>
                    <a:pt x="20" y="7"/>
                    <a:pt x="19" y="6"/>
                  </a:cubicBezTo>
                  <a:cubicBezTo>
                    <a:pt x="18" y="7"/>
                    <a:pt x="15" y="6"/>
                    <a:pt x="17" y="9"/>
                  </a:cubicBezTo>
                  <a:cubicBezTo>
                    <a:pt x="20" y="12"/>
                    <a:pt x="18" y="13"/>
                    <a:pt x="15" y="14"/>
                  </a:cubicBezTo>
                  <a:cubicBezTo>
                    <a:pt x="17" y="14"/>
                    <a:pt x="18" y="14"/>
                    <a:pt x="19" y="15"/>
                  </a:cubicBezTo>
                  <a:cubicBezTo>
                    <a:pt x="23" y="23"/>
                    <a:pt x="29" y="28"/>
                    <a:pt x="38" y="29"/>
                  </a:cubicBezTo>
                  <a:cubicBezTo>
                    <a:pt x="40" y="30"/>
                    <a:pt x="43" y="30"/>
                    <a:pt x="45" y="31"/>
                  </a:cubicBezTo>
                  <a:cubicBezTo>
                    <a:pt x="49" y="32"/>
                    <a:pt x="51" y="34"/>
                    <a:pt x="51" y="38"/>
                  </a:cubicBezTo>
                  <a:cubicBezTo>
                    <a:pt x="50" y="42"/>
                    <a:pt x="54" y="44"/>
                    <a:pt x="54" y="47"/>
                  </a:cubicBezTo>
                  <a:cubicBezTo>
                    <a:pt x="52" y="48"/>
                    <a:pt x="50" y="47"/>
                    <a:pt x="48" y="48"/>
                  </a:cubicBezTo>
                  <a:cubicBezTo>
                    <a:pt x="48" y="48"/>
                    <a:pt x="47" y="48"/>
                    <a:pt x="46" y="48"/>
                  </a:cubicBezTo>
                  <a:close/>
                </a:path>
              </a:pathLst>
            </a:custGeom>
            <a:solidFill>
              <a:srgbClr val="FEE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2" name="Freeform 643"/>
            <p:cNvSpPr/>
            <p:nvPr/>
          </p:nvSpPr>
          <p:spPr bwMode="auto">
            <a:xfrm>
              <a:off x="3282951" y="4830764"/>
              <a:ext cx="49213" cy="15875"/>
            </a:xfrm>
            <a:custGeom>
              <a:avLst/>
              <a:gdLst>
                <a:gd name="T0" fmla="*/ 0 w 13"/>
                <a:gd name="T1" fmla="*/ 4 h 4"/>
                <a:gd name="T2" fmla="*/ 6 w 13"/>
                <a:gd name="T3" fmla="*/ 3 h 4"/>
                <a:gd name="T4" fmla="*/ 13 w 13"/>
                <a:gd name="T5" fmla="*/ 2 h 4"/>
                <a:gd name="T6" fmla="*/ 12 w 13"/>
                <a:gd name="T7" fmla="*/ 4 h 4"/>
                <a:gd name="T8" fmla="*/ 0 w 13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0" y="4"/>
                  </a:moveTo>
                  <a:cubicBezTo>
                    <a:pt x="2" y="2"/>
                    <a:pt x="4" y="3"/>
                    <a:pt x="6" y="3"/>
                  </a:cubicBezTo>
                  <a:cubicBezTo>
                    <a:pt x="8" y="1"/>
                    <a:pt x="10" y="0"/>
                    <a:pt x="13" y="2"/>
                  </a:cubicBezTo>
                  <a:cubicBezTo>
                    <a:pt x="12" y="2"/>
                    <a:pt x="12" y="3"/>
                    <a:pt x="12" y="4"/>
                  </a:cubicBezTo>
                  <a:cubicBezTo>
                    <a:pt x="8" y="4"/>
                    <a:pt x="4" y="4"/>
                    <a:pt x="0" y="4"/>
                  </a:cubicBezTo>
                  <a:close/>
                </a:path>
              </a:pathLst>
            </a:custGeom>
            <a:solidFill>
              <a:srgbClr val="FEF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3" name="Freeform 644"/>
            <p:cNvSpPr/>
            <p:nvPr/>
          </p:nvSpPr>
          <p:spPr bwMode="auto">
            <a:xfrm>
              <a:off x="3332163" y="4314826"/>
              <a:ext cx="219075" cy="298450"/>
            </a:xfrm>
            <a:custGeom>
              <a:avLst/>
              <a:gdLst>
                <a:gd name="T0" fmla="*/ 14 w 58"/>
                <a:gd name="T1" fmla="*/ 1 h 79"/>
                <a:gd name="T2" fmla="*/ 30 w 58"/>
                <a:gd name="T3" fmla="*/ 8 h 79"/>
                <a:gd name="T4" fmla="*/ 37 w 58"/>
                <a:gd name="T5" fmla="*/ 12 h 79"/>
                <a:gd name="T6" fmla="*/ 58 w 58"/>
                <a:gd name="T7" fmla="*/ 32 h 79"/>
                <a:gd name="T8" fmla="*/ 54 w 58"/>
                <a:gd name="T9" fmla="*/ 31 h 79"/>
                <a:gd name="T10" fmla="*/ 34 w 58"/>
                <a:gd name="T11" fmla="*/ 19 h 79"/>
                <a:gd name="T12" fmla="*/ 30 w 58"/>
                <a:gd name="T13" fmla="*/ 19 h 79"/>
                <a:gd name="T14" fmla="*/ 30 w 58"/>
                <a:gd name="T15" fmla="*/ 23 h 79"/>
                <a:gd name="T16" fmla="*/ 31 w 58"/>
                <a:gd name="T17" fmla="*/ 27 h 79"/>
                <a:gd name="T18" fmla="*/ 27 w 58"/>
                <a:gd name="T19" fmla="*/ 29 h 79"/>
                <a:gd name="T20" fmla="*/ 25 w 58"/>
                <a:gd name="T21" fmla="*/ 30 h 79"/>
                <a:gd name="T22" fmla="*/ 31 w 58"/>
                <a:gd name="T23" fmla="*/ 39 h 79"/>
                <a:gd name="T24" fmla="*/ 35 w 58"/>
                <a:gd name="T25" fmla="*/ 46 h 79"/>
                <a:gd name="T26" fmla="*/ 37 w 58"/>
                <a:gd name="T27" fmla="*/ 46 h 79"/>
                <a:gd name="T28" fmla="*/ 41 w 58"/>
                <a:gd name="T29" fmla="*/ 45 h 79"/>
                <a:gd name="T30" fmla="*/ 45 w 58"/>
                <a:gd name="T31" fmla="*/ 50 h 79"/>
                <a:gd name="T32" fmla="*/ 43 w 58"/>
                <a:gd name="T33" fmla="*/ 54 h 79"/>
                <a:gd name="T34" fmla="*/ 33 w 58"/>
                <a:gd name="T35" fmla="*/ 66 h 79"/>
                <a:gd name="T36" fmla="*/ 33 w 58"/>
                <a:gd name="T37" fmla="*/ 67 h 79"/>
                <a:gd name="T38" fmla="*/ 25 w 58"/>
                <a:gd name="T39" fmla="*/ 76 h 79"/>
                <a:gd name="T40" fmla="*/ 22 w 58"/>
                <a:gd name="T41" fmla="*/ 78 h 79"/>
                <a:gd name="T42" fmla="*/ 23 w 58"/>
                <a:gd name="T43" fmla="*/ 72 h 79"/>
                <a:gd name="T44" fmla="*/ 25 w 58"/>
                <a:gd name="T45" fmla="*/ 67 h 79"/>
                <a:gd name="T46" fmla="*/ 20 w 58"/>
                <a:gd name="T47" fmla="*/ 70 h 79"/>
                <a:gd name="T48" fmla="*/ 7 w 58"/>
                <a:gd name="T49" fmla="*/ 77 h 79"/>
                <a:gd name="T50" fmla="*/ 4 w 58"/>
                <a:gd name="T51" fmla="*/ 78 h 79"/>
                <a:gd name="T52" fmla="*/ 1 w 58"/>
                <a:gd name="T53" fmla="*/ 72 h 79"/>
                <a:gd name="T54" fmla="*/ 4 w 58"/>
                <a:gd name="T55" fmla="*/ 63 h 79"/>
                <a:gd name="T56" fmla="*/ 8 w 58"/>
                <a:gd name="T57" fmla="*/ 63 h 79"/>
                <a:gd name="T58" fmla="*/ 10 w 58"/>
                <a:gd name="T59" fmla="*/ 66 h 79"/>
                <a:gd name="T60" fmla="*/ 9 w 58"/>
                <a:gd name="T61" fmla="*/ 69 h 79"/>
                <a:gd name="T62" fmla="*/ 17 w 58"/>
                <a:gd name="T63" fmla="*/ 64 h 79"/>
                <a:gd name="T64" fmla="*/ 19 w 58"/>
                <a:gd name="T65" fmla="*/ 52 h 79"/>
                <a:gd name="T66" fmla="*/ 18 w 58"/>
                <a:gd name="T67" fmla="*/ 49 h 79"/>
                <a:gd name="T68" fmla="*/ 17 w 58"/>
                <a:gd name="T69" fmla="*/ 44 h 79"/>
                <a:gd name="T70" fmla="*/ 14 w 58"/>
                <a:gd name="T71" fmla="*/ 37 h 79"/>
                <a:gd name="T72" fmla="*/ 17 w 58"/>
                <a:gd name="T73" fmla="*/ 43 h 79"/>
                <a:gd name="T74" fmla="*/ 15 w 58"/>
                <a:gd name="T75" fmla="*/ 49 h 79"/>
                <a:gd name="T76" fmla="*/ 10 w 58"/>
                <a:gd name="T77" fmla="*/ 47 h 79"/>
                <a:gd name="T78" fmla="*/ 8 w 58"/>
                <a:gd name="T79" fmla="*/ 47 h 79"/>
                <a:gd name="T80" fmla="*/ 5 w 58"/>
                <a:gd name="T81" fmla="*/ 43 h 79"/>
                <a:gd name="T82" fmla="*/ 8 w 58"/>
                <a:gd name="T83" fmla="*/ 21 h 79"/>
                <a:gd name="T84" fmla="*/ 8 w 58"/>
                <a:gd name="T85" fmla="*/ 5 h 79"/>
                <a:gd name="T86" fmla="*/ 14 w 58"/>
                <a:gd name="T87" fmla="*/ 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" h="79">
                  <a:moveTo>
                    <a:pt x="14" y="1"/>
                  </a:moveTo>
                  <a:cubicBezTo>
                    <a:pt x="21" y="1"/>
                    <a:pt x="26" y="4"/>
                    <a:pt x="30" y="8"/>
                  </a:cubicBezTo>
                  <a:cubicBezTo>
                    <a:pt x="32" y="10"/>
                    <a:pt x="34" y="11"/>
                    <a:pt x="37" y="12"/>
                  </a:cubicBezTo>
                  <a:cubicBezTo>
                    <a:pt x="47" y="16"/>
                    <a:pt x="53" y="24"/>
                    <a:pt x="58" y="32"/>
                  </a:cubicBezTo>
                  <a:cubicBezTo>
                    <a:pt x="56" y="33"/>
                    <a:pt x="55" y="32"/>
                    <a:pt x="54" y="31"/>
                  </a:cubicBezTo>
                  <a:cubicBezTo>
                    <a:pt x="49" y="24"/>
                    <a:pt x="42" y="22"/>
                    <a:pt x="34" y="19"/>
                  </a:cubicBezTo>
                  <a:cubicBezTo>
                    <a:pt x="33" y="19"/>
                    <a:pt x="31" y="18"/>
                    <a:pt x="30" y="19"/>
                  </a:cubicBezTo>
                  <a:cubicBezTo>
                    <a:pt x="28" y="21"/>
                    <a:pt x="30" y="22"/>
                    <a:pt x="30" y="23"/>
                  </a:cubicBezTo>
                  <a:cubicBezTo>
                    <a:pt x="31" y="25"/>
                    <a:pt x="32" y="26"/>
                    <a:pt x="31" y="27"/>
                  </a:cubicBezTo>
                  <a:cubicBezTo>
                    <a:pt x="31" y="29"/>
                    <a:pt x="30" y="31"/>
                    <a:pt x="27" y="29"/>
                  </a:cubicBezTo>
                  <a:cubicBezTo>
                    <a:pt x="26" y="28"/>
                    <a:pt x="25" y="29"/>
                    <a:pt x="25" y="30"/>
                  </a:cubicBezTo>
                  <a:cubicBezTo>
                    <a:pt x="29" y="31"/>
                    <a:pt x="30" y="33"/>
                    <a:pt x="31" y="39"/>
                  </a:cubicBezTo>
                  <a:cubicBezTo>
                    <a:pt x="31" y="42"/>
                    <a:pt x="35" y="43"/>
                    <a:pt x="35" y="46"/>
                  </a:cubicBezTo>
                  <a:cubicBezTo>
                    <a:pt x="35" y="47"/>
                    <a:pt x="36" y="47"/>
                    <a:pt x="37" y="46"/>
                  </a:cubicBezTo>
                  <a:cubicBezTo>
                    <a:pt x="38" y="45"/>
                    <a:pt x="39" y="44"/>
                    <a:pt x="41" y="45"/>
                  </a:cubicBezTo>
                  <a:cubicBezTo>
                    <a:pt x="43" y="46"/>
                    <a:pt x="44" y="48"/>
                    <a:pt x="45" y="50"/>
                  </a:cubicBezTo>
                  <a:cubicBezTo>
                    <a:pt x="45" y="52"/>
                    <a:pt x="44" y="53"/>
                    <a:pt x="43" y="54"/>
                  </a:cubicBezTo>
                  <a:cubicBezTo>
                    <a:pt x="37" y="57"/>
                    <a:pt x="36" y="62"/>
                    <a:pt x="33" y="66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0" y="70"/>
                    <a:pt x="27" y="73"/>
                    <a:pt x="25" y="76"/>
                  </a:cubicBezTo>
                  <a:cubicBezTo>
                    <a:pt x="25" y="78"/>
                    <a:pt x="24" y="79"/>
                    <a:pt x="22" y="78"/>
                  </a:cubicBezTo>
                  <a:cubicBezTo>
                    <a:pt x="21" y="76"/>
                    <a:pt x="21" y="74"/>
                    <a:pt x="23" y="72"/>
                  </a:cubicBezTo>
                  <a:cubicBezTo>
                    <a:pt x="24" y="71"/>
                    <a:pt x="24" y="69"/>
                    <a:pt x="25" y="67"/>
                  </a:cubicBezTo>
                  <a:cubicBezTo>
                    <a:pt x="24" y="69"/>
                    <a:pt x="22" y="69"/>
                    <a:pt x="20" y="70"/>
                  </a:cubicBezTo>
                  <a:cubicBezTo>
                    <a:pt x="16" y="72"/>
                    <a:pt x="11" y="74"/>
                    <a:pt x="7" y="77"/>
                  </a:cubicBezTo>
                  <a:cubicBezTo>
                    <a:pt x="6" y="78"/>
                    <a:pt x="5" y="78"/>
                    <a:pt x="4" y="78"/>
                  </a:cubicBezTo>
                  <a:cubicBezTo>
                    <a:pt x="2" y="76"/>
                    <a:pt x="0" y="74"/>
                    <a:pt x="1" y="72"/>
                  </a:cubicBezTo>
                  <a:cubicBezTo>
                    <a:pt x="2" y="69"/>
                    <a:pt x="3" y="66"/>
                    <a:pt x="4" y="63"/>
                  </a:cubicBezTo>
                  <a:cubicBezTo>
                    <a:pt x="5" y="62"/>
                    <a:pt x="6" y="62"/>
                    <a:pt x="8" y="63"/>
                  </a:cubicBezTo>
                  <a:cubicBezTo>
                    <a:pt x="9" y="64"/>
                    <a:pt x="10" y="65"/>
                    <a:pt x="10" y="66"/>
                  </a:cubicBezTo>
                  <a:cubicBezTo>
                    <a:pt x="10" y="67"/>
                    <a:pt x="8" y="68"/>
                    <a:pt x="9" y="69"/>
                  </a:cubicBezTo>
                  <a:cubicBezTo>
                    <a:pt x="12" y="63"/>
                    <a:pt x="12" y="63"/>
                    <a:pt x="17" y="64"/>
                  </a:cubicBezTo>
                  <a:cubicBezTo>
                    <a:pt x="17" y="60"/>
                    <a:pt x="15" y="55"/>
                    <a:pt x="19" y="52"/>
                  </a:cubicBezTo>
                  <a:cubicBezTo>
                    <a:pt x="19" y="51"/>
                    <a:pt x="20" y="50"/>
                    <a:pt x="18" y="49"/>
                  </a:cubicBezTo>
                  <a:cubicBezTo>
                    <a:pt x="15" y="48"/>
                    <a:pt x="17" y="45"/>
                    <a:pt x="17" y="44"/>
                  </a:cubicBezTo>
                  <a:cubicBezTo>
                    <a:pt x="19" y="40"/>
                    <a:pt x="18" y="38"/>
                    <a:pt x="14" y="37"/>
                  </a:cubicBezTo>
                  <a:cubicBezTo>
                    <a:pt x="15" y="39"/>
                    <a:pt x="19" y="40"/>
                    <a:pt x="17" y="43"/>
                  </a:cubicBezTo>
                  <a:cubicBezTo>
                    <a:pt x="16" y="45"/>
                    <a:pt x="17" y="48"/>
                    <a:pt x="15" y="49"/>
                  </a:cubicBezTo>
                  <a:cubicBezTo>
                    <a:pt x="13" y="50"/>
                    <a:pt x="12" y="48"/>
                    <a:pt x="10" y="47"/>
                  </a:cubicBezTo>
                  <a:cubicBezTo>
                    <a:pt x="10" y="47"/>
                    <a:pt x="9" y="47"/>
                    <a:pt x="8" y="47"/>
                  </a:cubicBezTo>
                  <a:cubicBezTo>
                    <a:pt x="5" y="48"/>
                    <a:pt x="4" y="46"/>
                    <a:pt x="5" y="43"/>
                  </a:cubicBezTo>
                  <a:cubicBezTo>
                    <a:pt x="7" y="36"/>
                    <a:pt x="8" y="28"/>
                    <a:pt x="8" y="21"/>
                  </a:cubicBezTo>
                  <a:cubicBezTo>
                    <a:pt x="10" y="15"/>
                    <a:pt x="8" y="10"/>
                    <a:pt x="8" y="5"/>
                  </a:cubicBezTo>
                  <a:cubicBezTo>
                    <a:pt x="9" y="2"/>
                    <a:pt x="11" y="0"/>
                    <a:pt x="14" y="1"/>
                  </a:cubicBezTo>
                  <a:close/>
                </a:path>
              </a:pathLst>
            </a:custGeom>
            <a:solidFill>
              <a:srgbClr val="FEE9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4" name="Freeform 645"/>
            <p:cNvSpPr/>
            <p:nvPr/>
          </p:nvSpPr>
          <p:spPr bwMode="auto">
            <a:xfrm>
              <a:off x="3076576" y="4325939"/>
              <a:ext cx="244475" cy="312738"/>
            </a:xfrm>
            <a:custGeom>
              <a:avLst/>
              <a:gdLst>
                <a:gd name="T0" fmla="*/ 3 w 65"/>
                <a:gd name="T1" fmla="*/ 80 h 83"/>
                <a:gd name="T2" fmla="*/ 3 w 65"/>
                <a:gd name="T3" fmla="*/ 80 h 83"/>
                <a:gd name="T4" fmla="*/ 3 w 65"/>
                <a:gd name="T5" fmla="*/ 80 h 83"/>
                <a:gd name="T6" fmla="*/ 1 w 65"/>
                <a:gd name="T7" fmla="*/ 72 h 83"/>
                <a:gd name="T8" fmla="*/ 4 w 65"/>
                <a:gd name="T9" fmla="*/ 49 h 83"/>
                <a:gd name="T10" fmla="*/ 5 w 65"/>
                <a:gd name="T11" fmla="*/ 44 h 83"/>
                <a:gd name="T12" fmla="*/ 19 w 65"/>
                <a:gd name="T13" fmla="*/ 23 h 83"/>
                <a:gd name="T14" fmla="*/ 40 w 65"/>
                <a:gd name="T15" fmla="*/ 6 h 83"/>
                <a:gd name="T16" fmla="*/ 62 w 65"/>
                <a:gd name="T17" fmla="*/ 0 h 83"/>
                <a:gd name="T18" fmla="*/ 65 w 65"/>
                <a:gd name="T19" fmla="*/ 0 h 83"/>
                <a:gd name="T20" fmla="*/ 64 w 65"/>
                <a:gd name="T21" fmla="*/ 4 h 83"/>
                <a:gd name="T22" fmla="*/ 60 w 65"/>
                <a:gd name="T23" fmla="*/ 9 h 83"/>
                <a:gd name="T24" fmla="*/ 58 w 65"/>
                <a:gd name="T25" fmla="*/ 9 h 83"/>
                <a:gd name="T26" fmla="*/ 54 w 65"/>
                <a:gd name="T27" fmla="*/ 8 h 83"/>
                <a:gd name="T28" fmla="*/ 53 w 65"/>
                <a:gd name="T29" fmla="*/ 8 h 83"/>
                <a:gd name="T30" fmla="*/ 47 w 65"/>
                <a:gd name="T31" fmla="*/ 14 h 83"/>
                <a:gd name="T32" fmla="*/ 39 w 65"/>
                <a:gd name="T33" fmla="*/ 27 h 83"/>
                <a:gd name="T34" fmla="*/ 35 w 65"/>
                <a:gd name="T35" fmla="*/ 35 h 83"/>
                <a:gd name="T36" fmla="*/ 23 w 65"/>
                <a:gd name="T37" fmla="*/ 48 h 83"/>
                <a:gd name="T38" fmla="*/ 20 w 65"/>
                <a:gd name="T39" fmla="*/ 51 h 83"/>
                <a:gd name="T40" fmla="*/ 12 w 65"/>
                <a:gd name="T41" fmla="*/ 63 h 83"/>
                <a:gd name="T42" fmla="*/ 17 w 65"/>
                <a:gd name="T43" fmla="*/ 75 h 83"/>
                <a:gd name="T44" fmla="*/ 22 w 65"/>
                <a:gd name="T45" fmla="*/ 81 h 83"/>
                <a:gd name="T46" fmla="*/ 16 w 65"/>
                <a:gd name="T47" fmla="*/ 82 h 83"/>
                <a:gd name="T48" fmla="*/ 3 w 65"/>
                <a:gd name="T49" fmla="*/ 8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5" h="83">
                  <a:moveTo>
                    <a:pt x="3" y="80"/>
                  </a:moveTo>
                  <a:cubicBezTo>
                    <a:pt x="3" y="80"/>
                    <a:pt x="3" y="80"/>
                    <a:pt x="3" y="80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0" y="78"/>
                    <a:pt x="2" y="75"/>
                    <a:pt x="1" y="72"/>
                  </a:cubicBezTo>
                  <a:cubicBezTo>
                    <a:pt x="1" y="65"/>
                    <a:pt x="1" y="57"/>
                    <a:pt x="4" y="49"/>
                  </a:cubicBezTo>
                  <a:cubicBezTo>
                    <a:pt x="6" y="48"/>
                    <a:pt x="4" y="45"/>
                    <a:pt x="5" y="44"/>
                  </a:cubicBezTo>
                  <a:cubicBezTo>
                    <a:pt x="7" y="35"/>
                    <a:pt x="15" y="30"/>
                    <a:pt x="19" y="23"/>
                  </a:cubicBezTo>
                  <a:cubicBezTo>
                    <a:pt x="25" y="15"/>
                    <a:pt x="33" y="11"/>
                    <a:pt x="40" y="6"/>
                  </a:cubicBezTo>
                  <a:cubicBezTo>
                    <a:pt x="47" y="1"/>
                    <a:pt x="54" y="0"/>
                    <a:pt x="62" y="0"/>
                  </a:cubicBezTo>
                  <a:cubicBezTo>
                    <a:pt x="63" y="0"/>
                    <a:pt x="64" y="0"/>
                    <a:pt x="65" y="0"/>
                  </a:cubicBezTo>
                  <a:cubicBezTo>
                    <a:pt x="64" y="2"/>
                    <a:pt x="64" y="3"/>
                    <a:pt x="64" y="4"/>
                  </a:cubicBezTo>
                  <a:cubicBezTo>
                    <a:pt x="64" y="6"/>
                    <a:pt x="61" y="7"/>
                    <a:pt x="60" y="9"/>
                  </a:cubicBezTo>
                  <a:cubicBezTo>
                    <a:pt x="59" y="9"/>
                    <a:pt x="59" y="9"/>
                    <a:pt x="58" y="9"/>
                  </a:cubicBezTo>
                  <a:cubicBezTo>
                    <a:pt x="57" y="9"/>
                    <a:pt x="56" y="8"/>
                    <a:pt x="54" y="8"/>
                  </a:cubicBezTo>
                  <a:cubicBezTo>
                    <a:pt x="54" y="8"/>
                    <a:pt x="53" y="8"/>
                    <a:pt x="53" y="8"/>
                  </a:cubicBezTo>
                  <a:cubicBezTo>
                    <a:pt x="49" y="8"/>
                    <a:pt x="48" y="11"/>
                    <a:pt x="47" y="14"/>
                  </a:cubicBezTo>
                  <a:cubicBezTo>
                    <a:pt x="45" y="19"/>
                    <a:pt x="42" y="23"/>
                    <a:pt x="39" y="27"/>
                  </a:cubicBezTo>
                  <a:cubicBezTo>
                    <a:pt x="38" y="30"/>
                    <a:pt x="36" y="32"/>
                    <a:pt x="35" y="35"/>
                  </a:cubicBezTo>
                  <a:cubicBezTo>
                    <a:pt x="33" y="41"/>
                    <a:pt x="29" y="45"/>
                    <a:pt x="23" y="48"/>
                  </a:cubicBezTo>
                  <a:cubicBezTo>
                    <a:pt x="22" y="49"/>
                    <a:pt x="20" y="50"/>
                    <a:pt x="20" y="51"/>
                  </a:cubicBezTo>
                  <a:cubicBezTo>
                    <a:pt x="18" y="56"/>
                    <a:pt x="14" y="58"/>
                    <a:pt x="12" y="63"/>
                  </a:cubicBezTo>
                  <a:cubicBezTo>
                    <a:pt x="8" y="72"/>
                    <a:pt x="8" y="72"/>
                    <a:pt x="17" y="75"/>
                  </a:cubicBezTo>
                  <a:cubicBezTo>
                    <a:pt x="20" y="76"/>
                    <a:pt x="18" y="80"/>
                    <a:pt x="22" y="81"/>
                  </a:cubicBezTo>
                  <a:cubicBezTo>
                    <a:pt x="21" y="83"/>
                    <a:pt x="18" y="82"/>
                    <a:pt x="16" y="82"/>
                  </a:cubicBezTo>
                  <a:cubicBezTo>
                    <a:pt x="12" y="82"/>
                    <a:pt x="8" y="82"/>
                    <a:pt x="3" y="80"/>
                  </a:cubicBezTo>
                  <a:close/>
                </a:path>
              </a:pathLst>
            </a:custGeom>
            <a:solidFill>
              <a:srgbClr val="FEE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5" name="Freeform 646"/>
            <p:cNvSpPr/>
            <p:nvPr/>
          </p:nvSpPr>
          <p:spPr bwMode="auto">
            <a:xfrm>
              <a:off x="3271838" y="4630739"/>
              <a:ext cx="120650" cy="212725"/>
            </a:xfrm>
            <a:custGeom>
              <a:avLst/>
              <a:gdLst>
                <a:gd name="T0" fmla="*/ 16 w 32"/>
                <a:gd name="T1" fmla="*/ 55 h 56"/>
                <a:gd name="T2" fmla="*/ 9 w 32"/>
                <a:gd name="T3" fmla="*/ 56 h 56"/>
                <a:gd name="T4" fmla="*/ 4 w 32"/>
                <a:gd name="T5" fmla="*/ 47 h 56"/>
                <a:gd name="T6" fmla="*/ 0 w 32"/>
                <a:gd name="T7" fmla="*/ 40 h 56"/>
                <a:gd name="T8" fmla="*/ 7 w 32"/>
                <a:gd name="T9" fmla="*/ 39 h 56"/>
                <a:gd name="T10" fmla="*/ 13 w 32"/>
                <a:gd name="T11" fmla="*/ 38 h 56"/>
                <a:gd name="T12" fmla="*/ 12 w 32"/>
                <a:gd name="T13" fmla="*/ 33 h 56"/>
                <a:gd name="T14" fmla="*/ 7 w 32"/>
                <a:gd name="T15" fmla="*/ 30 h 56"/>
                <a:gd name="T16" fmla="*/ 6 w 32"/>
                <a:gd name="T17" fmla="*/ 25 h 56"/>
                <a:gd name="T18" fmla="*/ 8 w 32"/>
                <a:gd name="T19" fmla="*/ 19 h 56"/>
                <a:gd name="T20" fmla="*/ 8 w 32"/>
                <a:gd name="T21" fmla="*/ 19 h 56"/>
                <a:gd name="T22" fmla="*/ 3 w 32"/>
                <a:gd name="T23" fmla="*/ 20 h 56"/>
                <a:gd name="T24" fmla="*/ 5 w 32"/>
                <a:gd name="T25" fmla="*/ 14 h 56"/>
                <a:gd name="T26" fmla="*/ 6 w 32"/>
                <a:gd name="T27" fmla="*/ 12 h 56"/>
                <a:gd name="T28" fmla="*/ 8 w 32"/>
                <a:gd name="T29" fmla="*/ 10 h 56"/>
                <a:gd name="T30" fmla="*/ 18 w 32"/>
                <a:gd name="T31" fmla="*/ 10 h 56"/>
                <a:gd name="T32" fmla="*/ 27 w 32"/>
                <a:gd name="T33" fmla="*/ 2 h 56"/>
                <a:gd name="T34" fmla="*/ 32 w 32"/>
                <a:gd name="T35" fmla="*/ 4 h 56"/>
                <a:gd name="T36" fmla="*/ 22 w 32"/>
                <a:gd name="T37" fmla="*/ 24 h 56"/>
                <a:gd name="T38" fmla="*/ 20 w 32"/>
                <a:gd name="T39" fmla="*/ 40 h 56"/>
                <a:gd name="T40" fmla="*/ 21 w 32"/>
                <a:gd name="T41" fmla="*/ 49 h 56"/>
                <a:gd name="T42" fmla="*/ 18 w 32"/>
                <a:gd name="T43" fmla="*/ 54 h 56"/>
                <a:gd name="T44" fmla="*/ 16 w 32"/>
                <a:gd name="T45" fmla="*/ 5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56">
                  <a:moveTo>
                    <a:pt x="16" y="55"/>
                  </a:moveTo>
                  <a:cubicBezTo>
                    <a:pt x="13" y="55"/>
                    <a:pt x="11" y="56"/>
                    <a:pt x="9" y="56"/>
                  </a:cubicBezTo>
                  <a:cubicBezTo>
                    <a:pt x="5" y="54"/>
                    <a:pt x="4" y="49"/>
                    <a:pt x="4" y="47"/>
                  </a:cubicBezTo>
                  <a:cubicBezTo>
                    <a:pt x="5" y="42"/>
                    <a:pt x="2" y="42"/>
                    <a:pt x="0" y="40"/>
                  </a:cubicBezTo>
                  <a:cubicBezTo>
                    <a:pt x="2" y="39"/>
                    <a:pt x="5" y="39"/>
                    <a:pt x="7" y="39"/>
                  </a:cubicBezTo>
                  <a:cubicBezTo>
                    <a:pt x="9" y="39"/>
                    <a:pt x="11" y="39"/>
                    <a:pt x="13" y="38"/>
                  </a:cubicBezTo>
                  <a:cubicBezTo>
                    <a:pt x="17" y="35"/>
                    <a:pt x="15" y="34"/>
                    <a:pt x="12" y="33"/>
                  </a:cubicBezTo>
                  <a:cubicBezTo>
                    <a:pt x="10" y="32"/>
                    <a:pt x="8" y="32"/>
                    <a:pt x="7" y="30"/>
                  </a:cubicBezTo>
                  <a:cubicBezTo>
                    <a:pt x="7" y="28"/>
                    <a:pt x="6" y="27"/>
                    <a:pt x="6" y="25"/>
                  </a:cubicBezTo>
                  <a:cubicBezTo>
                    <a:pt x="3" y="21"/>
                    <a:pt x="4" y="20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6" y="18"/>
                    <a:pt x="5" y="22"/>
                    <a:pt x="3" y="20"/>
                  </a:cubicBezTo>
                  <a:cubicBezTo>
                    <a:pt x="1" y="18"/>
                    <a:pt x="3" y="16"/>
                    <a:pt x="5" y="14"/>
                  </a:cubicBezTo>
                  <a:cubicBezTo>
                    <a:pt x="5" y="14"/>
                    <a:pt x="5" y="13"/>
                    <a:pt x="6" y="12"/>
                  </a:cubicBezTo>
                  <a:cubicBezTo>
                    <a:pt x="6" y="11"/>
                    <a:pt x="7" y="10"/>
                    <a:pt x="8" y="10"/>
                  </a:cubicBezTo>
                  <a:cubicBezTo>
                    <a:pt x="13" y="15"/>
                    <a:pt x="14" y="15"/>
                    <a:pt x="18" y="10"/>
                  </a:cubicBezTo>
                  <a:cubicBezTo>
                    <a:pt x="21" y="7"/>
                    <a:pt x="22" y="3"/>
                    <a:pt x="27" y="2"/>
                  </a:cubicBezTo>
                  <a:cubicBezTo>
                    <a:pt x="29" y="3"/>
                    <a:pt x="31" y="0"/>
                    <a:pt x="32" y="4"/>
                  </a:cubicBezTo>
                  <a:cubicBezTo>
                    <a:pt x="25" y="8"/>
                    <a:pt x="23" y="16"/>
                    <a:pt x="22" y="24"/>
                  </a:cubicBezTo>
                  <a:cubicBezTo>
                    <a:pt x="22" y="29"/>
                    <a:pt x="20" y="34"/>
                    <a:pt x="20" y="40"/>
                  </a:cubicBezTo>
                  <a:cubicBezTo>
                    <a:pt x="20" y="43"/>
                    <a:pt x="20" y="46"/>
                    <a:pt x="21" y="49"/>
                  </a:cubicBezTo>
                  <a:cubicBezTo>
                    <a:pt x="22" y="51"/>
                    <a:pt x="21" y="53"/>
                    <a:pt x="18" y="54"/>
                  </a:cubicBezTo>
                  <a:cubicBezTo>
                    <a:pt x="18" y="54"/>
                    <a:pt x="17" y="54"/>
                    <a:pt x="16" y="55"/>
                  </a:cubicBezTo>
                  <a:close/>
                </a:path>
              </a:pathLst>
            </a:custGeom>
            <a:solidFill>
              <a:srgbClr val="FDE6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6" name="Freeform 647"/>
            <p:cNvSpPr/>
            <p:nvPr/>
          </p:nvSpPr>
          <p:spPr bwMode="auto">
            <a:xfrm>
              <a:off x="3084513" y="4586289"/>
              <a:ext cx="192088" cy="90488"/>
            </a:xfrm>
            <a:custGeom>
              <a:avLst/>
              <a:gdLst>
                <a:gd name="T0" fmla="*/ 1 w 51"/>
                <a:gd name="T1" fmla="*/ 11 h 24"/>
                <a:gd name="T2" fmla="*/ 14 w 51"/>
                <a:gd name="T3" fmla="*/ 12 h 24"/>
                <a:gd name="T4" fmla="*/ 20 w 51"/>
                <a:gd name="T5" fmla="*/ 11 h 24"/>
                <a:gd name="T6" fmla="*/ 29 w 51"/>
                <a:gd name="T7" fmla="*/ 6 h 24"/>
                <a:gd name="T8" fmla="*/ 41 w 51"/>
                <a:gd name="T9" fmla="*/ 0 h 24"/>
                <a:gd name="T10" fmla="*/ 46 w 51"/>
                <a:gd name="T11" fmla="*/ 2 h 24"/>
                <a:gd name="T12" fmla="*/ 50 w 51"/>
                <a:gd name="T13" fmla="*/ 7 h 24"/>
                <a:gd name="T14" fmla="*/ 28 w 51"/>
                <a:gd name="T15" fmla="*/ 21 h 24"/>
                <a:gd name="T16" fmla="*/ 22 w 51"/>
                <a:gd name="T17" fmla="*/ 22 h 24"/>
                <a:gd name="T18" fmla="*/ 10 w 51"/>
                <a:gd name="T19" fmla="*/ 24 h 24"/>
                <a:gd name="T20" fmla="*/ 9 w 51"/>
                <a:gd name="T21" fmla="*/ 23 h 24"/>
                <a:gd name="T22" fmla="*/ 1 w 51"/>
                <a:gd name="T23" fmla="*/ 21 h 24"/>
                <a:gd name="T24" fmla="*/ 4 w 51"/>
                <a:gd name="T25" fmla="*/ 13 h 24"/>
                <a:gd name="T26" fmla="*/ 1 w 51"/>
                <a:gd name="T27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24">
                  <a:moveTo>
                    <a:pt x="1" y="11"/>
                  </a:moveTo>
                  <a:cubicBezTo>
                    <a:pt x="6" y="11"/>
                    <a:pt x="10" y="12"/>
                    <a:pt x="14" y="12"/>
                  </a:cubicBezTo>
                  <a:cubicBezTo>
                    <a:pt x="16" y="12"/>
                    <a:pt x="18" y="13"/>
                    <a:pt x="20" y="11"/>
                  </a:cubicBezTo>
                  <a:cubicBezTo>
                    <a:pt x="22" y="8"/>
                    <a:pt x="26" y="8"/>
                    <a:pt x="29" y="6"/>
                  </a:cubicBezTo>
                  <a:cubicBezTo>
                    <a:pt x="33" y="5"/>
                    <a:pt x="36" y="1"/>
                    <a:pt x="41" y="0"/>
                  </a:cubicBezTo>
                  <a:cubicBezTo>
                    <a:pt x="43" y="1"/>
                    <a:pt x="44" y="1"/>
                    <a:pt x="46" y="2"/>
                  </a:cubicBezTo>
                  <a:cubicBezTo>
                    <a:pt x="49" y="3"/>
                    <a:pt x="51" y="4"/>
                    <a:pt x="50" y="7"/>
                  </a:cubicBezTo>
                  <a:cubicBezTo>
                    <a:pt x="44" y="14"/>
                    <a:pt x="36" y="18"/>
                    <a:pt x="28" y="21"/>
                  </a:cubicBezTo>
                  <a:cubicBezTo>
                    <a:pt x="26" y="21"/>
                    <a:pt x="24" y="22"/>
                    <a:pt x="22" y="22"/>
                  </a:cubicBezTo>
                  <a:cubicBezTo>
                    <a:pt x="18" y="24"/>
                    <a:pt x="14" y="24"/>
                    <a:pt x="10" y="24"/>
                  </a:cubicBezTo>
                  <a:cubicBezTo>
                    <a:pt x="10" y="23"/>
                    <a:pt x="9" y="23"/>
                    <a:pt x="9" y="23"/>
                  </a:cubicBezTo>
                  <a:cubicBezTo>
                    <a:pt x="6" y="24"/>
                    <a:pt x="2" y="24"/>
                    <a:pt x="1" y="21"/>
                  </a:cubicBezTo>
                  <a:cubicBezTo>
                    <a:pt x="0" y="18"/>
                    <a:pt x="1" y="15"/>
                    <a:pt x="4" y="13"/>
                  </a:cubicBezTo>
                  <a:cubicBezTo>
                    <a:pt x="3" y="12"/>
                    <a:pt x="2" y="12"/>
                    <a:pt x="1" y="11"/>
                  </a:cubicBezTo>
                  <a:close/>
                </a:path>
              </a:pathLst>
            </a:custGeom>
            <a:solidFill>
              <a:srgbClr val="F8F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7" name="Freeform 648"/>
            <p:cNvSpPr/>
            <p:nvPr/>
          </p:nvSpPr>
          <p:spPr bwMode="auto">
            <a:xfrm>
              <a:off x="3403601" y="4643439"/>
              <a:ext cx="158750" cy="150813"/>
            </a:xfrm>
            <a:custGeom>
              <a:avLst/>
              <a:gdLst>
                <a:gd name="T0" fmla="*/ 41 w 42"/>
                <a:gd name="T1" fmla="*/ 16 h 40"/>
                <a:gd name="T2" fmla="*/ 39 w 42"/>
                <a:gd name="T3" fmla="*/ 19 h 40"/>
                <a:gd name="T4" fmla="*/ 33 w 42"/>
                <a:gd name="T5" fmla="*/ 27 h 40"/>
                <a:gd name="T6" fmla="*/ 31 w 42"/>
                <a:gd name="T7" fmla="*/ 29 h 40"/>
                <a:gd name="T8" fmla="*/ 28 w 42"/>
                <a:gd name="T9" fmla="*/ 27 h 40"/>
                <a:gd name="T10" fmla="*/ 19 w 42"/>
                <a:gd name="T11" fmla="*/ 25 h 40"/>
                <a:gd name="T12" fmla="*/ 22 w 42"/>
                <a:gd name="T13" fmla="*/ 24 h 40"/>
                <a:gd name="T14" fmla="*/ 25 w 42"/>
                <a:gd name="T15" fmla="*/ 25 h 40"/>
                <a:gd name="T16" fmla="*/ 23 w 42"/>
                <a:gd name="T17" fmla="*/ 28 h 40"/>
                <a:gd name="T18" fmla="*/ 17 w 42"/>
                <a:gd name="T19" fmla="*/ 30 h 40"/>
                <a:gd name="T20" fmla="*/ 17 w 42"/>
                <a:gd name="T21" fmla="*/ 34 h 40"/>
                <a:gd name="T22" fmla="*/ 19 w 42"/>
                <a:gd name="T23" fmla="*/ 37 h 40"/>
                <a:gd name="T24" fmla="*/ 15 w 42"/>
                <a:gd name="T25" fmla="*/ 39 h 40"/>
                <a:gd name="T26" fmla="*/ 10 w 42"/>
                <a:gd name="T27" fmla="*/ 40 h 40"/>
                <a:gd name="T28" fmla="*/ 3 w 42"/>
                <a:gd name="T29" fmla="*/ 39 h 40"/>
                <a:gd name="T30" fmla="*/ 4 w 42"/>
                <a:gd name="T31" fmla="*/ 32 h 40"/>
                <a:gd name="T32" fmla="*/ 7 w 42"/>
                <a:gd name="T33" fmla="*/ 35 h 40"/>
                <a:gd name="T34" fmla="*/ 6 w 42"/>
                <a:gd name="T35" fmla="*/ 29 h 40"/>
                <a:gd name="T36" fmla="*/ 8 w 42"/>
                <a:gd name="T37" fmla="*/ 25 h 40"/>
                <a:gd name="T38" fmla="*/ 12 w 42"/>
                <a:gd name="T39" fmla="*/ 22 h 40"/>
                <a:gd name="T40" fmla="*/ 28 w 42"/>
                <a:gd name="T41" fmla="*/ 2 h 40"/>
                <a:gd name="T42" fmla="*/ 34 w 42"/>
                <a:gd name="T43" fmla="*/ 2 h 40"/>
                <a:gd name="T44" fmla="*/ 35 w 42"/>
                <a:gd name="T45" fmla="*/ 10 h 40"/>
                <a:gd name="T46" fmla="*/ 34 w 42"/>
                <a:gd name="T47" fmla="*/ 16 h 40"/>
                <a:gd name="T48" fmla="*/ 37 w 42"/>
                <a:gd name="T49" fmla="*/ 13 h 40"/>
                <a:gd name="T50" fmla="*/ 41 w 42"/>
                <a:gd name="T51" fmla="*/ 8 h 40"/>
                <a:gd name="T52" fmla="*/ 42 w 42"/>
                <a:gd name="T53" fmla="*/ 14 h 40"/>
                <a:gd name="T54" fmla="*/ 41 w 42"/>
                <a:gd name="T55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2" h="40">
                  <a:moveTo>
                    <a:pt x="41" y="16"/>
                  </a:moveTo>
                  <a:cubicBezTo>
                    <a:pt x="41" y="17"/>
                    <a:pt x="40" y="18"/>
                    <a:pt x="39" y="19"/>
                  </a:cubicBezTo>
                  <a:cubicBezTo>
                    <a:pt x="37" y="22"/>
                    <a:pt x="33" y="23"/>
                    <a:pt x="33" y="27"/>
                  </a:cubicBezTo>
                  <a:cubicBezTo>
                    <a:pt x="33" y="28"/>
                    <a:pt x="32" y="29"/>
                    <a:pt x="31" y="29"/>
                  </a:cubicBezTo>
                  <a:cubicBezTo>
                    <a:pt x="30" y="29"/>
                    <a:pt x="29" y="28"/>
                    <a:pt x="28" y="27"/>
                  </a:cubicBezTo>
                  <a:cubicBezTo>
                    <a:pt x="27" y="23"/>
                    <a:pt x="23" y="23"/>
                    <a:pt x="19" y="25"/>
                  </a:cubicBezTo>
                  <a:cubicBezTo>
                    <a:pt x="20" y="24"/>
                    <a:pt x="21" y="24"/>
                    <a:pt x="22" y="24"/>
                  </a:cubicBezTo>
                  <a:cubicBezTo>
                    <a:pt x="23" y="24"/>
                    <a:pt x="24" y="24"/>
                    <a:pt x="25" y="25"/>
                  </a:cubicBezTo>
                  <a:cubicBezTo>
                    <a:pt x="25" y="27"/>
                    <a:pt x="24" y="27"/>
                    <a:pt x="23" y="28"/>
                  </a:cubicBezTo>
                  <a:cubicBezTo>
                    <a:pt x="21" y="28"/>
                    <a:pt x="19" y="29"/>
                    <a:pt x="17" y="30"/>
                  </a:cubicBezTo>
                  <a:cubicBezTo>
                    <a:pt x="14" y="31"/>
                    <a:pt x="15" y="33"/>
                    <a:pt x="17" y="34"/>
                  </a:cubicBezTo>
                  <a:cubicBezTo>
                    <a:pt x="18" y="35"/>
                    <a:pt x="20" y="35"/>
                    <a:pt x="19" y="37"/>
                  </a:cubicBezTo>
                  <a:cubicBezTo>
                    <a:pt x="18" y="38"/>
                    <a:pt x="17" y="39"/>
                    <a:pt x="15" y="39"/>
                  </a:cubicBezTo>
                  <a:cubicBezTo>
                    <a:pt x="14" y="40"/>
                    <a:pt x="12" y="39"/>
                    <a:pt x="10" y="40"/>
                  </a:cubicBezTo>
                  <a:cubicBezTo>
                    <a:pt x="8" y="40"/>
                    <a:pt x="5" y="40"/>
                    <a:pt x="3" y="39"/>
                  </a:cubicBezTo>
                  <a:cubicBezTo>
                    <a:pt x="0" y="36"/>
                    <a:pt x="1" y="34"/>
                    <a:pt x="4" y="32"/>
                  </a:cubicBezTo>
                  <a:cubicBezTo>
                    <a:pt x="6" y="32"/>
                    <a:pt x="6" y="35"/>
                    <a:pt x="7" y="35"/>
                  </a:cubicBezTo>
                  <a:cubicBezTo>
                    <a:pt x="9" y="33"/>
                    <a:pt x="9" y="31"/>
                    <a:pt x="6" y="29"/>
                  </a:cubicBezTo>
                  <a:cubicBezTo>
                    <a:pt x="6" y="27"/>
                    <a:pt x="7" y="26"/>
                    <a:pt x="8" y="25"/>
                  </a:cubicBezTo>
                  <a:cubicBezTo>
                    <a:pt x="9" y="24"/>
                    <a:pt x="11" y="23"/>
                    <a:pt x="12" y="22"/>
                  </a:cubicBezTo>
                  <a:cubicBezTo>
                    <a:pt x="17" y="15"/>
                    <a:pt x="24" y="10"/>
                    <a:pt x="28" y="2"/>
                  </a:cubicBezTo>
                  <a:cubicBezTo>
                    <a:pt x="30" y="1"/>
                    <a:pt x="32" y="0"/>
                    <a:pt x="34" y="2"/>
                  </a:cubicBezTo>
                  <a:cubicBezTo>
                    <a:pt x="34" y="5"/>
                    <a:pt x="33" y="8"/>
                    <a:pt x="35" y="10"/>
                  </a:cubicBezTo>
                  <a:cubicBezTo>
                    <a:pt x="36" y="11"/>
                    <a:pt x="34" y="14"/>
                    <a:pt x="34" y="16"/>
                  </a:cubicBezTo>
                  <a:cubicBezTo>
                    <a:pt x="36" y="16"/>
                    <a:pt x="37" y="16"/>
                    <a:pt x="37" y="13"/>
                  </a:cubicBezTo>
                  <a:cubicBezTo>
                    <a:pt x="37" y="11"/>
                    <a:pt x="37" y="7"/>
                    <a:pt x="41" y="8"/>
                  </a:cubicBezTo>
                  <a:cubicBezTo>
                    <a:pt x="42" y="10"/>
                    <a:pt x="41" y="12"/>
                    <a:pt x="42" y="14"/>
                  </a:cubicBezTo>
                  <a:cubicBezTo>
                    <a:pt x="42" y="15"/>
                    <a:pt x="42" y="16"/>
                    <a:pt x="41" y="16"/>
                  </a:cubicBezTo>
                  <a:close/>
                </a:path>
              </a:pathLst>
            </a:custGeom>
            <a:solidFill>
              <a:srgbClr val="FED5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8" name="Freeform 649"/>
            <p:cNvSpPr/>
            <p:nvPr/>
          </p:nvSpPr>
          <p:spPr bwMode="auto">
            <a:xfrm>
              <a:off x="3444876" y="4383089"/>
              <a:ext cx="136525" cy="123825"/>
            </a:xfrm>
            <a:custGeom>
              <a:avLst/>
              <a:gdLst>
                <a:gd name="T0" fmla="*/ 4 w 36"/>
                <a:gd name="T1" fmla="*/ 0 h 33"/>
                <a:gd name="T2" fmla="*/ 25 w 36"/>
                <a:gd name="T3" fmla="*/ 12 h 33"/>
                <a:gd name="T4" fmla="*/ 28 w 36"/>
                <a:gd name="T5" fmla="*/ 14 h 33"/>
                <a:gd name="T6" fmla="*/ 36 w 36"/>
                <a:gd name="T7" fmla="*/ 27 h 33"/>
                <a:gd name="T8" fmla="*/ 36 w 36"/>
                <a:gd name="T9" fmla="*/ 28 h 33"/>
                <a:gd name="T10" fmla="*/ 34 w 36"/>
                <a:gd name="T11" fmla="*/ 33 h 33"/>
                <a:gd name="T12" fmla="*/ 33 w 36"/>
                <a:gd name="T13" fmla="*/ 33 h 33"/>
                <a:gd name="T14" fmla="*/ 30 w 36"/>
                <a:gd name="T15" fmla="*/ 30 h 33"/>
                <a:gd name="T16" fmla="*/ 26 w 36"/>
                <a:gd name="T17" fmla="*/ 22 h 33"/>
                <a:gd name="T18" fmla="*/ 23 w 36"/>
                <a:gd name="T19" fmla="*/ 19 h 33"/>
                <a:gd name="T20" fmla="*/ 13 w 36"/>
                <a:gd name="T21" fmla="*/ 21 h 33"/>
                <a:gd name="T22" fmla="*/ 5 w 36"/>
                <a:gd name="T23" fmla="*/ 19 h 33"/>
                <a:gd name="T24" fmla="*/ 1 w 36"/>
                <a:gd name="T25" fmla="*/ 11 h 33"/>
                <a:gd name="T26" fmla="*/ 2 w 36"/>
                <a:gd name="T27" fmla="*/ 6 h 33"/>
                <a:gd name="T28" fmla="*/ 4 w 36"/>
                <a:gd name="T2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33">
                  <a:moveTo>
                    <a:pt x="4" y="0"/>
                  </a:moveTo>
                  <a:cubicBezTo>
                    <a:pt x="12" y="3"/>
                    <a:pt x="20" y="5"/>
                    <a:pt x="25" y="12"/>
                  </a:cubicBezTo>
                  <a:cubicBezTo>
                    <a:pt x="26" y="13"/>
                    <a:pt x="27" y="14"/>
                    <a:pt x="28" y="14"/>
                  </a:cubicBezTo>
                  <a:cubicBezTo>
                    <a:pt x="32" y="18"/>
                    <a:pt x="34" y="22"/>
                    <a:pt x="36" y="27"/>
                  </a:cubicBezTo>
                  <a:cubicBezTo>
                    <a:pt x="36" y="27"/>
                    <a:pt x="36" y="28"/>
                    <a:pt x="36" y="28"/>
                  </a:cubicBezTo>
                  <a:cubicBezTo>
                    <a:pt x="36" y="30"/>
                    <a:pt x="35" y="32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2" y="32"/>
                    <a:pt x="31" y="31"/>
                    <a:pt x="30" y="30"/>
                  </a:cubicBezTo>
                  <a:cubicBezTo>
                    <a:pt x="28" y="28"/>
                    <a:pt x="25" y="26"/>
                    <a:pt x="26" y="22"/>
                  </a:cubicBezTo>
                  <a:cubicBezTo>
                    <a:pt x="26" y="21"/>
                    <a:pt x="25" y="20"/>
                    <a:pt x="23" y="19"/>
                  </a:cubicBezTo>
                  <a:cubicBezTo>
                    <a:pt x="19" y="19"/>
                    <a:pt x="16" y="20"/>
                    <a:pt x="13" y="21"/>
                  </a:cubicBezTo>
                  <a:cubicBezTo>
                    <a:pt x="10" y="22"/>
                    <a:pt x="7" y="22"/>
                    <a:pt x="5" y="19"/>
                  </a:cubicBezTo>
                  <a:cubicBezTo>
                    <a:pt x="4" y="16"/>
                    <a:pt x="2" y="14"/>
                    <a:pt x="1" y="11"/>
                  </a:cubicBezTo>
                  <a:cubicBezTo>
                    <a:pt x="1" y="9"/>
                    <a:pt x="3" y="8"/>
                    <a:pt x="2" y="6"/>
                  </a:cubicBezTo>
                  <a:cubicBezTo>
                    <a:pt x="0" y="3"/>
                    <a:pt x="2" y="1"/>
                    <a:pt x="4" y="0"/>
                  </a:cubicBezTo>
                  <a:close/>
                </a:path>
              </a:pathLst>
            </a:custGeom>
            <a:solidFill>
              <a:srgbClr val="FED5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9" name="Freeform 650"/>
            <p:cNvSpPr/>
            <p:nvPr/>
          </p:nvSpPr>
          <p:spPr bwMode="auto">
            <a:xfrm>
              <a:off x="3505201" y="4564064"/>
              <a:ext cx="98425" cy="139700"/>
            </a:xfrm>
            <a:custGeom>
              <a:avLst/>
              <a:gdLst>
                <a:gd name="T0" fmla="*/ 14 w 26"/>
                <a:gd name="T1" fmla="*/ 37 h 37"/>
                <a:gd name="T2" fmla="*/ 14 w 26"/>
                <a:gd name="T3" fmla="*/ 34 h 37"/>
                <a:gd name="T4" fmla="*/ 14 w 26"/>
                <a:gd name="T5" fmla="*/ 25 h 37"/>
                <a:gd name="T6" fmla="*/ 15 w 26"/>
                <a:gd name="T7" fmla="*/ 23 h 37"/>
                <a:gd name="T8" fmla="*/ 12 w 26"/>
                <a:gd name="T9" fmla="*/ 16 h 37"/>
                <a:gd name="T10" fmla="*/ 6 w 26"/>
                <a:gd name="T11" fmla="*/ 18 h 37"/>
                <a:gd name="T12" fmla="*/ 1 w 26"/>
                <a:gd name="T13" fmla="*/ 16 h 37"/>
                <a:gd name="T14" fmla="*/ 3 w 26"/>
                <a:gd name="T15" fmla="*/ 9 h 37"/>
                <a:gd name="T16" fmla="*/ 8 w 26"/>
                <a:gd name="T17" fmla="*/ 9 h 37"/>
                <a:gd name="T18" fmla="*/ 14 w 26"/>
                <a:gd name="T19" fmla="*/ 8 h 37"/>
                <a:gd name="T20" fmla="*/ 17 w 26"/>
                <a:gd name="T21" fmla="*/ 5 h 37"/>
                <a:gd name="T22" fmla="*/ 19 w 26"/>
                <a:gd name="T23" fmla="*/ 3 h 37"/>
                <a:gd name="T24" fmla="*/ 22 w 26"/>
                <a:gd name="T25" fmla="*/ 0 h 37"/>
                <a:gd name="T26" fmla="*/ 26 w 26"/>
                <a:gd name="T27" fmla="*/ 6 h 37"/>
                <a:gd name="T28" fmla="*/ 25 w 26"/>
                <a:gd name="T29" fmla="*/ 8 h 37"/>
                <a:gd name="T30" fmla="*/ 25 w 26"/>
                <a:gd name="T31" fmla="*/ 16 h 37"/>
                <a:gd name="T32" fmla="*/ 14 w 26"/>
                <a:gd name="T3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" h="37">
                  <a:moveTo>
                    <a:pt x="14" y="37"/>
                  </a:moveTo>
                  <a:cubicBezTo>
                    <a:pt x="14" y="36"/>
                    <a:pt x="14" y="35"/>
                    <a:pt x="14" y="34"/>
                  </a:cubicBezTo>
                  <a:cubicBezTo>
                    <a:pt x="14" y="31"/>
                    <a:pt x="14" y="28"/>
                    <a:pt x="14" y="25"/>
                  </a:cubicBezTo>
                  <a:cubicBezTo>
                    <a:pt x="14" y="24"/>
                    <a:pt x="15" y="24"/>
                    <a:pt x="15" y="23"/>
                  </a:cubicBezTo>
                  <a:cubicBezTo>
                    <a:pt x="14" y="20"/>
                    <a:pt x="14" y="18"/>
                    <a:pt x="12" y="16"/>
                  </a:cubicBezTo>
                  <a:cubicBezTo>
                    <a:pt x="9" y="15"/>
                    <a:pt x="8" y="18"/>
                    <a:pt x="6" y="18"/>
                  </a:cubicBezTo>
                  <a:cubicBezTo>
                    <a:pt x="3" y="19"/>
                    <a:pt x="2" y="18"/>
                    <a:pt x="1" y="16"/>
                  </a:cubicBezTo>
                  <a:cubicBezTo>
                    <a:pt x="0" y="13"/>
                    <a:pt x="2" y="11"/>
                    <a:pt x="3" y="9"/>
                  </a:cubicBezTo>
                  <a:cubicBezTo>
                    <a:pt x="5" y="8"/>
                    <a:pt x="6" y="7"/>
                    <a:pt x="8" y="9"/>
                  </a:cubicBezTo>
                  <a:cubicBezTo>
                    <a:pt x="9" y="10"/>
                    <a:pt x="12" y="8"/>
                    <a:pt x="14" y="8"/>
                  </a:cubicBezTo>
                  <a:cubicBezTo>
                    <a:pt x="16" y="9"/>
                    <a:pt x="16" y="7"/>
                    <a:pt x="17" y="5"/>
                  </a:cubicBezTo>
                  <a:cubicBezTo>
                    <a:pt x="17" y="4"/>
                    <a:pt x="18" y="3"/>
                    <a:pt x="19" y="3"/>
                  </a:cubicBezTo>
                  <a:cubicBezTo>
                    <a:pt x="22" y="4"/>
                    <a:pt x="20" y="1"/>
                    <a:pt x="22" y="0"/>
                  </a:cubicBezTo>
                  <a:cubicBezTo>
                    <a:pt x="26" y="0"/>
                    <a:pt x="26" y="3"/>
                    <a:pt x="26" y="6"/>
                  </a:cubicBezTo>
                  <a:cubicBezTo>
                    <a:pt x="25" y="7"/>
                    <a:pt x="25" y="7"/>
                    <a:pt x="25" y="8"/>
                  </a:cubicBezTo>
                  <a:cubicBezTo>
                    <a:pt x="25" y="10"/>
                    <a:pt x="26" y="13"/>
                    <a:pt x="25" y="16"/>
                  </a:cubicBezTo>
                  <a:cubicBezTo>
                    <a:pt x="21" y="23"/>
                    <a:pt x="19" y="31"/>
                    <a:pt x="14" y="37"/>
                  </a:cubicBezTo>
                  <a:close/>
                </a:path>
              </a:pathLst>
            </a:custGeom>
            <a:solidFill>
              <a:srgbClr val="FDE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0" name="Freeform 651"/>
            <p:cNvSpPr/>
            <p:nvPr/>
          </p:nvSpPr>
          <p:spPr bwMode="auto">
            <a:xfrm>
              <a:off x="3441701" y="4714876"/>
              <a:ext cx="109538" cy="82550"/>
            </a:xfrm>
            <a:custGeom>
              <a:avLst/>
              <a:gdLst>
                <a:gd name="T0" fmla="*/ 0 w 29"/>
                <a:gd name="T1" fmla="*/ 19 h 22"/>
                <a:gd name="T2" fmla="*/ 9 w 29"/>
                <a:gd name="T3" fmla="*/ 16 h 22"/>
                <a:gd name="T4" fmla="*/ 4 w 29"/>
                <a:gd name="T5" fmla="*/ 10 h 22"/>
                <a:gd name="T6" fmla="*/ 15 w 29"/>
                <a:gd name="T7" fmla="*/ 7 h 22"/>
                <a:gd name="T8" fmla="*/ 7 w 29"/>
                <a:gd name="T9" fmla="*/ 5 h 22"/>
                <a:gd name="T10" fmla="*/ 11 w 29"/>
                <a:gd name="T11" fmla="*/ 4 h 22"/>
                <a:gd name="T12" fmla="*/ 19 w 29"/>
                <a:gd name="T13" fmla="*/ 7 h 22"/>
                <a:gd name="T14" fmla="*/ 21 w 29"/>
                <a:gd name="T15" fmla="*/ 9 h 22"/>
                <a:gd name="T16" fmla="*/ 22 w 29"/>
                <a:gd name="T17" fmla="*/ 7 h 22"/>
                <a:gd name="T18" fmla="*/ 29 w 29"/>
                <a:gd name="T19" fmla="*/ 0 h 22"/>
                <a:gd name="T20" fmla="*/ 14 w 29"/>
                <a:gd name="T21" fmla="*/ 18 h 22"/>
                <a:gd name="T22" fmla="*/ 6 w 29"/>
                <a:gd name="T23" fmla="*/ 21 h 22"/>
                <a:gd name="T24" fmla="*/ 0 w 29"/>
                <a:gd name="T25" fmla="*/ 1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22">
                  <a:moveTo>
                    <a:pt x="0" y="19"/>
                  </a:moveTo>
                  <a:cubicBezTo>
                    <a:pt x="3" y="19"/>
                    <a:pt x="7" y="20"/>
                    <a:pt x="9" y="16"/>
                  </a:cubicBezTo>
                  <a:cubicBezTo>
                    <a:pt x="3" y="18"/>
                    <a:pt x="5" y="13"/>
                    <a:pt x="4" y="10"/>
                  </a:cubicBezTo>
                  <a:cubicBezTo>
                    <a:pt x="7" y="9"/>
                    <a:pt x="11" y="8"/>
                    <a:pt x="15" y="7"/>
                  </a:cubicBezTo>
                  <a:cubicBezTo>
                    <a:pt x="12" y="6"/>
                    <a:pt x="9" y="7"/>
                    <a:pt x="7" y="5"/>
                  </a:cubicBezTo>
                  <a:cubicBezTo>
                    <a:pt x="8" y="5"/>
                    <a:pt x="10" y="4"/>
                    <a:pt x="11" y="4"/>
                  </a:cubicBezTo>
                  <a:cubicBezTo>
                    <a:pt x="14" y="2"/>
                    <a:pt x="17" y="3"/>
                    <a:pt x="19" y="7"/>
                  </a:cubicBezTo>
                  <a:cubicBezTo>
                    <a:pt x="19" y="8"/>
                    <a:pt x="19" y="10"/>
                    <a:pt x="21" y="9"/>
                  </a:cubicBezTo>
                  <a:cubicBezTo>
                    <a:pt x="22" y="9"/>
                    <a:pt x="22" y="8"/>
                    <a:pt x="22" y="7"/>
                  </a:cubicBezTo>
                  <a:cubicBezTo>
                    <a:pt x="22" y="2"/>
                    <a:pt x="26" y="1"/>
                    <a:pt x="29" y="0"/>
                  </a:cubicBezTo>
                  <a:cubicBezTo>
                    <a:pt x="26" y="8"/>
                    <a:pt x="20" y="13"/>
                    <a:pt x="14" y="18"/>
                  </a:cubicBezTo>
                  <a:cubicBezTo>
                    <a:pt x="11" y="20"/>
                    <a:pt x="9" y="21"/>
                    <a:pt x="6" y="21"/>
                  </a:cubicBezTo>
                  <a:cubicBezTo>
                    <a:pt x="4" y="22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FED8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1" name="Freeform 652"/>
            <p:cNvSpPr/>
            <p:nvPr/>
          </p:nvSpPr>
          <p:spPr bwMode="auto">
            <a:xfrm>
              <a:off x="3370263" y="4783139"/>
              <a:ext cx="123825" cy="44450"/>
            </a:xfrm>
            <a:custGeom>
              <a:avLst/>
              <a:gdLst>
                <a:gd name="T0" fmla="*/ 19 w 33"/>
                <a:gd name="T1" fmla="*/ 1 h 12"/>
                <a:gd name="T2" fmla="*/ 27 w 33"/>
                <a:gd name="T3" fmla="*/ 2 h 12"/>
                <a:gd name="T4" fmla="*/ 33 w 33"/>
                <a:gd name="T5" fmla="*/ 0 h 12"/>
                <a:gd name="T6" fmla="*/ 16 w 33"/>
                <a:gd name="T7" fmla="*/ 11 h 12"/>
                <a:gd name="T8" fmla="*/ 3 w 33"/>
                <a:gd name="T9" fmla="*/ 12 h 12"/>
                <a:gd name="T10" fmla="*/ 1 w 33"/>
                <a:gd name="T11" fmla="*/ 6 h 12"/>
                <a:gd name="T12" fmla="*/ 3 w 33"/>
                <a:gd name="T13" fmla="*/ 7 h 12"/>
                <a:gd name="T14" fmla="*/ 10 w 33"/>
                <a:gd name="T15" fmla="*/ 4 h 12"/>
                <a:gd name="T16" fmla="*/ 12 w 33"/>
                <a:gd name="T17" fmla="*/ 1 h 12"/>
                <a:gd name="T18" fmla="*/ 19 w 33"/>
                <a:gd name="T1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12">
                  <a:moveTo>
                    <a:pt x="19" y="1"/>
                  </a:moveTo>
                  <a:cubicBezTo>
                    <a:pt x="22" y="3"/>
                    <a:pt x="24" y="2"/>
                    <a:pt x="27" y="2"/>
                  </a:cubicBezTo>
                  <a:cubicBezTo>
                    <a:pt x="29" y="1"/>
                    <a:pt x="31" y="0"/>
                    <a:pt x="33" y="0"/>
                  </a:cubicBezTo>
                  <a:cubicBezTo>
                    <a:pt x="28" y="5"/>
                    <a:pt x="23" y="10"/>
                    <a:pt x="16" y="11"/>
                  </a:cubicBezTo>
                  <a:cubicBezTo>
                    <a:pt x="11" y="12"/>
                    <a:pt x="7" y="12"/>
                    <a:pt x="3" y="12"/>
                  </a:cubicBezTo>
                  <a:cubicBezTo>
                    <a:pt x="0" y="10"/>
                    <a:pt x="0" y="9"/>
                    <a:pt x="1" y="6"/>
                  </a:cubicBezTo>
                  <a:cubicBezTo>
                    <a:pt x="2" y="6"/>
                    <a:pt x="2" y="6"/>
                    <a:pt x="3" y="7"/>
                  </a:cubicBezTo>
                  <a:cubicBezTo>
                    <a:pt x="6" y="9"/>
                    <a:pt x="9" y="9"/>
                    <a:pt x="10" y="4"/>
                  </a:cubicBezTo>
                  <a:cubicBezTo>
                    <a:pt x="10" y="3"/>
                    <a:pt x="10" y="2"/>
                    <a:pt x="12" y="1"/>
                  </a:cubicBezTo>
                  <a:cubicBezTo>
                    <a:pt x="14" y="1"/>
                    <a:pt x="17" y="3"/>
                    <a:pt x="19" y="1"/>
                  </a:cubicBezTo>
                  <a:close/>
                </a:path>
              </a:pathLst>
            </a:custGeom>
            <a:solidFill>
              <a:srgbClr val="FEE8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2" name="Freeform 653"/>
            <p:cNvSpPr/>
            <p:nvPr/>
          </p:nvSpPr>
          <p:spPr bwMode="auto">
            <a:xfrm>
              <a:off x="3565526" y="4492626"/>
              <a:ext cx="68263" cy="101600"/>
            </a:xfrm>
            <a:custGeom>
              <a:avLst/>
              <a:gdLst>
                <a:gd name="T0" fmla="*/ 9 w 18"/>
                <a:gd name="T1" fmla="*/ 27 h 27"/>
                <a:gd name="T2" fmla="*/ 9 w 18"/>
                <a:gd name="T3" fmla="*/ 26 h 27"/>
                <a:gd name="T4" fmla="*/ 12 w 18"/>
                <a:gd name="T5" fmla="*/ 16 h 27"/>
                <a:gd name="T6" fmla="*/ 7 w 18"/>
                <a:gd name="T7" fmla="*/ 8 h 27"/>
                <a:gd name="T8" fmla="*/ 0 w 18"/>
                <a:gd name="T9" fmla="*/ 6 h 27"/>
                <a:gd name="T10" fmla="*/ 1 w 18"/>
                <a:gd name="T11" fmla="*/ 4 h 27"/>
                <a:gd name="T12" fmla="*/ 4 w 18"/>
                <a:gd name="T13" fmla="*/ 0 h 27"/>
                <a:gd name="T14" fmla="*/ 9 w 18"/>
                <a:gd name="T15" fmla="*/ 2 h 27"/>
                <a:gd name="T16" fmla="*/ 15 w 18"/>
                <a:gd name="T17" fmla="*/ 5 h 27"/>
                <a:gd name="T18" fmla="*/ 17 w 18"/>
                <a:gd name="T19" fmla="*/ 9 h 27"/>
                <a:gd name="T20" fmla="*/ 13 w 18"/>
                <a:gd name="T21" fmla="*/ 25 h 27"/>
                <a:gd name="T22" fmla="*/ 9 w 18"/>
                <a:gd name="T2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27">
                  <a:moveTo>
                    <a:pt x="9" y="27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9" y="22"/>
                    <a:pt x="10" y="19"/>
                    <a:pt x="12" y="16"/>
                  </a:cubicBezTo>
                  <a:cubicBezTo>
                    <a:pt x="14" y="12"/>
                    <a:pt x="12" y="9"/>
                    <a:pt x="7" y="8"/>
                  </a:cubicBezTo>
                  <a:cubicBezTo>
                    <a:pt x="5" y="7"/>
                    <a:pt x="2" y="9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5" y="2"/>
                    <a:pt x="7" y="1"/>
                    <a:pt x="9" y="2"/>
                  </a:cubicBezTo>
                  <a:cubicBezTo>
                    <a:pt x="12" y="2"/>
                    <a:pt x="13" y="4"/>
                    <a:pt x="15" y="5"/>
                  </a:cubicBezTo>
                  <a:cubicBezTo>
                    <a:pt x="17" y="7"/>
                    <a:pt x="17" y="8"/>
                    <a:pt x="17" y="9"/>
                  </a:cubicBezTo>
                  <a:cubicBezTo>
                    <a:pt x="18" y="15"/>
                    <a:pt x="16" y="20"/>
                    <a:pt x="13" y="25"/>
                  </a:cubicBezTo>
                  <a:cubicBezTo>
                    <a:pt x="12" y="26"/>
                    <a:pt x="10" y="27"/>
                    <a:pt x="9" y="27"/>
                  </a:cubicBezTo>
                  <a:close/>
                </a:path>
              </a:pathLst>
            </a:custGeom>
            <a:solidFill>
              <a:srgbClr val="FBF9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3" name="Freeform 654"/>
            <p:cNvSpPr/>
            <p:nvPr/>
          </p:nvSpPr>
          <p:spPr bwMode="auto">
            <a:xfrm>
              <a:off x="3309938" y="4303714"/>
              <a:ext cx="74613" cy="25400"/>
            </a:xfrm>
            <a:custGeom>
              <a:avLst/>
              <a:gdLst>
                <a:gd name="T0" fmla="*/ 3 w 20"/>
                <a:gd name="T1" fmla="*/ 7 h 7"/>
                <a:gd name="T2" fmla="*/ 0 w 20"/>
                <a:gd name="T3" fmla="*/ 6 h 7"/>
                <a:gd name="T4" fmla="*/ 15 w 20"/>
                <a:gd name="T5" fmla="*/ 1 h 7"/>
                <a:gd name="T6" fmla="*/ 20 w 20"/>
                <a:gd name="T7" fmla="*/ 4 h 7"/>
                <a:gd name="T8" fmla="*/ 15 w 20"/>
                <a:gd name="T9" fmla="*/ 7 h 7"/>
                <a:gd name="T10" fmla="*/ 6 w 20"/>
                <a:gd name="T11" fmla="*/ 7 h 7"/>
                <a:gd name="T12" fmla="*/ 3 w 20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7">
                  <a:moveTo>
                    <a:pt x="3" y="7"/>
                  </a:moveTo>
                  <a:cubicBezTo>
                    <a:pt x="2" y="6"/>
                    <a:pt x="1" y="7"/>
                    <a:pt x="0" y="6"/>
                  </a:cubicBezTo>
                  <a:cubicBezTo>
                    <a:pt x="4" y="2"/>
                    <a:pt x="9" y="0"/>
                    <a:pt x="15" y="1"/>
                  </a:cubicBezTo>
                  <a:cubicBezTo>
                    <a:pt x="18" y="1"/>
                    <a:pt x="20" y="2"/>
                    <a:pt x="20" y="4"/>
                  </a:cubicBezTo>
                  <a:cubicBezTo>
                    <a:pt x="18" y="4"/>
                    <a:pt x="16" y="6"/>
                    <a:pt x="15" y="7"/>
                  </a:cubicBezTo>
                  <a:cubicBezTo>
                    <a:pt x="12" y="7"/>
                    <a:pt x="9" y="6"/>
                    <a:pt x="6" y="7"/>
                  </a:cubicBezTo>
                  <a:cubicBezTo>
                    <a:pt x="5" y="7"/>
                    <a:pt x="4" y="7"/>
                    <a:pt x="3" y="7"/>
                  </a:cubicBezTo>
                  <a:close/>
                </a:path>
              </a:pathLst>
            </a:custGeom>
            <a:solidFill>
              <a:srgbClr val="FBF9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4" name="Freeform 655"/>
            <p:cNvSpPr/>
            <p:nvPr/>
          </p:nvSpPr>
          <p:spPr bwMode="auto">
            <a:xfrm>
              <a:off x="3340101" y="4805364"/>
              <a:ext cx="90488" cy="33338"/>
            </a:xfrm>
            <a:custGeom>
              <a:avLst/>
              <a:gdLst>
                <a:gd name="T0" fmla="*/ 10 w 24"/>
                <a:gd name="T1" fmla="*/ 5 h 9"/>
                <a:gd name="T2" fmla="*/ 24 w 24"/>
                <a:gd name="T3" fmla="*/ 5 h 9"/>
                <a:gd name="T4" fmla="*/ 0 w 24"/>
                <a:gd name="T5" fmla="*/ 8 h 9"/>
                <a:gd name="T6" fmla="*/ 2 w 24"/>
                <a:gd name="T7" fmla="*/ 3 h 9"/>
                <a:gd name="T8" fmla="*/ 8 w 24"/>
                <a:gd name="T9" fmla="*/ 2 h 9"/>
                <a:gd name="T10" fmla="*/ 10 w 24"/>
                <a:gd name="T11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9">
                  <a:moveTo>
                    <a:pt x="10" y="5"/>
                  </a:moveTo>
                  <a:cubicBezTo>
                    <a:pt x="15" y="5"/>
                    <a:pt x="19" y="5"/>
                    <a:pt x="24" y="5"/>
                  </a:cubicBezTo>
                  <a:cubicBezTo>
                    <a:pt x="16" y="6"/>
                    <a:pt x="8" y="9"/>
                    <a:pt x="0" y="8"/>
                  </a:cubicBezTo>
                  <a:cubicBezTo>
                    <a:pt x="1" y="6"/>
                    <a:pt x="2" y="5"/>
                    <a:pt x="2" y="3"/>
                  </a:cubicBezTo>
                  <a:cubicBezTo>
                    <a:pt x="4" y="0"/>
                    <a:pt x="6" y="2"/>
                    <a:pt x="8" y="2"/>
                  </a:cubicBezTo>
                  <a:cubicBezTo>
                    <a:pt x="9" y="3"/>
                    <a:pt x="9" y="5"/>
                    <a:pt x="10" y="5"/>
                  </a:cubicBezTo>
                  <a:close/>
                </a:path>
              </a:pathLst>
            </a:custGeom>
            <a:solidFill>
              <a:srgbClr val="FBF9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5" name="Freeform 656"/>
            <p:cNvSpPr/>
            <p:nvPr/>
          </p:nvSpPr>
          <p:spPr bwMode="auto">
            <a:xfrm>
              <a:off x="3076576" y="4635501"/>
              <a:ext cx="44450" cy="44450"/>
            </a:xfrm>
            <a:custGeom>
              <a:avLst/>
              <a:gdLst>
                <a:gd name="T0" fmla="*/ 6 w 12"/>
                <a:gd name="T1" fmla="*/ 0 h 12"/>
                <a:gd name="T2" fmla="*/ 11 w 12"/>
                <a:gd name="T3" fmla="*/ 10 h 12"/>
                <a:gd name="T4" fmla="*/ 12 w 12"/>
                <a:gd name="T5" fmla="*/ 11 h 12"/>
                <a:gd name="T6" fmla="*/ 10 w 12"/>
                <a:gd name="T7" fmla="*/ 12 h 12"/>
                <a:gd name="T8" fmla="*/ 6 w 12"/>
                <a:gd name="T9" fmla="*/ 12 h 12"/>
                <a:gd name="T10" fmla="*/ 2 w 12"/>
                <a:gd name="T11" fmla="*/ 5 h 12"/>
                <a:gd name="T12" fmla="*/ 6 w 12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2" y="7"/>
                    <a:pt x="3" y="9"/>
                    <a:pt x="11" y="10"/>
                  </a:cubicBezTo>
                  <a:cubicBezTo>
                    <a:pt x="11" y="10"/>
                    <a:pt x="12" y="10"/>
                    <a:pt x="12" y="11"/>
                  </a:cubicBezTo>
                  <a:cubicBezTo>
                    <a:pt x="11" y="11"/>
                    <a:pt x="11" y="11"/>
                    <a:pt x="10" y="12"/>
                  </a:cubicBezTo>
                  <a:cubicBezTo>
                    <a:pt x="9" y="12"/>
                    <a:pt x="8" y="12"/>
                    <a:pt x="6" y="12"/>
                  </a:cubicBezTo>
                  <a:cubicBezTo>
                    <a:pt x="2" y="11"/>
                    <a:pt x="0" y="8"/>
                    <a:pt x="2" y="5"/>
                  </a:cubicBezTo>
                  <a:cubicBezTo>
                    <a:pt x="3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6" name="Freeform 657"/>
            <p:cNvSpPr/>
            <p:nvPr/>
          </p:nvSpPr>
          <p:spPr bwMode="auto">
            <a:xfrm>
              <a:off x="3073401" y="4597401"/>
              <a:ext cx="14288" cy="30163"/>
            </a:xfrm>
            <a:custGeom>
              <a:avLst/>
              <a:gdLst>
                <a:gd name="T0" fmla="*/ 2 w 4"/>
                <a:gd name="T1" fmla="*/ 0 h 8"/>
                <a:gd name="T2" fmla="*/ 4 w 4"/>
                <a:gd name="T3" fmla="*/ 8 h 8"/>
                <a:gd name="T4" fmla="*/ 2 w 4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8">
                  <a:moveTo>
                    <a:pt x="2" y="0"/>
                  </a:moveTo>
                  <a:cubicBezTo>
                    <a:pt x="3" y="3"/>
                    <a:pt x="2" y="6"/>
                    <a:pt x="4" y="8"/>
                  </a:cubicBezTo>
                  <a:cubicBezTo>
                    <a:pt x="0" y="6"/>
                    <a:pt x="2" y="3"/>
                    <a:pt x="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7" name="Freeform 658"/>
            <p:cNvSpPr/>
            <p:nvPr/>
          </p:nvSpPr>
          <p:spPr bwMode="auto">
            <a:xfrm>
              <a:off x="3581401" y="4484689"/>
              <a:ext cx="19050" cy="19050"/>
            </a:xfrm>
            <a:custGeom>
              <a:avLst/>
              <a:gdLst>
                <a:gd name="T0" fmla="*/ 5 w 5"/>
                <a:gd name="T1" fmla="*/ 4 h 5"/>
                <a:gd name="T2" fmla="*/ 0 w 5"/>
                <a:gd name="T3" fmla="*/ 2 h 5"/>
                <a:gd name="T4" fmla="*/ 0 w 5"/>
                <a:gd name="T5" fmla="*/ 0 h 5"/>
                <a:gd name="T6" fmla="*/ 5 w 5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5" y="4"/>
                  </a:moveTo>
                  <a:cubicBezTo>
                    <a:pt x="3" y="3"/>
                    <a:pt x="0" y="5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2"/>
                    <a:pt x="3" y="3"/>
                    <a:pt x="5" y="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8" name="Freeform 659"/>
            <p:cNvSpPr/>
            <p:nvPr/>
          </p:nvSpPr>
          <p:spPr bwMode="auto">
            <a:xfrm>
              <a:off x="3090863" y="4492626"/>
              <a:ext cx="7938" cy="17463"/>
            </a:xfrm>
            <a:custGeom>
              <a:avLst/>
              <a:gdLst>
                <a:gd name="T0" fmla="*/ 1 w 2"/>
                <a:gd name="T1" fmla="*/ 0 h 5"/>
                <a:gd name="T2" fmla="*/ 0 w 2"/>
                <a:gd name="T3" fmla="*/ 5 h 5"/>
                <a:gd name="T4" fmla="*/ 1 w 2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">
                  <a:moveTo>
                    <a:pt x="1" y="0"/>
                  </a:moveTo>
                  <a:cubicBezTo>
                    <a:pt x="1" y="2"/>
                    <a:pt x="2" y="4"/>
                    <a:pt x="0" y="5"/>
                  </a:cubicBezTo>
                  <a:cubicBezTo>
                    <a:pt x="1" y="4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9" name="Freeform 660"/>
            <p:cNvSpPr/>
            <p:nvPr/>
          </p:nvSpPr>
          <p:spPr bwMode="auto">
            <a:xfrm>
              <a:off x="3622676" y="4510089"/>
              <a:ext cx="11113" cy="15875"/>
            </a:xfrm>
            <a:custGeom>
              <a:avLst/>
              <a:gdLst>
                <a:gd name="T0" fmla="*/ 2 w 3"/>
                <a:gd name="T1" fmla="*/ 4 h 4"/>
                <a:gd name="T2" fmla="*/ 0 w 3"/>
                <a:gd name="T3" fmla="*/ 0 h 4"/>
                <a:gd name="T4" fmla="*/ 2 w 3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1" y="3"/>
                    <a:pt x="1" y="2"/>
                    <a:pt x="0" y="0"/>
                  </a:cubicBezTo>
                  <a:cubicBezTo>
                    <a:pt x="2" y="1"/>
                    <a:pt x="3" y="3"/>
                    <a:pt x="2" y="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0" name="Freeform 661"/>
            <p:cNvSpPr/>
            <p:nvPr/>
          </p:nvSpPr>
          <p:spPr bwMode="auto">
            <a:xfrm>
              <a:off x="3222626" y="4800601"/>
              <a:ext cx="15875" cy="12700"/>
            </a:xfrm>
            <a:custGeom>
              <a:avLst/>
              <a:gdLst>
                <a:gd name="T0" fmla="*/ 0 w 4"/>
                <a:gd name="T1" fmla="*/ 0 h 3"/>
                <a:gd name="T2" fmla="*/ 4 w 4"/>
                <a:gd name="T3" fmla="*/ 2 h 3"/>
                <a:gd name="T4" fmla="*/ 0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1" y="1"/>
                    <a:pt x="3" y="1"/>
                    <a:pt x="4" y="2"/>
                  </a:cubicBezTo>
                  <a:cubicBezTo>
                    <a:pt x="2" y="2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1" name="Freeform 662"/>
            <p:cNvSpPr/>
            <p:nvPr/>
          </p:nvSpPr>
          <p:spPr bwMode="auto">
            <a:xfrm>
              <a:off x="3167063" y="4684714"/>
              <a:ext cx="150813" cy="98425"/>
            </a:xfrm>
            <a:custGeom>
              <a:avLst/>
              <a:gdLst>
                <a:gd name="T0" fmla="*/ 36 w 40"/>
                <a:gd name="T1" fmla="*/ 26 h 26"/>
                <a:gd name="T2" fmla="*/ 28 w 40"/>
                <a:gd name="T3" fmla="*/ 26 h 26"/>
                <a:gd name="T4" fmla="*/ 9 w 40"/>
                <a:gd name="T5" fmla="*/ 20 h 26"/>
                <a:gd name="T6" fmla="*/ 2 w 40"/>
                <a:gd name="T7" fmla="*/ 10 h 26"/>
                <a:gd name="T8" fmla="*/ 1 w 40"/>
                <a:gd name="T9" fmla="*/ 3 h 26"/>
                <a:gd name="T10" fmla="*/ 2 w 40"/>
                <a:gd name="T11" fmla="*/ 0 h 26"/>
                <a:gd name="T12" fmla="*/ 5 w 40"/>
                <a:gd name="T13" fmla="*/ 0 h 26"/>
                <a:gd name="T14" fmla="*/ 34 w 40"/>
                <a:gd name="T15" fmla="*/ 15 h 26"/>
                <a:gd name="T16" fmla="*/ 35 w 40"/>
                <a:gd name="T17" fmla="*/ 16 h 26"/>
                <a:gd name="T18" fmla="*/ 40 w 40"/>
                <a:gd name="T19" fmla="*/ 19 h 26"/>
                <a:gd name="T20" fmla="*/ 40 w 40"/>
                <a:gd name="T21" fmla="*/ 20 h 26"/>
                <a:gd name="T22" fmla="*/ 34 w 40"/>
                <a:gd name="T23" fmla="*/ 19 h 26"/>
                <a:gd name="T24" fmla="*/ 37 w 40"/>
                <a:gd name="T25" fmla="*/ 24 h 26"/>
                <a:gd name="T26" fmla="*/ 36 w 40"/>
                <a:gd name="T2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26">
                  <a:moveTo>
                    <a:pt x="36" y="26"/>
                  </a:moveTo>
                  <a:cubicBezTo>
                    <a:pt x="34" y="26"/>
                    <a:pt x="31" y="26"/>
                    <a:pt x="28" y="26"/>
                  </a:cubicBezTo>
                  <a:cubicBezTo>
                    <a:pt x="21" y="26"/>
                    <a:pt x="14" y="25"/>
                    <a:pt x="9" y="20"/>
                  </a:cubicBezTo>
                  <a:cubicBezTo>
                    <a:pt x="5" y="18"/>
                    <a:pt x="4" y="14"/>
                    <a:pt x="2" y="10"/>
                  </a:cubicBezTo>
                  <a:cubicBezTo>
                    <a:pt x="0" y="8"/>
                    <a:pt x="1" y="5"/>
                    <a:pt x="1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1"/>
                    <a:pt x="4" y="1"/>
                    <a:pt x="5" y="0"/>
                  </a:cubicBezTo>
                  <a:cubicBezTo>
                    <a:pt x="10" y="1"/>
                    <a:pt x="32" y="12"/>
                    <a:pt x="34" y="15"/>
                  </a:cubicBezTo>
                  <a:cubicBezTo>
                    <a:pt x="35" y="15"/>
                    <a:pt x="35" y="15"/>
                    <a:pt x="35" y="16"/>
                  </a:cubicBezTo>
                  <a:cubicBezTo>
                    <a:pt x="37" y="16"/>
                    <a:pt x="39" y="17"/>
                    <a:pt x="40" y="19"/>
                  </a:cubicBezTo>
                  <a:cubicBezTo>
                    <a:pt x="40" y="19"/>
                    <a:pt x="40" y="20"/>
                    <a:pt x="40" y="20"/>
                  </a:cubicBezTo>
                  <a:cubicBezTo>
                    <a:pt x="38" y="20"/>
                    <a:pt x="36" y="18"/>
                    <a:pt x="34" y="19"/>
                  </a:cubicBezTo>
                  <a:cubicBezTo>
                    <a:pt x="37" y="19"/>
                    <a:pt x="39" y="20"/>
                    <a:pt x="37" y="24"/>
                  </a:cubicBezTo>
                  <a:cubicBezTo>
                    <a:pt x="36" y="24"/>
                    <a:pt x="37" y="26"/>
                    <a:pt x="36" y="26"/>
                  </a:cubicBezTo>
                  <a:close/>
                </a:path>
              </a:pathLst>
            </a:custGeom>
            <a:solidFill>
              <a:srgbClr val="FED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2" name="Freeform 663"/>
            <p:cNvSpPr/>
            <p:nvPr/>
          </p:nvSpPr>
          <p:spPr bwMode="auto">
            <a:xfrm>
              <a:off x="3167063" y="4638676"/>
              <a:ext cx="150813" cy="106363"/>
            </a:xfrm>
            <a:custGeom>
              <a:avLst/>
              <a:gdLst>
                <a:gd name="T0" fmla="*/ 35 w 40"/>
                <a:gd name="T1" fmla="*/ 28 h 28"/>
                <a:gd name="T2" fmla="*/ 5 w 40"/>
                <a:gd name="T3" fmla="*/ 12 h 28"/>
                <a:gd name="T4" fmla="*/ 8 w 40"/>
                <a:gd name="T5" fmla="*/ 10 h 28"/>
                <a:gd name="T6" fmla="*/ 0 w 40"/>
                <a:gd name="T7" fmla="*/ 8 h 28"/>
                <a:gd name="T8" fmla="*/ 5 w 40"/>
                <a:gd name="T9" fmla="*/ 6 h 28"/>
                <a:gd name="T10" fmla="*/ 15 w 40"/>
                <a:gd name="T11" fmla="*/ 3 h 28"/>
                <a:gd name="T12" fmla="*/ 25 w 40"/>
                <a:gd name="T13" fmla="*/ 1 h 28"/>
                <a:gd name="T14" fmla="*/ 28 w 40"/>
                <a:gd name="T15" fmla="*/ 1 h 28"/>
                <a:gd name="T16" fmla="*/ 32 w 40"/>
                <a:gd name="T17" fmla="*/ 2 h 28"/>
                <a:gd name="T18" fmla="*/ 34 w 40"/>
                <a:gd name="T19" fmla="*/ 6 h 28"/>
                <a:gd name="T20" fmla="*/ 30 w 40"/>
                <a:gd name="T21" fmla="*/ 7 h 28"/>
                <a:gd name="T22" fmla="*/ 34 w 40"/>
                <a:gd name="T23" fmla="*/ 11 h 28"/>
                <a:gd name="T24" fmla="*/ 33 w 40"/>
                <a:gd name="T25" fmla="*/ 14 h 28"/>
                <a:gd name="T26" fmla="*/ 32 w 40"/>
                <a:gd name="T27" fmla="*/ 17 h 28"/>
                <a:gd name="T28" fmla="*/ 34 w 40"/>
                <a:gd name="T29" fmla="*/ 16 h 28"/>
                <a:gd name="T30" fmla="*/ 39 w 40"/>
                <a:gd name="T31" fmla="*/ 16 h 28"/>
                <a:gd name="T32" fmla="*/ 36 w 40"/>
                <a:gd name="T33" fmla="*/ 18 h 28"/>
                <a:gd name="T34" fmla="*/ 35 w 40"/>
                <a:gd name="T35" fmla="*/ 23 h 28"/>
                <a:gd name="T36" fmla="*/ 35 w 40"/>
                <a:gd name="T3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0" h="28">
                  <a:moveTo>
                    <a:pt x="35" y="28"/>
                  </a:moveTo>
                  <a:cubicBezTo>
                    <a:pt x="26" y="22"/>
                    <a:pt x="15" y="18"/>
                    <a:pt x="5" y="12"/>
                  </a:cubicBezTo>
                  <a:cubicBezTo>
                    <a:pt x="6" y="11"/>
                    <a:pt x="8" y="11"/>
                    <a:pt x="8" y="10"/>
                  </a:cubicBezTo>
                  <a:cubicBezTo>
                    <a:pt x="5" y="9"/>
                    <a:pt x="2" y="12"/>
                    <a:pt x="0" y="8"/>
                  </a:cubicBezTo>
                  <a:cubicBezTo>
                    <a:pt x="1" y="7"/>
                    <a:pt x="3" y="6"/>
                    <a:pt x="5" y="6"/>
                  </a:cubicBezTo>
                  <a:cubicBezTo>
                    <a:pt x="10" y="9"/>
                    <a:pt x="13" y="6"/>
                    <a:pt x="15" y="3"/>
                  </a:cubicBezTo>
                  <a:cubicBezTo>
                    <a:pt x="18" y="1"/>
                    <a:pt x="21" y="0"/>
                    <a:pt x="25" y="1"/>
                  </a:cubicBezTo>
                  <a:cubicBezTo>
                    <a:pt x="26" y="3"/>
                    <a:pt x="27" y="1"/>
                    <a:pt x="28" y="1"/>
                  </a:cubicBezTo>
                  <a:cubicBezTo>
                    <a:pt x="29" y="1"/>
                    <a:pt x="31" y="1"/>
                    <a:pt x="32" y="2"/>
                  </a:cubicBezTo>
                  <a:cubicBezTo>
                    <a:pt x="33" y="3"/>
                    <a:pt x="34" y="4"/>
                    <a:pt x="34" y="6"/>
                  </a:cubicBezTo>
                  <a:cubicBezTo>
                    <a:pt x="33" y="8"/>
                    <a:pt x="31" y="6"/>
                    <a:pt x="30" y="7"/>
                  </a:cubicBezTo>
                  <a:cubicBezTo>
                    <a:pt x="32" y="8"/>
                    <a:pt x="34" y="8"/>
                    <a:pt x="34" y="11"/>
                  </a:cubicBezTo>
                  <a:cubicBezTo>
                    <a:pt x="36" y="12"/>
                    <a:pt x="34" y="13"/>
                    <a:pt x="33" y="14"/>
                  </a:cubicBezTo>
                  <a:cubicBezTo>
                    <a:pt x="32" y="15"/>
                    <a:pt x="31" y="16"/>
                    <a:pt x="32" y="17"/>
                  </a:cubicBezTo>
                  <a:cubicBezTo>
                    <a:pt x="33" y="18"/>
                    <a:pt x="33" y="16"/>
                    <a:pt x="34" y="16"/>
                  </a:cubicBezTo>
                  <a:cubicBezTo>
                    <a:pt x="36" y="16"/>
                    <a:pt x="38" y="14"/>
                    <a:pt x="39" y="16"/>
                  </a:cubicBezTo>
                  <a:cubicBezTo>
                    <a:pt x="40" y="19"/>
                    <a:pt x="37" y="18"/>
                    <a:pt x="36" y="18"/>
                  </a:cubicBezTo>
                  <a:cubicBezTo>
                    <a:pt x="31" y="19"/>
                    <a:pt x="34" y="21"/>
                    <a:pt x="35" y="23"/>
                  </a:cubicBezTo>
                  <a:cubicBezTo>
                    <a:pt x="36" y="25"/>
                    <a:pt x="38" y="26"/>
                    <a:pt x="35" y="28"/>
                  </a:cubicBezTo>
                  <a:close/>
                </a:path>
              </a:pathLst>
            </a:custGeom>
            <a:solidFill>
              <a:srgbClr val="FEE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3" name="Freeform 664"/>
            <p:cNvSpPr/>
            <p:nvPr/>
          </p:nvSpPr>
          <p:spPr bwMode="auto">
            <a:xfrm>
              <a:off x="3151188" y="4679951"/>
              <a:ext cx="23813" cy="46038"/>
            </a:xfrm>
            <a:custGeom>
              <a:avLst/>
              <a:gdLst>
                <a:gd name="T0" fmla="*/ 6 w 6"/>
                <a:gd name="T1" fmla="*/ 1 h 12"/>
                <a:gd name="T2" fmla="*/ 6 w 6"/>
                <a:gd name="T3" fmla="*/ 11 h 12"/>
                <a:gd name="T4" fmla="*/ 3 w 6"/>
                <a:gd name="T5" fmla="*/ 11 h 12"/>
                <a:gd name="T6" fmla="*/ 0 w 6"/>
                <a:gd name="T7" fmla="*/ 9 h 12"/>
                <a:gd name="T8" fmla="*/ 3 w 6"/>
                <a:gd name="T9" fmla="*/ 8 h 12"/>
                <a:gd name="T10" fmla="*/ 4 w 6"/>
                <a:gd name="T11" fmla="*/ 8 h 12"/>
                <a:gd name="T12" fmla="*/ 4 w 6"/>
                <a:gd name="T13" fmla="*/ 6 h 12"/>
                <a:gd name="T14" fmla="*/ 1 w 6"/>
                <a:gd name="T15" fmla="*/ 3 h 12"/>
                <a:gd name="T16" fmla="*/ 6 w 6"/>
                <a:gd name="T17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2">
                  <a:moveTo>
                    <a:pt x="6" y="1"/>
                  </a:moveTo>
                  <a:cubicBezTo>
                    <a:pt x="5" y="5"/>
                    <a:pt x="6" y="8"/>
                    <a:pt x="6" y="11"/>
                  </a:cubicBezTo>
                  <a:cubicBezTo>
                    <a:pt x="5" y="11"/>
                    <a:pt x="4" y="11"/>
                    <a:pt x="3" y="11"/>
                  </a:cubicBezTo>
                  <a:cubicBezTo>
                    <a:pt x="1" y="12"/>
                    <a:pt x="1" y="9"/>
                    <a:pt x="0" y="9"/>
                  </a:cubicBezTo>
                  <a:cubicBezTo>
                    <a:pt x="0" y="8"/>
                    <a:pt x="2" y="7"/>
                    <a:pt x="3" y="8"/>
                  </a:cubicBezTo>
                  <a:cubicBezTo>
                    <a:pt x="3" y="8"/>
                    <a:pt x="4" y="9"/>
                    <a:pt x="4" y="8"/>
                  </a:cubicBezTo>
                  <a:cubicBezTo>
                    <a:pt x="5" y="7"/>
                    <a:pt x="5" y="6"/>
                    <a:pt x="4" y="6"/>
                  </a:cubicBezTo>
                  <a:cubicBezTo>
                    <a:pt x="2" y="6"/>
                    <a:pt x="0" y="5"/>
                    <a:pt x="1" y="3"/>
                  </a:cubicBezTo>
                  <a:cubicBezTo>
                    <a:pt x="2" y="2"/>
                    <a:pt x="4" y="0"/>
                    <a:pt x="6" y="1"/>
                  </a:cubicBezTo>
                  <a:close/>
                </a:path>
              </a:pathLst>
            </a:custGeom>
            <a:solidFill>
              <a:srgbClr val="FEE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4" name="Freeform 665"/>
            <p:cNvSpPr/>
            <p:nvPr/>
          </p:nvSpPr>
          <p:spPr bwMode="auto">
            <a:xfrm>
              <a:off x="3257551" y="4446589"/>
              <a:ext cx="153988" cy="233363"/>
            </a:xfrm>
            <a:custGeom>
              <a:avLst/>
              <a:gdLst>
                <a:gd name="T0" fmla="*/ 10 w 41"/>
                <a:gd name="T1" fmla="*/ 62 h 62"/>
                <a:gd name="T2" fmla="*/ 7 w 41"/>
                <a:gd name="T3" fmla="*/ 59 h 62"/>
                <a:gd name="T4" fmla="*/ 4 w 41"/>
                <a:gd name="T5" fmla="*/ 57 h 62"/>
                <a:gd name="T6" fmla="*/ 5 w 41"/>
                <a:gd name="T7" fmla="*/ 55 h 62"/>
                <a:gd name="T8" fmla="*/ 9 w 41"/>
                <a:gd name="T9" fmla="*/ 57 h 62"/>
                <a:gd name="T10" fmla="*/ 4 w 41"/>
                <a:gd name="T11" fmla="*/ 53 h 62"/>
                <a:gd name="T12" fmla="*/ 1 w 41"/>
                <a:gd name="T13" fmla="*/ 52 h 62"/>
                <a:gd name="T14" fmla="*/ 5 w 41"/>
                <a:gd name="T15" fmla="*/ 42 h 62"/>
                <a:gd name="T16" fmla="*/ 8 w 41"/>
                <a:gd name="T17" fmla="*/ 41 h 62"/>
                <a:gd name="T18" fmla="*/ 15 w 41"/>
                <a:gd name="T19" fmla="*/ 34 h 62"/>
                <a:gd name="T20" fmla="*/ 18 w 41"/>
                <a:gd name="T21" fmla="*/ 27 h 62"/>
                <a:gd name="T22" fmla="*/ 24 w 41"/>
                <a:gd name="T23" fmla="*/ 18 h 62"/>
                <a:gd name="T24" fmla="*/ 20 w 41"/>
                <a:gd name="T25" fmla="*/ 18 h 62"/>
                <a:gd name="T26" fmla="*/ 22 w 41"/>
                <a:gd name="T27" fmla="*/ 14 h 62"/>
                <a:gd name="T28" fmla="*/ 23 w 41"/>
                <a:gd name="T29" fmla="*/ 12 h 62"/>
                <a:gd name="T30" fmla="*/ 25 w 41"/>
                <a:gd name="T31" fmla="*/ 9 h 62"/>
                <a:gd name="T32" fmla="*/ 27 w 41"/>
                <a:gd name="T33" fmla="*/ 11 h 62"/>
                <a:gd name="T34" fmla="*/ 35 w 41"/>
                <a:gd name="T35" fmla="*/ 14 h 62"/>
                <a:gd name="T36" fmla="*/ 33 w 41"/>
                <a:gd name="T37" fmla="*/ 4 h 62"/>
                <a:gd name="T38" fmla="*/ 33 w 41"/>
                <a:gd name="T39" fmla="*/ 1 h 62"/>
                <a:gd name="T40" fmla="*/ 38 w 41"/>
                <a:gd name="T41" fmla="*/ 3 h 62"/>
                <a:gd name="T42" fmla="*/ 41 w 41"/>
                <a:gd name="T43" fmla="*/ 9 h 62"/>
                <a:gd name="T44" fmla="*/ 38 w 41"/>
                <a:gd name="T45" fmla="*/ 9 h 62"/>
                <a:gd name="T46" fmla="*/ 40 w 41"/>
                <a:gd name="T47" fmla="*/ 13 h 62"/>
                <a:gd name="T48" fmla="*/ 40 w 41"/>
                <a:gd name="T49" fmla="*/ 17 h 62"/>
                <a:gd name="T50" fmla="*/ 38 w 41"/>
                <a:gd name="T51" fmla="*/ 28 h 62"/>
                <a:gd name="T52" fmla="*/ 35 w 41"/>
                <a:gd name="T53" fmla="*/ 30 h 62"/>
                <a:gd name="T54" fmla="*/ 32 w 41"/>
                <a:gd name="T55" fmla="*/ 32 h 62"/>
                <a:gd name="T56" fmla="*/ 28 w 41"/>
                <a:gd name="T57" fmla="*/ 35 h 62"/>
                <a:gd name="T58" fmla="*/ 27 w 41"/>
                <a:gd name="T59" fmla="*/ 33 h 62"/>
                <a:gd name="T60" fmla="*/ 28 w 41"/>
                <a:gd name="T61" fmla="*/ 30 h 62"/>
                <a:gd name="T62" fmla="*/ 25 w 41"/>
                <a:gd name="T63" fmla="*/ 29 h 62"/>
                <a:gd name="T64" fmla="*/ 24 w 41"/>
                <a:gd name="T65" fmla="*/ 33 h 62"/>
                <a:gd name="T66" fmla="*/ 25 w 41"/>
                <a:gd name="T67" fmla="*/ 34 h 62"/>
                <a:gd name="T68" fmla="*/ 24 w 41"/>
                <a:gd name="T69" fmla="*/ 42 h 62"/>
                <a:gd name="T70" fmla="*/ 20 w 41"/>
                <a:gd name="T71" fmla="*/ 47 h 62"/>
                <a:gd name="T72" fmla="*/ 9 w 41"/>
                <a:gd name="T73" fmla="*/ 47 h 62"/>
                <a:gd name="T74" fmla="*/ 12 w 41"/>
                <a:gd name="T75" fmla="*/ 52 h 62"/>
                <a:gd name="T76" fmla="*/ 13 w 41"/>
                <a:gd name="T77" fmla="*/ 57 h 62"/>
                <a:gd name="T78" fmla="*/ 12 w 41"/>
                <a:gd name="T79" fmla="*/ 60 h 62"/>
                <a:gd name="T80" fmla="*/ 10 w 41"/>
                <a:gd name="T8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1" h="62">
                  <a:moveTo>
                    <a:pt x="10" y="62"/>
                  </a:moveTo>
                  <a:cubicBezTo>
                    <a:pt x="9" y="61"/>
                    <a:pt x="8" y="60"/>
                    <a:pt x="7" y="59"/>
                  </a:cubicBezTo>
                  <a:cubicBezTo>
                    <a:pt x="6" y="59"/>
                    <a:pt x="4" y="59"/>
                    <a:pt x="4" y="57"/>
                  </a:cubicBezTo>
                  <a:cubicBezTo>
                    <a:pt x="4" y="57"/>
                    <a:pt x="4" y="56"/>
                    <a:pt x="5" y="55"/>
                  </a:cubicBezTo>
                  <a:cubicBezTo>
                    <a:pt x="7" y="54"/>
                    <a:pt x="7" y="57"/>
                    <a:pt x="9" y="57"/>
                  </a:cubicBezTo>
                  <a:cubicBezTo>
                    <a:pt x="8" y="54"/>
                    <a:pt x="7" y="52"/>
                    <a:pt x="4" y="53"/>
                  </a:cubicBezTo>
                  <a:cubicBezTo>
                    <a:pt x="3" y="54"/>
                    <a:pt x="0" y="56"/>
                    <a:pt x="1" y="52"/>
                  </a:cubicBezTo>
                  <a:cubicBezTo>
                    <a:pt x="2" y="49"/>
                    <a:pt x="5" y="46"/>
                    <a:pt x="5" y="42"/>
                  </a:cubicBezTo>
                  <a:cubicBezTo>
                    <a:pt x="6" y="41"/>
                    <a:pt x="7" y="41"/>
                    <a:pt x="8" y="41"/>
                  </a:cubicBezTo>
                  <a:cubicBezTo>
                    <a:pt x="12" y="40"/>
                    <a:pt x="14" y="37"/>
                    <a:pt x="15" y="34"/>
                  </a:cubicBezTo>
                  <a:cubicBezTo>
                    <a:pt x="16" y="31"/>
                    <a:pt x="17" y="28"/>
                    <a:pt x="18" y="27"/>
                  </a:cubicBezTo>
                  <a:cubicBezTo>
                    <a:pt x="22" y="24"/>
                    <a:pt x="22" y="21"/>
                    <a:pt x="24" y="18"/>
                  </a:cubicBezTo>
                  <a:cubicBezTo>
                    <a:pt x="23" y="17"/>
                    <a:pt x="22" y="20"/>
                    <a:pt x="20" y="18"/>
                  </a:cubicBezTo>
                  <a:cubicBezTo>
                    <a:pt x="20" y="16"/>
                    <a:pt x="20" y="15"/>
                    <a:pt x="22" y="14"/>
                  </a:cubicBezTo>
                  <a:cubicBezTo>
                    <a:pt x="23" y="14"/>
                    <a:pt x="24" y="14"/>
                    <a:pt x="23" y="12"/>
                  </a:cubicBezTo>
                  <a:cubicBezTo>
                    <a:pt x="23" y="11"/>
                    <a:pt x="23" y="9"/>
                    <a:pt x="25" y="9"/>
                  </a:cubicBezTo>
                  <a:cubicBezTo>
                    <a:pt x="26" y="10"/>
                    <a:pt x="25" y="12"/>
                    <a:pt x="27" y="11"/>
                  </a:cubicBezTo>
                  <a:cubicBezTo>
                    <a:pt x="30" y="9"/>
                    <a:pt x="32" y="11"/>
                    <a:pt x="35" y="14"/>
                  </a:cubicBezTo>
                  <a:cubicBezTo>
                    <a:pt x="34" y="10"/>
                    <a:pt x="39" y="6"/>
                    <a:pt x="33" y="4"/>
                  </a:cubicBezTo>
                  <a:cubicBezTo>
                    <a:pt x="31" y="3"/>
                    <a:pt x="32" y="2"/>
                    <a:pt x="33" y="1"/>
                  </a:cubicBezTo>
                  <a:cubicBezTo>
                    <a:pt x="36" y="0"/>
                    <a:pt x="38" y="1"/>
                    <a:pt x="38" y="3"/>
                  </a:cubicBezTo>
                  <a:cubicBezTo>
                    <a:pt x="39" y="5"/>
                    <a:pt x="40" y="7"/>
                    <a:pt x="41" y="9"/>
                  </a:cubicBezTo>
                  <a:cubicBezTo>
                    <a:pt x="40" y="12"/>
                    <a:pt x="39" y="6"/>
                    <a:pt x="38" y="9"/>
                  </a:cubicBezTo>
                  <a:cubicBezTo>
                    <a:pt x="38" y="10"/>
                    <a:pt x="35" y="13"/>
                    <a:pt x="40" y="13"/>
                  </a:cubicBezTo>
                  <a:cubicBezTo>
                    <a:pt x="40" y="13"/>
                    <a:pt x="41" y="17"/>
                    <a:pt x="40" y="17"/>
                  </a:cubicBezTo>
                  <a:cubicBezTo>
                    <a:pt x="36" y="20"/>
                    <a:pt x="37" y="25"/>
                    <a:pt x="38" y="28"/>
                  </a:cubicBezTo>
                  <a:cubicBezTo>
                    <a:pt x="39" y="32"/>
                    <a:pt x="35" y="31"/>
                    <a:pt x="35" y="30"/>
                  </a:cubicBezTo>
                  <a:cubicBezTo>
                    <a:pt x="32" y="28"/>
                    <a:pt x="32" y="29"/>
                    <a:pt x="32" y="32"/>
                  </a:cubicBezTo>
                  <a:cubicBezTo>
                    <a:pt x="30" y="32"/>
                    <a:pt x="31" y="37"/>
                    <a:pt x="28" y="35"/>
                  </a:cubicBezTo>
                  <a:cubicBezTo>
                    <a:pt x="27" y="34"/>
                    <a:pt x="26" y="34"/>
                    <a:pt x="27" y="33"/>
                  </a:cubicBezTo>
                  <a:cubicBezTo>
                    <a:pt x="29" y="32"/>
                    <a:pt x="30" y="31"/>
                    <a:pt x="28" y="30"/>
                  </a:cubicBezTo>
                  <a:cubicBezTo>
                    <a:pt x="27" y="29"/>
                    <a:pt x="26" y="27"/>
                    <a:pt x="25" y="29"/>
                  </a:cubicBezTo>
                  <a:cubicBezTo>
                    <a:pt x="24" y="29"/>
                    <a:pt x="25" y="31"/>
                    <a:pt x="24" y="33"/>
                  </a:cubicBezTo>
                  <a:cubicBezTo>
                    <a:pt x="24" y="33"/>
                    <a:pt x="24" y="33"/>
                    <a:pt x="25" y="34"/>
                  </a:cubicBezTo>
                  <a:cubicBezTo>
                    <a:pt x="19" y="36"/>
                    <a:pt x="23" y="39"/>
                    <a:pt x="24" y="42"/>
                  </a:cubicBezTo>
                  <a:cubicBezTo>
                    <a:pt x="24" y="45"/>
                    <a:pt x="22" y="46"/>
                    <a:pt x="20" y="47"/>
                  </a:cubicBezTo>
                  <a:cubicBezTo>
                    <a:pt x="17" y="49"/>
                    <a:pt x="14" y="46"/>
                    <a:pt x="9" y="47"/>
                  </a:cubicBezTo>
                  <a:cubicBezTo>
                    <a:pt x="13" y="48"/>
                    <a:pt x="14" y="50"/>
                    <a:pt x="12" y="52"/>
                  </a:cubicBezTo>
                  <a:cubicBezTo>
                    <a:pt x="10" y="54"/>
                    <a:pt x="12" y="55"/>
                    <a:pt x="13" y="57"/>
                  </a:cubicBezTo>
                  <a:cubicBezTo>
                    <a:pt x="14" y="58"/>
                    <a:pt x="13" y="59"/>
                    <a:pt x="12" y="60"/>
                  </a:cubicBezTo>
                  <a:cubicBezTo>
                    <a:pt x="11" y="60"/>
                    <a:pt x="11" y="61"/>
                    <a:pt x="10" y="62"/>
                  </a:cubicBezTo>
                  <a:close/>
                </a:path>
              </a:pathLst>
            </a:custGeom>
            <a:solidFill>
              <a:srgbClr val="FEE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5" name="Freeform 666"/>
            <p:cNvSpPr/>
            <p:nvPr/>
          </p:nvSpPr>
          <p:spPr bwMode="auto">
            <a:xfrm>
              <a:off x="3238501" y="4371976"/>
              <a:ext cx="134938" cy="244475"/>
            </a:xfrm>
            <a:custGeom>
              <a:avLst/>
              <a:gdLst>
                <a:gd name="T0" fmla="*/ 28 w 36"/>
                <a:gd name="T1" fmla="*/ 35 h 65"/>
                <a:gd name="T2" fmla="*/ 26 w 36"/>
                <a:gd name="T3" fmla="*/ 38 h 65"/>
                <a:gd name="T4" fmla="*/ 24 w 36"/>
                <a:gd name="T5" fmla="*/ 43 h 65"/>
                <a:gd name="T6" fmla="*/ 18 w 36"/>
                <a:gd name="T7" fmla="*/ 56 h 65"/>
                <a:gd name="T8" fmla="*/ 13 w 36"/>
                <a:gd name="T9" fmla="*/ 61 h 65"/>
                <a:gd name="T10" fmla="*/ 10 w 36"/>
                <a:gd name="T11" fmla="*/ 63 h 65"/>
                <a:gd name="T12" fmla="*/ 8 w 36"/>
                <a:gd name="T13" fmla="*/ 64 h 65"/>
                <a:gd name="T14" fmla="*/ 3 w 36"/>
                <a:gd name="T15" fmla="*/ 60 h 65"/>
                <a:gd name="T16" fmla="*/ 0 w 36"/>
                <a:gd name="T17" fmla="*/ 58 h 65"/>
                <a:gd name="T18" fmla="*/ 1 w 36"/>
                <a:gd name="T19" fmla="*/ 54 h 65"/>
                <a:gd name="T20" fmla="*/ 3 w 36"/>
                <a:gd name="T21" fmla="*/ 53 h 65"/>
                <a:gd name="T22" fmla="*/ 13 w 36"/>
                <a:gd name="T23" fmla="*/ 44 h 65"/>
                <a:gd name="T24" fmla="*/ 22 w 36"/>
                <a:gd name="T25" fmla="*/ 22 h 65"/>
                <a:gd name="T26" fmla="*/ 22 w 36"/>
                <a:gd name="T27" fmla="*/ 16 h 65"/>
                <a:gd name="T28" fmla="*/ 22 w 36"/>
                <a:gd name="T29" fmla="*/ 12 h 65"/>
                <a:gd name="T30" fmla="*/ 25 w 36"/>
                <a:gd name="T31" fmla="*/ 1 h 65"/>
                <a:gd name="T32" fmla="*/ 31 w 36"/>
                <a:gd name="T33" fmla="*/ 0 h 65"/>
                <a:gd name="T34" fmla="*/ 34 w 36"/>
                <a:gd name="T35" fmla="*/ 6 h 65"/>
                <a:gd name="T36" fmla="*/ 30 w 36"/>
                <a:gd name="T37" fmla="*/ 29 h 65"/>
                <a:gd name="T38" fmla="*/ 29 w 36"/>
                <a:gd name="T39" fmla="*/ 33 h 65"/>
                <a:gd name="T40" fmla="*/ 28 w 36"/>
                <a:gd name="T41" fmla="*/ 3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65">
                  <a:moveTo>
                    <a:pt x="28" y="35"/>
                  </a:moveTo>
                  <a:cubicBezTo>
                    <a:pt x="26" y="35"/>
                    <a:pt x="26" y="37"/>
                    <a:pt x="26" y="38"/>
                  </a:cubicBezTo>
                  <a:cubicBezTo>
                    <a:pt x="26" y="40"/>
                    <a:pt x="25" y="42"/>
                    <a:pt x="24" y="43"/>
                  </a:cubicBezTo>
                  <a:cubicBezTo>
                    <a:pt x="22" y="48"/>
                    <a:pt x="20" y="52"/>
                    <a:pt x="18" y="56"/>
                  </a:cubicBezTo>
                  <a:cubicBezTo>
                    <a:pt x="17" y="58"/>
                    <a:pt x="16" y="61"/>
                    <a:pt x="13" y="61"/>
                  </a:cubicBezTo>
                  <a:cubicBezTo>
                    <a:pt x="12" y="62"/>
                    <a:pt x="11" y="62"/>
                    <a:pt x="10" y="63"/>
                  </a:cubicBezTo>
                  <a:cubicBezTo>
                    <a:pt x="10" y="63"/>
                    <a:pt x="10" y="65"/>
                    <a:pt x="8" y="64"/>
                  </a:cubicBezTo>
                  <a:cubicBezTo>
                    <a:pt x="9" y="61"/>
                    <a:pt x="6" y="60"/>
                    <a:pt x="3" y="60"/>
                  </a:cubicBezTo>
                  <a:cubicBezTo>
                    <a:pt x="2" y="59"/>
                    <a:pt x="0" y="60"/>
                    <a:pt x="0" y="58"/>
                  </a:cubicBezTo>
                  <a:cubicBezTo>
                    <a:pt x="0" y="56"/>
                    <a:pt x="0" y="55"/>
                    <a:pt x="1" y="54"/>
                  </a:cubicBezTo>
                  <a:cubicBezTo>
                    <a:pt x="2" y="54"/>
                    <a:pt x="2" y="53"/>
                    <a:pt x="3" y="53"/>
                  </a:cubicBezTo>
                  <a:cubicBezTo>
                    <a:pt x="8" y="52"/>
                    <a:pt x="11" y="48"/>
                    <a:pt x="13" y="44"/>
                  </a:cubicBezTo>
                  <a:cubicBezTo>
                    <a:pt x="19" y="38"/>
                    <a:pt x="22" y="31"/>
                    <a:pt x="22" y="22"/>
                  </a:cubicBezTo>
                  <a:cubicBezTo>
                    <a:pt x="22" y="20"/>
                    <a:pt x="22" y="18"/>
                    <a:pt x="22" y="16"/>
                  </a:cubicBezTo>
                  <a:cubicBezTo>
                    <a:pt x="22" y="15"/>
                    <a:pt x="22" y="14"/>
                    <a:pt x="22" y="12"/>
                  </a:cubicBezTo>
                  <a:cubicBezTo>
                    <a:pt x="23" y="9"/>
                    <a:pt x="23" y="4"/>
                    <a:pt x="25" y="1"/>
                  </a:cubicBezTo>
                  <a:cubicBezTo>
                    <a:pt x="27" y="0"/>
                    <a:pt x="29" y="0"/>
                    <a:pt x="31" y="0"/>
                  </a:cubicBezTo>
                  <a:cubicBezTo>
                    <a:pt x="34" y="1"/>
                    <a:pt x="36" y="2"/>
                    <a:pt x="34" y="6"/>
                  </a:cubicBezTo>
                  <a:cubicBezTo>
                    <a:pt x="35" y="14"/>
                    <a:pt x="33" y="21"/>
                    <a:pt x="30" y="29"/>
                  </a:cubicBezTo>
                  <a:cubicBezTo>
                    <a:pt x="30" y="30"/>
                    <a:pt x="29" y="31"/>
                    <a:pt x="29" y="33"/>
                  </a:cubicBezTo>
                  <a:cubicBezTo>
                    <a:pt x="29" y="33"/>
                    <a:pt x="28" y="34"/>
                    <a:pt x="28" y="35"/>
                  </a:cubicBezTo>
                  <a:close/>
                </a:path>
              </a:pathLst>
            </a:custGeom>
            <a:solidFill>
              <a:srgbClr val="FAF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6" name="Freeform 667"/>
            <p:cNvSpPr/>
            <p:nvPr/>
          </p:nvSpPr>
          <p:spPr bwMode="auto">
            <a:xfrm>
              <a:off x="3441701" y="4506914"/>
              <a:ext cx="184150" cy="101600"/>
            </a:xfrm>
            <a:custGeom>
              <a:avLst/>
              <a:gdLst>
                <a:gd name="T0" fmla="*/ 33 w 49"/>
                <a:gd name="T1" fmla="*/ 1 h 27"/>
                <a:gd name="T2" fmla="*/ 39 w 49"/>
                <a:gd name="T3" fmla="*/ 2 h 27"/>
                <a:gd name="T4" fmla="*/ 46 w 49"/>
                <a:gd name="T5" fmla="*/ 13 h 27"/>
                <a:gd name="T6" fmla="*/ 42 w 49"/>
                <a:gd name="T7" fmla="*/ 22 h 27"/>
                <a:gd name="T8" fmla="*/ 38 w 49"/>
                <a:gd name="T9" fmla="*/ 16 h 27"/>
                <a:gd name="T10" fmla="*/ 35 w 49"/>
                <a:gd name="T11" fmla="*/ 17 h 27"/>
                <a:gd name="T12" fmla="*/ 14 w 49"/>
                <a:gd name="T13" fmla="*/ 25 h 27"/>
                <a:gd name="T14" fmla="*/ 10 w 49"/>
                <a:gd name="T15" fmla="*/ 27 h 27"/>
                <a:gd name="T16" fmla="*/ 6 w 49"/>
                <a:gd name="T17" fmla="*/ 25 h 27"/>
                <a:gd name="T18" fmla="*/ 3 w 49"/>
                <a:gd name="T19" fmla="*/ 16 h 27"/>
                <a:gd name="T20" fmla="*/ 3 w 49"/>
                <a:gd name="T21" fmla="*/ 15 h 27"/>
                <a:gd name="T22" fmla="*/ 21 w 49"/>
                <a:gd name="T23" fmla="*/ 4 h 27"/>
                <a:gd name="T24" fmla="*/ 28 w 49"/>
                <a:gd name="T25" fmla="*/ 2 h 27"/>
                <a:gd name="T26" fmla="*/ 33 w 49"/>
                <a:gd name="T2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" h="27">
                  <a:moveTo>
                    <a:pt x="33" y="1"/>
                  </a:moveTo>
                  <a:cubicBezTo>
                    <a:pt x="35" y="3"/>
                    <a:pt x="37" y="2"/>
                    <a:pt x="39" y="2"/>
                  </a:cubicBezTo>
                  <a:cubicBezTo>
                    <a:pt x="46" y="3"/>
                    <a:pt x="49" y="6"/>
                    <a:pt x="46" y="13"/>
                  </a:cubicBezTo>
                  <a:cubicBezTo>
                    <a:pt x="44" y="16"/>
                    <a:pt x="43" y="19"/>
                    <a:pt x="42" y="22"/>
                  </a:cubicBezTo>
                  <a:cubicBezTo>
                    <a:pt x="42" y="19"/>
                    <a:pt x="43" y="16"/>
                    <a:pt x="38" y="16"/>
                  </a:cubicBezTo>
                  <a:cubicBezTo>
                    <a:pt x="37" y="17"/>
                    <a:pt x="36" y="17"/>
                    <a:pt x="35" y="17"/>
                  </a:cubicBezTo>
                  <a:cubicBezTo>
                    <a:pt x="27" y="16"/>
                    <a:pt x="21" y="21"/>
                    <a:pt x="14" y="25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9" y="27"/>
                    <a:pt x="7" y="26"/>
                    <a:pt x="6" y="25"/>
                  </a:cubicBezTo>
                  <a:cubicBezTo>
                    <a:pt x="1" y="23"/>
                    <a:pt x="0" y="21"/>
                    <a:pt x="3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10" y="12"/>
                    <a:pt x="15" y="7"/>
                    <a:pt x="21" y="4"/>
                  </a:cubicBezTo>
                  <a:cubicBezTo>
                    <a:pt x="23" y="4"/>
                    <a:pt x="26" y="3"/>
                    <a:pt x="28" y="2"/>
                  </a:cubicBezTo>
                  <a:cubicBezTo>
                    <a:pt x="30" y="1"/>
                    <a:pt x="31" y="0"/>
                    <a:pt x="33" y="1"/>
                  </a:cubicBezTo>
                  <a:close/>
                </a:path>
              </a:pathLst>
            </a:custGeom>
            <a:solidFill>
              <a:srgbClr val="F8F4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7" name="Freeform 668"/>
            <p:cNvSpPr/>
            <p:nvPr/>
          </p:nvSpPr>
          <p:spPr bwMode="auto">
            <a:xfrm>
              <a:off x="3351213" y="4567239"/>
              <a:ext cx="128588" cy="158750"/>
            </a:xfrm>
            <a:custGeom>
              <a:avLst/>
              <a:gdLst>
                <a:gd name="T0" fmla="*/ 27 w 34"/>
                <a:gd name="T1" fmla="*/ 0 h 42"/>
                <a:gd name="T2" fmla="*/ 34 w 34"/>
                <a:gd name="T3" fmla="*/ 11 h 42"/>
                <a:gd name="T4" fmla="*/ 31 w 34"/>
                <a:gd name="T5" fmla="*/ 16 h 42"/>
                <a:gd name="T6" fmla="*/ 28 w 34"/>
                <a:gd name="T7" fmla="*/ 21 h 42"/>
                <a:gd name="T8" fmla="*/ 22 w 34"/>
                <a:gd name="T9" fmla="*/ 30 h 42"/>
                <a:gd name="T10" fmla="*/ 16 w 34"/>
                <a:gd name="T11" fmla="*/ 40 h 42"/>
                <a:gd name="T12" fmla="*/ 14 w 34"/>
                <a:gd name="T13" fmla="*/ 39 h 42"/>
                <a:gd name="T14" fmla="*/ 5 w 34"/>
                <a:gd name="T15" fmla="*/ 39 h 42"/>
                <a:gd name="T16" fmla="*/ 2 w 34"/>
                <a:gd name="T17" fmla="*/ 41 h 42"/>
                <a:gd name="T18" fmla="*/ 0 w 34"/>
                <a:gd name="T19" fmla="*/ 40 h 42"/>
                <a:gd name="T20" fmla="*/ 4 w 34"/>
                <a:gd name="T21" fmla="*/ 25 h 42"/>
                <a:gd name="T22" fmla="*/ 11 w 34"/>
                <a:gd name="T23" fmla="*/ 20 h 42"/>
                <a:gd name="T24" fmla="*/ 13 w 34"/>
                <a:gd name="T25" fmla="*/ 15 h 42"/>
                <a:gd name="T26" fmla="*/ 17 w 34"/>
                <a:gd name="T27" fmla="*/ 11 h 42"/>
                <a:gd name="T28" fmla="*/ 18 w 34"/>
                <a:gd name="T29" fmla="*/ 11 h 42"/>
                <a:gd name="T30" fmla="*/ 27 w 34"/>
                <a:gd name="T3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42">
                  <a:moveTo>
                    <a:pt x="27" y="0"/>
                  </a:moveTo>
                  <a:cubicBezTo>
                    <a:pt x="24" y="7"/>
                    <a:pt x="31" y="8"/>
                    <a:pt x="34" y="11"/>
                  </a:cubicBezTo>
                  <a:cubicBezTo>
                    <a:pt x="34" y="13"/>
                    <a:pt x="32" y="14"/>
                    <a:pt x="31" y="16"/>
                  </a:cubicBezTo>
                  <a:cubicBezTo>
                    <a:pt x="30" y="18"/>
                    <a:pt x="29" y="19"/>
                    <a:pt x="28" y="21"/>
                  </a:cubicBezTo>
                  <a:cubicBezTo>
                    <a:pt x="26" y="24"/>
                    <a:pt x="24" y="27"/>
                    <a:pt x="22" y="30"/>
                  </a:cubicBezTo>
                  <a:cubicBezTo>
                    <a:pt x="20" y="33"/>
                    <a:pt x="20" y="38"/>
                    <a:pt x="16" y="40"/>
                  </a:cubicBezTo>
                  <a:cubicBezTo>
                    <a:pt x="15" y="40"/>
                    <a:pt x="14" y="40"/>
                    <a:pt x="14" y="39"/>
                  </a:cubicBezTo>
                  <a:cubicBezTo>
                    <a:pt x="11" y="35"/>
                    <a:pt x="9" y="35"/>
                    <a:pt x="5" y="39"/>
                  </a:cubicBezTo>
                  <a:cubicBezTo>
                    <a:pt x="4" y="40"/>
                    <a:pt x="4" y="41"/>
                    <a:pt x="2" y="41"/>
                  </a:cubicBezTo>
                  <a:cubicBezTo>
                    <a:pt x="1" y="42"/>
                    <a:pt x="0" y="42"/>
                    <a:pt x="0" y="40"/>
                  </a:cubicBezTo>
                  <a:cubicBezTo>
                    <a:pt x="0" y="35"/>
                    <a:pt x="2" y="30"/>
                    <a:pt x="4" y="25"/>
                  </a:cubicBezTo>
                  <a:cubicBezTo>
                    <a:pt x="5" y="22"/>
                    <a:pt x="9" y="22"/>
                    <a:pt x="11" y="20"/>
                  </a:cubicBezTo>
                  <a:cubicBezTo>
                    <a:pt x="11" y="18"/>
                    <a:pt x="12" y="16"/>
                    <a:pt x="13" y="15"/>
                  </a:cubicBezTo>
                  <a:cubicBezTo>
                    <a:pt x="15" y="14"/>
                    <a:pt x="16" y="12"/>
                    <a:pt x="17" y="11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21" y="7"/>
                    <a:pt x="23" y="2"/>
                    <a:pt x="27" y="0"/>
                  </a:cubicBezTo>
                  <a:close/>
                </a:path>
              </a:pathLst>
            </a:custGeom>
            <a:solidFill>
              <a:srgbClr val="FAF9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8" name="Freeform 669"/>
            <p:cNvSpPr/>
            <p:nvPr/>
          </p:nvSpPr>
          <p:spPr bwMode="auto">
            <a:xfrm>
              <a:off x="3302001" y="4570414"/>
              <a:ext cx="120650" cy="117475"/>
            </a:xfrm>
            <a:custGeom>
              <a:avLst/>
              <a:gdLst>
                <a:gd name="T0" fmla="*/ 8 w 32"/>
                <a:gd name="T1" fmla="*/ 13 h 31"/>
                <a:gd name="T2" fmla="*/ 12 w 32"/>
                <a:gd name="T3" fmla="*/ 9 h 31"/>
                <a:gd name="T4" fmla="*/ 28 w 32"/>
                <a:gd name="T5" fmla="*/ 1 h 31"/>
                <a:gd name="T6" fmla="*/ 30 w 32"/>
                <a:gd name="T7" fmla="*/ 3 h 31"/>
                <a:gd name="T8" fmla="*/ 28 w 32"/>
                <a:gd name="T9" fmla="*/ 6 h 31"/>
                <a:gd name="T10" fmla="*/ 23 w 32"/>
                <a:gd name="T11" fmla="*/ 13 h 31"/>
                <a:gd name="T12" fmla="*/ 19 w 32"/>
                <a:gd name="T13" fmla="*/ 19 h 31"/>
                <a:gd name="T14" fmla="*/ 10 w 32"/>
                <a:gd name="T15" fmla="*/ 28 h 31"/>
                <a:gd name="T16" fmla="*/ 4 w 32"/>
                <a:gd name="T17" fmla="*/ 31 h 31"/>
                <a:gd name="T18" fmla="*/ 0 w 32"/>
                <a:gd name="T19" fmla="*/ 27 h 31"/>
                <a:gd name="T20" fmla="*/ 1 w 32"/>
                <a:gd name="T21" fmla="*/ 24 h 31"/>
                <a:gd name="T22" fmla="*/ 8 w 32"/>
                <a:gd name="T23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31">
                  <a:moveTo>
                    <a:pt x="8" y="13"/>
                  </a:moveTo>
                  <a:cubicBezTo>
                    <a:pt x="9" y="12"/>
                    <a:pt x="11" y="11"/>
                    <a:pt x="12" y="9"/>
                  </a:cubicBezTo>
                  <a:cubicBezTo>
                    <a:pt x="17" y="6"/>
                    <a:pt x="22" y="3"/>
                    <a:pt x="28" y="1"/>
                  </a:cubicBezTo>
                  <a:cubicBezTo>
                    <a:pt x="30" y="0"/>
                    <a:pt x="32" y="0"/>
                    <a:pt x="30" y="3"/>
                  </a:cubicBezTo>
                  <a:cubicBezTo>
                    <a:pt x="30" y="4"/>
                    <a:pt x="29" y="5"/>
                    <a:pt x="28" y="6"/>
                  </a:cubicBezTo>
                  <a:cubicBezTo>
                    <a:pt x="27" y="9"/>
                    <a:pt x="25" y="11"/>
                    <a:pt x="23" y="13"/>
                  </a:cubicBezTo>
                  <a:cubicBezTo>
                    <a:pt x="21" y="15"/>
                    <a:pt x="21" y="17"/>
                    <a:pt x="19" y="19"/>
                  </a:cubicBezTo>
                  <a:cubicBezTo>
                    <a:pt x="14" y="20"/>
                    <a:pt x="13" y="25"/>
                    <a:pt x="10" y="28"/>
                  </a:cubicBezTo>
                  <a:cubicBezTo>
                    <a:pt x="8" y="30"/>
                    <a:pt x="6" y="31"/>
                    <a:pt x="4" y="31"/>
                  </a:cubicBezTo>
                  <a:cubicBezTo>
                    <a:pt x="2" y="31"/>
                    <a:pt x="0" y="29"/>
                    <a:pt x="0" y="27"/>
                  </a:cubicBezTo>
                  <a:cubicBezTo>
                    <a:pt x="0" y="26"/>
                    <a:pt x="1" y="25"/>
                    <a:pt x="1" y="24"/>
                  </a:cubicBezTo>
                  <a:cubicBezTo>
                    <a:pt x="2" y="19"/>
                    <a:pt x="4" y="16"/>
                    <a:pt x="8" y="13"/>
                  </a:cubicBezTo>
                  <a:close/>
                </a:path>
              </a:pathLst>
            </a:custGeom>
            <a:solidFill>
              <a:srgbClr val="FED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9" name="Freeform 670"/>
            <p:cNvSpPr/>
            <p:nvPr/>
          </p:nvSpPr>
          <p:spPr bwMode="auto">
            <a:xfrm>
              <a:off x="3460751" y="4446589"/>
              <a:ext cx="109538" cy="82550"/>
            </a:xfrm>
            <a:custGeom>
              <a:avLst/>
              <a:gdLst>
                <a:gd name="T0" fmla="*/ 28 w 29"/>
                <a:gd name="T1" fmla="*/ 17 h 22"/>
                <a:gd name="T2" fmla="*/ 16 w 29"/>
                <a:gd name="T3" fmla="*/ 21 h 22"/>
                <a:gd name="T4" fmla="*/ 10 w 29"/>
                <a:gd name="T5" fmla="*/ 15 h 22"/>
                <a:gd name="T6" fmla="*/ 6 w 29"/>
                <a:gd name="T7" fmla="*/ 11 h 22"/>
                <a:gd name="T8" fmla="*/ 3 w 29"/>
                <a:gd name="T9" fmla="*/ 7 h 22"/>
                <a:gd name="T10" fmla="*/ 1 w 29"/>
                <a:gd name="T11" fmla="*/ 5 h 22"/>
                <a:gd name="T12" fmla="*/ 1 w 29"/>
                <a:gd name="T13" fmla="*/ 1 h 22"/>
                <a:gd name="T14" fmla="*/ 12 w 29"/>
                <a:gd name="T15" fmla="*/ 1 h 22"/>
                <a:gd name="T16" fmla="*/ 23 w 29"/>
                <a:gd name="T17" fmla="*/ 4 h 22"/>
                <a:gd name="T18" fmla="*/ 24 w 29"/>
                <a:gd name="T19" fmla="*/ 4 h 22"/>
                <a:gd name="T20" fmla="*/ 27 w 29"/>
                <a:gd name="T21" fmla="*/ 13 h 22"/>
                <a:gd name="T22" fmla="*/ 18 w 29"/>
                <a:gd name="T23" fmla="*/ 15 h 22"/>
                <a:gd name="T24" fmla="*/ 29 w 29"/>
                <a:gd name="T25" fmla="*/ 15 h 22"/>
                <a:gd name="T26" fmla="*/ 29 w 29"/>
                <a:gd name="T27" fmla="*/ 16 h 22"/>
                <a:gd name="T28" fmla="*/ 28 w 29"/>
                <a:gd name="T2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22">
                  <a:moveTo>
                    <a:pt x="28" y="17"/>
                  </a:moveTo>
                  <a:cubicBezTo>
                    <a:pt x="24" y="18"/>
                    <a:pt x="20" y="21"/>
                    <a:pt x="16" y="21"/>
                  </a:cubicBezTo>
                  <a:cubicBezTo>
                    <a:pt x="10" y="22"/>
                    <a:pt x="10" y="22"/>
                    <a:pt x="10" y="15"/>
                  </a:cubicBezTo>
                  <a:cubicBezTo>
                    <a:pt x="8" y="14"/>
                    <a:pt x="9" y="11"/>
                    <a:pt x="6" y="11"/>
                  </a:cubicBezTo>
                  <a:cubicBezTo>
                    <a:pt x="5" y="9"/>
                    <a:pt x="4" y="8"/>
                    <a:pt x="3" y="7"/>
                  </a:cubicBezTo>
                  <a:cubicBezTo>
                    <a:pt x="2" y="7"/>
                    <a:pt x="1" y="6"/>
                    <a:pt x="1" y="5"/>
                  </a:cubicBezTo>
                  <a:cubicBezTo>
                    <a:pt x="1" y="4"/>
                    <a:pt x="0" y="2"/>
                    <a:pt x="1" y="1"/>
                  </a:cubicBezTo>
                  <a:cubicBezTo>
                    <a:pt x="5" y="4"/>
                    <a:pt x="9" y="3"/>
                    <a:pt x="12" y="1"/>
                  </a:cubicBezTo>
                  <a:cubicBezTo>
                    <a:pt x="16" y="0"/>
                    <a:pt x="21" y="1"/>
                    <a:pt x="23" y="4"/>
                  </a:cubicBezTo>
                  <a:cubicBezTo>
                    <a:pt x="23" y="4"/>
                    <a:pt x="24" y="4"/>
                    <a:pt x="24" y="4"/>
                  </a:cubicBezTo>
                  <a:cubicBezTo>
                    <a:pt x="21" y="9"/>
                    <a:pt x="25" y="10"/>
                    <a:pt x="27" y="13"/>
                  </a:cubicBezTo>
                  <a:cubicBezTo>
                    <a:pt x="24" y="15"/>
                    <a:pt x="21" y="13"/>
                    <a:pt x="18" y="15"/>
                  </a:cubicBezTo>
                  <a:cubicBezTo>
                    <a:pt x="22" y="16"/>
                    <a:pt x="25" y="14"/>
                    <a:pt x="29" y="15"/>
                  </a:cubicBezTo>
                  <a:cubicBezTo>
                    <a:pt x="29" y="15"/>
                    <a:pt x="29" y="16"/>
                    <a:pt x="29" y="16"/>
                  </a:cubicBezTo>
                  <a:cubicBezTo>
                    <a:pt x="29" y="16"/>
                    <a:pt x="28" y="17"/>
                    <a:pt x="28" y="17"/>
                  </a:cubicBezTo>
                  <a:close/>
                </a:path>
              </a:pathLst>
            </a:custGeom>
            <a:solidFill>
              <a:srgbClr val="FED7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0" name="Freeform 671"/>
            <p:cNvSpPr/>
            <p:nvPr/>
          </p:nvSpPr>
          <p:spPr bwMode="auto">
            <a:xfrm>
              <a:off x="3325813" y="4322764"/>
              <a:ext cx="52388" cy="71438"/>
            </a:xfrm>
            <a:custGeom>
              <a:avLst/>
              <a:gdLst>
                <a:gd name="T0" fmla="*/ 11 w 14"/>
                <a:gd name="T1" fmla="*/ 19 h 19"/>
                <a:gd name="T2" fmla="*/ 3 w 14"/>
                <a:gd name="T3" fmla="*/ 15 h 19"/>
                <a:gd name="T4" fmla="*/ 2 w 14"/>
                <a:gd name="T5" fmla="*/ 2 h 19"/>
                <a:gd name="T6" fmla="*/ 11 w 14"/>
                <a:gd name="T7" fmla="*/ 2 h 19"/>
                <a:gd name="T8" fmla="*/ 11 w 14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9">
                  <a:moveTo>
                    <a:pt x="11" y="19"/>
                  </a:moveTo>
                  <a:cubicBezTo>
                    <a:pt x="11" y="15"/>
                    <a:pt x="9" y="14"/>
                    <a:pt x="3" y="15"/>
                  </a:cubicBezTo>
                  <a:cubicBezTo>
                    <a:pt x="0" y="11"/>
                    <a:pt x="3" y="6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12" y="8"/>
                    <a:pt x="14" y="13"/>
                    <a:pt x="11" y="19"/>
                  </a:cubicBezTo>
                  <a:close/>
                </a:path>
              </a:pathLst>
            </a:custGeom>
            <a:solidFill>
              <a:srgbClr val="F8F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1" name="Freeform 672"/>
            <p:cNvSpPr/>
            <p:nvPr/>
          </p:nvSpPr>
          <p:spPr bwMode="auto">
            <a:xfrm>
              <a:off x="3419476" y="4413251"/>
              <a:ext cx="63500" cy="85725"/>
            </a:xfrm>
            <a:custGeom>
              <a:avLst/>
              <a:gdLst>
                <a:gd name="T0" fmla="*/ 14 w 17"/>
                <a:gd name="T1" fmla="*/ 16 h 23"/>
                <a:gd name="T2" fmla="*/ 17 w 17"/>
                <a:gd name="T3" fmla="*/ 20 h 23"/>
                <a:gd name="T4" fmla="*/ 13 w 17"/>
                <a:gd name="T5" fmla="*/ 22 h 23"/>
                <a:gd name="T6" fmla="*/ 10 w 17"/>
                <a:gd name="T7" fmla="*/ 19 h 23"/>
                <a:gd name="T8" fmla="*/ 10 w 17"/>
                <a:gd name="T9" fmla="*/ 17 h 23"/>
                <a:gd name="T10" fmla="*/ 5 w 17"/>
                <a:gd name="T11" fmla="*/ 7 h 23"/>
                <a:gd name="T12" fmla="*/ 3 w 17"/>
                <a:gd name="T13" fmla="*/ 6 h 23"/>
                <a:gd name="T14" fmla="*/ 1 w 17"/>
                <a:gd name="T15" fmla="*/ 5 h 23"/>
                <a:gd name="T16" fmla="*/ 2 w 17"/>
                <a:gd name="T17" fmla="*/ 1 h 23"/>
                <a:gd name="T18" fmla="*/ 5 w 17"/>
                <a:gd name="T19" fmla="*/ 1 h 23"/>
                <a:gd name="T20" fmla="*/ 7 w 17"/>
                <a:gd name="T21" fmla="*/ 1 h 23"/>
                <a:gd name="T22" fmla="*/ 9 w 17"/>
                <a:gd name="T23" fmla="*/ 2 h 23"/>
                <a:gd name="T24" fmla="*/ 12 w 17"/>
                <a:gd name="T25" fmla="*/ 10 h 23"/>
                <a:gd name="T26" fmla="*/ 13 w 17"/>
                <a:gd name="T27" fmla="*/ 14 h 23"/>
                <a:gd name="T28" fmla="*/ 13 w 17"/>
                <a:gd name="T29" fmla="*/ 16 h 23"/>
                <a:gd name="T30" fmla="*/ 14 w 17"/>
                <a:gd name="T31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23">
                  <a:moveTo>
                    <a:pt x="14" y="16"/>
                  </a:moveTo>
                  <a:cubicBezTo>
                    <a:pt x="16" y="17"/>
                    <a:pt x="17" y="17"/>
                    <a:pt x="17" y="20"/>
                  </a:cubicBezTo>
                  <a:cubicBezTo>
                    <a:pt x="15" y="19"/>
                    <a:pt x="15" y="21"/>
                    <a:pt x="13" y="22"/>
                  </a:cubicBezTo>
                  <a:cubicBezTo>
                    <a:pt x="10" y="23"/>
                    <a:pt x="10" y="22"/>
                    <a:pt x="10" y="19"/>
                  </a:cubicBezTo>
                  <a:cubicBezTo>
                    <a:pt x="10" y="19"/>
                    <a:pt x="10" y="17"/>
                    <a:pt x="10" y="17"/>
                  </a:cubicBezTo>
                  <a:cubicBezTo>
                    <a:pt x="5" y="15"/>
                    <a:pt x="7" y="10"/>
                    <a:pt x="5" y="7"/>
                  </a:cubicBezTo>
                  <a:cubicBezTo>
                    <a:pt x="5" y="6"/>
                    <a:pt x="4" y="5"/>
                    <a:pt x="3" y="6"/>
                  </a:cubicBezTo>
                  <a:cubicBezTo>
                    <a:pt x="2" y="6"/>
                    <a:pt x="1" y="7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4"/>
                    <a:pt x="7" y="3"/>
                    <a:pt x="7" y="1"/>
                  </a:cubicBezTo>
                  <a:cubicBezTo>
                    <a:pt x="9" y="1"/>
                    <a:pt x="9" y="2"/>
                    <a:pt x="9" y="2"/>
                  </a:cubicBezTo>
                  <a:cubicBezTo>
                    <a:pt x="10" y="5"/>
                    <a:pt x="11" y="8"/>
                    <a:pt x="12" y="10"/>
                  </a:cubicBezTo>
                  <a:cubicBezTo>
                    <a:pt x="13" y="11"/>
                    <a:pt x="13" y="13"/>
                    <a:pt x="13" y="14"/>
                  </a:cubicBezTo>
                  <a:cubicBezTo>
                    <a:pt x="13" y="15"/>
                    <a:pt x="12" y="15"/>
                    <a:pt x="13" y="16"/>
                  </a:cubicBezTo>
                  <a:cubicBezTo>
                    <a:pt x="13" y="17"/>
                    <a:pt x="14" y="16"/>
                    <a:pt x="14" y="16"/>
                  </a:cubicBezTo>
                  <a:close/>
                </a:path>
              </a:pathLst>
            </a:custGeom>
            <a:solidFill>
              <a:srgbClr val="FEE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2" name="Freeform 673"/>
            <p:cNvSpPr/>
            <p:nvPr/>
          </p:nvSpPr>
          <p:spPr bwMode="auto">
            <a:xfrm>
              <a:off x="3452813" y="4503739"/>
              <a:ext cx="68263" cy="60325"/>
            </a:xfrm>
            <a:custGeom>
              <a:avLst/>
              <a:gdLst>
                <a:gd name="T0" fmla="*/ 12 w 18"/>
                <a:gd name="T1" fmla="*/ 0 h 16"/>
                <a:gd name="T2" fmla="*/ 13 w 18"/>
                <a:gd name="T3" fmla="*/ 1 h 16"/>
                <a:gd name="T4" fmla="*/ 18 w 18"/>
                <a:gd name="T5" fmla="*/ 6 h 16"/>
                <a:gd name="T6" fmla="*/ 6 w 18"/>
                <a:gd name="T7" fmla="*/ 14 h 16"/>
                <a:gd name="T8" fmla="*/ 0 w 18"/>
                <a:gd name="T9" fmla="*/ 16 h 16"/>
                <a:gd name="T10" fmla="*/ 5 w 18"/>
                <a:gd name="T11" fmla="*/ 6 h 16"/>
                <a:gd name="T12" fmla="*/ 9 w 18"/>
                <a:gd name="T13" fmla="*/ 4 h 16"/>
                <a:gd name="T14" fmla="*/ 12 w 18"/>
                <a:gd name="T1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6">
                  <a:moveTo>
                    <a:pt x="12" y="0"/>
                  </a:moveTo>
                  <a:cubicBezTo>
                    <a:pt x="12" y="1"/>
                    <a:pt x="13" y="1"/>
                    <a:pt x="13" y="1"/>
                  </a:cubicBezTo>
                  <a:cubicBezTo>
                    <a:pt x="11" y="6"/>
                    <a:pt x="16" y="5"/>
                    <a:pt x="18" y="6"/>
                  </a:cubicBezTo>
                  <a:cubicBezTo>
                    <a:pt x="14" y="9"/>
                    <a:pt x="10" y="12"/>
                    <a:pt x="6" y="14"/>
                  </a:cubicBezTo>
                  <a:cubicBezTo>
                    <a:pt x="4" y="15"/>
                    <a:pt x="2" y="16"/>
                    <a:pt x="0" y="16"/>
                  </a:cubicBezTo>
                  <a:cubicBezTo>
                    <a:pt x="1" y="12"/>
                    <a:pt x="5" y="10"/>
                    <a:pt x="5" y="6"/>
                  </a:cubicBezTo>
                  <a:cubicBezTo>
                    <a:pt x="6" y="4"/>
                    <a:pt x="8" y="6"/>
                    <a:pt x="9" y="4"/>
                  </a:cubicBezTo>
                  <a:cubicBezTo>
                    <a:pt x="10" y="3"/>
                    <a:pt x="12" y="3"/>
                    <a:pt x="12" y="0"/>
                  </a:cubicBezTo>
                  <a:close/>
                </a:path>
              </a:pathLst>
            </a:custGeom>
            <a:solidFill>
              <a:srgbClr val="FAE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3" name="Freeform 674"/>
            <p:cNvSpPr/>
            <p:nvPr/>
          </p:nvSpPr>
          <p:spPr bwMode="auto">
            <a:xfrm>
              <a:off x="3433763" y="4375151"/>
              <a:ext cx="34925" cy="44450"/>
            </a:xfrm>
            <a:custGeom>
              <a:avLst/>
              <a:gdLst>
                <a:gd name="T0" fmla="*/ 5 w 9"/>
                <a:gd name="T1" fmla="*/ 12 h 12"/>
                <a:gd name="T2" fmla="*/ 3 w 9"/>
                <a:gd name="T3" fmla="*/ 11 h 12"/>
                <a:gd name="T4" fmla="*/ 3 w 9"/>
                <a:gd name="T5" fmla="*/ 8 h 12"/>
                <a:gd name="T6" fmla="*/ 1 w 9"/>
                <a:gd name="T7" fmla="*/ 2 h 12"/>
                <a:gd name="T8" fmla="*/ 7 w 9"/>
                <a:gd name="T9" fmla="*/ 2 h 12"/>
                <a:gd name="T10" fmla="*/ 7 w 9"/>
                <a:gd name="T11" fmla="*/ 9 h 12"/>
                <a:gd name="T12" fmla="*/ 5 w 9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2">
                  <a:moveTo>
                    <a:pt x="5" y="12"/>
                  </a:moveTo>
                  <a:cubicBezTo>
                    <a:pt x="5" y="12"/>
                    <a:pt x="4" y="12"/>
                    <a:pt x="3" y="11"/>
                  </a:cubicBezTo>
                  <a:cubicBezTo>
                    <a:pt x="3" y="10"/>
                    <a:pt x="4" y="9"/>
                    <a:pt x="3" y="8"/>
                  </a:cubicBezTo>
                  <a:cubicBezTo>
                    <a:pt x="1" y="7"/>
                    <a:pt x="0" y="5"/>
                    <a:pt x="1" y="2"/>
                  </a:cubicBezTo>
                  <a:cubicBezTo>
                    <a:pt x="3" y="0"/>
                    <a:pt x="5" y="1"/>
                    <a:pt x="7" y="2"/>
                  </a:cubicBezTo>
                  <a:cubicBezTo>
                    <a:pt x="7" y="4"/>
                    <a:pt x="3" y="6"/>
                    <a:pt x="7" y="9"/>
                  </a:cubicBezTo>
                  <a:cubicBezTo>
                    <a:pt x="9" y="10"/>
                    <a:pt x="5" y="11"/>
                    <a:pt x="5" y="12"/>
                  </a:cubicBezTo>
                  <a:close/>
                </a:path>
              </a:pathLst>
            </a:custGeom>
            <a:solidFill>
              <a:srgbClr val="FED8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4" name="Freeform 675"/>
            <p:cNvSpPr/>
            <p:nvPr/>
          </p:nvSpPr>
          <p:spPr bwMode="auto">
            <a:xfrm>
              <a:off x="3400426" y="4567239"/>
              <a:ext cx="30163" cy="46038"/>
            </a:xfrm>
            <a:custGeom>
              <a:avLst/>
              <a:gdLst>
                <a:gd name="T0" fmla="*/ 1 w 8"/>
                <a:gd name="T1" fmla="*/ 7 h 12"/>
                <a:gd name="T2" fmla="*/ 3 w 8"/>
                <a:gd name="T3" fmla="*/ 4 h 12"/>
                <a:gd name="T4" fmla="*/ 2 w 8"/>
                <a:gd name="T5" fmla="*/ 2 h 12"/>
                <a:gd name="T6" fmla="*/ 7 w 8"/>
                <a:gd name="T7" fmla="*/ 1 h 12"/>
                <a:gd name="T8" fmla="*/ 5 w 8"/>
                <a:gd name="T9" fmla="*/ 6 h 12"/>
                <a:gd name="T10" fmla="*/ 5 w 8"/>
                <a:gd name="T11" fmla="*/ 11 h 12"/>
                <a:gd name="T12" fmla="*/ 5 w 8"/>
                <a:gd name="T13" fmla="*/ 11 h 12"/>
                <a:gd name="T14" fmla="*/ 1 w 8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2">
                  <a:moveTo>
                    <a:pt x="1" y="7"/>
                  </a:moveTo>
                  <a:cubicBezTo>
                    <a:pt x="2" y="6"/>
                    <a:pt x="2" y="5"/>
                    <a:pt x="3" y="4"/>
                  </a:cubicBezTo>
                  <a:cubicBezTo>
                    <a:pt x="5" y="1"/>
                    <a:pt x="3" y="2"/>
                    <a:pt x="2" y="2"/>
                  </a:cubicBezTo>
                  <a:cubicBezTo>
                    <a:pt x="4" y="0"/>
                    <a:pt x="6" y="0"/>
                    <a:pt x="7" y="1"/>
                  </a:cubicBezTo>
                  <a:cubicBezTo>
                    <a:pt x="8" y="3"/>
                    <a:pt x="7" y="5"/>
                    <a:pt x="5" y="6"/>
                  </a:cubicBezTo>
                  <a:cubicBezTo>
                    <a:pt x="2" y="8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2"/>
                    <a:pt x="2" y="8"/>
                    <a:pt x="1" y="7"/>
                  </a:cubicBezTo>
                  <a:close/>
                </a:path>
              </a:pathLst>
            </a:custGeom>
            <a:solidFill>
              <a:srgbClr val="FEE4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5" name="Freeform 676"/>
            <p:cNvSpPr/>
            <p:nvPr/>
          </p:nvSpPr>
          <p:spPr bwMode="auto">
            <a:xfrm>
              <a:off x="3136901" y="4352926"/>
              <a:ext cx="192088" cy="203200"/>
            </a:xfrm>
            <a:custGeom>
              <a:avLst/>
              <a:gdLst>
                <a:gd name="T0" fmla="*/ 50 w 51"/>
                <a:gd name="T1" fmla="*/ 18 h 54"/>
                <a:gd name="T2" fmla="*/ 50 w 51"/>
                <a:gd name="T3" fmla="*/ 21 h 54"/>
                <a:gd name="T4" fmla="*/ 48 w 51"/>
                <a:gd name="T5" fmla="*/ 25 h 54"/>
                <a:gd name="T6" fmla="*/ 44 w 51"/>
                <a:gd name="T7" fmla="*/ 27 h 54"/>
                <a:gd name="T8" fmla="*/ 47 w 51"/>
                <a:gd name="T9" fmla="*/ 29 h 54"/>
                <a:gd name="T10" fmla="*/ 43 w 51"/>
                <a:gd name="T11" fmla="*/ 38 h 54"/>
                <a:gd name="T12" fmla="*/ 42 w 51"/>
                <a:gd name="T13" fmla="*/ 34 h 54"/>
                <a:gd name="T14" fmla="*/ 38 w 51"/>
                <a:gd name="T15" fmla="*/ 30 h 54"/>
                <a:gd name="T16" fmla="*/ 35 w 51"/>
                <a:gd name="T17" fmla="*/ 28 h 54"/>
                <a:gd name="T18" fmla="*/ 36 w 51"/>
                <a:gd name="T19" fmla="*/ 25 h 54"/>
                <a:gd name="T20" fmla="*/ 40 w 51"/>
                <a:gd name="T21" fmla="*/ 19 h 54"/>
                <a:gd name="T22" fmla="*/ 42 w 51"/>
                <a:gd name="T23" fmla="*/ 19 h 54"/>
                <a:gd name="T24" fmla="*/ 47 w 51"/>
                <a:gd name="T25" fmla="*/ 19 h 54"/>
                <a:gd name="T26" fmla="*/ 42 w 51"/>
                <a:gd name="T27" fmla="*/ 19 h 54"/>
                <a:gd name="T28" fmla="*/ 39 w 51"/>
                <a:gd name="T29" fmla="*/ 20 h 54"/>
                <a:gd name="T30" fmla="*/ 35 w 51"/>
                <a:gd name="T31" fmla="*/ 24 h 54"/>
                <a:gd name="T32" fmla="*/ 33 w 51"/>
                <a:gd name="T33" fmla="*/ 33 h 54"/>
                <a:gd name="T34" fmla="*/ 31 w 51"/>
                <a:gd name="T35" fmla="*/ 38 h 54"/>
                <a:gd name="T36" fmla="*/ 31 w 51"/>
                <a:gd name="T37" fmla="*/ 39 h 54"/>
                <a:gd name="T38" fmla="*/ 31 w 51"/>
                <a:gd name="T39" fmla="*/ 50 h 54"/>
                <a:gd name="T40" fmla="*/ 24 w 51"/>
                <a:gd name="T41" fmla="*/ 51 h 54"/>
                <a:gd name="T42" fmla="*/ 21 w 51"/>
                <a:gd name="T43" fmla="*/ 47 h 54"/>
                <a:gd name="T44" fmla="*/ 22 w 51"/>
                <a:gd name="T45" fmla="*/ 43 h 54"/>
                <a:gd name="T46" fmla="*/ 16 w 51"/>
                <a:gd name="T47" fmla="*/ 42 h 54"/>
                <a:gd name="T48" fmla="*/ 18 w 51"/>
                <a:gd name="T49" fmla="*/ 39 h 54"/>
                <a:gd name="T50" fmla="*/ 12 w 51"/>
                <a:gd name="T51" fmla="*/ 42 h 54"/>
                <a:gd name="T52" fmla="*/ 13 w 51"/>
                <a:gd name="T53" fmla="*/ 43 h 54"/>
                <a:gd name="T54" fmla="*/ 19 w 51"/>
                <a:gd name="T55" fmla="*/ 45 h 54"/>
                <a:gd name="T56" fmla="*/ 14 w 51"/>
                <a:gd name="T57" fmla="*/ 50 h 54"/>
                <a:gd name="T58" fmla="*/ 4 w 51"/>
                <a:gd name="T59" fmla="*/ 52 h 54"/>
                <a:gd name="T60" fmla="*/ 1 w 51"/>
                <a:gd name="T61" fmla="*/ 48 h 54"/>
                <a:gd name="T62" fmla="*/ 3 w 51"/>
                <a:gd name="T63" fmla="*/ 44 h 54"/>
                <a:gd name="T64" fmla="*/ 5 w 51"/>
                <a:gd name="T65" fmla="*/ 41 h 54"/>
                <a:gd name="T66" fmla="*/ 18 w 51"/>
                <a:gd name="T67" fmla="*/ 28 h 54"/>
                <a:gd name="T68" fmla="*/ 30 w 51"/>
                <a:gd name="T69" fmla="*/ 7 h 54"/>
                <a:gd name="T70" fmla="*/ 37 w 51"/>
                <a:gd name="T71" fmla="*/ 0 h 54"/>
                <a:gd name="T72" fmla="*/ 38 w 51"/>
                <a:gd name="T73" fmla="*/ 0 h 54"/>
                <a:gd name="T74" fmla="*/ 42 w 51"/>
                <a:gd name="T75" fmla="*/ 1 h 54"/>
                <a:gd name="T76" fmla="*/ 43 w 51"/>
                <a:gd name="T77" fmla="*/ 1 h 54"/>
                <a:gd name="T78" fmla="*/ 50 w 51"/>
                <a:gd name="T79" fmla="*/ 1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" h="54">
                  <a:moveTo>
                    <a:pt x="50" y="18"/>
                  </a:moveTo>
                  <a:cubicBezTo>
                    <a:pt x="50" y="19"/>
                    <a:pt x="50" y="20"/>
                    <a:pt x="50" y="21"/>
                  </a:cubicBezTo>
                  <a:cubicBezTo>
                    <a:pt x="49" y="22"/>
                    <a:pt x="50" y="25"/>
                    <a:pt x="48" y="25"/>
                  </a:cubicBezTo>
                  <a:cubicBezTo>
                    <a:pt x="47" y="26"/>
                    <a:pt x="44" y="25"/>
                    <a:pt x="44" y="27"/>
                  </a:cubicBezTo>
                  <a:cubicBezTo>
                    <a:pt x="44" y="29"/>
                    <a:pt x="47" y="28"/>
                    <a:pt x="47" y="29"/>
                  </a:cubicBezTo>
                  <a:cubicBezTo>
                    <a:pt x="48" y="33"/>
                    <a:pt x="46" y="36"/>
                    <a:pt x="43" y="38"/>
                  </a:cubicBezTo>
                  <a:cubicBezTo>
                    <a:pt x="42" y="37"/>
                    <a:pt x="42" y="35"/>
                    <a:pt x="42" y="34"/>
                  </a:cubicBezTo>
                  <a:cubicBezTo>
                    <a:pt x="43" y="31"/>
                    <a:pt x="40" y="30"/>
                    <a:pt x="38" y="30"/>
                  </a:cubicBezTo>
                  <a:cubicBezTo>
                    <a:pt x="36" y="30"/>
                    <a:pt x="35" y="29"/>
                    <a:pt x="35" y="28"/>
                  </a:cubicBezTo>
                  <a:cubicBezTo>
                    <a:pt x="35" y="26"/>
                    <a:pt x="35" y="25"/>
                    <a:pt x="36" y="25"/>
                  </a:cubicBezTo>
                  <a:cubicBezTo>
                    <a:pt x="39" y="24"/>
                    <a:pt x="40" y="22"/>
                    <a:pt x="40" y="19"/>
                  </a:cubicBezTo>
                  <a:cubicBezTo>
                    <a:pt x="40" y="19"/>
                    <a:pt x="41" y="19"/>
                    <a:pt x="42" y="19"/>
                  </a:cubicBezTo>
                  <a:cubicBezTo>
                    <a:pt x="43" y="20"/>
                    <a:pt x="45" y="21"/>
                    <a:pt x="47" y="19"/>
                  </a:cubicBezTo>
                  <a:cubicBezTo>
                    <a:pt x="45" y="20"/>
                    <a:pt x="43" y="20"/>
                    <a:pt x="42" y="19"/>
                  </a:cubicBezTo>
                  <a:cubicBezTo>
                    <a:pt x="40" y="19"/>
                    <a:pt x="40" y="19"/>
                    <a:pt x="39" y="20"/>
                  </a:cubicBezTo>
                  <a:cubicBezTo>
                    <a:pt x="37" y="22"/>
                    <a:pt x="37" y="24"/>
                    <a:pt x="35" y="24"/>
                  </a:cubicBezTo>
                  <a:cubicBezTo>
                    <a:pt x="29" y="26"/>
                    <a:pt x="31" y="30"/>
                    <a:pt x="33" y="33"/>
                  </a:cubicBezTo>
                  <a:cubicBezTo>
                    <a:pt x="34" y="36"/>
                    <a:pt x="32" y="37"/>
                    <a:pt x="31" y="38"/>
                  </a:cubicBezTo>
                  <a:cubicBezTo>
                    <a:pt x="31" y="38"/>
                    <a:pt x="31" y="39"/>
                    <a:pt x="31" y="39"/>
                  </a:cubicBezTo>
                  <a:cubicBezTo>
                    <a:pt x="33" y="43"/>
                    <a:pt x="33" y="46"/>
                    <a:pt x="31" y="50"/>
                  </a:cubicBezTo>
                  <a:cubicBezTo>
                    <a:pt x="29" y="54"/>
                    <a:pt x="27" y="54"/>
                    <a:pt x="24" y="51"/>
                  </a:cubicBezTo>
                  <a:cubicBezTo>
                    <a:pt x="22" y="50"/>
                    <a:pt x="22" y="49"/>
                    <a:pt x="21" y="47"/>
                  </a:cubicBezTo>
                  <a:cubicBezTo>
                    <a:pt x="21" y="46"/>
                    <a:pt x="21" y="45"/>
                    <a:pt x="22" y="43"/>
                  </a:cubicBezTo>
                  <a:cubicBezTo>
                    <a:pt x="19" y="44"/>
                    <a:pt x="17" y="44"/>
                    <a:pt x="16" y="42"/>
                  </a:cubicBezTo>
                  <a:cubicBezTo>
                    <a:pt x="14" y="39"/>
                    <a:pt x="18" y="40"/>
                    <a:pt x="18" y="39"/>
                  </a:cubicBezTo>
                  <a:cubicBezTo>
                    <a:pt x="15" y="39"/>
                    <a:pt x="15" y="43"/>
                    <a:pt x="12" y="42"/>
                  </a:cubicBezTo>
                  <a:cubicBezTo>
                    <a:pt x="12" y="43"/>
                    <a:pt x="13" y="43"/>
                    <a:pt x="13" y="43"/>
                  </a:cubicBezTo>
                  <a:cubicBezTo>
                    <a:pt x="15" y="43"/>
                    <a:pt x="18" y="42"/>
                    <a:pt x="19" y="45"/>
                  </a:cubicBezTo>
                  <a:cubicBezTo>
                    <a:pt x="19" y="48"/>
                    <a:pt x="17" y="49"/>
                    <a:pt x="14" y="50"/>
                  </a:cubicBezTo>
                  <a:cubicBezTo>
                    <a:pt x="11" y="52"/>
                    <a:pt x="7" y="52"/>
                    <a:pt x="4" y="52"/>
                  </a:cubicBezTo>
                  <a:cubicBezTo>
                    <a:pt x="1" y="52"/>
                    <a:pt x="0" y="51"/>
                    <a:pt x="1" y="48"/>
                  </a:cubicBezTo>
                  <a:cubicBezTo>
                    <a:pt x="2" y="47"/>
                    <a:pt x="2" y="46"/>
                    <a:pt x="3" y="44"/>
                  </a:cubicBezTo>
                  <a:cubicBezTo>
                    <a:pt x="2" y="42"/>
                    <a:pt x="4" y="42"/>
                    <a:pt x="5" y="41"/>
                  </a:cubicBezTo>
                  <a:cubicBezTo>
                    <a:pt x="10" y="38"/>
                    <a:pt x="15" y="35"/>
                    <a:pt x="18" y="28"/>
                  </a:cubicBezTo>
                  <a:cubicBezTo>
                    <a:pt x="20" y="20"/>
                    <a:pt x="27" y="15"/>
                    <a:pt x="30" y="7"/>
                  </a:cubicBezTo>
                  <a:cubicBezTo>
                    <a:pt x="31" y="3"/>
                    <a:pt x="35" y="3"/>
                    <a:pt x="37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0" y="1"/>
                    <a:pt x="41" y="2"/>
                    <a:pt x="42" y="1"/>
                  </a:cubicBezTo>
                  <a:cubicBezTo>
                    <a:pt x="42" y="1"/>
                    <a:pt x="43" y="1"/>
                    <a:pt x="43" y="1"/>
                  </a:cubicBezTo>
                  <a:cubicBezTo>
                    <a:pt x="48" y="6"/>
                    <a:pt x="51" y="11"/>
                    <a:pt x="50" y="18"/>
                  </a:cubicBezTo>
                  <a:close/>
                </a:path>
              </a:pathLst>
            </a:custGeom>
            <a:solidFill>
              <a:srgbClr val="FED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6" name="Freeform 677"/>
            <p:cNvSpPr/>
            <p:nvPr/>
          </p:nvSpPr>
          <p:spPr bwMode="auto">
            <a:xfrm>
              <a:off x="3103563" y="4492626"/>
              <a:ext cx="142875" cy="123825"/>
            </a:xfrm>
            <a:custGeom>
              <a:avLst/>
              <a:gdLst>
                <a:gd name="T0" fmla="*/ 12 w 38"/>
                <a:gd name="T1" fmla="*/ 7 h 33"/>
                <a:gd name="T2" fmla="*/ 10 w 38"/>
                <a:gd name="T3" fmla="*/ 14 h 33"/>
                <a:gd name="T4" fmla="*/ 19 w 38"/>
                <a:gd name="T5" fmla="*/ 13 h 33"/>
                <a:gd name="T6" fmla="*/ 26 w 38"/>
                <a:gd name="T7" fmla="*/ 11 h 33"/>
                <a:gd name="T8" fmla="*/ 27 w 38"/>
                <a:gd name="T9" fmla="*/ 8 h 33"/>
                <a:gd name="T10" fmla="*/ 25 w 38"/>
                <a:gd name="T11" fmla="*/ 7 h 33"/>
                <a:gd name="T12" fmla="*/ 20 w 38"/>
                <a:gd name="T13" fmla="*/ 7 h 33"/>
                <a:gd name="T14" fmla="*/ 30 w 38"/>
                <a:gd name="T15" fmla="*/ 2 h 33"/>
                <a:gd name="T16" fmla="*/ 29 w 38"/>
                <a:gd name="T17" fmla="*/ 3 h 33"/>
                <a:gd name="T18" fmla="*/ 25 w 38"/>
                <a:gd name="T19" fmla="*/ 4 h 33"/>
                <a:gd name="T20" fmla="*/ 25 w 38"/>
                <a:gd name="T21" fmla="*/ 5 h 33"/>
                <a:gd name="T22" fmla="*/ 30 w 38"/>
                <a:gd name="T23" fmla="*/ 6 h 33"/>
                <a:gd name="T24" fmla="*/ 33 w 38"/>
                <a:gd name="T25" fmla="*/ 4 h 33"/>
                <a:gd name="T26" fmla="*/ 31 w 38"/>
                <a:gd name="T27" fmla="*/ 10 h 33"/>
                <a:gd name="T28" fmla="*/ 28 w 38"/>
                <a:gd name="T29" fmla="*/ 14 h 33"/>
                <a:gd name="T30" fmla="*/ 27 w 38"/>
                <a:gd name="T31" fmla="*/ 14 h 33"/>
                <a:gd name="T32" fmla="*/ 26 w 38"/>
                <a:gd name="T33" fmla="*/ 16 h 33"/>
                <a:gd name="T34" fmla="*/ 27 w 38"/>
                <a:gd name="T35" fmla="*/ 16 h 33"/>
                <a:gd name="T36" fmla="*/ 38 w 38"/>
                <a:gd name="T37" fmla="*/ 23 h 33"/>
                <a:gd name="T38" fmla="*/ 36 w 38"/>
                <a:gd name="T39" fmla="*/ 26 h 33"/>
                <a:gd name="T40" fmla="*/ 24 w 38"/>
                <a:gd name="T41" fmla="*/ 31 h 33"/>
                <a:gd name="T42" fmla="*/ 10 w 38"/>
                <a:gd name="T43" fmla="*/ 31 h 33"/>
                <a:gd name="T44" fmla="*/ 7 w 38"/>
                <a:gd name="T45" fmla="*/ 31 h 33"/>
                <a:gd name="T46" fmla="*/ 2 w 38"/>
                <a:gd name="T47" fmla="*/ 22 h 33"/>
                <a:gd name="T48" fmla="*/ 12 w 38"/>
                <a:gd name="T49" fmla="*/ 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8" h="33">
                  <a:moveTo>
                    <a:pt x="12" y="7"/>
                  </a:moveTo>
                  <a:cubicBezTo>
                    <a:pt x="12" y="9"/>
                    <a:pt x="12" y="12"/>
                    <a:pt x="10" y="14"/>
                  </a:cubicBezTo>
                  <a:cubicBezTo>
                    <a:pt x="13" y="12"/>
                    <a:pt x="16" y="14"/>
                    <a:pt x="19" y="13"/>
                  </a:cubicBezTo>
                  <a:cubicBezTo>
                    <a:pt x="21" y="13"/>
                    <a:pt x="23" y="10"/>
                    <a:pt x="26" y="11"/>
                  </a:cubicBezTo>
                  <a:cubicBezTo>
                    <a:pt x="26" y="10"/>
                    <a:pt x="27" y="10"/>
                    <a:pt x="27" y="8"/>
                  </a:cubicBezTo>
                  <a:cubicBezTo>
                    <a:pt x="27" y="7"/>
                    <a:pt x="26" y="7"/>
                    <a:pt x="25" y="7"/>
                  </a:cubicBezTo>
                  <a:cubicBezTo>
                    <a:pt x="23" y="7"/>
                    <a:pt x="21" y="7"/>
                    <a:pt x="20" y="7"/>
                  </a:cubicBezTo>
                  <a:cubicBezTo>
                    <a:pt x="21" y="3"/>
                    <a:pt x="27" y="0"/>
                    <a:pt x="30" y="2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6" y="2"/>
                    <a:pt x="25" y="4"/>
                  </a:cubicBezTo>
                  <a:cubicBezTo>
                    <a:pt x="25" y="4"/>
                    <a:pt x="25" y="5"/>
                    <a:pt x="25" y="5"/>
                  </a:cubicBezTo>
                  <a:cubicBezTo>
                    <a:pt x="27" y="7"/>
                    <a:pt x="29" y="6"/>
                    <a:pt x="30" y="6"/>
                  </a:cubicBezTo>
                  <a:cubicBezTo>
                    <a:pt x="31" y="5"/>
                    <a:pt x="32" y="5"/>
                    <a:pt x="33" y="4"/>
                  </a:cubicBezTo>
                  <a:cubicBezTo>
                    <a:pt x="31" y="6"/>
                    <a:pt x="31" y="8"/>
                    <a:pt x="31" y="10"/>
                  </a:cubicBezTo>
                  <a:cubicBezTo>
                    <a:pt x="31" y="12"/>
                    <a:pt x="32" y="15"/>
                    <a:pt x="28" y="14"/>
                  </a:cubicBezTo>
                  <a:cubicBezTo>
                    <a:pt x="28" y="14"/>
                    <a:pt x="28" y="12"/>
                    <a:pt x="27" y="14"/>
                  </a:cubicBezTo>
                  <a:cubicBezTo>
                    <a:pt x="26" y="14"/>
                    <a:pt x="25" y="15"/>
                    <a:pt x="26" y="16"/>
                  </a:cubicBezTo>
                  <a:cubicBezTo>
                    <a:pt x="26" y="16"/>
                    <a:pt x="26" y="17"/>
                    <a:pt x="27" y="16"/>
                  </a:cubicBezTo>
                  <a:cubicBezTo>
                    <a:pt x="34" y="12"/>
                    <a:pt x="35" y="19"/>
                    <a:pt x="38" y="23"/>
                  </a:cubicBezTo>
                  <a:cubicBezTo>
                    <a:pt x="37" y="24"/>
                    <a:pt x="37" y="25"/>
                    <a:pt x="36" y="26"/>
                  </a:cubicBezTo>
                  <a:cubicBezTo>
                    <a:pt x="32" y="28"/>
                    <a:pt x="29" y="31"/>
                    <a:pt x="24" y="31"/>
                  </a:cubicBezTo>
                  <a:cubicBezTo>
                    <a:pt x="20" y="33"/>
                    <a:pt x="15" y="33"/>
                    <a:pt x="10" y="31"/>
                  </a:cubicBezTo>
                  <a:cubicBezTo>
                    <a:pt x="9" y="31"/>
                    <a:pt x="8" y="31"/>
                    <a:pt x="7" y="31"/>
                  </a:cubicBezTo>
                  <a:cubicBezTo>
                    <a:pt x="1" y="29"/>
                    <a:pt x="0" y="28"/>
                    <a:pt x="2" y="22"/>
                  </a:cubicBezTo>
                  <a:cubicBezTo>
                    <a:pt x="4" y="16"/>
                    <a:pt x="8" y="12"/>
                    <a:pt x="12" y="7"/>
                  </a:cubicBezTo>
                  <a:close/>
                </a:path>
              </a:pathLst>
            </a:custGeom>
            <a:solidFill>
              <a:srgbClr val="FDD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7" name="Freeform 678"/>
            <p:cNvSpPr/>
            <p:nvPr/>
          </p:nvSpPr>
          <p:spPr bwMode="auto">
            <a:xfrm>
              <a:off x="3298826" y="4329114"/>
              <a:ext cx="41275" cy="90488"/>
            </a:xfrm>
            <a:custGeom>
              <a:avLst/>
              <a:gdLst>
                <a:gd name="T0" fmla="*/ 7 w 11"/>
                <a:gd name="T1" fmla="*/ 24 h 24"/>
                <a:gd name="T2" fmla="*/ 0 w 11"/>
                <a:gd name="T3" fmla="*/ 7 h 24"/>
                <a:gd name="T4" fmla="*/ 6 w 11"/>
                <a:gd name="T5" fmla="*/ 0 h 24"/>
                <a:gd name="T6" fmla="*/ 9 w 11"/>
                <a:gd name="T7" fmla="*/ 0 h 24"/>
                <a:gd name="T8" fmla="*/ 10 w 11"/>
                <a:gd name="T9" fmla="*/ 6 h 24"/>
                <a:gd name="T10" fmla="*/ 10 w 11"/>
                <a:gd name="T11" fmla="*/ 13 h 24"/>
                <a:gd name="T12" fmla="*/ 7 w 11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4">
                  <a:moveTo>
                    <a:pt x="7" y="24"/>
                  </a:moveTo>
                  <a:cubicBezTo>
                    <a:pt x="6" y="17"/>
                    <a:pt x="3" y="13"/>
                    <a:pt x="0" y="7"/>
                  </a:cubicBezTo>
                  <a:cubicBezTo>
                    <a:pt x="2" y="5"/>
                    <a:pt x="4" y="2"/>
                    <a:pt x="6" y="0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1" y="1"/>
                    <a:pt x="10" y="3"/>
                    <a:pt x="10" y="6"/>
                  </a:cubicBezTo>
                  <a:cubicBezTo>
                    <a:pt x="9" y="8"/>
                    <a:pt x="10" y="11"/>
                    <a:pt x="10" y="13"/>
                  </a:cubicBezTo>
                  <a:cubicBezTo>
                    <a:pt x="9" y="16"/>
                    <a:pt x="8" y="20"/>
                    <a:pt x="7" y="24"/>
                  </a:cubicBezTo>
                  <a:close/>
                </a:path>
              </a:pathLst>
            </a:custGeom>
            <a:solidFill>
              <a:srgbClr val="FAE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8" name="Freeform 679"/>
            <p:cNvSpPr/>
            <p:nvPr/>
          </p:nvSpPr>
          <p:spPr bwMode="auto">
            <a:xfrm>
              <a:off x="3140076" y="4608514"/>
              <a:ext cx="52388" cy="19050"/>
            </a:xfrm>
            <a:custGeom>
              <a:avLst/>
              <a:gdLst>
                <a:gd name="T0" fmla="*/ 0 w 14"/>
                <a:gd name="T1" fmla="*/ 0 h 5"/>
                <a:gd name="T2" fmla="*/ 14 w 14"/>
                <a:gd name="T3" fmla="*/ 0 h 5"/>
                <a:gd name="T4" fmla="*/ 5 w 14"/>
                <a:gd name="T5" fmla="*/ 5 h 5"/>
                <a:gd name="T6" fmla="*/ 0 w 14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cubicBezTo>
                    <a:pt x="5" y="0"/>
                    <a:pt x="10" y="0"/>
                    <a:pt x="14" y="0"/>
                  </a:cubicBezTo>
                  <a:cubicBezTo>
                    <a:pt x="12" y="3"/>
                    <a:pt x="8" y="4"/>
                    <a:pt x="5" y="5"/>
                  </a:cubicBezTo>
                  <a:cubicBezTo>
                    <a:pt x="2" y="5"/>
                    <a:pt x="2" y="5"/>
                    <a:pt x="0" y="0"/>
                  </a:cubicBezTo>
                  <a:close/>
                </a:path>
              </a:pathLst>
            </a:custGeom>
            <a:solidFill>
              <a:srgbClr val="F8E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9" name="Freeform 680"/>
            <p:cNvSpPr/>
            <p:nvPr/>
          </p:nvSpPr>
          <p:spPr bwMode="auto">
            <a:xfrm>
              <a:off x="3249613" y="4348164"/>
              <a:ext cx="38100" cy="30163"/>
            </a:xfrm>
            <a:custGeom>
              <a:avLst/>
              <a:gdLst>
                <a:gd name="T0" fmla="*/ 7 w 10"/>
                <a:gd name="T1" fmla="*/ 1 h 8"/>
                <a:gd name="T2" fmla="*/ 6 w 10"/>
                <a:gd name="T3" fmla="*/ 4 h 8"/>
                <a:gd name="T4" fmla="*/ 0 w 10"/>
                <a:gd name="T5" fmla="*/ 8 h 8"/>
                <a:gd name="T6" fmla="*/ 7 w 10"/>
                <a:gd name="T7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7" y="1"/>
                  </a:moveTo>
                  <a:cubicBezTo>
                    <a:pt x="7" y="2"/>
                    <a:pt x="10" y="5"/>
                    <a:pt x="6" y="4"/>
                  </a:cubicBezTo>
                  <a:cubicBezTo>
                    <a:pt x="2" y="3"/>
                    <a:pt x="2" y="7"/>
                    <a:pt x="0" y="8"/>
                  </a:cubicBezTo>
                  <a:cubicBezTo>
                    <a:pt x="1" y="2"/>
                    <a:pt x="3" y="0"/>
                    <a:pt x="7" y="1"/>
                  </a:cubicBezTo>
                  <a:close/>
                </a:path>
              </a:pathLst>
            </a:custGeom>
            <a:solidFill>
              <a:srgbClr val="FEDD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0" name="Freeform 681"/>
            <p:cNvSpPr/>
            <p:nvPr/>
          </p:nvSpPr>
          <p:spPr bwMode="auto">
            <a:xfrm>
              <a:off x="3279776" y="4348164"/>
              <a:ext cx="15875" cy="15875"/>
            </a:xfrm>
            <a:custGeom>
              <a:avLst/>
              <a:gdLst>
                <a:gd name="T0" fmla="*/ 4 w 4"/>
                <a:gd name="T1" fmla="*/ 2 h 4"/>
                <a:gd name="T2" fmla="*/ 0 w 4"/>
                <a:gd name="T3" fmla="*/ 1 h 4"/>
                <a:gd name="T4" fmla="*/ 4 w 4"/>
                <a:gd name="T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4"/>
                    <a:pt x="3" y="4"/>
                    <a:pt x="0" y="1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FEDD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1" name="Freeform 682"/>
            <p:cNvSpPr/>
            <p:nvPr/>
          </p:nvSpPr>
          <p:spPr bwMode="auto">
            <a:xfrm>
              <a:off x="3340101" y="4692651"/>
              <a:ext cx="74613" cy="131763"/>
            </a:xfrm>
            <a:custGeom>
              <a:avLst/>
              <a:gdLst>
                <a:gd name="T0" fmla="*/ 3 w 20"/>
                <a:gd name="T1" fmla="*/ 7 h 35"/>
                <a:gd name="T2" fmla="*/ 6 w 20"/>
                <a:gd name="T3" fmla="*/ 6 h 35"/>
                <a:gd name="T4" fmla="*/ 10 w 20"/>
                <a:gd name="T5" fmla="*/ 2 h 35"/>
                <a:gd name="T6" fmla="*/ 18 w 20"/>
                <a:gd name="T7" fmla="*/ 6 h 35"/>
                <a:gd name="T8" fmla="*/ 19 w 20"/>
                <a:gd name="T9" fmla="*/ 7 h 35"/>
                <a:gd name="T10" fmla="*/ 19 w 20"/>
                <a:gd name="T11" fmla="*/ 11 h 35"/>
                <a:gd name="T12" fmla="*/ 10 w 20"/>
                <a:gd name="T13" fmla="*/ 30 h 35"/>
                <a:gd name="T14" fmla="*/ 10 w 20"/>
                <a:gd name="T15" fmla="*/ 35 h 35"/>
                <a:gd name="T16" fmla="*/ 2 w 20"/>
                <a:gd name="T17" fmla="*/ 33 h 35"/>
                <a:gd name="T18" fmla="*/ 2 w 20"/>
                <a:gd name="T19" fmla="*/ 15 h 35"/>
                <a:gd name="T20" fmla="*/ 3 w 20"/>
                <a:gd name="T21" fmla="*/ 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35">
                  <a:moveTo>
                    <a:pt x="3" y="7"/>
                  </a:moveTo>
                  <a:cubicBezTo>
                    <a:pt x="5" y="9"/>
                    <a:pt x="6" y="7"/>
                    <a:pt x="6" y="6"/>
                  </a:cubicBezTo>
                  <a:cubicBezTo>
                    <a:pt x="7" y="5"/>
                    <a:pt x="9" y="3"/>
                    <a:pt x="10" y="2"/>
                  </a:cubicBezTo>
                  <a:cubicBezTo>
                    <a:pt x="14" y="1"/>
                    <a:pt x="17" y="0"/>
                    <a:pt x="18" y="6"/>
                  </a:cubicBezTo>
                  <a:cubicBezTo>
                    <a:pt x="18" y="6"/>
                    <a:pt x="18" y="7"/>
                    <a:pt x="19" y="7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5" y="17"/>
                    <a:pt x="15" y="25"/>
                    <a:pt x="10" y="30"/>
                  </a:cubicBezTo>
                  <a:cubicBezTo>
                    <a:pt x="9" y="32"/>
                    <a:pt x="9" y="33"/>
                    <a:pt x="10" y="35"/>
                  </a:cubicBezTo>
                  <a:cubicBezTo>
                    <a:pt x="8" y="34"/>
                    <a:pt x="6" y="31"/>
                    <a:pt x="2" y="33"/>
                  </a:cubicBezTo>
                  <a:cubicBezTo>
                    <a:pt x="0" y="27"/>
                    <a:pt x="0" y="21"/>
                    <a:pt x="2" y="15"/>
                  </a:cubicBezTo>
                  <a:cubicBezTo>
                    <a:pt x="3" y="12"/>
                    <a:pt x="2" y="9"/>
                    <a:pt x="3" y="7"/>
                  </a:cubicBezTo>
                  <a:close/>
                </a:path>
              </a:pathLst>
            </a:custGeom>
            <a:solidFill>
              <a:srgbClr val="F7F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2" name="Freeform 683"/>
            <p:cNvSpPr/>
            <p:nvPr/>
          </p:nvSpPr>
          <p:spPr bwMode="auto">
            <a:xfrm>
              <a:off x="3287713" y="4748214"/>
              <a:ext cx="41275" cy="34925"/>
            </a:xfrm>
            <a:custGeom>
              <a:avLst/>
              <a:gdLst>
                <a:gd name="T0" fmla="*/ 4 w 11"/>
                <a:gd name="T1" fmla="*/ 9 h 9"/>
                <a:gd name="T2" fmla="*/ 6 w 11"/>
                <a:gd name="T3" fmla="*/ 4 h 9"/>
                <a:gd name="T4" fmla="*/ 0 w 11"/>
                <a:gd name="T5" fmla="*/ 2 h 9"/>
                <a:gd name="T6" fmla="*/ 8 w 11"/>
                <a:gd name="T7" fmla="*/ 3 h 9"/>
                <a:gd name="T8" fmla="*/ 10 w 11"/>
                <a:gd name="T9" fmla="*/ 7 h 9"/>
                <a:gd name="T10" fmla="*/ 4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4" y="9"/>
                  </a:moveTo>
                  <a:cubicBezTo>
                    <a:pt x="3" y="7"/>
                    <a:pt x="3" y="5"/>
                    <a:pt x="6" y="4"/>
                  </a:cubicBezTo>
                  <a:cubicBezTo>
                    <a:pt x="4" y="2"/>
                    <a:pt x="2" y="4"/>
                    <a:pt x="0" y="2"/>
                  </a:cubicBezTo>
                  <a:cubicBezTo>
                    <a:pt x="3" y="0"/>
                    <a:pt x="5" y="1"/>
                    <a:pt x="8" y="3"/>
                  </a:cubicBezTo>
                  <a:cubicBezTo>
                    <a:pt x="10" y="4"/>
                    <a:pt x="11" y="5"/>
                    <a:pt x="10" y="7"/>
                  </a:cubicBezTo>
                  <a:cubicBezTo>
                    <a:pt x="8" y="9"/>
                    <a:pt x="6" y="9"/>
                    <a:pt x="4" y="9"/>
                  </a:cubicBezTo>
                  <a:close/>
                </a:path>
              </a:pathLst>
            </a:custGeom>
            <a:solidFill>
              <a:srgbClr val="FED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3" name="Freeform 684"/>
            <p:cNvSpPr/>
            <p:nvPr/>
          </p:nvSpPr>
          <p:spPr bwMode="auto">
            <a:xfrm>
              <a:off x="3373438" y="4613276"/>
              <a:ext cx="30163" cy="36513"/>
            </a:xfrm>
            <a:custGeom>
              <a:avLst/>
              <a:gdLst>
                <a:gd name="T0" fmla="*/ 0 w 8"/>
                <a:gd name="T1" fmla="*/ 8 h 10"/>
                <a:gd name="T2" fmla="*/ 3 w 8"/>
                <a:gd name="T3" fmla="*/ 1 h 10"/>
                <a:gd name="T4" fmla="*/ 8 w 8"/>
                <a:gd name="T5" fmla="*/ 3 h 10"/>
                <a:gd name="T6" fmla="*/ 5 w 8"/>
                <a:gd name="T7" fmla="*/ 8 h 10"/>
                <a:gd name="T8" fmla="*/ 0 w 8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0">
                  <a:moveTo>
                    <a:pt x="0" y="8"/>
                  </a:moveTo>
                  <a:cubicBezTo>
                    <a:pt x="0" y="5"/>
                    <a:pt x="1" y="3"/>
                    <a:pt x="3" y="1"/>
                  </a:cubicBezTo>
                  <a:cubicBezTo>
                    <a:pt x="4" y="3"/>
                    <a:pt x="7" y="0"/>
                    <a:pt x="8" y="3"/>
                  </a:cubicBezTo>
                  <a:cubicBezTo>
                    <a:pt x="7" y="5"/>
                    <a:pt x="6" y="6"/>
                    <a:pt x="5" y="8"/>
                  </a:cubicBezTo>
                  <a:cubicBezTo>
                    <a:pt x="3" y="6"/>
                    <a:pt x="2" y="10"/>
                    <a:pt x="0" y="8"/>
                  </a:cubicBezTo>
                  <a:close/>
                </a:path>
              </a:pathLst>
            </a:custGeom>
            <a:solidFill>
              <a:srgbClr val="FBE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4" name="Freeform 685"/>
            <p:cNvSpPr/>
            <p:nvPr/>
          </p:nvSpPr>
          <p:spPr bwMode="auto">
            <a:xfrm>
              <a:off x="3317876" y="4752976"/>
              <a:ext cx="19050" cy="22225"/>
            </a:xfrm>
            <a:custGeom>
              <a:avLst/>
              <a:gdLst>
                <a:gd name="T0" fmla="*/ 2 w 5"/>
                <a:gd name="T1" fmla="*/ 6 h 6"/>
                <a:gd name="T2" fmla="*/ 0 w 5"/>
                <a:gd name="T3" fmla="*/ 2 h 6"/>
                <a:gd name="T4" fmla="*/ 0 w 5"/>
                <a:gd name="T5" fmla="*/ 1 h 6"/>
                <a:gd name="T6" fmla="*/ 4 w 5"/>
                <a:gd name="T7" fmla="*/ 2 h 6"/>
                <a:gd name="T8" fmla="*/ 2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cubicBezTo>
                    <a:pt x="2" y="5"/>
                    <a:pt x="1" y="3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4" y="0"/>
                    <a:pt x="4" y="2"/>
                  </a:cubicBezTo>
                  <a:cubicBezTo>
                    <a:pt x="5" y="4"/>
                    <a:pt x="4" y="6"/>
                    <a:pt x="2" y="6"/>
                  </a:cubicBezTo>
                  <a:close/>
                </a:path>
              </a:pathLst>
            </a:custGeom>
            <a:solidFill>
              <a:srgbClr val="FEE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5" name="Freeform 686"/>
            <p:cNvSpPr/>
            <p:nvPr/>
          </p:nvSpPr>
          <p:spPr bwMode="auto">
            <a:xfrm>
              <a:off x="3317876" y="4722814"/>
              <a:ext cx="19050" cy="25400"/>
            </a:xfrm>
            <a:custGeom>
              <a:avLst/>
              <a:gdLst>
                <a:gd name="T0" fmla="*/ 5 w 5"/>
                <a:gd name="T1" fmla="*/ 4 h 7"/>
                <a:gd name="T2" fmla="*/ 1 w 5"/>
                <a:gd name="T3" fmla="*/ 6 h 7"/>
                <a:gd name="T4" fmla="*/ 2 w 5"/>
                <a:gd name="T5" fmla="*/ 0 h 7"/>
                <a:gd name="T6" fmla="*/ 5 w 5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5" y="4"/>
                  </a:moveTo>
                  <a:cubicBezTo>
                    <a:pt x="4" y="5"/>
                    <a:pt x="3" y="7"/>
                    <a:pt x="1" y="6"/>
                  </a:cubicBezTo>
                  <a:cubicBezTo>
                    <a:pt x="0" y="5"/>
                    <a:pt x="1" y="3"/>
                    <a:pt x="2" y="0"/>
                  </a:cubicBezTo>
                  <a:cubicBezTo>
                    <a:pt x="2" y="3"/>
                    <a:pt x="4" y="3"/>
                    <a:pt x="5" y="4"/>
                  </a:cubicBezTo>
                  <a:close/>
                </a:path>
              </a:pathLst>
            </a:custGeom>
            <a:solidFill>
              <a:srgbClr val="FEE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6" name="Freeform 687"/>
            <p:cNvSpPr/>
            <p:nvPr/>
          </p:nvSpPr>
          <p:spPr bwMode="auto">
            <a:xfrm>
              <a:off x="3186113" y="4608514"/>
              <a:ext cx="96838" cy="65088"/>
            </a:xfrm>
            <a:custGeom>
              <a:avLst/>
              <a:gdLst>
                <a:gd name="T0" fmla="*/ 22 w 26"/>
                <a:gd name="T1" fmla="*/ 1 h 17"/>
                <a:gd name="T2" fmla="*/ 24 w 26"/>
                <a:gd name="T3" fmla="*/ 0 h 17"/>
                <a:gd name="T4" fmla="*/ 26 w 26"/>
                <a:gd name="T5" fmla="*/ 1 h 17"/>
                <a:gd name="T6" fmla="*/ 20 w 26"/>
                <a:gd name="T7" fmla="*/ 9 h 17"/>
                <a:gd name="T8" fmla="*/ 17 w 26"/>
                <a:gd name="T9" fmla="*/ 10 h 17"/>
                <a:gd name="T10" fmla="*/ 13 w 26"/>
                <a:gd name="T11" fmla="*/ 11 h 17"/>
                <a:gd name="T12" fmla="*/ 5 w 26"/>
                <a:gd name="T13" fmla="*/ 17 h 17"/>
                <a:gd name="T14" fmla="*/ 0 w 26"/>
                <a:gd name="T15" fmla="*/ 14 h 17"/>
                <a:gd name="T16" fmla="*/ 22 w 26"/>
                <a:gd name="T1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7">
                  <a:moveTo>
                    <a:pt x="22" y="1"/>
                  </a:moveTo>
                  <a:cubicBezTo>
                    <a:pt x="23" y="1"/>
                    <a:pt x="24" y="0"/>
                    <a:pt x="24" y="0"/>
                  </a:cubicBezTo>
                  <a:cubicBezTo>
                    <a:pt x="25" y="0"/>
                    <a:pt x="25" y="1"/>
                    <a:pt x="26" y="1"/>
                  </a:cubicBezTo>
                  <a:cubicBezTo>
                    <a:pt x="23" y="3"/>
                    <a:pt x="24" y="8"/>
                    <a:pt x="20" y="9"/>
                  </a:cubicBezTo>
                  <a:cubicBezTo>
                    <a:pt x="19" y="9"/>
                    <a:pt x="19" y="11"/>
                    <a:pt x="17" y="10"/>
                  </a:cubicBezTo>
                  <a:cubicBezTo>
                    <a:pt x="15" y="8"/>
                    <a:pt x="13" y="9"/>
                    <a:pt x="13" y="11"/>
                  </a:cubicBezTo>
                  <a:cubicBezTo>
                    <a:pt x="11" y="14"/>
                    <a:pt x="6" y="13"/>
                    <a:pt x="5" y="17"/>
                  </a:cubicBezTo>
                  <a:cubicBezTo>
                    <a:pt x="4" y="15"/>
                    <a:pt x="0" y="17"/>
                    <a:pt x="0" y="14"/>
                  </a:cubicBezTo>
                  <a:cubicBezTo>
                    <a:pt x="8" y="11"/>
                    <a:pt x="16" y="6"/>
                    <a:pt x="22" y="1"/>
                  </a:cubicBezTo>
                  <a:close/>
                </a:path>
              </a:pathLst>
            </a:custGeom>
            <a:solidFill>
              <a:srgbClr val="F9E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7" name="Freeform 688"/>
            <p:cNvSpPr/>
            <p:nvPr/>
          </p:nvSpPr>
          <p:spPr bwMode="auto">
            <a:xfrm>
              <a:off x="3430588" y="4567239"/>
              <a:ext cx="165100" cy="166688"/>
            </a:xfrm>
            <a:custGeom>
              <a:avLst/>
              <a:gdLst>
                <a:gd name="T0" fmla="*/ 9 w 44"/>
                <a:gd name="T1" fmla="*/ 16 h 44"/>
                <a:gd name="T2" fmla="*/ 13 w 44"/>
                <a:gd name="T3" fmla="*/ 11 h 44"/>
                <a:gd name="T4" fmla="*/ 25 w 44"/>
                <a:gd name="T5" fmla="*/ 3 h 44"/>
                <a:gd name="T6" fmla="*/ 41 w 44"/>
                <a:gd name="T7" fmla="*/ 0 h 44"/>
                <a:gd name="T8" fmla="*/ 44 w 44"/>
                <a:gd name="T9" fmla="*/ 4 h 44"/>
                <a:gd name="T10" fmla="*/ 37 w 44"/>
                <a:gd name="T11" fmla="*/ 8 h 44"/>
                <a:gd name="T12" fmla="*/ 36 w 44"/>
                <a:gd name="T13" fmla="*/ 9 h 44"/>
                <a:gd name="T14" fmla="*/ 29 w 44"/>
                <a:gd name="T15" fmla="*/ 9 h 44"/>
                <a:gd name="T16" fmla="*/ 27 w 44"/>
                <a:gd name="T17" fmla="*/ 10 h 44"/>
                <a:gd name="T18" fmla="*/ 23 w 44"/>
                <a:gd name="T19" fmla="*/ 11 h 44"/>
                <a:gd name="T20" fmla="*/ 26 w 44"/>
                <a:gd name="T21" fmla="*/ 17 h 44"/>
                <a:gd name="T22" fmla="*/ 21 w 44"/>
                <a:gd name="T23" fmla="*/ 23 h 44"/>
                <a:gd name="T24" fmla="*/ 12 w 44"/>
                <a:gd name="T25" fmla="*/ 36 h 44"/>
                <a:gd name="T26" fmla="*/ 5 w 44"/>
                <a:gd name="T27" fmla="*/ 43 h 44"/>
                <a:gd name="T28" fmla="*/ 1 w 44"/>
                <a:gd name="T29" fmla="*/ 39 h 44"/>
                <a:gd name="T30" fmla="*/ 6 w 44"/>
                <a:gd name="T31" fmla="*/ 30 h 44"/>
                <a:gd name="T32" fmla="*/ 7 w 44"/>
                <a:gd name="T33" fmla="*/ 28 h 44"/>
                <a:gd name="T34" fmla="*/ 8 w 44"/>
                <a:gd name="T35" fmla="*/ 24 h 44"/>
                <a:gd name="T36" fmla="*/ 10 w 44"/>
                <a:gd name="T37" fmla="*/ 26 h 44"/>
                <a:gd name="T38" fmla="*/ 12 w 44"/>
                <a:gd name="T39" fmla="*/ 26 h 44"/>
                <a:gd name="T40" fmla="*/ 12 w 44"/>
                <a:gd name="T41" fmla="*/ 26 h 44"/>
                <a:gd name="T42" fmla="*/ 11 w 44"/>
                <a:gd name="T43" fmla="*/ 21 h 44"/>
                <a:gd name="T44" fmla="*/ 16 w 44"/>
                <a:gd name="T45" fmla="*/ 22 h 44"/>
                <a:gd name="T46" fmla="*/ 9 w 44"/>
                <a:gd name="T4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4" h="44">
                  <a:moveTo>
                    <a:pt x="9" y="16"/>
                  </a:moveTo>
                  <a:cubicBezTo>
                    <a:pt x="9" y="13"/>
                    <a:pt x="12" y="13"/>
                    <a:pt x="13" y="11"/>
                  </a:cubicBezTo>
                  <a:cubicBezTo>
                    <a:pt x="17" y="9"/>
                    <a:pt x="21" y="5"/>
                    <a:pt x="25" y="3"/>
                  </a:cubicBezTo>
                  <a:cubicBezTo>
                    <a:pt x="30" y="0"/>
                    <a:pt x="35" y="0"/>
                    <a:pt x="41" y="0"/>
                  </a:cubicBezTo>
                  <a:cubicBezTo>
                    <a:pt x="42" y="1"/>
                    <a:pt x="44" y="1"/>
                    <a:pt x="44" y="4"/>
                  </a:cubicBezTo>
                  <a:cubicBezTo>
                    <a:pt x="40" y="2"/>
                    <a:pt x="37" y="2"/>
                    <a:pt x="37" y="8"/>
                  </a:cubicBezTo>
                  <a:cubicBezTo>
                    <a:pt x="37" y="8"/>
                    <a:pt x="37" y="9"/>
                    <a:pt x="36" y="9"/>
                  </a:cubicBezTo>
                  <a:cubicBezTo>
                    <a:pt x="33" y="8"/>
                    <a:pt x="31" y="9"/>
                    <a:pt x="29" y="9"/>
                  </a:cubicBezTo>
                  <a:cubicBezTo>
                    <a:pt x="28" y="10"/>
                    <a:pt x="28" y="10"/>
                    <a:pt x="27" y="10"/>
                  </a:cubicBezTo>
                  <a:cubicBezTo>
                    <a:pt x="24" y="9"/>
                    <a:pt x="24" y="9"/>
                    <a:pt x="23" y="11"/>
                  </a:cubicBezTo>
                  <a:cubicBezTo>
                    <a:pt x="21" y="15"/>
                    <a:pt x="23" y="16"/>
                    <a:pt x="26" y="17"/>
                  </a:cubicBezTo>
                  <a:cubicBezTo>
                    <a:pt x="26" y="21"/>
                    <a:pt x="23" y="22"/>
                    <a:pt x="21" y="23"/>
                  </a:cubicBezTo>
                  <a:cubicBezTo>
                    <a:pt x="19" y="28"/>
                    <a:pt x="16" y="32"/>
                    <a:pt x="12" y="36"/>
                  </a:cubicBezTo>
                  <a:cubicBezTo>
                    <a:pt x="9" y="38"/>
                    <a:pt x="8" y="41"/>
                    <a:pt x="5" y="43"/>
                  </a:cubicBezTo>
                  <a:cubicBezTo>
                    <a:pt x="2" y="44"/>
                    <a:pt x="0" y="41"/>
                    <a:pt x="1" y="39"/>
                  </a:cubicBezTo>
                  <a:cubicBezTo>
                    <a:pt x="1" y="36"/>
                    <a:pt x="1" y="31"/>
                    <a:pt x="6" y="30"/>
                  </a:cubicBezTo>
                  <a:cubicBezTo>
                    <a:pt x="7" y="30"/>
                    <a:pt x="7" y="29"/>
                    <a:pt x="7" y="28"/>
                  </a:cubicBezTo>
                  <a:cubicBezTo>
                    <a:pt x="7" y="27"/>
                    <a:pt x="7" y="25"/>
                    <a:pt x="8" y="24"/>
                  </a:cubicBezTo>
                  <a:cubicBezTo>
                    <a:pt x="10" y="23"/>
                    <a:pt x="10" y="25"/>
                    <a:pt x="10" y="26"/>
                  </a:cubicBezTo>
                  <a:cubicBezTo>
                    <a:pt x="11" y="28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0" y="24"/>
                    <a:pt x="10" y="23"/>
                    <a:pt x="11" y="21"/>
                  </a:cubicBezTo>
                  <a:cubicBezTo>
                    <a:pt x="13" y="19"/>
                    <a:pt x="14" y="21"/>
                    <a:pt x="16" y="22"/>
                  </a:cubicBezTo>
                  <a:cubicBezTo>
                    <a:pt x="14" y="19"/>
                    <a:pt x="13" y="16"/>
                    <a:pt x="9" y="16"/>
                  </a:cubicBezTo>
                  <a:close/>
                </a:path>
              </a:pathLst>
            </a:custGeom>
            <a:solidFill>
              <a:srgbClr val="FCE6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8" name="Freeform 689"/>
            <p:cNvSpPr/>
            <p:nvPr/>
          </p:nvSpPr>
          <p:spPr bwMode="auto">
            <a:xfrm>
              <a:off x="3378201" y="4718051"/>
              <a:ext cx="60325" cy="106363"/>
            </a:xfrm>
            <a:custGeom>
              <a:avLst/>
              <a:gdLst>
                <a:gd name="T0" fmla="*/ 0 w 16"/>
                <a:gd name="T1" fmla="*/ 23 h 28"/>
                <a:gd name="T2" fmla="*/ 8 w 16"/>
                <a:gd name="T3" fmla="*/ 4 h 28"/>
                <a:gd name="T4" fmla="*/ 16 w 16"/>
                <a:gd name="T5" fmla="*/ 5 h 28"/>
                <a:gd name="T6" fmla="*/ 14 w 16"/>
                <a:gd name="T7" fmla="*/ 9 h 28"/>
                <a:gd name="T8" fmla="*/ 13 w 16"/>
                <a:gd name="T9" fmla="*/ 10 h 28"/>
                <a:gd name="T10" fmla="*/ 12 w 16"/>
                <a:gd name="T11" fmla="*/ 12 h 28"/>
                <a:gd name="T12" fmla="*/ 12 w 16"/>
                <a:gd name="T13" fmla="*/ 13 h 28"/>
                <a:gd name="T14" fmla="*/ 10 w 16"/>
                <a:gd name="T15" fmla="*/ 18 h 28"/>
                <a:gd name="T16" fmla="*/ 6 w 16"/>
                <a:gd name="T17" fmla="*/ 26 h 28"/>
                <a:gd name="T18" fmla="*/ 0 w 16"/>
                <a:gd name="T19" fmla="*/ 2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28">
                  <a:moveTo>
                    <a:pt x="0" y="23"/>
                  </a:moveTo>
                  <a:cubicBezTo>
                    <a:pt x="3" y="17"/>
                    <a:pt x="4" y="10"/>
                    <a:pt x="8" y="4"/>
                  </a:cubicBezTo>
                  <a:cubicBezTo>
                    <a:pt x="11" y="0"/>
                    <a:pt x="13" y="3"/>
                    <a:pt x="16" y="5"/>
                  </a:cubicBezTo>
                  <a:cubicBezTo>
                    <a:pt x="15" y="6"/>
                    <a:pt x="14" y="8"/>
                    <a:pt x="14" y="9"/>
                  </a:cubicBezTo>
                  <a:cubicBezTo>
                    <a:pt x="14" y="9"/>
                    <a:pt x="13" y="9"/>
                    <a:pt x="13" y="10"/>
                  </a:cubicBezTo>
                  <a:cubicBezTo>
                    <a:pt x="13" y="10"/>
                    <a:pt x="12" y="11"/>
                    <a:pt x="12" y="12"/>
                  </a:cubicBezTo>
                  <a:cubicBezTo>
                    <a:pt x="12" y="12"/>
                    <a:pt x="12" y="12"/>
                    <a:pt x="12" y="13"/>
                  </a:cubicBezTo>
                  <a:cubicBezTo>
                    <a:pt x="10" y="14"/>
                    <a:pt x="8" y="16"/>
                    <a:pt x="10" y="18"/>
                  </a:cubicBezTo>
                  <a:cubicBezTo>
                    <a:pt x="8" y="21"/>
                    <a:pt x="10" y="25"/>
                    <a:pt x="6" y="26"/>
                  </a:cubicBezTo>
                  <a:cubicBezTo>
                    <a:pt x="3" y="27"/>
                    <a:pt x="0" y="28"/>
                    <a:pt x="0" y="23"/>
                  </a:cubicBezTo>
                  <a:close/>
                </a:path>
              </a:pathLst>
            </a:custGeom>
            <a:solidFill>
              <a:srgbClr val="F8DE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9" name="Freeform 690"/>
            <p:cNvSpPr/>
            <p:nvPr/>
          </p:nvSpPr>
          <p:spPr bwMode="auto">
            <a:xfrm>
              <a:off x="3509963" y="4613276"/>
              <a:ext cx="55563" cy="79375"/>
            </a:xfrm>
            <a:custGeom>
              <a:avLst/>
              <a:gdLst>
                <a:gd name="T0" fmla="*/ 0 w 15"/>
                <a:gd name="T1" fmla="*/ 11 h 21"/>
                <a:gd name="T2" fmla="*/ 5 w 15"/>
                <a:gd name="T3" fmla="*/ 5 h 21"/>
                <a:gd name="T4" fmla="*/ 11 w 15"/>
                <a:gd name="T5" fmla="*/ 2 h 21"/>
                <a:gd name="T6" fmla="*/ 15 w 15"/>
                <a:gd name="T7" fmla="*/ 11 h 21"/>
                <a:gd name="T8" fmla="*/ 13 w 15"/>
                <a:gd name="T9" fmla="*/ 21 h 21"/>
                <a:gd name="T10" fmla="*/ 13 w 15"/>
                <a:gd name="T11" fmla="*/ 17 h 21"/>
                <a:gd name="T12" fmla="*/ 11 w 15"/>
                <a:gd name="T13" fmla="*/ 14 h 21"/>
                <a:gd name="T14" fmla="*/ 11 w 15"/>
                <a:gd name="T15" fmla="*/ 13 h 21"/>
                <a:gd name="T16" fmla="*/ 6 w 15"/>
                <a:gd name="T17" fmla="*/ 11 h 21"/>
                <a:gd name="T18" fmla="*/ 0 w 15"/>
                <a:gd name="T19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21">
                  <a:moveTo>
                    <a:pt x="0" y="11"/>
                  </a:move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0"/>
                    <a:pt x="11" y="2"/>
                  </a:cubicBezTo>
                  <a:cubicBezTo>
                    <a:pt x="15" y="3"/>
                    <a:pt x="15" y="7"/>
                    <a:pt x="15" y="11"/>
                  </a:cubicBezTo>
                  <a:cubicBezTo>
                    <a:pt x="15" y="15"/>
                    <a:pt x="14" y="18"/>
                    <a:pt x="13" y="21"/>
                  </a:cubicBezTo>
                  <a:cubicBezTo>
                    <a:pt x="11" y="20"/>
                    <a:pt x="12" y="18"/>
                    <a:pt x="13" y="17"/>
                  </a:cubicBezTo>
                  <a:cubicBezTo>
                    <a:pt x="12" y="16"/>
                    <a:pt x="11" y="16"/>
                    <a:pt x="11" y="14"/>
                  </a:cubicBezTo>
                  <a:cubicBezTo>
                    <a:pt x="11" y="14"/>
                    <a:pt x="11" y="14"/>
                    <a:pt x="11" y="13"/>
                  </a:cubicBezTo>
                  <a:cubicBezTo>
                    <a:pt x="10" y="11"/>
                    <a:pt x="7" y="13"/>
                    <a:pt x="6" y="11"/>
                  </a:cubicBezTo>
                  <a:cubicBezTo>
                    <a:pt x="4" y="9"/>
                    <a:pt x="2" y="11"/>
                    <a:pt x="0" y="11"/>
                  </a:cubicBezTo>
                  <a:close/>
                </a:path>
              </a:pathLst>
            </a:custGeom>
            <a:solidFill>
              <a:srgbClr val="FED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0" name="Freeform 691"/>
            <p:cNvSpPr/>
            <p:nvPr/>
          </p:nvSpPr>
          <p:spPr bwMode="auto">
            <a:xfrm>
              <a:off x="3408363" y="4673601"/>
              <a:ext cx="55563" cy="63500"/>
            </a:xfrm>
            <a:custGeom>
              <a:avLst/>
              <a:gdLst>
                <a:gd name="T0" fmla="*/ 8 w 15"/>
                <a:gd name="T1" fmla="*/ 17 h 17"/>
                <a:gd name="T2" fmla="*/ 0 w 15"/>
                <a:gd name="T3" fmla="*/ 16 h 17"/>
                <a:gd name="T4" fmla="*/ 1 w 15"/>
                <a:gd name="T5" fmla="*/ 12 h 17"/>
                <a:gd name="T6" fmla="*/ 7 w 15"/>
                <a:gd name="T7" fmla="*/ 2 h 17"/>
                <a:gd name="T8" fmla="*/ 13 w 15"/>
                <a:gd name="T9" fmla="*/ 1 h 17"/>
                <a:gd name="T10" fmla="*/ 15 w 15"/>
                <a:gd name="T11" fmla="*/ 2 h 17"/>
                <a:gd name="T12" fmla="*/ 12 w 15"/>
                <a:gd name="T13" fmla="*/ 4 h 17"/>
                <a:gd name="T14" fmla="*/ 8 w 15"/>
                <a:gd name="T15" fmla="*/ 11 h 17"/>
                <a:gd name="T16" fmla="*/ 11 w 15"/>
                <a:gd name="T17" fmla="*/ 15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5" y="17"/>
                    <a:pt x="3" y="13"/>
                    <a:pt x="0" y="16"/>
                  </a:cubicBezTo>
                  <a:cubicBezTo>
                    <a:pt x="0" y="15"/>
                    <a:pt x="0" y="13"/>
                    <a:pt x="1" y="12"/>
                  </a:cubicBezTo>
                  <a:cubicBezTo>
                    <a:pt x="3" y="9"/>
                    <a:pt x="5" y="5"/>
                    <a:pt x="7" y="2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4" y="1"/>
                    <a:pt x="15" y="1"/>
                    <a:pt x="15" y="2"/>
                  </a:cubicBezTo>
                  <a:cubicBezTo>
                    <a:pt x="15" y="3"/>
                    <a:pt x="14" y="4"/>
                    <a:pt x="12" y="4"/>
                  </a:cubicBezTo>
                  <a:cubicBezTo>
                    <a:pt x="6" y="3"/>
                    <a:pt x="10" y="9"/>
                    <a:pt x="8" y="11"/>
                  </a:cubicBezTo>
                  <a:cubicBezTo>
                    <a:pt x="7" y="11"/>
                    <a:pt x="9" y="15"/>
                    <a:pt x="11" y="15"/>
                  </a:cubicBezTo>
                  <a:cubicBezTo>
                    <a:pt x="11" y="17"/>
                    <a:pt x="9" y="17"/>
                    <a:pt x="8" y="17"/>
                  </a:cubicBezTo>
                  <a:close/>
                </a:path>
              </a:pathLst>
            </a:custGeom>
            <a:solidFill>
              <a:srgbClr val="FCE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1" name="Freeform 692"/>
            <p:cNvSpPr/>
            <p:nvPr/>
          </p:nvSpPr>
          <p:spPr bwMode="auto">
            <a:xfrm>
              <a:off x="3521076" y="4649789"/>
              <a:ext cx="41275" cy="65088"/>
            </a:xfrm>
            <a:custGeom>
              <a:avLst/>
              <a:gdLst>
                <a:gd name="T0" fmla="*/ 3 w 11"/>
                <a:gd name="T1" fmla="*/ 1 h 17"/>
                <a:gd name="T2" fmla="*/ 8 w 11"/>
                <a:gd name="T3" fmla="*/ 1 h 17"/>
                <a:gd name="T4" fmla="*/ 9 w 11"/>
                <a:gd name="T5" fmla="*/ 4 h 17"/>
                <a:gd name="T6" fmla="*/ 8 w 11"/>
                <a:gd name="T7" fmla="*/ 3 h 17"/>
                <a:gd name="T8" fmla="*/ 9 w 11"/>
                <a:gd name="T9" fmla="*/ 4 h 17"/>
                <a:gd name="T10" fmla="*/ 10 w 11"/>
                <a:gd name="T11" fmla="*/ 7 h 17"/>
                <a:gd name="T12" fmla="*/ 7 w 11"/>
                <a:gd name="T13" fmla="*/ 12 h 17"/>
                <a:gd name="T14" fmla="*/ 6 w 11"/>
                <a:gd name="T15" fmla="*/ 14 h 17"/>
                <a:gd name="T16" fmla="*/ 1 w 11"/>
                <a:gd name="T17" fmla="*/ 15 h 17"/>
                <a:gd name="T18" fmla="*/ 2 w 11"/>
                <a:gd name="T19" fmla="*/ 12 h 17"/>
                <a:gd name="T20" fmla="*/ 1 w 11"/>
                <a:gd name="T21" fmla="*/ 6 h 17"/>
                <a:gd name="T22" fmla="*/ 3 w 11"/>
                <a:gd name="T23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7">
                  <a:moveTo>
                    <a:pt x="3" y="1"/>
                  </a:moveTo>
                  <a:cubicBezTo>
                    <a:pt x="4" y="1"/>
                    <a:pt x="6" y="0"/>
                    <a:pt x="8" y="1"/>
                  </a:cubicBezTo>
                  <a:cubicBezTo>
                    <a:pt x="9" y="2"/>
                    <a:pt x="11" y="2"/>
                    <a:pt x="9" y="4"/>
                  </a:cubicBezTo>
                  <a:cubicBezTo>
                    <a:pt x="9" y="3"/>
                    <a:pt x="8" y="3"/>
                    <a:pt x="8" y="3"/>
                  </a:cubicBezTo>
                  <a:cubicBezTo>
                    <a:pt x="8" y="3"/>
                    <a:pt x="9" y="3"/>
                    <a:pt x="9" y="4"/>
                  </a:cubicBezTo>
                  <a:cubicBezTo>
                    <a:pt x="8" y="5"/>
                    <a:pt x="10" y="6"/>
                    <a:pt x="10" y="7"/>
                  </a:cubicBezTo>
                  <a:cubicBezTo>
                    <a:pt x="6" y="7"/>
                    <a:pt x="7" y="10"/>
                    <a:pt x="7" y="12"/>
                  </a:cubicBezTo>
                  <a:cubicBezTo>
                    <a:pt x="7" y="13"/>
                    <a:pt x="8" y="15"/>
                    <a:pt x="6" y="14"/>
                  </a:cubicBezTo>
                  <a:cubicBezTo>
                    <a:pt x="4" y="14"/>
                    <a:pt x="3" y="17"/>
                    <a:pt x="1" y="15"/>
                  </a:cubicBezTo>
                  <a:cubicBezTo>
                    <a:pt x="0" y="14"/>
                    <a:pt x="2" y="13"/>
                    <a:pt x="2" y="12"/>
                  </a:cubicBezTo>
                  <a:cubicBezTo>
                    <a:pt x="2" y="10"/>
                    <a:pt x="5" y="8"/>
                    <a:pt x="1" y="6"/>
                  </a:cubicBezTo>
                  <a:cubicBezTo>
                    <a:pt x="0" y="6"/>
                    <a:pt x="2" y="3"/>
                    <a:pt x="3" y="1"/>
                  </a:cubicBezTo>
                  <a:close/>
                </a:path>
              </a:pathLst>
            </a:custGeom>
            <a:solidFill>
              <a:srgbClr val="FED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2" name="Freeform 693"/>
            <p:cNvSpPr/>
            <p:nvPr/>
          </p:nvSpPr>
          <p:spPr bwMode="auto">
            <a:xfrm>
              <a:off x="3419476" y="4752976"/>
              <a:ext cx="22225" cy="33338"/>
            </a:xfrm>
            <a:custGeom>
              <a:avLst/>
              <a:gdLst>
                <a:gd name="T0" fmla="*/ 2 w 6"/>
                <a:gd name="T1" fmla="*/ 0 h 9"/>
                <a:gd name="T2" fmla="*/ 3 w 6"/>
                <a:gd name="T3" fmla="*/ 0 h 9"/>
                <a:gd name="T4" fmla="*/ 6 w 6"/>
                <a:gd name="T5" fmla="*/ 2 h 9"/>
                <a:gd name="T6" fmla="*/ 4 w 6"/>
                <a:gd name="T7" fmla="*/ 8 h 9"/>
                <a:gd name="T8" fmla="*/ 1 w 6"/>
                <a:gd name="T9" fmla="*/ 4 h 9"/>
                <a:gd name="T10" fmla="*/ 1 w 6"/>
                <a:gd name="T11" fmla="*/ 4 h 9"/>
                <a:gd name="T12" fmla="*/ 2 w 6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4" y="0"/>
                    <a:pt x="6" y="0"/>
                    <a:pt x="6" y="2"/>
                  </a:cubicBezTo>
                  <a:cubicBezTo>
                    <a:pt x="6" y="4"/>
                    <a:pt x="6" y="7"/>
                    <a:pt x="4" y="8"/>
                  </a:cubicBezTo>
                  <a:cubicBezTo>
                    <a:pt x="0" y="9"/>
                    <a:pt x="2" y="5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3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FECF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3" name="Freeform 694"/>
            <p:cNvSpPr/>
            <p:nvPr/>
          </p:nvSpPr>
          <p:spPr bwMode="auto">
            <a:xfrm>
              <a:off x="3521076" y="4495801"/>
              <a:ext cx="49213" cy="19050"/>
            </a:xfrm>
            <a:custGeom>
              <a:avLst/>
              <a:gdLst>
                <a:gd name="T0" fmla="*/ 13 w 13"/>
                <a:gd name="T1" fmla="*/ 2 h 5"/>
                <a:gd name="T2" fmla="*/ 3 w 13"/>
                <a:gd name="T3" fmla="*/ 3 h 5"/>
                <a:gd name="T4" fmla="*/ 0 w 13"/>
                <a:gd name="T5" fmla="*/ 2 h 5"/>
                <a:gd name="T6" fmla="*/ 3 w 13"/>
                <a:gd name="T7" fmla="*/ 0 h 5"/>
                <a:gd name="T8" fmla="*/ 11 w 13"/>
                <a:gd name="T9" fmla="*/ 0 h 5"/>
                <a:gd name="T10" fmla="*/ 13 w 13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5">
                  <a:moveTo>
                    <a:pt x="13" y="2"/>
                  </a:moveTo>
                  <a:cubicBezTo>
                    <a:pt x="10" y="3"/>
                    <a:pt x="6" y="4"/>
                    <a:pt x="3" y="3"/>
                  </a:cubicBezTo>
                  <a:cubicBezTo>
                    <a:pt x="2" y="3"/>
                    <a:pt x="0" y="5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6" y="0"/>
                    <a:pt x="8" y="0"/>
                    <a:pt x="11" y="0"/>
                  </a:cubicBezTo>
                  <a:cubicBezTo>
                    <a:pt x="12" y="1"/>
                    <a:pt x="13" y="1"/>
                    <a:pt x="13" y="2"/>
                  </a:cubicBezTo>
                  <a:close/>
                </a:path>
              </a:pathLst>
            </a:custGeom>
            <a:solidFill>
              <a:srgbClr val="FBC7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4" name="Freeform 695"/>
            <p:cNvSpPr/>
            <p:nvPr/>
          </p:nvSpPr>
          <p:spPr bwMode="auto">
            <a:xfrm>
              <a:off x="3287713" y="4506914"/>
              <a:ext cx="71438" cy="101600"/>
            </a:xfrm>
            <a:custGeom>
              <a:avLst/>
              <a:gdLst>
                <a:gd name="T0" fmla="*/ 0 w 19"/>
                <a:gd name="T1" fmla="*/ 25 h 27"/>
                <a:gd name="T2" fmla="*/ 11 w 19"/>
                <a:gd name="T3" fmla="*/ 5 h 27"/>
                <a:gd name="T4" fmla="*/ 13 w 19"/>
                <a:gd name="T5" fmla="*/ 2 h 27"/>
                <a:gd name="T6" fmla="*/ 14 w 19"/>
                <a:gd name="T7" fmla="*/ 1 h 27"/>
                <a:gd name="T8" fmla="*/ 18 w 19"/>
                <a:gd name="T9" fmla="*/ 0 h 27"/>
                <a:gd name="T10" fmla="*/ 17 w 19"/>
                <a:gd name="T11" fmla="*/ 3 h 27"/>
                <a:gd name="T12" fmla="*/ 15 w 19"/>
                <a:gd name="T13" fmla="*/ 9 h 27"/>
                <a:gd name="T14" fmla="*/ 14 w 19"/>
                <a:gd name="T15" fmla="*/ 10 h 27"/>
                <a:gd name="T16" fmla="*/ 8 w 19"/>
                <a:gd name="T17" fmla="*/ 17 h 27"/>
                <a:gd name="T18" fmla="*/ 9 w 19"/>
                <a:gd name="T19" fmla="*/ 22 h 27"/>
                <a:gd name="T20" fmla="*/ 4 w 19"/>
                <a:gd name="T21" fmla="*/ 24 h 27"/>
                <a:gd name="T22" fmla="*/ 0 w 19"/>
                <a:gd name="T2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7">
                  <a:moveTo>
                    <a:pt x="0" y="25"/>
                  </a:moveTo>
                  <a:cubicBezTo>
                    <a:pt x="6" y="20"/>
                    <a:pt x="7" y="12"/>
                    <a:pt x="11" y="5"/>
                  </a:cubicBezTo>
                  <a:cubicBezTo>
                    <a:pt x="12" y="4"/>
                    <a:pt x="12" y="3"/>
                    <a:pt x="13" y="2"/>
                  </a:cubicBezTo>
                  <a:cubicBezTo>
                    <a:pt x="13" y="2"/>
                    <a:pt x="14" y="1"/>
                    <a:pt x="14" y="1"/>
                  </a:cubicBezTo>
                  <a:cubicBezTo>
                    <a:pt x="15" y="0"/>
                    <a:pt x="17" y="0"/>
                    <a:pt x="18" y="0"/>
                  </a:cubicBezTo>
                  <a:cubicBezTo>
                    <a:pt x="19" y="1"/>
                    <a:pt x="17" y="2"/>
                    <a:pt x="17" y="3"/>
                  </a:cubicBezTo>
                  <a:cubicBezTo>
                    <a:pt x="16" y="5"/>
                    <a:pt x="14" y="6"/>
                    <a:pt x="15" y="9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9" y="10"/>
                    <a:pt x="11" y="15"/>
                    <a:pt x="8" y="17"/>
                  </a:cubicBezTo>
                  <a:cubicBezTo>
                    <a:pt x="6" y="19"/>
                    <a:pt x="9" y="20"/>
                    <a:pt x="9" y="22"/>
                  </a:cubicBezTo>
                  <a:cubicBezTo>
                    <a:pt x="7" y="21"/>
                    <a:pt x="5" y="22"/>
                    <a:pt x="4" y="24"/>
                  </a:cubicBezTo>
                  <a:cubicBezTo>
                    <a:pt x="3" y="26"/>
                    <a:pt x="2" y="27"/>
                    <a:pt x="0" y="25"/>
                  </a:cubicBezTo>
                  <a:close/>
                </a:path>
              </a:pathLst>
            </a:custGeom>
            <a:solidFill>
              <a:srgbClr val="FEE9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5" name="Freeform 696"/>
            <p:cNvSpPr/>
            <p:nvPr/>
          </p:nvSpPr>
          <p:spPr bwMode="auto">
            <a:xfrm>
              <a:off x="3287713" y="4608514"/>
              <a:ext cx="44450" cy="52388"/>
            </a:xfrm>
            <a:custGeom>
              <a:avLst/>
              <a:gdLst>
                <a:gd name="T0" fmla="*/ 12 w 12"/>
                <a:gd name="T1" fmla="*/ 3 h 14"/>
                <a:gd name="T2" fmla="*/ 5 w 12"/>
                <a:gd name="T3" fmla="*/ 14 h 14"/>
                <a:gd name="T4" fmla="*/ 1 w 12"/>
                <a:gd name="T5" fmla="*/ 9 h 14"/>
                <a:gd name="T6" fmla="*/ 3 w 12"/>
                <a:gd name="T7" fmla="*/ 8 h 14"/>
                <a:gd name="T8" fmla="*/ 0 w 12"/>
                <a:gd name="T9" fmla="*/ 4 h 14"/>
                <a:gd name="T10" fmla="*/ 7 w 12"/>
                <a:gd name="T11" fmla="*/ 3 h 14"/>
                <a:gd name="T12" fmla="*/ 12 w 12"/>
                <a:gd name="T13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">
                  <a:moveTo>
                    <a:pt x="12" y="3"/>
                  </a:moveTo>
                  <a:cubicBezTo>
                    <a:pt x="10" y="7"/>
                    <a:pt x="7" y="10"/>
                    <a:pt x="5" y="14"/>
                  </a:cubicBezTo>
                  <a:cubicBezTo>
                    <a:pt x="1" y="14"/>
                    <a:pt x="3" y="10"/>
                    <a:pt x="1" y="9"/>
                  </a:cubicBezTo>
                  <a:cubicBezTo>
                    <a:pt x="1" y="7"/>
                    <a:pt x="3" y="11"/>
                    <a:pt x="3" y="8"/>
                  </a:cubicBezTo>
                  <a:cubicBezTo>
                    <a:pt x="4" y="5"/>
                    <a:pt x="2" y="5"/>
                    <a:pt x="0" y="4"/>
                  </a:cubicBezTo>
                  <a:cubicBezTo>
                    <a:pt x="2" y="3"/>
                    <a:pt x="4" y="0"/>
                    <a:pt x="7" y="3"/>
                  </a:cubicBezTo>
                  <a:cubicBezTo>
                    <a:pt x="8" y="5"/>
                    <a:pt x="10" y="3"/>
                    <a:pt x="12" y="3"/>
                  </a:cubicBezTo>
                  <a:close/>
                </a:path>
              </a:pathLst>
            </a:custGeom>
            <a:solidFill>
              <a:srgbClr val="FEE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6" name="Freeform 697"/>
            <p:cNvSpPr/>
            <p:nvPr/>
          </p:nvSpPr>
          <p:spPr bwMode="auto">
            <a:xfrm>
              <a:off x="3343276" y="4492626"/>
              <a:ext cx="12700" cy="11113"/>
            </a:xfrm>
            <a:custGeom>
              <a:avLst/>
              <a:gdLst>
                <a:gd name="T0" fmla="*/ 0 w 3"/>
                <a:gd name="T1" fmla="*/ 3 h 3"/>
                <a:gd name="T2" fmla="*/ 1 w 3"/>
                <a:gd name="T3" fmla="*/ 1 h 3"/>
                <a:gd name="T4" fmla="*/ 3 w 3"/>
                <a:gd name="T5" fmla="*/ 2 h 3"/>
                <a:gd name="T6" fmla="*/ 0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0" y="2"/>
                    <a:pt x="0" y="1"/>
                    <a:pt x="1" y="1"/>
                  </a:cubicBezTo>
                  <a:cubicBezTo>
                    <a:pt x="1" y="1"/>
                    <a:pt x="3" y="0"/>
                    <a:pt x="3" y="2"/>
                  </a:cubicBezTo>
                  <a:cubicBezTo>
                    <a:pt x="2" y="3"/>
                    <a:pt x="1" y="2"/>
                    <a:pt x="0" y="3"/>
                  </a:cubicBezTo>
                  <a:close/>
                </a:path>
              </a:pathLst>
            </a:custGeom>
            <a:solidFill>
              <a:srgbClr val="FEE9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7" name="Freeform 698"/>
            <p:cNvSpPr/>
            <p:nvPr/>
          </p:nvSpPr>
          <p:spPr bwMode="auto">
            <a:xfrm>
              <a:off x="3189288" y="4413251"/>
              <a:ext cx="120650" cy="165100"/>
            </a:xfrm>
            <a:custGeom>
              <a:avLst/>
              <a:gdLst>
                <a:gd name="T0" fmla="*/ 5 w 32"/>
                <a:gd name="T1" fmla="*/ 34 h 44"/>
                <a:gd name="T2" fmla="*/ 8 w 32"/>
                <a:gd name="T3" fmla="*/ 31 h 44"/>
                <a:gd name="T4" fmla="*/ 12 w 32"/>
                <a:gd name="T5" fmla="*/ 35 h 44"/>
                <a:gd name="T6" fmla="*/ 15 w 32"/>
                <a:gd name="T7" fmla="*/ 35 h 44"/>
                <a:gd name="T8" fmla="*/ 15 w 32"/>
                <a:gd name="T9" fmla="*/ 24 h 44"/>
                <a:gd name="T10" fmla="*/ 17 w 32"/>
                <a:gd name="T11" fmla="*/ 23 h 44"/>
                <a:gd name="T12" fmla="*/ 17 w 32"/>
                <a:gd name="T13" fmla="*/ 23 h 44"/>
                <a:gd name="T14" fmla="*/ 17 w 32"/>
                <a:gd name="T15" fmla="*/ 23 h 44"/>
                <a:gd name="T16" fmla="*/ 17 w 32"/>
                <a:gd name="T17" fmla="*/ 23 h 44"/>
                <a:gd name="T18" fmla="*/ 17 w 32"/>
                <a:gd name="T19" fmla="*/ 23 h 44"/>
                <a:gd name="T20" fmla="*/ 19 w 32"/>
                <a:gd name="T21" fmla="*/ 19 h 44"/>
                <a:gd name="T22" fmla="*/ 17 w 32"/>
                <a:gd name="T23" fmla="*/ 16 h 44"/>
                <a:gd name="T24" fmla="*/ 21 w 32"/>
                <a:gd name="T25" fmla="*/ 6 h 44"/>
                <a:gd name="T26" fmla="*/ 25 w 32"/>
                <a:gd name="T27" fmla="*/ 2 h 44"/>
                <a:gd name="T28" fmla="*/ 28 w 32"/>
                <a:gd name="T29" fmla="*/ 2 h 44"/>
                <a:gd name="T30" fmla="*/ 28 w 32"/>
                <a:gd name="T31" fmla="*/ 3 h 44"/>
                <a:gd name="T32" fmla="*/ 28 w 32"/>
                <a:gd name="T33" fmla="*/ 3 h 44"/>
                <a:gd name="T34" fmla="*/ 27 w 32"/>
                <a:gd name="T35" fmla="*/ 8 h 44"/>
                <a:gd name="T36" fmla="*/ 22 w 32"/>
                <a:gd name="T37" fmla="*/ 10 h 44"/>
                <a:gd name="T38" fmla="*/ 23 w 32"/>
                <a:gd name="T39" fmla="*/ 13 h 44"/>
                <a:gd name="T40" fmla="*/ 25 w 32"/>
                <a:gd name="T41" fmla="*/ 10 h 44"/>
                <a:gd name="T42" fmla="*/ 26 w 32"/>
                <a:gd name="T43" fmla="*/ 13 h 44"/>
                <a:gd name="T44" fmla="*/ 26 w 32"/>
                <a:gd name="T45" fmla="*/ 13 h 44"/>
                <a:gd name="T46" fmla="*/ 29 w 32"/>
                <a:gd name="T47" fmla="*/ 22 h 44"/>
                <a:gd name="T48" fmla="*/ 29 w 32"/>
                <a:gd name="T49" fmla="*/ 24 h 44"/>
                <a:gd name="T50" fmla="*/ 23 w 32"/>
                <a:gd name="T51" fmla="*/ 35 h 44"/>
                <a:gd name="T52" fmla="*/ 16 w 32"/>
                <a:gd name="T53" fmla="*/ 43 h 44"/>
                <a:gd name="T54" fmla="*/ 15 w 32"/>
                <a:gd name="T55" fmla="*/ 44 h 44"/>
                <a:gd name="T56" fmla="*/ 11 w 32"/>
                <a:gd name="T57" fmla="*/ 40 h 44"/>
                <a:gd name="T58" fmla="*/ 6 w 32"/>
                <a:gd name="T59" fmla="*/ 39 h 44"/>
                <a:gd name="T60" fmla="*/ 2 w 32"/>
                <a:gd name="T61" fmla="*/ 38 h 44"/>
                <a:gd name="T62" fmla="*/ 0 w 32"/>
                <a:gd name="T63" fmla="*/ 35 h 44"/>
                <a:gd name="T64" fmla="*/ 4 w 32"/>
                <a:gd name="T65" fmla="*/ 34 h 44"/>
                <a:gd name="T66" fmla="*/ 5 w 32"/>
                <a:gd name="T67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44">
                  <a:moveTo>
                    <a:pt x="5" y="34"/>
                  </a:moveTo>
                  <a:cubicBezTo>
                    <a:pt x="8" y="35"/>
                    <a:pt x="7" y="32"/>
                    <a:pt x="8" y="31"/>
                  </a:cubicBezTo>
                  <a:cubicBezTo>
                    <a:pt x="9" y="33"/>
                    <a:pt x="10" y="34"/>
                    <a:pt x="12" y="35"/>
                  </a:cubicBezTo>
                  <a:cubicBezTo>
                    <a:pt x="13" y="37"/>
                    <a:pt x="15" y="36"/>
                    <a:pt x="15" y="35"/>
                  </a:cubicBezTo>
                  <a:cubicBezTo>
                    <a:pt x="16" y="31"/>
                    <a:pt x="20" y="27"/>
                    <a:pt x="15" y="24"/>
                  </a:cubicBezTo>
                  <a:cubicBezTo>
                    <a:pt x="15" y="23"/>
                    <a:pt x="16" y="23"/>
                    <a:pt x="17" y="23"/>
                  </a:cubicBezTo>
                  <a:cubicBezTo>
                    <a:pt x="18" y="23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0"/>
                    <a:pt x="18" y="20"/>
                    <a:pt x="19" y="19"/>
                  </a:cubicBezTo>
                  <a:cubicBezTo>
                    <a:pt x="19" y="18"/>
                    <a:pt x="14" y="19"/>
                    <a:pt x="17" y="16"/>
                  </a:cubicBezTo>
                  <a:cubicBezTo>
                    <a:pt x="14" y="11"/>
                    <a:pt x="18" y="9"/>
                    <a:pt x="21" y="6"/>
                  </a:cubicBezTo>
                  <a:cubicBezTo>
                    <a:pt x="22" y="5"/>
                    <a:pt x="24" y="4"/>
                    <a:pt x="25" y="2"/>
                  </a:cubicBezTo>
                  <a:cubicBezTo>
                    <a:pt x="25" y="0"/>
                    <a:pt x="27" y="3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4" y="4"/>
                    <a:pt x="30" y="7"/>
                    <a:pt x="27" y="8"/>
                  </a:cubicBezTo>
                  <a:cubicBezTo>
                    <a:pt x="25" y="8"/>
                    <a:pt x="23" y="9"/>
                    <a:pt x="22" y="10"/>
                  </a:cubicBezTo>
                  <a:cubicBezTo>
                    <a:pt x="21" y="11"/>
                    <a:pt x="22" y="12"/>
                    <a:pt x="23" y="13"/>
                  </a:cubicBezTo>
                  <a:cubicBezTo>
                    <a:pt x="26" y="13"/>
                    <a:pt x="23" y="10"/>
                    <a:pt x="25" y="10"/>
                  </a:cubicBezTo>
                  <a:cubicBezTo>
                    <a:pt x="27" y="10"/>
                    <a:pt x="26" y="12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32" y="14"/>
                    <a:pt x="29" y="19"/>
                    <a:pt x="29" y="22"/>
                  </a:cubicBezTo>
                  <a:cubicBezTo>
                    <a:pt x="30" y="23"/>
                    <a:pt x="29" y="23"/>
                    <a:pt x="29" y="24"/>
                  </a:cubicBezTo>
                  <a:cubicBezTo>
                    <a:pt x="26" y="27"/>
                    <a:pt x="24" y="31"/>
                    <a:pt x="23" y="35"/>
                  </a:cubicBezTo>
                  <a:cubicBezTo>
                    <a:pt x="23" y="40"/>
                    <a:pt x="19" y="41"/>
                    <a:pt x="16" y="43"/>
                  </a:cubicBezTo>
                  <a:cubicBezTo>
                    <a:pt x="16" y="43"/>
                    <a:pt x="15" y="43"/>
                    <a:pt x="15" y="44"/>
                  </a:cubicBezTo>
                  <a:cubicBezTo>
                    <a:pt x="12" y="44"/>
                    <a:pt x="12" y="42"/>
                    <a:pt x="11" y="40"/>
                  </a:cubicBezTo>
                  <a:cubicBezTo>
                    <a:pt x="10" y="38"/>
                    <a:pt x="9" y="35"/>
                    <a:pt x="6" y="39"/>
                  </a:cubicBezTo>
                  <a:cubicBezTo>
                    <a:pt x="4" y="41"/>
                    <a:pt x="3" y="38"/>
                    <a:pt x="2" y="38"/>
                  </a:cubicBezTo>
                  <a:cubicBezTo>
                    <a:pt x="1" y="38"/>
                    <a:pt x="0" y="36"/>
                    <a:pt x="0" y="35"/>
                  </a:cubicBezTo>
                  <a:cubicBezTo>
                    <a:pt x="1" y="33"/>
                    <a:pt x="3" y="35"/>
                    <a:pt x="4" y="34"/>
                  </a:cubicBezTo>
                  <a:cubicBezTo>
                    <a:pt x="4" y="34"/>
                    <a:pt x="5" y="34"/>
                    <a:pt x="5" y="34"/>
                  </a:cubicBezTo>
                  <a:close/>
                </a:path>
              </a:pathLst>
            </a:custGeom>
            <a:solidFill>
              <a:srgbClr val="FDD5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8" name="Freeform 699"/>
            <p:cNvSpPr/>
            <p:nvPr/>
          </p:nvSpPr>
          <p:spPr bwMode="auto">
            <a:xfrm>
              <a:off x="3276601" y="4432301"/>
              <a:ext cx="49213" cy="112713"/>
            </a:xfrm>
            <a:custGeom>
              <a:avLst/>
              <a:gdLst>
                <a:gd name="T0" fmla="*/ 5 w 13"/>
                <a:gd name="T1" fmla="*/ 19 h 30"/>
                <a:gd name="T2" fmla="*/ 6 w 13"/>
                <a:gd name="T3" fmla="*/ 17 h 30"/>
                <a:gd name="T4" fmla="*/ 10 w 13"/>
                <a:gd name="T5" fmla="*/ 8 h 30"/>
                <a:gd name="T6" fmla="*/ 11 w 13"/>
                <a:gd name="T7" fmla="*/ 4 h 30"/>
                <a:gd name="T8" fmla="*/ 13 w 13"/>
                <a:gd name="T9" fmla="*/ 0 h 30"/>
                <a:gd name="T10" fmla="*/ 9 w 13"/>
                <a:gd name="T11" fmla="*/ 22 h 30"/>
                <a:gd name="T12" fmla="*/ 3 w 13"/>
                <a:gd name="T13" fmla="*/ 29 h 30"/>
                <a:gd name="T14" fmla="*/ 1 w 13"/>
                <a:gd name="T15" fmla="*/ 29 h 30"/>
                <a:gd name="T16" fmla="*/ 4 w 13"/>
                <a:gd name="T17" fmla="*/ 23 h 30"/>
                <a:gd name="T18" fmla="*/ 5 w 13"/>
                <a:gd name="T19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30">
                  <a:moveTo>
                    <a:pt x="5" y="19"/>
                  </a:moveTo>
                  <a:cubicBezTo>
                    <a:pt x="5" y="18"/>
                    <a:pt x="6" y="17"/>
                    <a:pt x="6" y="17"/>
                  </a:cubicBezTo>
                  <a:cubicBezTo>
                    <a:pt x="7" y="14"/>
                    <a:pt x="10" y="12"/>
                    <a:pt x="10" y="8"/>
                  </a:cubicBezTo>
                  <a:cubicBezTo>
                    <a:pt x="9" y="6"/>
                    <a:pt x="8" y="5"/>
                    <a:pt x="11" y="4"/>
                  </a:cubicBezTo>
                  <a:cubicBezTo>
                    <a:pt x="12" y="3"/>
                    <a:pt x="11" y="1"/>
                    <a:pt x="13" y="0"/>
                  </a:cubicBezTo>
                  <a:cubicBezTo>
                    <a:pt x="13" y="8"/>
                    <a:pt x="13" y="15"/>
                    <a:pt x="9" y="22"/>
                  </a:cubicBezTo>
                  <a:cubicBezTo>
                    <a:pt x="8" y="25"/>
                    <a:pt x="6" y="27"/>
                    <a:pt x="3" y="29"/>
                  </a:cubicBezTo>
                  <a:cubicBezTo>
                    <a:pt x="3" y="30"/>
                    <a:pt x="2" y="30"/>
                    <a:pt x="1" y="29"/>
                  </a:cubicBezTo>
                  <a:cubicBezTo>
                    <a:pt x="0" y="27"/>
                    <a:pt x="2" y="25"/>
                    <a:pt x="4" y="23"/>
                  </a:cubicBezTo>
                  <a:cubicBezTo>
                    <a:pt x="5" y="22"/>
                    <a:pt x="5" y="20"/>
                    <a:pt x="5" y="19"/>
                  </a:cubicBezTo>
                  <a:close/>
                </a:path>
              </a:pathLst>
            </a:custGeom>
            <a:solidFill>
              <a:srgbClr val="FAE9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9" name="Freeform 700"/>
            <p:cNvSpPr/>
            <p:nvPr/>
          </p:nvSpPr>
          <p:spPr bwMode="auto">
            <a:xfrm>
              <a:off x="3249613" y="4540251"/>
              <a:ext cx="38100" cy="34925"/>
            </a:xfrm>
            <a:custGeom>
              <a:avLst/>
              <a:gdLst>
                <a:gd name="T0" fmla="*/ 8 w 10"/>
                <a:gd name="T1" fmla="*/ 0 h 9"/>
                <a:gd name="T2" fmla="*/ 10 w 10"/>
                <a:gd name="T3" fmla="*/ 0 h 9"/>
                <a:gd name="T4" fmla="*/ 0 w 10"/>
                <a:gd name="T5" fmla="*/ 9 h 9"/>
                <a:gd name="T6" fmla="*/ 6 w 10"/>
                <a:gd name="T7" fmla="*/ 1 h 9"/>
                <a:gd name="T8" fmla="*/ 8 w 10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8" y="0"/>
                  </a:moveTo>
                  <a:cubicBezTo>
                    <a:pt x="9" y="0"/>
                    <a:pt x="10" y="0"/>
                    <a:pt x="10" y="0"/>
                  </a:cubicBezTo>
                  <a:cubicBezTo>
                    <a:pt x="8" y="5"/>
                    <a:pt x="6" y="9"/>
                    <a:pt x="0" y="9"/>
                  </a:cubicBezTo>
                  <a:cubicBezTo>
                    <a:pt x="2" y="6"/>
                    <a:pt x="6" y="5"/>
                    <a:pt x="6" y="1"/>
                  </a:cubicBezTo>
                  <a:cubicBezTo>
                    <a:pt x="7" y="1"/>
                    <a:pt x="7" y="0"/>
                    <a:pt x="8" y="0"/>
                  </a:cubicBezTo>
                  <a:close/>
                </a:path>
              </a:pathLst>
            </a:custGeom>
            <a:solidFill>
              <a:srgbClr val="FBE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0" name="Freeform 701"/>
            <p:cNvSpPr/>
            <p:nvPr/>
          </p:nvSpPr>
          <p:spPr bwMode="auto">
            <a:xfrm>
              <a:off x="3449638" y="4619626"/>
              <a:ext cx="49213" cy="53975"/>
            </a:xfrm>
            <a:custGeom>
              <a:avLst/>
              <a:gdLst>
                <a:gd name="T0" fmla="*/ 4 w 13"/>
                <a:gd name="T1" fmla="*/ 2 h 14"/>
                <a:gd name="T2" fmla="*/ 8 w 13"/>
                <a:gd name="T3" fmla="*/ 0 h 14"/>
                <a:gd name="T4" fmla="*/ 12 w 13"/>
                <a:gd name="T5" fmla="*/ 8 h 14"/>
                <a:gd name="T6" fmla="*/ 12 w 13"/>
                <a:gd name="T7" fmla="*/ 10 h 14"/>
                <a:gd name="T8" fmla="*/ 9 w 13"/>
                <a:gd name="T9" fmla="*/ 9 h 14"/>
                <a:gd name="T10" fmla="*/ 7 w 13"/>
                <a:gd name="T11" fmla="*/ 8 h 14"/>
                <a:gd name="T12" fmla="*/ 6 w 13"/>
                <a:gd name="T13" fmla="*/ 9 h 14"/>
                <a:gd name="T14" fmla="*/ 8 w 13"/>
                <a:gd name="T15" fmla="*/ 12 h 14"/>
                <a:gd name="T16" fmla="*/ 10 w 13"/>
                <a:gd name="T17" fmla="*/ 13 h 14"/>
                <a:gd name="T18" fmla="*/ 8 w 13"/>
                <a:gd name="T19" fmla="*/ 13 h 14"/>
                <a:gd name="T20" fmla="*/ 3 w 13"/>
                <a:gd name="T21" fmla="*/ 10 h 14"/>
                <a:gd name="T22" fmla="*/ 1 w 13"/>
                <a:gd name="T23" fmla="*/ 6 h 14"/>
                <a:gd name="T24" fmla="*/ 4 w 13"/>
                <a:gd name="T25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4">
                  <a:moveTo>
                    <a:pt x="4" y="2"/>
                  </a:moveTo>
                  <a:cubicBezTo>
                    <a:pt x="6" y="3"/>
                    <a:pt x="7" y="1"/>
                    <a:pt x="8" y="0"/>
                  </a:cubicBezTo>
                  <a:cubicBezTo>
                    <a:pt x="8" y="3"/>
                    <a:pt x="11" y="5"/>
                    <a:pt x="12" y="8"/>
                  </a:cubicBezTo>
                  <a:cubicBezTo>
                    <a:pt x="12" y="9"/>
                    <a:pt x="13" y="10"/>
                    <a:pt x="12" y="10"/>
                  </a:cubicBezTo>
                  <a:cubicBezTo>
                    <a:pt x="10" y="11"/>
                    <a:pt x="10" y="10"/>
                    <a:pt x="9" y="9"/>
                  </a:cubicBezTo>
                  <a:cubicBezTo>
                    <a:pt x="9" y="8"/>
                    <a:pt x="8" y="7"/>
                    <a:pt x="7" y="8"/>
                  </a:cubicBezTo>
                  <a:cubicBezTo>
                    <a:pt x="7" y="8"/>
                    <a:pt x="6" y="8"/>
                    <a:pt x="6" y="9"/>
                  </a:cubicBezTo>
                  <a:cubicBezTo>
                    <a:pt x="6" y="10"/>
                    <a:pt x="7" y="11"/>
                    <a:pt x="8" y="12"/>
                  </a:cubicBezTo>
                  <a:cubicBezTo>
                    <a:pt x="9" y="12"/>
                    <a:pt x="10" y="11"/>
                    <a:pt x="10" y="13"/>
                  </a:cubicBezTo>
                  <a:cubicBezTo>
                    <a:pt x="10" y="14"/>
                    <a:pt x="9" y="14"/>
                    <a:pt x="8" y="13"/>
                  </a:cubicBezTo>
                  <a:cubicBezTo>
                    <a:pt x="5" y="13"/>
                    <a:pt x="5" y="13"/>
                    <a:pt x="3" y="10"/>
                  </a:cubicBezTo>
                  <a:cubicBezTo>
                    <a:pt x="1" y="10"/>
                    <a:pt x="0" y="8"/>
                    <a:pt x="1" y="6"/>
                  </a:cubicBezTo>
                  <a:cubicBezTo>
                    <a:pt x="2" y="4"/>
                    <a:pt x="3" y="3"/>
                    <a:pt x="4" y="2"/>
                  </a:cubicBezTo>
                  <a:close/>
                </a:path>
              </a:pathLst>
            </a:custGeom>
            <a:solidFill>
              <a:srgbClr val="FCE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1" name="Freeform 702"/>
            <p:cNvSpPr/>
            <p:nvPr/>
          </p:nvSpPr>
          <p:spPr bwMode="auto">
            <a:xfrm>
              <a:off x="3433763" y="4643439"/>
              <a:ext cx="26988" cy="36513"/>
            </a:xfrm>
            <a:custGeom>
              <a:avLst/>
              <a:gdLst>
                <a:gd name="T0" fmla="*/ 5 w 7"/>
                <a:gd name="T1" fmla="*/ 0 h 10"/>
                <a:gd name="T2" fmla="*/ 7 w 7"/>
                <a:gd name="T3" fmla="*/ 4 h 10"/>
                <a:gd name="T4" fmla="*/ 6 w 7"/>
                <a:gd name="T5" fmla="*/ 9 h 10"/>
                <a:gd name="T6" fmla="*/ 0 w 7"/>
                <a:gd name="T7" fmla="*/ 10 h 10"/>
                <a:gd name="T8" fmla="*/ 5 w 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0">
                  <a:moveTo>
                    <a:pt x="5" y="0"/>
                  </a:moveTo>
                  <a:cubicBezTo>
                    <a:pt x="5" y="2"/>
                    <a:pt x="6" y="3"/>
                    <a:pt x="7" y="4"/>
                  </a:cubicBezTo>
                  <a:cubicBezTo>
                    <a:pt x="7" y="6"/>
                    <a:pt x="7" y="7"/>
                    <a:pt x="6" y="9"/>
                  </a:cubicBezTo>
                  <a:cubicBezTo>
                    <a:pt x="4" y="9"/>
                    <a:pt x="2" y="10"/>
                    <a:pt x="0" y="10"/>
                  </a:cubicBezTo>
                  <a:cubicBezTo>
                    <a:pt x="1" y="6"/>
                    <a:pt x="3" y="3"/>
                    <a:pt x="5" y="0"/>
                  </a:cubicBezTo>
                  <a:close/>
                </a:path>
              </a:pathLst>
            </a:custGeom>
            <a:solidFill>
              <a:srgbClr val="FCE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2" name="Freeform 703"/>
            <p:cNvSpPr/>
            <p:nvPr/>
          </p:nvSpPr>
          <p:spPr bwMode="auto">
            <a:xfrm>
              <a:off x="3384551" y="4594226"/>
              <a:ext cx="34925" cy="36513"/>
            </a:xfrm>
            <a:custGeom>
              <a:avLst/>
              <a:gdLst>
                <a:gd name="T0" fmla="*/ 5 w 9"/>
                <a:gd name="T1" fmla="*/ 8 h 10"/>
                <a:gd name="T2" fmla="*/ 0 w 9"/>
                <a:gd name="T3" fmla="*/ 6 h 10"/>
                <a:gd name="T4" fmla="*/ 5 w 9"/>
                <a:gd name="T5" fmla="*/ 0 h 10"/>
                <a:gd name="T6" fmla="*/ 9 w 9"/>
                <a:gd name="T7" fmla="*/ 4 h 10"/>
                <a:gd name="T8" fmla="*/ 5 w 9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5" y="8"/>
                  </a:moveTo>
                  <a:cubicBezTo>
                    <a:pt x="4" y="7"/>
                    <a:pt x="0" y="10"/>
                    <a:pt x="0" y="6"/>
                  </a:cubicBezTo>
                  <a:cubicBezTo>
                    <a:pt x="2" y="4"/>
                    <a:pt x="4" y="3"/>
                    <a:pt x="5" y="0"/>
                  </a:cubicBezTo>
                  <a:cubicBezTo>
                    <a:pt x="7" y="1"/>
                    <a:pt x="6" y="4"/>
                    <a:pt x="9" y="4"/>
                  </a:cubicBezTo>
                  <a:cubicBezTo>
                    <a:pt x="8" y="6"/>
                    <a:pt x="7" y="8"/>
                    <a:pt x="5" y="8"/>
                  </a:cubicBezTo>
                  <a:close/>
                </a:path>
              </a:pathLst>
            </a:custGeom>
            <a:solidFill>
              <a:srgbClr val="FEE9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3" name="Freeform 704"/>
            <p:cNvSpPr/>
            <p:nvPr/>
          </p:nvSpPr>
          <p:spPr bwMode="auto">
            <a:xfrm>
              <a:off x="3460751" y="4465639"/>
              <a:ext cx="11113" cy="19050"/>
            </a:xfrm>
            <a:custGeom>
              <a:avLst/>
              <a:gdLst>
                <a:gd name="T0" fmla="*/ 3 w 3"/>
                <a:gd name="T1" fmla="*/ 2 h 5"/>
                <a:gd name="T2" fmla="*/ 2 w 3"/>
                <a:gd name="T3" fmla="*/ 4 h 5"/>
                <a:gd name="T4" fmla="*/ 1 w 3"/>
                <a:gd name="T5" fmla="*/ 3 h 5"/>
                <a:gd name="T6" fmla="*/ 2 w 3"/>
                <a:gd name="T7" fmla="*/ 0 h 5"/>
                <a:gd name="T8" fmla="*/ 3 w 3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cubicBezTo>
                    <a:pt x="3" y="3"/>
                    <a:pt x="3" y="4"/>
                    <a:pt x="2" y="4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0" y="2"/>
                    <a:pt x="0" y="0"/>
                    <a:pt x="2" y="0"/>
                  </a:cubicBezTo>
                  <a:cubicBezTo>
                    <a:pt x="3" y="1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FEE9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4" name="Freeform 705"/>
            <p:cNvSpPr/>
            <p:nvPr/>
          </p:nvSpPr>
          <p:spPr bwMode="auto">
            <a:xfrm>
              <a:off x="3529013" y="4468814"/>
              <a:ext cx="11113" cy="7938"/>
            </a:xfrm>
            <a:custGeom>
              <a:avLst/>
              <a:gdLst>
                <a:gd name="T0" fmla="*/ 0 w 3"/>
                <a:gd name="T1" fmla="*/ 1 h 2"/>
                <a:gd name="T2" fmla="*/ 3 w 3"/>
                <a:gd name="T3" fmla="*/ 0 h 2"/>
                <a:gd name="T4" fmla="*/ 3 w 3"/>
                <a:gd name="T5" fmla="*/ 1 h 2"/>
                <a:gd name="T6" fmla="*/ 0 w 3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2" y="2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ED5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5" name="Freeform 706"/>
            <p:cNvSpPr/>
            <p:nvPr/>
          </p:nvSpPr>
          <p:spPr bwMode="auto">
            <a:xfrm>
              <a:off x="3295651" y="4435476"/>
              <a:ext cx="22225" cy="33338"/>
            </a:xfrm>
            <a:custGeom>
              <a:avLst/>
              <a:gdLst>
                <a:gd name="T0" fmla="*/ 6 w 6"/>
                <a:gd name="T1" fmla="*/ 3 h 9"/>
                <a:gd name="T2" fmla="*/ 5 w 6"/>
                <a:gd name="T3" fmla="*/ 7 h 9"/>
                <a:gd name="T4" fmla="*/ 1 w 6"/>
                <a:gd name="T5" fmla="*/ 7 h 9"/>
                <a:gd name="T6" fmla="*/ 1 w 6"/>
                <a:gd name="T7" fmla="*/ 4 h 9"/>
                <a:gd name="T8" fmla="*/ 6 w 6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9">
                  <a:moveTo>
                    <a:pt x="6" y="3"/>
                  </a:moveTo>
                  <a:cubicBezTo>
                    <a:pt x="5" y="4"/>
                    <a:pt x="5" y="6"/>
                    <a:pt x="5" y="7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0" y="6"/>
                    <a:pt x="0" y="4"/>
                    <a:pt x="1" y="4"/>
                  </a:cubicBezTo>
                  <a:cubicBezTo>
                    <a:pt x="2" y="3"/>
                    <a:pt x="4" y="0"/>
                    <a:pt x="6" y="3"/>
                  </a:cubicBezTo>
                  <a:close/>
                </a:path>
              </a:pathLst>
            </a:custGeom>
            <a:solidFill>
              <a:srgbClr val="FBD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6" name="Freeform 707"/>
            <p:cNvSpPr/>
            <p:nvPr/>
          </p:nvSpPr>
          <p:spPr bwMode="auto">
            <a:xfrm>
              <a:off x="3295651" y="4416426"/>
              <a:ext cx="25400" cy="22225"/>
            </a:xfrm>
            <a:custGeom>
              <a:avLst/>
              <a:gdLst>
                <a:gd name="T0" fmla="*/ 0 w 7"/>
                <a:gd name="T1" fmla="*/ 2 h 6"/>
                <a:gd name="T2" fmla="*/ 0 w 7"/>
                <a:gd name="T3" fmla="*/ 1 h 6"/>
                <a:gd name="T4" fmla="*/ 7 w 7"/>
                <a:gd name="T5" fmla="*/ 0 h 6"/>
                <a:gd name="T6" fmla="*/ 5 w 7"/>
                <a:gd name="T7" fmla="*/ 5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0" y="2"/>
                    <a:pt x="0" y="2"/>
                    <a:pt x="0" y="1"/>
                  </a:cubicBezTo>
                  <a:cubicBezTo>
                    <a:pt x="3" y="3"/>
                    <a:pt x="4" y="0"/>
                    <a:pt x="7" y="0"/>
                  </a:cubicBezTo>
                  <a:cubicBezTo>
                    <a:pt x="7" y="2"/>
                    <a:pt x="6" y="4"/>
                    <a:pt x="5" y="5"/>
                  </a:cubicBezTo>
                  <a:cubicBezTo>
                    <a:pt x="2" y="6"/>
                    <a:pt x="2" y="4"/>
                    <a:pt x="0" y="2"/>
                  </a:cubicBezTo>
                  <a:close/>
                </a:path>
              </a:pathLst>
            </a:custGeom>
            <a:solidFill>
              <a:srgbClr val="FBD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7" name="Freeform 708"/>
            <p:cNvSpPr/>
            <p:nvPr/>
          </p:nvSpPr>
          <p:spPr bwMode="auto">
            <a:xfrm>
              <a:off x="3175001" y="4564064"/>
              <a:ext cx="41275" cy="44450"/>
            </a:xfrm>
            <a:custGeom>
              <a:avLst/>
              <a:gdLst>
                <a:gd name="T0" fmla="*/ 3 w 11"/>
                <a:gd name="T1" fmla="*/ 7 h 12"/>
                <a:gd name="T2" fmla="*/ 6 w 11"/>
                <a:gd name="T3" fmla="*/ 1 h 12"/>
                <a:gd name="T4" fmla="*/ 11 w 11"/>
                <a:gd name="T5" fmla="*/ 4 h 12"/>
                <a:gd name="T6" fmla="*/ 8 w 11"/>
                <a:gd name="T7" fmla="*/ 10 h 12"/>
                <a:gd name="T8" fmla="*/ 3 w 11"/>
                <a:gd name="T9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3" y="7"/>
                  </a:moveTo>
                  <a:cubicBezTo>
                    <a:pt x="3" y="3"/>
                    <a:pt x="4" y="1"/>
                    <a:pt x="6" y="1"/>
                  </a:cubicBezTo>
                  <a:cubicBezTo>
                    <a:pt x="8" y="1"/>
                    <a:pt x="11" y="0"/>
                    <a:pt x="11" y="4"/>
                  </a:cubicBezTo>
                  <a:cubicBezTo>
                    <a:pt x="11" y="6"/>
                    <a:pt x="10" y="8"/>
                    <a:pt x="8" y="10"/>
                  </a:cubicBezTo>
                  <a:cubicBezTo>
                    <a:pt x="8" y="6"/>
                    <a:pt x="0" y="12"/>
                    <a:pt x="3" y="7"/>
                  </a:cubicBezTo>
                  <a:close/>
                </a:path>
              </a:pathLst>
            </a:custGeom>
            <a:solidFill>
              <a:srgbClr val="FDD5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8" name="Freeform 709"/>
            <p:cNvSpPr/>
            <p:nvPr/>
          </p:nvSpPr>
          <p:spPr bwMode="auto">
            <a:xfrm>
              <a:off x="3205163" y="4533901"/>
              <a:ext cx="6350" cy="6350"/>
            </a:xfrm>
            <a:custGeom>
              <a:avLst/>
              <a:gdLst>
                <a:gd name="T0" fmla="*/ 1 w 2"/>
                <a:gd name="T1" fmla="*/ 2 h 2"/>
                <a:gd name="T2" fmla="*/ 0 w 2"/>
                <a:gd name="T3" fmla="*/ 2 h 2"/>
                <a:gd name="T4" fmla="*/ 1 w 2"/>
                <a:gd name="T5" fmla="*/ 0 h 2"/>
                <a:gd name="T6" fmla="*/ 2 w 2"/>
                <a:gd name="T7" fmla="*/ 0 h 2"/>
                <a:gd name="T8" fmla="*/ 1 w 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solidFill>
              <a:srgbClr val="FED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9" name="Freeform 710"/>
            <p:cNvSpPr/>
            <p:nvPr/>
          </p:nvSpPr>
          <p:spPr bwMode="auto">
            <a:xfrm>
              <a:off x="3419476" y="4752976"/>
              <a:ext cx="11113" cy="14288"/>
            </a:xfrm>
            <a:custGeom>
              <a:avLst/>
              <a:gdLst>
                <a:gd name="T0" fmla="*/ 2 w 3"/>
                <a:gd name="T1" fmla="*/ 0 h 4"/>
                <a:gd name="T2" fmla="*/ 1 w 3"/>
                <a:gd name="T3" fmla="*/ 4 h 4"/>
                <a:gd name="T4" fmla="*/ 2 w 3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1"/>
                    <a:pt x="3" y="3"/>
                    <a:pt x="1" y="4"/>
                  </a:cubicBezTo>
                  <a:cubicBezTo>
                    <a:pt x="0" y="2"/>
                    <a:pt x="0" y="1"/>
                    <a:pt x="2" y="0"/>
                  </a:cubicBezTo>
                  <a:close/>
                </a:path>
              </a:pathLst>
            </a:custGeom>
            <a:solidFill>
              <a:srgbClr val="FED5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0" name="Freeform 711"/>
            <p:cNvSpPr/>
            <p:nvPr/>
          </p:nvSpPr>
          <p:spPr bwMode="auto">
            <a:xfrm>
              <a:off x="3540126" y="4654551"/>
              <a:ext cx="14288" cy="11113"/>
            </a:xfrm>
            <a:custGeom>
              <a:avLst/>
              <a:gdLst>
                <a:gd name="T0" fmla="*/ 4 w 4"/>
                <a:gd name="T1" fmla="*/ 3 h 3"/>
                <a:gd name="T2" fmla="*/ 0 w 4"/>
                <a:gd name="T3" fmla="*/ 2 h 3"/>
                <a:gd name="T4" fmla="*/ 4 w 4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3" y="2"/>
                    <a:pt x="2" y="2"/>
                    <a:pt x="0" y="2"/>
                  </a:cubicBezTo>
                  <a:cubicBezTo>
                    <a:pt x="2" y="0"/>
                    <a:pt x="3" y="1"/>
                    <a:pt x="4" y="3"/>
                  </a:cubicBezTo>
                  <a:close/>
                </a:path>
              </a:pathLst>
            </a:custGeom>
            <a:solidFill>
              <a:srgbClr val="FED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1" name="Freeform 712"/>
            <p:cNvSpPr/>
            <p:nvPr/>
          </p:nvSpPr>
          <p:spPr bwMode="auto">
            <a:xfrm>
              <a:off x="3271838" y="4503739"/>
              <a:ext cx="38100" cy="41275"/>
            </a:xfrm>
            <a:custGeom>
              <a:avLst/>
              <a:gdLst>
                <a:gd name="T0" fmla="*/ 2 w 10"/>
                <a:gd name="T1" fmla="*/ 10 h 11"/>
                <a:gd name="T2" fmla="*/ 0 w 10"/>
                <a:gd name="T3" fmla="*/ 11 h 11"/>
                <a:gd name="T4" fmla="*/ 6 w 10"/>
                <a:gd name="T5" fmla="*/ 0 h 11"/>
                <a:gd name="T6" fmla="*/ 7 w 10"/>
                <a:gd name="T7" fmla="*/ 3 h 11"/>
                <a:gd name="T8" fmla="*/ 2 w 10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2" y="10"/>
                  </a:moveTo>
                  <a:cubicBezTo>
                    <a:pt x="2" y="10"/>
                    <a:pt x="1" y="11"/>
                    <a:pt x="0" y="11"/>
                  </a:cubicBezTo>
                  <a:cubicBezTo>
                    <a:pt x="1" y="7"/>
                    <a:pt x="3" y="3"/>
                    <a:pt x="6" y="0"/>
                  </a:cubicBezTo>
                  <a:cubicBezTo>
                    <a:pt x="8" y="0"/>
                    <a:pt x="10" y="1"/>
                    <a:pt x="7" y="3"/>
                  </a:cubicBezTo>
                  <a:cubicBezTo>
                    <a:pt x="5" y="5"/>
                    <a:pt x="3" y="7"/>
                    <a:pt x="2" y="10"/>
                  </a:cubicBezTo>
                  <a:close/>
                </a:path>
              </a:pathLst>
            </a:custGeom>
            <a:solidFill>
              <a:srgbClr val="F8D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2" name="Freeform 713"/>
            <p:cNvSpPr/>
            <p:nvPr/>
          </p:nvSpPr>
          <p:spPr bwMode="auto">
            <a:xfrm>
              <a:off x="3268663" y="4476751"/>
              <a:ext cx="19050" cy="19050"/>
            </a:xfrm>
            <a:custGeom>
              <a:avLst/>
              <a:gdLst>
                <a:gd name="T0" fmla="*/ 0 w 5"/>
                <a:gd name="T1" fmla="*/ 1 h 5"/>
                <a:gd name="T2" fmla="*/ 5 w 5"/>
                <a:gd name="T3" fmla="*/ 2 h 5"/>
                <a:gd name="T4" fmla="*/ 3 w 5"/>
                <a:gd name="T5" fmla="*/ 3 h 5"/>
                <a:gd name="T6" fmla="*/ 0 w 5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0" y="1"/>
                  </a:moveTo>
                  <a:cubicBezTo>
                    <a:pt x="2" y="2"/>
                    <a:pt x="3" y="0"/>
                    <a:pt x="5" y="2"/>
                  </a:cubicBezTo>
                  <a:cubicBezTo>
                    <a:pt x="5" y="2"/>
                    <a:pt x="4" y="3"/>
                    <a:pt x="3" y="3"/>
                  </a:cubicBezTo>
                  <a:cubicBezTo>
                    <a:pt x="1" y="5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ED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3" name="Freeform 714"/>
            <p:cNvSpPr/>
            <p:nvPr/>
          </p:nvSpPr>
          <p:spPr bwMode="auto">
            <a:xfrm>
              <a:off x="3276601" y="4468814"/>
              <a:ext cx="14288" cy="11113"/>
            </a:xfrm>
            <a:custGeom>
              <a:avLst/>
              <a:gdLst>
                <a:gd name="T0" fmla="*/ 0 w 4"/>
                <a:gd name="T1" fmla="*/ 0 h 3"/>
                <a:gd name="T2" fmla="*/ 4 w 4"/>
                <a:gd name="T3" fmla="*/ 3 h 3"/>
                <a:gd name="T4" fmla="*/ 0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2" y="0"/>
                    <a:pt x="3" y="1"/>
                    <a:pt x="4" y="3"/>
                  </a:cubicBezTo>
                  <a:cubicBezTo>
                    <a:pt x="2" y="3"/>
                    <a:pt x="1" y="2"/>
                    <a:pt x="0" y="0"/>
                  </a:cubicBezTo>
                  <a:close/>
                </a:path>
              </a:pathLst>
            </a:custGeom>
            <a:solidFill>
              <a:srgbClr val="FED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4" name="Freeform 715"/>
            <p:cNvSpPr/>
            <p:nvPr/>
          </p:nvSpPr>
          <p:spPr bwMode="auto">
            <a:xfrm>
              <a:off x="3249613" y="4495801"/>
              <a:ext cx="15875" cy="7938"/>
            </a:xfrm>
            <a:custGeom>
              <a:avLst/>
              <a:gdLst>
                <a:gd name="T0" fmla="*/ 0 w 4"/>
                <a:gd name="T1" fmla="*/ 1 h 2"/>
                <a:gd name="T2" fmla="*/ 4 w 4"/>
                <a:gd name="T3" fmla="*/ 0 h 2"/>
                <a:gd name="T4" fmla="*/ 0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2" y="1"/>
                    <a:pt x="3" y="1"/>
                    <a:pt x="4" y="0"/>
                  </a:cubicBezTo>
                  <a:cubicBezTo>
                    <a:pt x="3" y="2"/>
                    <a:pt x="2" y="1"/>
                    <a:pt x="0" y="1"/>
                  </a:cubicBezTo>
                  <a:close/>
                </a:path>
              </a:pathLst>
            </a:custGeom>
            <a:solidFill>
              <a:srgbClr val="FED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5" name="Oval 716"/>
            <p:cNvSpPr>
              <a:spLocks noChangeArrowheads="1"/>
            </p:cNvSpPr>
            <p:nvPr/>
          </p:nvSpPr>
          <p:spPr bwMode="auto">
            <a:xfrm>
              <a:off x="3084513" y="4322764"/>
              <a:ext cx="523875" cy="520700"/>
            </a:xfrm>
            <a:prstGeom prst="ellipse">
              <a:avLst/>
            </a:pr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6" name="Freeform 717"/>
            <p:cNvSpPr/>
            <p:nvPr/>
          </p:nvSpPr>
          <p:spPr bwMode="auto">
            <a:xfrm>
              <a:off x="3098801" y="4314826"/>
              <a:ext cx="252413" cy="323850"/>
            </a:xfrm>
            <a:custGeom>
              <a:avLst/>
              <a:gdLst>
                <a:gd name="T0" fmla="*/ 63 w 67"/>
                <a:gd name="T1" fmla="*/ 3 h 86"/>
                <a:gd name="T2" fmla="*/ 59 w 67"/>
                <a:gd name="T3" fmla="*/ 4 h 86"/>
                <a:gd name="T4" fmla="*/ 48 w 67"/>
                <a:gd name="T5" fmla="*/ 58 h 86"/>
                <a:gd name="T6" fmla="*/ 1 w 67"/>
                <a:gd name="T7" fmla="*/ 84 h 86"/>
                <a:gd name="T8" fmla="*/ 1 w 67"/>
                <a:gd name="T9" fmla="*/ 86 h 86"/>
                <a:gd name="T10" fmla="*/ 50 w 67"/>
                <a:gd name="T11" fmla="*/ 60 h 86"/>
                <a:gd name="T12" fmla="*/ 63 w 67"/>
                <a:gd name="T13" fmla="*/ 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86">
                  <a:moveTo>
                    <a:pt x="63" y="3"/>
                  </a:moveTo>
                  <a:cubicBezTo>
                    <a:pt x="63" y="0"/>
                    <a:pt x="59" y="1"/>
                    <a:pt x="59" y="4"/>
                  </a:cubicBezTo>
                  <a:cubicBezTo>
                    <a:pt x="64" y="22"/>
                    <a:pt x="59" y="43"/>
                    <a:pt x="48" y="58"/>
                  </a:cubicBezTo>
                  <a:cubicBezTo>
                    <a:pt x="36" y="72"/>
                    <a:pt x="19" y="81"/>
                    <a:pt x="1" y="84"/>
                  </a:cubicBezTo>
                  <a:cubicBezTo>
                    <a:pt x="0" y="84"/>
                    <a:pt x="0" y="86"/>
                    <a:pt x="1" y="86"/>
                  </a:cubicBezTo>
                  <a:cubicBezTo>
                    <a:pt x="20" y="85"/>
                    <a:pt x="38" y="75"/>
                    <a:pt x="50" y="60"/>
                  </a:cubicBezTo>
                  <a:cubicBezTo>
                    <a:pt x="63" y="44"/>
                    <a:pt x="67" y="23"/>
                    <a:pt x="63" y="3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7" name="Freeform 718"/>
            <p:cNvSpPr/>
            <p:nvPr/>
          </p:nvSpPr>
          <p:spPr bwMode="auto">
            <a:xfrm>
              <a:off x="3095626" y="4311651"/>
              <a:ext cx="285750" cy="373063"/>
            </a:xfrm>
            <a:custGeom>
              <a:avLst/>
              <a:gdLst>
                <a:gd name="T0" fmla="*/ 75 w 76"/>
                <a:gd name="T1" fmla="*/ 3 h 99"/>
                <a:gd name="T2" fmla="*/ 72 w 76"/>
                <a:gd name="T3" fmla="*/ 3 h 99"/>
                <a:gd name="T4" fmla="*/ 55 w 76"/>
                <a:gd name="T5" fmla="*/ 68 h 99"/>
                <a:gd name="T6" fmla="*/ 2 w 76"/>
                <a:gd name="T7" fmla="*/ 97 h 99"/>
                <a:gd name="T8" fmla="*/ 2 w 76"/>
                <a:gd name="T9" fmla="*/ 99 h 99"/>
                <a:gd name="T10" fmla="*/ 57 w 76"/>
                <a:gd name="T11" fmla="*/ 71 h 99"/>
                <a:gd name="T12" fmla="*/ 75 w 76"/>
                <a:gd name="T1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99">
                  <a:moveTo>
                    <a:pt x="75" y="3"/>
                  </a:moveTo>
                  <a:cubicBezTo>
                    <a:pt x="75" y="0"/>
                    <a:pt x="72" y="0"/>
                    <a:pt x="72" y="3"/>
                  </a:cubicBezTo>
                  <a:cubicBezTo>
                    <a:pt x="73" y="25"/>
                    <a:pt x="67" y="49"/>
                    <a:pt x="55" y="68"/>
                  </a:cubicBezTo>
                  <a:cubicBezTo>
                    <a:pt x="43" y="88"/>
                    <a:pt x="22" y="92"/>
                    <a:pt x="2" y="97"/>
                  </a:cubicBezTo>
                  <a:cubicBezTo>
                    <a:pt x="0" y="97"/>
                    <a:pt x="1" y="99"/>
                    <a:pt x="2" y="99"/>
                  </a:cubicBezTo>
                  <a:cubicBezTo>
                    <a:pt x="23" y="96"/>
                    <a:pt x="45" y="90"/>
                    <a:pt x="57" y="71"/>
                  </a:cubicBezTo>
                  <a:cubicBezTo>
                    <a:pt x="70" y="51"/>
                    <a:pt x="76" y="26"/>
                    <a:pt x="75" y="3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8" name="Freeform 719"/>
            <p:cNvSpPr/>
            <p:nvPr/>
          </p:nvSpPr>
          <p:spPr bwMode="auto">
            <a:xfrm>
              <a:off x="3373438" y="4559301"/>
              <a:ext cx="241300" cy="284163"/>
            </a:xfrm>
            <a:custGeom>
              <a:avLst/>
              <a:gdLst>
                <a:gd name="T0" fmla="*/ 62 w 64"/>
                <a:gd name="T1" fmla="*/ 0 h 75"/>
                <a:gd name="T2" fmla="*/ 2 w 64"/>
                <a:gd name="T3" fmla="*/ 74 h 75"/>
                <a:gd name="T4" fmla="*/ 5 w 64"/>
                <a:gd name="T5" fmla="*/ 74 h 75"/>
                <a:gd name="T6" fmla="*/ 21 w 64"/>
                <a:gd name="T7" fmla="*/ 26 h 75"/>
                <a:gd name="T8" fmla="*/ 62 w 64"/>
                <a:gd name="T9" fmla="*/ 3 h 75"/>
                <a:gd name="T10" fmla="*/ 62 w 64"/>
                <a:gd name="T1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2" y="0"/>
                  </a:moveTo>
                  <a:cubicBezTo>
                    <a:pt x="27" y="6"/>
                    <a:pt x="0" y="38"/>
                    <a:pt x="2" y="74"/>
                  </a:cubicBezTo>
                  <a:cubicBezTo>
                    <a:pt x="2" y="75"/>
                    <a:pt x="5" y="75"/>
                    <a:pt x="5" y="74"/>
                  </a:cubicBezTo>
                  <a:cubicBezTo>
                    <a:pt x="4" y="56"/>
                    <a:pt x="10" y="39"/>
                    <a:pt x="21" y="26"/>
                  </a:cubicBezTo>
                  <a:cubicBezTo>
                    <a:pt x="32" y="14"/>
                    <a:pt x="46" y="6"/>
                    <a:pt x="62" y="3"/>
                  </a:cubicBezTo>
                  <a:cubicBezTo>
                    <a:pt x="64" y="3"/>
                    <a:pt x="64" y="0"/>
                    <a:pt x="6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9" name="Freeform 720"/>
            <p:cNvSpPr/>
            <p:nvPr/>
          </p:nvSpPr>
          <p:spPr bwMode="auto">
            <a:xfrm>
              <a:off x="3328988" y="4510089"/>
              <a:ext cx="271463" cy="325438"/>
            </a:xfrm>
            <a:custGeom>
              <a:avLst/>
              <a:gdLst>
                <a:gd name="T0" fmla="*/ 70 w 72"/>
                <a:gd name="T1" fmla="*/ 0 h 86"/>
                <a:gd name="T2" fmla="*/ 19 w 72"/>
                <a:gd name="T3" fmla="*/ 29 h 86"/>
                <a:gd name="T4" fmla="*/ 4 w 72"/>
                <a:gd name="T5" fmla="*/ 85 h 86"/>
                <a:gd name="T6" fmla="*/ 6 w 72"/>
                <a:gd name="T7" fmla="*/ 85 h 86"/>
                <a:gd name="T8" fmla="*/ 22 w 72"/>
                <a:gd name="T9" fmla="*/ 30 h 86"/>
                <a:gd name="T10" fmla="*/ 70 w 72"/>
                <a:gd name="T11" fmla="*/ 4 h 86"/>
                <a:gd name="T12" fmla="*/ 70 w 72"/>
                <a:gd name="T13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86">
                  <a:moveTo>
                    <a:pt x="70" y="0"/>
                  </a:moveTo>
                  <a:cubicBezTo>
                    <a:pt x="50" y="3"/>
                    <a:pt x="32" y="13"/>
                    <a:pt x="19" y="29"/>
                  </a:cubicBezTo>
                  <a:cubicBezTo>
                    <a:pt x="7" y="44"/>
                    <a:pt x="0" y="65"/>
                    <a:pt x="4" y="85"/>
                  </a:cubicBezTo>
                  <a:cubicBezTo>
                    <a:pt x="4" y="86"/>
                    <a:pt x="6" y="86"/>
                    <a:pt x="6" y="85"/>
                  </a:cubicBezTo>
                  <a:cubicBezTo>
                    <a:pt x="5" y="65"/>
                    <a:pt x="9" y="46"/>
                    <a:pt x="22" y="30"/>
                  </a:cubicBezTo>
                  <a:cubicBezTo>
                    <a:pt x="34" y="16"/>
                    <a:pt x="51" y="6"/>
                    <a:pt x="70" y="4"/>
                  </a:cubicBezTo>
                  <a:cubicBezTo>
                    <a:pt x="72" y="4"/>
                    <a:pt x="72" y="0"/>
                    <a:pt x="7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0" name="Freeform 721"/>
            <p:cNvSpPr/>
            <p:nvPr/>
          </p:nvSpPr>
          <p:spPr bwMode="auto">
            <a:xfrm>
              <a:off x="3460751" y="4676776"/>
              <a:ext cx="82550" cy="101600"/>
            </a:xfrm>
            <a:custGeom>
              <a:avLst/>
              <a:gdLst>
                <a:gd name="T0" fmla="*/ 21 w 22"/>
                <a:gd name="T1" fmla="*/ 0 h 27"/>
                <a:gd name="T2" fmla="*/ 19 w 22"/>
                <a:gd name="T3" fmla="*/ 2 h 27"/>
                <a:gd name="T4" fmla="*/ 16 w 22"/>
                <a:gd name="T5" fmla="*/ 9 h 27"/>
                <a:gd name="T6" fmla="*/ 12 w 22"/>
                <a:gd name="T7" fmla="*/ 15 h 27"/>
                <a:gd name="T8" fmla="*/ 1 w 22"/>
                <a:gd name="T9" fmla="*/ 25 h 27"/>
                <a:gd name="T10" fmla="*/ 2 w 22"/>
                <a:gd name="T11" fmla="*/ 27 h 27"/>
                <a:gd name="T12" fmla="*/ 15 w 22"/>
                <a:gd name="T13" fmla="*/ 17 h 27"/>
                <a:gd name="T14" fmla="*/ 22 w 22"/>
                <a:gd name="T15" fmla="*/ 2 h 27"/>
                <a:gd name="T16" fmla="*/ 21 w 22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7">
                  <a:moveTo>
                    <a:pt x="21" y="0"/>
                  </a:moveTo>
                  <a:cubicBezTo>
                    <a:pt x="20" y="0"/>
                    <a:pt x="20" y="1"/>
                    <a:pt x="19" y="2"/>
                  </a:cubicBezTo>
                  <a:cubicBezTo>
                    <a:pt x="18" y="4"/>
                    <a:pt x="18" y="6"/>
                    <a:pt x="16" y="9"/>
                  </a:cubicBezTo>
                  <a:cubicBezTo>
                    <a:pt x="15" y="11"/>
                    <a:pt x="14" y="13"/>
                    <a:pt x="12" y="15"/>
                  </a:cubicBezTo>
                  <a:cubicBezTo>
                    <a:pt x="9" y="19"/>
                    <a:pt x="5" y="22"/>
                    <a:pt x="1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7" y="25"/>
                    <a:pt x="11" y="21"/>
                    <a:pt x="15" y="17"/>
                  </a:cubicBezTo>
                  <a:cubicBezTo>
                    <a:pt x="18" y="13"/>
                    <a:pt x="22" y="7"/>
                    <a:pt x="22" y="2"/>
                  </a:cubicBezTo>
                  <a:cubicBezTo>
                    <a:pt x="22" y="1"/>
                    <a:pt x="22" y="1"/>
                    <a:pt x="2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1" name="Freeform 722"/>
            <p:cNvSpPr/>
            <p:nvPr/>
          </p:nvSpPr>
          <p:spPr bwMode="auto">
            <a:xfrm>
              <a:off x="3543301" y="4635501"/>
              <a:ext cx="15875" cy="11113"/>
            </a:xfrm>
            <a:custGeom>
              <a:avLst/>
              <a:gdLst>
                <a:gd name="T0" fmla="*/ 2 w 4"/>
                <a:gd name="T1" fmla="*/ 0 h 3"/>
                <a:gd name="T2" fmla="*/ 2 w 4"/>
                <a:gd name="T3" fmla="*/ 3 h 3"/>
                <a:gd name="T4" fmla="*/ 2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0" y="0"/>
                    <a:pt x="0" y="3"/>
                    <a:pt x="2" y="3"/>
                  </a:cubicBezTo>
                  <a:cubicBezTo>
                    <a:pt x="4" y="3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2" name="Freeform 723"/>
            <p:cNvSpPr/>
            <p:nvPr/>
          </p:nvSpPr>
          <p:spPr bwMode="auto">
            <a:xfrm>
              <a:off x="3551238" y="4613276"/>
              <a:ext cx="11113" cy="6350"/>
            </a:xfrm>
            <a:custGeom>
              <a:avLst/>
              <a:gdLst>
                <a:gd name="T0" fmla="*/ 1 w 3"/>
                <a:gd name="T1" fmla="*/ 0 h 2"/>
                <a:gd name="T2" fmla="*/ 1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3" y="2"/>
                    <a:pt x="3" y="0"/>
                    <a:pt x="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3" name="Freeform 724"/>
            <p:cNvSpPr/>
            <p:nvPr/>
          </p:nvSpPr>
          <p:spPr bwMode="auto">
            <a:xfrm>
              <a:off x="3444876" y="4386264"/>
              <a:ext cx="90488" cy="79375"/>
            </a:xfrm>
            <a:custGeom>
              <a:avLst/>
              <a:gdLst>
                <a:gd name="T0" fmla="*/ 24 w 24"/>
                <a:gd name="T1" fmla="*/ 18 h 21"/>
                <a:gd name="T2" fmla="*/ 20 w 24"/>
                <a:gd name="T3" fmla="*/ 12 h 21"/>
                <a:gd name="T4" fmla="*/ 15 w 24"/>
                <a:gd name="T5" fmla="*/ 6 h 21"/>
                <a:gd name="T6" fmla="*/ 1 w 24"/>
                <a:gd name="T7" fmla="*/ 0 h 21"/>
                <a:gd name="T8" fmla="*/ 1 w 24"/>
                <a:gd name="T9" fmla="*/ 2 h 21"/>
                <a:gd name="T10" fmla="*/ 13 w 24"/>
                <a:gd name="T11" fmla="*/ 9 h 21"/>
                <a:gd name="T12" fmla="*/ 17 w 24"/>
                <a:gd name="T13" fmla="*/ 14 h 21"/>
                <a:gd name="T14" fmla="*/ 21 w 24"/>
                <a:gd name="T15" fmla="*/ 20 h 21"/>
                <a:gd name="T16" fmla="*/ 24 w 24"/>
                <a:gd name="T17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1">
                  <a:moveTo>
                    <a:pt x="24" y="18"/>
                  </a:moveTo>
                  <a:cubicBezTo>
                    <a:pt x="23" y="16"/>
                    <a:pt x="22" y="13"/>
                    <a:pt x="20" y="12"/>
                  </a:cubicBezTo>
                  <a:cubicBezTo>
                    <a:pt x="19" y="9"/>
                    <a:pt x="17" y="8"/>
                    <a:pt x="15" y="6"/>
                  </a:cubicBezTo>
                  <a:cubicBezTo>
                    <a:pt x="11" y="3"/>
                    <a:pt x="6" y="0"/>
                    <a:pt x="1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5" y="3"/>
                    <a:pt x="9" y="6"/>
                    <a:pt x="13" y="9"/>
                  </a:cubicBezTo>
                  <a:cubicBezTo>
                    <a:pt x="14" y="10"/>
                    <a:pt x="16" y="12"/>
                    <a:pt x="17" y="14"/>
                  </a:cubicBezTo>
                  <a:cubicBezTo>
                    <a:pt x="18" y="16"/>
                    <a:pt x="19" y="18"/>
                    <a:pt x="21" y="20"/>
                  </a:cubicBezTo>
                  <a:cubicBezTo>
                    <a:pt x="22" y="21"/>
                    <a:pt x="24" y="20"/>
                    <a:pt x="24" y="18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grpSp>
        <p:nvGrpSpPr>
          <p:cNvPr id="2565" name="组合 2564"/>
          <p:cNvGrpSpPr/>
          <p:nvPr/>
        </p:nvGrpSpPr>
        <p:grpSpPr>
          <a:xfrm>
            <a:off x="712871" y="3695308"/>
            <a:ext cx="1143992" cy="1224062"/>
            <a:chOff x="873126" y="2949576"/>
            <a:chExt cx="1814512" cy="1941513"/>
          </a:xfrm>
        </p:grpSpPr>
        <p:sp>
          <p:nvSpPr>
            <p:cNvPr id="1874" name="Freeform 725"/>
            <p:cNvSpPr/>
            <p:nvPr/>
          </p:nvSpPr>
          <p:spPr bwMode="auto">
            <a:xfrm>
              <a:off x="1743076" y="4800601"/>
              <a:ext cx="153988" cy="46038"/>
            </a:xfrm>
            <a:custGeom>
              <a:avLst/>
              <a:gdLst>
                <a:gd name="T0" fmla="*/ 39 w 41"/>
                <a:gd name="T1" fmla="*/ 4 h 12"/>
                <a:gd name="T2" fmla="*/ 22 w 41"/>
                <a:gd name="T3" fmla="*/ 12 h 12"/>
                <a:gd name="T4" fmla="*/ 20 w 41"/>
                <a:gd name="T5" fmla="*/ 12 h 12"/>
                <a:gd name="T6" fmla="*/ 9 w 41"/>
                <a:gd name="T7" fmla="*/ 11 h 12"/>
                <a:gd name="T8" fmla="*/ 0 w 41"/>
                <a:gd name="T9" fmla="*/ 4 h 12"/>
                <a:gd name="T10" fmla="*/ 8 w 41"/>
                <a:gd name="T11" fmla="*/ 0 h 12"/>
                <a:gd name="T12" fmla="*/ 9 w 41"/>
                <a:gd name="T13" fmla="*/ 0 h 12"/>
                <a:gd name="T14" fmla="*/ 22 w 41"/>
                <a:gd name="T15" fmla="*/ 0 h 12"/>
                <a:gd name="T16" fmla="*/ 29 w 41"/>
                <a:gd name="T17" fmla="*/ 0 h 12"/>
                <a:gd name="T18" fmla="*/ 41 w 41"/>
                <a:gd name="T19" fmla="*/ 2 h 12"/>
                <a:gd name="T20" fmla="*/ 39 w 41"/>
                <a:gd name="T2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12">
                  <a:moveTo>
                    <a:pt x="39" y="4"/>
                  </a:moveTo>
                  <a:cubicBezTo>
                    <a:pt x="34" y="8"/>
                    <a:pt x="27" y="8"/>
                    <a:pt x="22" y="12"/>
                  </a:cubicBezTo>
                  <a:cubicBezTo>
                    <a:pt x="22" y="12"/>
                    <a:pt x="21" y="12"/>
                    <a:pt x="20" y="12"/>
                  </a:cubicBezTo>
                  <a:cubicBezTo>
                    <a:pt x="17" y="10"/>
                    <a:pt x="13" y="12"/>
                    <a:pt x="9" y="11"/>
                  </a:cubicBezTo>
                  <a:cubicBezTo>
                    <a:pt x="4" y="10"/>
                    <a:pt x="0" y="8"/>
                    <a:pt x="0" y="4"/>
                  </a:cubicBezTo>
                  <a:cubicBezTo>
                    <a:pt x="2" y="2"/>
                    <a:pt x="6" y="3"/>
                    <a:pt x="8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3" y="0"/>
                    <a:pt x="17" y="0"/>
                    <a:pt x="22" y="0"/>
                  </a:cubicBezTo>
                  <a:cubicBezTo>
                    <a:pt x="24" y="1"/>
                    <a:pt x="26" y="0"/>
                    <a:pt x="29" y="0"/>
                  </a:cubicBezTo>
                  <a:cubicBezTo>
                    <a:pt x="33" y="1"/>
                    <a:pt x="37" y="0"/>
                    <a:pt x="41" y="2"/>
                  </a:cubicBezTo>
                  <a:cubicBezTo>
                    <a:pt x="41" y="4"/>
                    <a:pt x="39" y="3"/>
                    <a:pt x="39" y="4"/>
                  </a:cubicBezTo>
                  <a:close/>
                </a:path>
              </a:pathLst>
            </a:custGeom>
            <a:solidFill>
              <a:srgbClr val="FD9A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5" name="Freeform 726"/>
            <p:cNvSpPr/>
            <p:nvPr/>
          </p:nvSpPr>
          <p:spPr bwMode="auto">
            <a:xfrm>
              <a:off x="1776413" y="4838701"/>
              <a:ext cx="41275" cy="7938"/>
            </a:xfrm>
            <a:custGeom>
              <a:avLst/>
              <a:gdLst>
                <a:gd name="T0" fmla="*/ 0 w 11"/>
                <a:gd name="T1" fmla="*/ 1 h 2"/>
                <a:gd name="T2" fmla="*/ 11 w 11"/>
                <a:gd name="T3" fmla="*/ 2 h 2"/>
                <a:gd name="T4" fmla="*/ 0 w 11"/>
                <a:gd name="T5" fmla="*/ 2 h 2"/>
                <a:gd name="T6" fmla="*/ 0 w 11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2">
                  <a:moveTo>
                    <a:pt x="0" y="1"/>
                  </a:moveTo>
                  <a:cubicBezTo>
                    <a:pt x="4" y="1"/>
                    <a:pt x="8" y="0"/>
                    <a:pt x="11" y="2"/>
                  </a:cubicBezTo>
                  <a:cubicBezTo>
                    <a:pt x="8" y="2"/>
                    <a:pt x="4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E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6" name="Freeform 727"/>
            <p:cNvSpPr/>
            <p:nvPr/>
          </p:nvSpPr>
          <p:spPr bwMode="auto">
            <a:xfrm>
              <a:off x="1038226" y="3270251"/>
              <a:ext cx="400050" cy="644525"/>
            </a:xfrm>
            <a:custGeom>
              <a:avLst/>
              <a:gdLst>
                <a:gd name="T0" fmla="*/ 6 w 106"/>
                <a:gd name="T1" fmla="*/ 31 h 171"/>
                <a:gd name="T2" fmla="*/ 41 w 106"/>
                <a:gd name="T3" fmla="*/ 0 h 171"/>
                <a:gd name="T4" fmla="*/ 44 w 106"/>
                <a:gd name="T5" fmla="*/ 0 h 171"/>
                <a:gd name="T6" fmla="*/ 43 w 106"/>
                <a:gd name="T7" fmla="*/ 4 h 171"/>
                <a:gd name="T8" fmla="*/ 33 w 106"/>
                <a:gd name="T9" fmla="*/ 25 h 171"/>
                <a:gd name="T10" fmla="*/ 41 w 106"/>
                <a:gd name="T11" fmla="*/ 38 h 171"/>
                <a:gd name="T12" fmla="*/ 36 w 106"/>
                <a:gd name="T13" fmla="*/ 47 h 171"/>
                <a:gd name="T14" fmla="*/ 52 w 106"/>
                <a:gd name="T15" fmla="*/ 61 h 171"/>
                <a:gd name="T16" fmla="*/ 61 w 106"/>
                <a:gd name="T17" fmla="*/ 69 h 171"/>
                <a:gd name="T18" fmla="*/ 70 w 106"/>
                <a:gd name="T19" fmla="*/ 76 h 171"/>
                <a:gd name="T20" fmla="*/ 78 w 106"/>
                <a:gd name="T21" fmla="*/ 76 h 171"/>
                <a:gd name="T22" fmla="*/ 80 w 106"/>
                <a:gd name="T23" fmla="*/ 79 h 171"/>
                <a:gd name="T24" fmla="*/ 81 w 106"/>
                <a:gd name="T25" fmla="*/ 84 h 171"/>
                <a:gd name="T26" fmla="*/ 94 w 106"/>
                <a:gd name="T27" fmla="*/ 96 h 171"/>
                <a:gd name="T28" fmla="*/ 101 w 106"/>
                <a:gd name="T29" fmla="*/ 113 h 171"/>
                <a:gd name="T30" fmla="*/ 97 w 106"/>
                <a:gd name="T31" fmla="*/ 113 h 171"/>
                <a:gd name="T32" fmla="*/ 94 w 106"/>
                <a:gd name="T33" fmla="*/ 116 h 171"/>
                <a:gd name="T34" fmla="*/ 93 w 106"/>
                <a:gd name="T35" fmla="*/ 119 h 171"/>
                <a:gd name="T36" fmla="*/ 83 w 106"/>
                <a:gd name="T37" fmla="*/ 120 h 171"/>
                <a:gd name="T38" fmla="*/ 77 w 106"/>
                <a:gd name="T39" fmla="*/ 110 h 171"/>
                <a:gd name="T40" fmla="*/ 83 w 106"/>
                <a:gd name="T41" fmla="*/ 129 h 171"/>
                <a:gd name="T42" fmla="*/ 78 w 106"/>
                <a:gd name="T43" fmla="*/ 125 h 171"/>
                <a:gd name="T44" fmla="*/ 75 w 106"/>
                <a:gd name="T45" fmla="*/ 126 h 171"/>
                <a:gd name="T46" fmla="*/ 77 w 106"/>
                <a:gd name="T47" fmla="*/ 132 h 171"/>
                <a:gd name="T48" fmla="*/ 71 w 106"/>
                <a:gd name="T49" fmla="*/ 134 h 171"/>
                <a:gd name="T50" fmla="*/ 69 w 106"/>
                <a:gd name="T51" fmla="*/ 112 h 171"/>
                <a:gd name="T52" fmla="*/ 71 w 106"/>
                <a:gd name="T53" fmla="*/ 106 h 171"/>
                <a:gd name="T54" fmla="*/ 68 w 106"/>
                <a:gd name="T55" fmla="*/ 102 h 171"/>
                <a:gd name="T56" fmla="*/ 57 w 106"/>
                <a:gd name="T57" fmla="*/ 93 h 171"/>
                <a:gd name="T58" fmla="*/ 45 w 106"/>
                <a:gd name="T59" fmla="*/ 81 h 171"/>
                <a:gd name="T60" fmla="*/ 42 w 106"/>
                <a:gd name="T61" fmla="*/ 86 h 171"/>
                <a:gd name="T62" fmla="*/ 41 w 106"/>
                <a:gd name="T63" fmla="*/ 105 h 171"/>
                <a:gd name="T64" fmla="*/ 48 w 106"/>
                <a:gd name="T65" fmla="*/ 137 h 171"/>
                <a:gd name="T66" fmla="*/ 64 w 106"/>
                <a:gd name="T67" fmla="*/ 168 h 171"/>
                <a:gd name="T68" fmla="*/ 64 w 106"/>
                <a:gd name="T69" fmla="*/ 171 h 171"/>
                <a:gd name="T70" fmla="*/ 45 w 106"/>
                <a:gd name="T71" fmla="*/ 158 h 171"/>
                <a:gd name="T72" fmla="*/ 40 w 106"/>
                <a:gd name="T73" fmla="*/ 154 h 171"/>
                <a:gd name="T74" fmla="*/ 30 w 106"/>
                <a:gd name="T75" fmla="*/ 144 h 171"/>
                <a:gd name="T76" fmla="*/ 24 w 106"/>
                <a:gd name="T77" fmla="*/ 136 h 171"/>
                <a:gd name="T78" fmla="*/ 19 w 106"/>
                <a:gd name="T79" fmla="*/ 127 h 171"/>
                <a:gd name="T80" fmla="*/ 13 w 106"/>
                <a:gd name="T81" fmla="*/ 113 h 171"/>
                <a:gd name="T82" fmla="*/ 9 w 106"/>
                <a:gd name="T83" fmla="*/ 103 h 171"/>
                <a:gd name="T84" fmla="*/ 7 w 106"/>
                <a:gd name="T85" fmla="*/ 93 h 171"/>
                <a:gd name="T86" fmla="*/ 1 w 106"/>
                <a:gd name="T87" fmla="*/ 55 h 171"/>
                <a:gd name="T88" fmla="*/ 3 w 106"/>
                <a:gd name="T89" fmla="*/ 3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" h="171">
                  <a:moveTo>
                    <a:pt x="6" y="36"/>
                  </a:moveTo>
                  <a:cubicBezTo>
                    <a:pt x="4" y="34"/>
                    <a:pt x="5" y="32"/>
                    <a:pt x="6" y="31"/>
                  </a:cubicBezTo>
                  <a:cubicBezTo>
                    <a:pt x="15" y="20"/>
                    <a:pt x="23" y="8"/>
                    <a:pt x="38" y="2"/>
                  </a:cubicBezTo>
                  <a:cubicBezTo>
                    <a:pt x="39" y="1"/>
                    <a:pt x="40" y="1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2" y="0"/>
                    <a:pt x="43" y="0"/>
                    <a:pt x="44" y="0"/>
                  </a:cubicBezTo>
                  <a:cubicBezTo>
                    <a:pt x="45" y="0"/>
                    <a:pt x="45" y="1"/>
                    <a:pt x="45" y="1"/>
                  </a:cubicBezTo>
                  <a:cubicBezTo>
                    <a:pt x="45" y="2"/>
                    <a:pt x="44" y="3"/>
                    <a:pt x="43" y="4"/>
                  </a:cubicBezTo>
                  <a:cubicBezTo>
                    <a:pt x="37" y="8"/>
                    <a:pt x="35" y="15"/>
                    <a:pt x="30" y="20"/>
                  </a:cubicBezTo>
                  <a:cubicBezTo>
                    <a:pt x="27" y="23"/>
                    <a:pt x="28" y="24"/>
                    <a:pt x="33" y="25"/>
                  </a:cubicBezTo>
                  <a:cubicBezTo>
                    <a:pt x="35" y="25"/>
                    <a:pt x="38" y="25"/>
                    <a:pt x="41" y="26"/>
                  </a:cubicBezTo>
                  <a:cubicBezTo>
                    <a:pt x="43" y="30"/>
                    <a:pt x="41" y="34"/>
                    <a:pt x="41" y="38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37" y="41"/>
                    <a:pt x="39" y="46"/>
                    <a:pt x="36" y="47"/>
                  </a:cubicBezTo>
                  <a:cubicBezTo>
                    <a:pt x="35" y="47"/>
                    <a:pt x="35" y="49"/>
                    <a:pt x="37" y="50"/>
                  </a:cubicBezTo>
                  <a:cubicBezTo>
                    <a:pt x="42" y="54"/>
                    <a:pt x="48" y="56"/>
                    <a:pt x="52" y="61"/>
                  </a:cubicBezTo>
                  <a:cubicBezTo>
                    <a:pt x="53" y="63"/>
                    <a:pt x="57" y="63"/>
                    <a:pt x="59" y="65"/>
                  </a:cubicBezTo>
                  <a:cubicBezTo>
                    <a:pt x="59" y="67"/>
                    <a:pt x="61" y="68"/>
                    <a:pt x="61" y="69"/>
                  </a:cubicBezTo>
                  <a:cubicBezTo>
                    <a:pt x="62" y="71"/>
                    <a:pt x="63" y="72"/>
                    <a:pt x="65" y="73"/>
                  </a:cubicBezTo>
                  <a:cubicBezTo>
                    <a:pt x="67" y="73"/>
                    <a:pt x="70" y="72"/>
                    <a:pt x="70" y="76"/>
                  </a:cubicBezTo>
                  <a:cubicBezTo>
                    <a:pt x="70" y="78"/>
                    <a:pt x="73" y="77"/>
                    <a:pt x="75" y="77"/>
                  </a:cubicBezTo>
                  <a:cubicBezTo>
                    <a:pt x="76" y="77"/>
                    <a:pt x="77" y="77"/>
                    <a:pt x="78" y="76"/>
                  </a:cubicBezTo>
                  <a:cubicBezTo>
                    <a:pt x="79" y="76"/>
                    <a:pt x="80" y="75"/>
                    <a:pt x="81" y="77"/>
                  </a:cubicBezTo>
                  <a:cubicBezTo>
                    <a:pt x="82" y="78"/>
                    <a:pt x="81" y="79"/>
                    <a:pt x="80" y="79"/>
                  </a:cubicBezTo>
                  <a:cubicBezTo>
                    <a:pt x="79" y="80"/>
                    <a:pt x="77" y="80"/>
                    <a:pt x="78" y="82"/>
                  </a:cubicBezTo>
                  <a:cubicBezTo>
                    <a:pt x="79" y="83"/>
                    <a:pt x="79" y="84"/>
                    <a:pt x="81" y="84"/>
                  </a:cubicBezTo>
                  <a:cubicBezTo>
                    <a:pt x="83" y="84"/>
                    <a:pt x="84" y="86"/>
                    <a:pt x="85" y="88"/>
                  </a:cubicBezTo>
                  <a:cubicBezTo>
                    <a:pt x="87" y="91"/>
                    <a:pt x="90" y="94"/>
                    <a:pt x="94" y="96"/>
                  </a:cubicBezTo>
                  <a:cubicBezTo>
                    <a:pt x="98" y="98"/>
                    <a:pt x="102" y="103"/>
                    <a:pt x="104" y="108"/>
                  </a:cubicBezTo>
                  <a:cubicBezTo>
                    <a:pt x="106" y="111"/>
                    <a:pt x="101" y="111"/>
                    <a:pt x="101" y="113"/>
                  </a:cubicBezTo>
                  <a:cubicBezTo>
                    <a:pt x="101" y="114"/>
                    <a:pt x="101" y="114"/>
                    <a:pt x="100" y="114"/>
                  </a:cubicBezTo>
                  <a:cubicBezTo>
                    <a:pt x="99" y="114"/>
                    <a:pt x="98" y="114"/>
                    <a:pt x="97" y="113"/>
                  </a:cubicBezTo>
                  <a:cubicBezTo>
                    <a:pt x="97" y="114"/>
                    <a:pt x="99" y="115"/>
                    <a:pt x="98" y="116"/>
                  </a:cubicBezTo>
                  <a:cubicBezTo>
                    <a:pt x="97" y="117"/>
                    <a:pt x="95" y="117"/>
                    <a:pt x="94" y="116"/>
                  </a:cubicBezTo>
                  <a:cubicBezTo>
                    <a:pt x="95" y="117"/>
                    <a:pt x="100" y="117"/>
                    <a:pt x="97" y="121"/>
                  </a:cubicBezTo>
                  <a:cubicBezTo>
                    <a:pt x="95" y="122"/>
                    <a:pt x="94" y="120"/>
                    <a:pt x="93" y="119"/>
                  </a:cubicBezTo>
                  <a:cubicBezTo>
                    <a:pt x="91" y="118"/>
                    <a:pt x="89" y="115"/>
                    <a:pt x="86" y="116"/>
                  </a:cubicBezTo>
                  <a:cubicBezTo>
                    <a:pt x="85" y="118"/>
                    <a:pt x="85" y="120"/>
                    <a:pt x="83" y="120"/>
                  </a:cubicBezTo>
                  <a:cubicBezTo>
                    <a:pt x="81" y="119"/>
                    <a:pt x="81" y="117"/>
                    <a:pt x="81" y="116"/>
                  </a:cubicBezTo>
                  <a:cubicBezTo>
                    <a:pt x="80" y="114"/>
                    <a:pt x="78" y="112"/>
                    <a:pt x="77" y="110"/>
                  </a:cubicBezTo>
                  <a:cubicBezTo>
                    <a:pt x="80" y="115"/>
                    <a:pt x="82" y="122"/>
                    <a:pt x="84" y="128"/>
                  </a:cubicBezTo>
                  <a:cubicBezTo>
                    <a:pt x="84" y="128"/>
                    <a:pt x="83" y="128"/>
                    <a:pt x="83" y="129"/>
                  </a:cubicBezTo>
                  <a:cubicBezTo>
                    <a:pt x="82" y="129"/>
                    <a:pt x="81" y="129"/>
                    <a:pt x="81" y="128"/>
                  </a:cubicBezTo>
                  <a:cubicBezTo>
                    <a:pt x="79" y="128"/>
                    <a:pt x="79" y="126"/>
                    <a:pt x="78" y="125"/>
                  </a:cubicBezTo>
                  <a:cubicBezTo>
                    <a:pt x="77" y="124"/>
                    <a:pt x="76" y="124"/>
                    <a:pt x="75" y="124"/>
                  </a:cubicBezTo>
                  <a:cubicBezTo>
                    <a:pt x="75" y="124"/>
                    <a:pt x="75" y="125"/>
                    <a:pt x="75" y="126"/>
                  </a:cubicBezTo>
                  <a:cubicBezTo>
                    <a:pt x="74" y="127"/>
                    <a:pt x="75" y="128"/>
                    <a:pt x="76" y="128"/>
                  </a:cubicBezTo>
                  <a:cubicBezTo>
                    <a:pt x="79" y="129"/>
                    <a:pt x="79" y="129"/>
                    <a:pt x="77" y="132"/>
                  </a:cubicBezTo>
                  <a:cubicBezTo>
                    <a:pt x="76" y="134"/>
                    <a:pt x="77" y="138"/>
                    <a:pt x="73" y="139"/>
                  </a:cubicBezTo>
                  <a:cubicBezTo>
                    <a:pt x="71" y="138"/>
                    <a:pt x="71" y="136"/>
                    <a:pt x="71" y="134"/>
                  </a:cubicBezTo>
                  <a:cubicBezTo>
                    <a:pt x="70" y="129"/>
                    <a:pt x="69" y="124"/>
                    <a:pt x="68" y="120"/>
                  </a:cubicBezTo>
                  <a:cubicBezTo>
                    <a:pt x="68" y="117"/>
                    <a:pt x="69" y="115"/>
                    <a:pt x="69" y="112"/>
                  </a:cubicBezTo>
                  <a:cubicBezTo>
                    <a:pt x="70" y="111"/>
                    <a:pt x="71" y="109"/>
                    <a:pt x="71" y="107"/>
                  </a:cubicBezTo>
                  <a:cubicBezTo>
                    <a:pt x="71" y="107"/>
                    <a:pt x="71" y="107"/>
                    <a:pt x="71" y="106"/>
                  </a:cubicBezTo>
                  <a:cubicBezTo>
                    <a:pt x="72" y="106"/>
                    <a:pt x="73" y="106"/>
                    <a:pt x="72" y="106"/>
                  </a:cubicBezTo>
                  <a:cubicBezTo>
                    <a:pt x="71" y="104"/>
                    <a:pt x="70" y="103"/>
                    <a:pt x="68" y="102"/>
                  </a:cubicBezTo>
                  <a:cubicBezTo>
                    <a:pt x="67" y="102"/>
                    <a:pt x="67" y="101"/>
                    <a:pt x="67" y="101"/>
                  </a:cubicBezTo>
                  <a:cubicBezTo>
                    <a:pt x="63" y="99"/>
                    <a:pt x="60" y="96"/>
                    <a:pt x="57" y="93"/>
                  </a:cubicBezTo>
                  <a:cubicBezTo>
                    <a:pt x="53" y="91"/>
                    <a:pt x="53" y="86"/>
                    <a:pt x="49" y="85"/>
                  </a:cubicBezTo>
                  <a:cubicBezTo>
                    <a:pt x="47" y="84"/>
                    <a:pt x="46" y="82"/>
                    <a:pt x="45" y="81"/>
                  </a:cubicBezTo>
                  <a:cubicBezTo>
                    <a:pt x="44" y="82"/>
                    <a:pt x="44" y="84"/>
                    <a:pt x="43" y="85"/>
                  </a:cubicBezTo>
                  <a:cubicBezTo>
                    <a:pt x="43" y="86"/>
                    <a:pt x="43" y="86"/>
                    <a:pt x="42" y="86"/>
                  </a:cubicBezTo>
                  <a:cubicBezTo>
                    <a:pt x="39" y="88"/>
                    <a:pt x="39" y="91"/>
                    <a:pt x="39" y="94"/>
                  </a:cubicBezTo>
                  <a:cubicBezTo>
                    <a:pt x="40" y="98"/>
                    <a:pt x="41" y="101"/>
                    <a:pt x="41" y="105"/>
                  </a:cubicBezTo>
                  <a:cubicBezTo>
                    <a:pt x="41" y="106"/>
                    <a:pt x="42" y="108"/>
                    <a:pt x="42" y="110"/>
                  </a:cubicBezTo>
                  <a:cubicBezTo>
                    <a:pt x="42" y="119"/>
                    <a:pt x="43" y="128"/>
                    <a:pt x="48" y="137"/>
                  </a:cubicBezTo>
                  <a:cubicBezTo>
                    <a:pt x="51" y="144"/>
                    <a:pt x="54" y="151"/>
                    <a:pt x="58" y="158"/>
                  </a:cubicBezTo>
                  <a:cubicBezTo>
                    <a:pt x="60" y="161"/>
                    <a:pt x="62" y="165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4" y="170"/>
                    <a:pt x="64" y="171"/>
                    <a:pt x="64" y="171"/>
                  </a:cubicBezTo>
                  <a:cubicBezTo>
                    <a:pt x="60" y="171"/>
                    <a:pt x="58" y="169"/>
                    <a:pt x="55" y="167"/>
                  </a:cubicBezTo>
                  <a:cubicBezTo>
                    <a:pt x="53" y="162"/>
                    <a:pt x="48" y="161"/>
                    <a:pt x="45" y="158"/>
                  </a:cubicBezTo>
                  <a:cubicBezTo>
                    <a:pt x="45" y="157"/>
                    <a:pt x="45" y="157"/>
                    <a:pt x="44" y="157"/>
                  </a:cubicBezTo>
                  <a:cubicBezTo>
                    <a:pt x="44" y="155"/>
                    <a:pt x="42" y="154"/>
                    <a:pt x="40" y="154"/>
                  </a:cubicBezTo>
                  <a:cubicBezTo>
                    <a:pt x="37" y="152"/>
                    <a:pt x="35" y="150"/>
                    <a:pt x="33" y="148"/>
                  </a:cubicBezTo>
                  <a:cubicBezTo>
                    <a:pt x="32" y="147"/>
                    <a:pt x="32" y="145"/>
                    <a:pt x="30" y="144"/>
                  </a:cubicBezTo>
                  <a:cubicBezTo>
                    <a:pt x="29" y="143"/>
                    <a:pt x="29" y="143"/>
                    <a:pt x="28" y="142"/>
                  </a:cubicBezTo>
                  <a:cubicBezTo>
                    <a:pt x="27" y="140"/>
                    <a:pt x="26" y="137"/>
                    <a:pt x="24" y="136"/>
                  </a:cubicBezTo>
                  <a:cubicBezTo>
                    <a:pt x="22" y="135"/>
                    <a:pt x="21" y="134"/>
                    <a:pt x="20" y="132"/>
                  </a:cubicBezTo>
                  <a:cubicBezTo>
                    <a:pt x="20" y="130"/>
                    <a:pt x="20" y="129"/>
                    <a:pt x="19" y="127"/>
                  </a:cubicBezTo>
                  <a:cubicBezTo>
                    <a:pt x="18" y="124"/>
                    <a:pt x="16" y="121"/>
                    <a:pt x="15" y="117"/>
                  </a:cubicBezTo>
                  <a:cubicBezTo>
                    <a:pt x="14" y="116"/>
                    <a:pt x="13" y="115"/>
                    <a:pt x="13" y="113"/>
                  </a:cubicBezTo>
                  <a:cubicBezTo>
                    <a:pt x="12" y="112"/>
                    <a:pt x="11" y="110"/>
                    <a:pt x="11" y="108"/>
                  </a:cubicBezTo>
                  <a:cubicBezTo>
                    <a:pt x="10" y="106"/>
                    <a:pt x="10" y="104"/>
                    <a:pt x="9" y="103"/>
                  </a:cubicBezTo>
                  <a:cubicBezTo>
                    <a:pt x="9" y="101"/>
                    <a:pt x="10" y="100"/>
                    <a:pt x="8" y="98"/>
                  </a:cubicBezTo>
                  <a:cubicBezTo>
                    <a:pt x="7" y="97"/>
                    <a:pt x="7" y="95"/>
                    <a:pt x="7" y="93"/>
                  </a:cubicBezTo>
                  <a:cubicBezTo>
                    <a:pt x="6" y="92"/>
                    <a:pt x="7" y="90"/>
                    <a:pt x="6" y="88"/>
                  </a:cubicBezTo>
                  <a:cubicBezTo>
                    <a:pt x="4" y="77"/>
                    <a:pt x="0" y="66"/>
                    <a:pt x="1" y="55"/>
                  </a:cubicBezTo>
                  <a:cubicBezTo>
                    <a:pt x="2" y="50"/>
                    <a:pt x="3" y="46"/>
                    <a:pt x="1" y="42"/>
                  </a:cubicBezTo>
                  <a:cubicBezTo>
                    <a:pt x="0" y="40"/>
                    <a:pt x="2" y="39"/>
                    <a:pt x="3" y="39"/>
                  </a:cubicBezTo>
                  <a:cubicBezTo>
                    <a:pt x="4" y="38"/>
                    <a:pt x="7" y="39"/>
                    <a:pt x="6" y="36"/>
                  </a:cubicBezTo>
                  <a:close/>
                </a:path>
              </a:pathLst>
            </a:custGeom>
            <a:solidFill>
              <a:srgbClr val="BFD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7" name="Freeform 728"/>
            <p:cNvSpPr/>
            <p:nvPr/>
          </p:nvSpPr>
          <p:spPr bwMode="auto">
            <a:xfrm>
              <a:off x="2201863" y="3265489"/>
              <a:ext cx="331788" cy="309563"/>
            </a:xfrm>
            <a:custGeom>
              <a:avLst/>
              <a:gdLst>
                <a:gd name="T0" fmla="*/ 0 w 88"/>
                <a:gd name="T1" fmla="*/ 0 h 82"/>
                <a:gd name="T2" fmla="*/ 13 w 88"/>
                <a:gd name="T3" fmla="*/ 5 h 82"/>
                <a:gd name="T4" fmla="*/ 18 w 88"/>
                <a:gd name="T5" fmla="*/ 9 h 82"/>
                <a:gd name="T6" fmla="*/ 18 w 88"/>
                <a:gd name="T7" fmla="*/ 9 h 82"/>
                <a:gd name="T8" fmla="*/ 21 w 88"/>
                <a:gd name="T9" fmla="*/ 12 h 82"/>
                <a:gd name="T10" fmla="*/ 26 w 88"/>
                <a:gd name="T11" fmla="*/ 16 h 82"/>
                <a:gd name="T12" fmla="*/ 33 w 88"/>
                <a:gd name="T13" fmla="*/ 21 h 82"/>
                <a:gd name="T14" fmla="*/ 41 w 88"/>
                <a:gd name="T15" fmla="*/ 28 h 82"/>
                <a:gd name="T16" fmla="*/ 49 w 88"/>
                <a:gd name="T17" fmla="*/ 30 h 82"/>
                <a:gd name="T18" fmla="*/ 74 w 88"/>
                <a:gd name="T19" fmla="*/ 46 h 82"/>
                <a:gd name="T20" fmla="*/ 74 w 88"/>
                <a:gd name="T21" fmla="*/ 54 h 82"/>
                <a:gd name="T22" fmla="*/ 80 w 88"/>
                <a:gd name="T23" fmla="*/ 52 h 82"/>
                <a:gd name="T24" fmla="*/ 86 w 88"/>
                <a:gd name="T25" fmla="*/ 66 h 82"/>
                <a:gd name="T26" fmla="*/ 81 w 88"/>
                <a:gd name="T27" fmla="*/ 68 h 82"/>
                <a:gd name="T28" fmla="*/ 76 w 88"/>
                <a:gd name="T29" fmla="*/ 68 h 82"/>
                <a:gd name="T30" fmla="*/ 76 w 88"/>
                <a:gd name="T31" fmla="*/ 68 h 82"/>
                <a:gd name="T32" fmla="*/ 78 w 88"/>
                <a:gd name="T33" fmla="*/ 75 h 82"/>
                <a:gd name="T34" fmla="*/ 69 w 88"/>
                <a:gd name="T35" fmla="*/ 80 h 82"/>
                <a:gd name="T36" fmla="*/ 66 w 88"/>
                <a:gd name="T37" fmla="*/ 81 h 82"/>
                <a:gd name="T38" fmla="*/ 62 w 88"/>
                <a:gd name="T39" fmla="*/ 78 h 82"/>
                <a:gd name="T40" fmla="*/ 36 w 88"/>
                <a:gd name="T41" fmla="*/ 75 h 82"/>
                <a:gd name="T42" fmla="*/ 10 w 88"/>
                <a:gd name="T43" fmla="*/ 81 h 82"/>
                <a:gd name="T44" fmla="*/ 7 w 88"/>
                <a:gd name="T45" fmla="*/ 82 h 82"/>
                <a:gd name="T46" fmla="*/ 11 w 88"/>
                <a:gd name="T47" fmla="*/ 71 h 82"/>
                <a:gd name="T48" fmla="*/ 12 w 88"/>
                <a:gd name="T49" fmla="*/ 69 h 82"/>
                <a:gd name="T50" fmla="*/ 10 w 88"/>
                <a:gd name="T51" fmla="*/ 69 h 82"/>
                <a:gd name="T52" fmla="*/ 7 w 88"/>
                <a:gd name="T53" fmla="*/ 70 h 82"/>
                <a:gd name="T54" fmla="*/ 13 w 88"/>
                <a:gd name="T55" fmla="*/ 62 h 82"/>
                <a:gd name="T56" fmla="*/ 16 w 88"/>
                <a:gd name="T57" fmla="*/ 53 h 82"/>
                <a:gd name="T58" fmla="*/ 15 w 88"/>
                <a:gd name="T59" fmla="*/ 47 h 82"/>
                <a:gd name="T60" fmla="*/ 13 w 88"/>
                <a:gd name="T61" fmla="*/ 42 h 82"/>
                <a:gd name="T62" fmla="*/ 13 w 88"/>
                <a:gd name="T63" fmla="*/ 40 h 82"/>
                <a:gd name="T64" fmla="*/ 17 w 88"/>
                <a:gd name="T65" fmla="*/ 35 h 82"/>
                <a:gd name="T66" fmla="*/ 7 w 88"/>
                <a:gd name="T67" fmla="*/ 15 h 82"/>
                <a:gd name="T68" fmla="*/ 0 w 88"/>
                <a:gd name="T6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8" h="82">
                  <a:moveTo>
                    <a:pt x="0" y="0"/>
                  </a:moveTo>
                  <a:cubicBezTo>
                    <a:pt x="5" y="1"/>
                    <a:pt x="8" y="4"/>
                    <a:pt x="13" y="5"/>
                  </a:cubicBezTo>
                  <a:cubicBezTo>
                    <a:pt x="15" y="6"/>
                    <a:pt x="17" y="7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10"/>
                    <a:pt x="20" y="11"/>
                    <a:pt x="21" y="12"/>
                  </a:cubicBezTo>
                  <a:cubicBezTo>
                    <a:pt x="22" y="14"/>
                    <a:pt x="24" y="15"/>
                    <a:pt x="26" y="16"/>
                  </a:cubicBezTo>
                  <a:cubicBezTo>
                    <a:pt x="28" y="17"/>
                    <a:pt x="31" y="19"/>
                    <a:pt x="33" y="21"/>
                  </a:cubicBezTo>
                  <a:cubicBezTo>
                    <a:pt x="37" y="22"/>
                    <a:pt x="37" y="27"/>
                    <a:pt x="41" y="28"/>
                  </a:cubicBezTo>
                  <a:cubicBezTo>
                    <a:pt x="44" y="29"/>
                    <a:pt x="47" y="28"/>
                    <a:pt x="49" y="30"/>
                  </a:cubicBezTo>
                  <a:cubicBezTo>
                    <a:pt x="58" y="35"/>
                    <a:pt x="67" y="39"/>
                    <a:pt x="74" y="46"/>
                  </a:cubicBezTo>
                  <a:cubicBezTo>
                    <a:pt x="76" y="49"/>
                    <a:pt x="74" y="52"/>
                    <a:pt x="74" y="54"/>
                  </a:cubicBezTo>
                  <a:cubicBezTo>
                    <a:pt x="75" y="50"/>
                    <a:pt x="77" y="51"/>
                    <a:pt x="80" y="52"/>
                  </a:cubicBezTo>
                  <a:cubicBezTo>
                    <a:pt x="85" y="54"/>
                    <a:pt x="88" y="62"/>
                    <a:pt x="86" y="66"/>
                  </a:cubicBezTo>
                  <a:cubicBezTo>
                    <a:pt x="85" y="69"/>
                    <a:pt x="84" y="69"/>
                    <a:pt x="81" y="68"/>
                  </a:cubicBezTo>
                  <a:cubicBezTo>
                    <a:pt x="80" y="68"/>
                    <a:pt x="78" y="67"/>
                    <a:pt x="76" y="68"/>
                  </a:cubicBezTo>
                  <a:cubicBezTo>
                    <a:pt x="77" y="68"/>
                    <a:pt x="76" y="68"/>
                    <a:pt x="76" y="68"/>
                  </a:cubicBezTo>
                  <a:cubicBezTo>
                    <a:pt x="81" y="69"/>
                    <a:pt x="79" y="72"/>
                    <a:pt x="78" y="75"/>
                  </a:cubicBezTo>
                  <a:cubicBezTo>
                    <a:pt x="76" y="78"/>
                    <a:pt x="72" y="78"/>
                    <a:pt x="69" y="80"/>
                  </a:cubicBezTo>
                  <a:cubicBezTo>
                    <a:pt x="68" y="81"/>
                    <a:pt x="67" y="81"/>
                    <a:pt x="66" y="81"/>
                  </a:cubicBezTo>
                  <a:cubicBezTo>
                    <a:pt x="64" y="80"/>
                    <a:pt x="63" y="79"/>
                    <a:pt x="62" y="78"/>
                  </a:cubicBezTo>
                  <a:cubicBezTo>
                    <a:pt x="54" y="73"/>
                    <a:pt x="45" y="75"/>
                    <a:pt x="36" y="75"/>
                  </a:cubicBezTo>
                  <a:cubicBezTo>
                    <a:pt x="27" y="75"/>
                    <a:pt x="18" y="78"/>
                    <a:pt x="10" y="81"/>
                  </a:cubicBezTo>
                  <a:cubicBezTo>
                    <a:pt x="9" y="82"/>
                    <a:pt x="8" y="82"/>
                    <a:pt x="7" y="82"/>
                  </a:cubicBezTo>
                  <a:cubicBezTo>
                    <a:pt x="5" y="75"/>
                    <a:pt x="5" y="74"/>
                    <a:pt x="11" y="71"/>
                  </a:cubicBezTo>
                  <a:cubicBezTo>
                    <a:pt x="11" y="70"/>
                    <a:pt x="13" y="70"/>
                    <a:pt x="12" y="69"/>
                  </a:cubicBezTo>
                  <a:cubicBezTo>
                    <a:pt x="11" y="68"/>
                    <a:pt x="11" y="69"/>
                    <a:pt x="10" y="69"/>
                  </a:cubicBezTo>
                  <a:cubicBezTo>
                    <a:pt x="9" y="70"/>
                    <a:pt x="8" y="70"/>
                    <a:pt x="7" y="70"/>
                  </a:cubicBezTo>
                  <a:cubicBezTo>
                    <a:pt x="5" y="65"/>
                    <a:pt x="7" y="63"/>
                    <a:pt x="13" y="62"/>
                  </a:cubicBezTo>
                  <a:cubicBezTo>
                    <a:pt x="10" y="58"/>
                    <a:pt x="13" y="55"/>
                    <a:pt x="16" y="53"/>
                  </a:cubicBezTo>
                  <a:cubicBezTo>
                    <a:pt x="15" y="51"/>
                    <a:pt x="12" y="50"/>
                    <a:pt x="15" y="47"/>
                  </a:cubicBezTo>
                  <a:cubicBezTo>
                    <a:pt x="15" y="46"/>
                    <a:pt x="14" y="44"/>
                    <a:pt x="13" y="42"/>
                  </a:cubicBezTo>
                  <a:cubicBezTo>
                    <a:pt x="13" y="41"/>
                    <a:pt x="13" y="40"/>
                    <a:pt x="13" y="40"/>
                  </a:cubicBezTo>
                  <a:cubicBezTo>
                    <a:pt x="17" y="40"/>
                    <a:pt x="15" y="36"/>
                    <a:pt x="17" y="35"/>
                  </a:cubicBezTo>
                  <a:cubicBezTo>
                    <a:pt x="12" y="29"/>
                    <a:pt x="11" y="21"/>
                    <a:pt x="7" y="15"/>
                  </a:cubicBezTo>
                  <a:cubicBezTo>
                    <a:pt x="5" y="10"/>
                    <a:pt x="2" y="5"/>
                    <a:pt x="0" y="0"/>
                  </a:cubicBezTo>
                  <a:close/>
                </a:path>
              </a:pathLst>
            </a:custGeom>
            <a:solidFill>
              <a:srgbClr val="B6D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8" name="Freeform 729"/>
            <p:cNvSpPr/>
            <p:nvPr/>
          </p:nvSpPr>
          <p:spPr bwMode="auto">
            <a:xfrm>
              <a:off x="2089151" y="3605214"/>
              <a:ext cx="490538" cy="298450"/>
            </a:xfrm>
            <a:custGeom>
              <a:avLst/>
              <a:gdLst>
                <a:gd name="T0" fmla="*/ 120 w 130"/>
                <a:gd name="T1" fmla="*/ 18 h 79"/>
                <a:gd name="T2" fmla="*/ 120 w 130"/>
                <a:gd name="T3" fmla="*/ 22 h 79"/>
                <a:gd name="T4" fmla="*/ 120 w 130"/>
                <a:gd name="T5" fmla="*/ 22 h 79"/>
                <a:gd name="T6" fmla="*/ 126 w 130"/>
                <a:gd name="T7" fmla="*/ 39 h 79"/>
                <a:gd name="T8" fmla="*/ 130 w 130"/>
                <a:gd name="T9" fmla="*/ 44 h 79"/>
                <a:gd name="T10" fmla="*/ 122 w 130"/>
                <a:gd name="T11" fmla="*/ 57 h 79"/>
                <a:gd name="T12" fmla="*/ 119 w 130"/>
                <a:gd name="T13" fmla="*/ 60 h 79"/>
                <a:gd name="T14" fmla="*/ 115 w 130"/>
                <a:gd name="T15" fmla="*/ 62 h 79"/>
                <a:gd name="T16" fmla="*/ 107 w 130"/>
                <a:gd name="T17" fmla="*/ 62 h 79"/>
                <a:gd name="T18" fmla="*/ 102 w 130"/>
                <a:gd name="T19" fmla="*/ 67 h 79"/>
                <a:gd name="T20" fmla="*/ 97 w 130"/>
                <a:gd name="T21" fmla="*/ 74 h 79"/>
                <a:gd name="T22" fmla="*/ 89 w 130"/>
                <a:gd name="T23" fmla="*/ 79 h 79"/>
                <a:gd name="T24" fmla="*/ 89 w 130"/>
                <a:gd name="T25" fmla="*/ 75 h 79"/>
                <a:gd name="T26" fmla="*/ 95 w 130"/>
                <a:gd name="T27" fmla="*/ 61 h 79"/>
                <a:gd name="T28" fmla="*/ 99 w 130"/>
                <a:gd name="T29" fmla="*/ 60 h 79"/>
                <a:gd name="T30" fmla="*/ 102 w 130"/>
                <a:gd name="T31" fmla="*/ 53 h 79"/>
                <a:gd name="T32" fmla="*/ 103 w 130"/>
                <a:gd name="T33" fmla="*/ 40 h 79"/>
                <a:gd name="T34" fmla="*/ 103 w 130"/>
                <a:gd name="T35" fmla="*/ 27 h 79"/>
                <a:gd name="T36" fmla="*/ 100 w 130"/>
                <a:gd name="T37" fmla="*/ 25 h 79"/>
                <a:gd name="T38" fmla="*/ 92 w 130"/>
                <a:gd name="T39" fmla="*/ 24 h 79"/>
                <a:gd name="T40" fmla="*/ 90 w 130"/>
                <a:gd name="T41" fmla="*/ 24 h 79"/>
                <a:gd name="T42" fmla="*/ 76 w 130"/>
                <a:gd name="T43" fmla="*/ 37 h 79"/>
                <a:gd name="T44" fmla="*/ 71 w 130"/>
                <a:gd name="T45" fmla="*/ 44 h 79"/>
                <a:gd name="T46" fmla="*/ 68 w 130"/>
                <a:gd name="T47" fmla="*/ 47 h 79"/>
                <a:gd name="T48" fmla="*/ 49 w 130"/>
                <a:gd name="T49" fmla="*/ 46 h 79"/>
                <a:gd name="T50" fmla="*/ 45 w 130"/>
                <a:gd name="T51" fmla="*/ 47 h 79"/>
                <a:gd name="T52" fmla="*/ 26 w 130"/>
                <a:gd name="T53" fmla="*/ 57 h 79"/>
                <a:gd name="T54" fmla="*/ 17 w 130"/>
                <a:gd name="T55" fmla="*/ 61 h 79"/>
                <a:gd name="T56" fmla="*/ 10 w 130"/>
                <a:gd name="T57" fmla="*/ 64 h 79"/>
                <a:gd name="T58" fmla="*/ 0 w 130"/>
                <a:gd name="T59" fmla="*/ 63 h 79"/>
                <a:gd name="T60" fmla="*/ 0 w 130"/>
                <a:gd name="T61" fmla="*/ 62 h 79"/>
                <a:gd name="T62" fmla="*/ 9 w 130"/>
                <a:gd name="T63" fmla="*/ 55 h 79"/>
                <a:gd name="T64" fmla="*/ 29 w 130"/>
                <a:gd name="T65" fmla="*/ 45 h 79"/>
                <a:gd name="T66" fmla="*/ 48 w 130"/>
                <a:gd name="T67" fmla="*/ 35 h 79"/>
                <a:gd name="T68" fmla="*/ 75 w 130"/>
                <a:gd name="T69" fmla="*/ 22 h 79"/>
                <a:gd name="T70" fmla="*/ 88 w 130"/>
                <a:gd name="T71" fmla="*/ 15 h 79"/>
                <a:gd name="T72" fmla="*/ 111 w 130"/>
                <a:gd name="T73" fmla="*/ 1 h 79"/>
                <a:gd name="T74" fmla="*/ 113 w 130"/>
                <a:gd name="T75" fmla="*/ 0 h 79"/>
                <a:gd name="T76" fmla="*/ 121 w 130"/>
                <a:gd name="T77" fmla="*/ 12 h 79"/>
                <a:gd name="T78" fmla="*/ 120 w 130"/>
                <a:gd name="T79" fmla="*/ 1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0" h="79">
                  <a:moveTo>
                    <a:pt x="120" y="18"/>
                  </a:moveTo>
                  <a:cubicBezTo>
                    <a:pt x="120" y="19"/>
                    <a:pt x="120" y="20"/>
                    <a:pt x="120" y="22"/>
                  </a:cubicBezTo>
                  <a:cubicBezTo>
                    <a:pt x="120" y="22"/>
                    <a:pt x="120" y="22"/>
                    <a:pt x="120" y="22"/>
                  </a:cubicBezTo>
                  <a:cubicBezTo>
                    <a:pt x="120" y="28"/>
                    <a:pt x="122" y="34"/>
                    <a:pt x="126" y="39"/>
                  </a:cubicBezTo>
                  <a:cubicBezTo>
                    <a:pt x="127" y="40"/>
                    <a:pt x="130" y="41"/>
                    <a:pt x="130" y="44"/>
                  </a:cubicBezTo>
                  <a:cubicBezTo>
                    <a:pt x="130" y="50"/>
                    <a:pt x="126" y="53"/>
                    <a:pt x="122" y="57"/>
                  </a:cubicBezTo>
                  <a:cubicBezTo>
                    <a:pt x="121" y="58"/>
                    <a:pt x="120" y="58"/>
                    <a:pt x="119" y="60"/>
                  </a:cubicBezTo>
                  <a:cubicBezTo>
                    <a:pt x="118" y="61"/>
                    <a:pt x="117" y="62"/>
                    <a:pt x="115" y="62"/>
                  </a:cubicBezTo>
                  <a:cubicBezTo>
                    <a:pt x="112" y="62"/>
                    <a:pt x="110" y="62"/>
                    <a:pt x="107" y="62"/>
                  </a:cubicBezTo>
                  <a:cubicBezTo>
                    <a:pt x="104" y="63"/>
                    <a:pt x="102" y="64"/>
                    <a:pt x="102" y="67"/>
                  </a:cubicBezTo>
                  <a:cubicBezTo>
                    <a:pt x="101" y="70"/>
                    <a:pt x="99" y="72"/>
                    <a:pt x="97" y="74"/>
                  </a:cubicBezTo>
                  <a:cubicBezTo>
                    <a:pt x="95" y="77"/>
                    <a:pt x="92" y="78"/>
                    <a:pt x="89" y="79"/>
                  </a:cubicBezTo>
                  <a:cubicBezTo>
                    <a:pt x="86" y="78"/>
                    <a:pt x="88" y="76"/>
                    <a:pt x="89" y="75"/>
                  </a:cubicBezTo>
                  <a:cubicBezTo>
                    <a:pt x="93" y="71"/>
                    <a:pt x="95" y="66"/>
                    <a:pt x="95" y="61"/>
                  </a:cubicBezTo>
                  <a:cubicBezTo>
                    <a:pt x="96" y="60"/>
                    <a:pt x="98" y="60"/>
                    <a:pt x="99" y="60"/>
                  </a:cubicBezTo>
                  <a:cubicBezTo>
                    <a:pt x="103" y="59"/>
                    <a:pt x="104" y="56"/>
                    <a:pt x="102" y="53"/>
                  </a:cubicBezTo>
                  <a:cubicBezTo>
                    <a:pt x="100" y="48"/>
                    <a:pt x="100" y="44"/>
                    <a:pt x="103" y="40"/>
                  </a:cubicBezTo>
                  <a:cubicBezTo>
                    <a:pt x="105" y="36"/>
                    <a:pt x="103" y="31"/>
                    <a:pt x="103" y="27"/>
                  </a:cubicBezTo>
                  <a:cubicBezTo>
                    <a:pt x="102" y="26"/>
                    <a:pt x="101" y="25"/>
                    <a:pt x="100" y="25"/>
                  </a:cubicBezTo>
                  <a:cubicBezTo>
                    <a:pt x="97" y="24"/>
                    <a:pt x="94" y="25"/>
                    <a:pt x="92" y="24"/>
                  </a:cubicBezTo>
                  <a:cubicBezTo>
                    <a:pt x="91" y="23"/>
                    <a:pt x="90" y="23"/>
                    <a:pt x="90" y="24"/>
                  </a:cubicBezTo>
                  <a:cubicBezTo>
                    <a:pt x="86" y="30"/>
                    <a:pt x="81" y="33"/>
                    <a:pt x="76" y="37"/>
                  </a:cubicBezTo>
                  <a:cubicBezTo>
                    <a:pt x="74" y="39"/>
                    <a:pt x="71" y="41"/>
                    <a:pt x="71" y="44"/>
                  </a:cubicBezTo>
                  <a:cubicBezTo>
                    <a:pt x="71" y="46"/>
                    <a:pt x="69" y="47"/>
                    <a:pt x="68" y="47"/>
                  </a:cubicBezTo>
                  <a:cubicBezTo>
                    <a:pt x="62" y="45"/>
                    <a:pt x="55" y="46"/>
                    <a:pt x="49" y="46"/>
                  </a:cubicBezTo>
                  <a:cubicBezTo>
                    <a:pt x="48" y="46"/>
                    <a:pt x="46" y="46"/>
                    <a:pt x="45" y="47"/>
                  </a:cubicBezTo>
                  <a:cubicBezTo>
                    <a:pt x="40" y="52"/>
                    <a:pt x="33" y="55"/>
                    <a:pt x="26" y="57"/>
                  </a:cubicBezTo>
                  <a:cubicBezTo>
                    <a:pt x="23" y="58"/>
                    <a:pt x="20" y="60"/>
                    <a:pt x="17" y="61"/>
                  </a:cubicBezTo>
                  <a:cubicBezTo>
                    <a:pt x="15" y="62"/>
                    <a:pt x="12" y="63"/>
                    <a:pt x="10" y="64"/>
                  </a:cubicBezTo>
                  <a:cubicBezTo>
                    <a:pt x="7" y="64"/>
                    <a:pt x="4" y="65"/>
                    <a:pt x="0" y="63"/>
                  </a:cubicBezTo>
                  <a:cubicBezTo>
                    <a:pt x="0" y="63"/>
                    <a:pt x="0" y="62"/>
                    <a:pt x="0" y="62"/>
                  </a:cubicBezTo>
                  <a:cubicBezTo>
                    <a:pt x="3" y="60"/>
                    <a:pt x="8" y="59"/>
                    <a:pt x="9" y="55"/>
                  </a:cubicBezTo>
                  <a:cubicBezTo>
                    <a:pt x="15" y="51"/>
                    <a:pt x="22" y="49"/>
                    <a:pt x="29" y="45"/>
                  </a:cubicBezTo>
                  <a:cubicBezTo>
                    <a:pt x="35" y="42"/>
                    <a:pt x="42" y="38"/>
                    <a:pt x="48" y="35"/>
                  </a:cubicBezTo>
                  <a:cubicBezTo>
                    <a:pt x="57" y="31"/>
                    <a:pt x="67" y="28"/>
                    <a:pt x="75" y="22"/>
                  </a:cubicBezTo>
                  <a:cubicBezTo>
                    <a:pt x="79" y="19"/>
                    <a:pt x="84" y="19"/>
                    <a:pt x="88" y="15"/>
                  </a:cubicBezTo>
                  <a:cubicBezTo>
                    <a:pt x="96" y="12"/>
                    <a:pt x="103" y="5"/>
                    <a:pt x="111" y="1"/>
                  </a:cubicBezTo>
                  <a:cubicBezTo>
                    <a:pt x="112" y="0"/>
                    <a:pt x="113" y="0"/>
                    <a:pt x="113" y="0"/>
                  </a:cubicBezTo>
                  <a:cubicBezTo>
                    <a:pt x="120" y="2"/>
                    <a:pt x="122" y="6"/>
                    <a:pt x="121" y="12"/>
                  </a:cubicBezTo>
                  <a:cubicBezTo>
                    <a:pt x="121" y="14"/>
                    <a:pt x="120" y="16"/>
                    <a:pt x="120" y="18"/>
                  </a:cubicBezTo>
                  <a:close/>
                </a:path>
              </a:pathLst>
            </a:custGeom>
            <a:solidFill>
              <a:srgbClr val="F7F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9" name="Freeform 730"/>
            <p:cNvSpPr/>
            <p:nvPr/>
          </p:nvSpPr>
          <p:spPr bwMode="auto">
            <a:xfrm>
              <a:off x="906463" y="3733801"/>
              <a:ext cx="301625" cy="222250"/>
            </a:xfrm>
            <a:custGeom>
              <a:avLst/>
              <a:gdLst>
                <a:gd name="T0" fmla="*/ 69 w 80"/>
                <a:gd name="T1" fmla="*/ 24 h 59"/>
                <a:gd name="T2" fmla="*/ 76 w 80"/>
                <a:gd name="T3" fmla="*/ 30 h 59"/>
                <a:gd name="T4" fmla="*/ 80 w 80"/>
                <a:gd name="T5" fmla="*/ 34 h 59"/>
                <a:gd name="T6" fmla="*/ 80 w 80"/>
                <a:gd name="T7" fmla="*/ 34 h 59"/>
                <a:gd name="T8" fmla="*/ 80 w 80"/>
                <a:gd name="T9" fmla="*/ 35 h 59"/>
                <a:gd name="T10" fmla="*/ 74 w 80"/>
                <a:gd name="T11" fmla="*/ 33 h 59"/>
                <a:gd name="T12" fmla="*/ 67 w 80"/>
                <a:gd name="T13" fmla="*/ 31 h 59"/>
                <a:gd name="T14" fmla="*/ 66 w 80"/>
                <a:gd name="T15" fmla="*/ 30 h 59"/>
                <a:gd name="T16" fmla="*/ 62 w 80"/>
                <a:gd name="T17" fmla="*/ 27 h 59"/>
                <a:gd name="T18" fmla="*/ 51 w 80"/>
                <a:gd name="T19" fmla="*/ 16 h 59"/>
                <a:gd name="T20" fmla="*/ 39 w 80"/>
                <a:gd name="T21" fmla="*/ 13 h 59"/>
                <a:gd name="T22" fmla="*/ 39 w 80"/>
                <a:gd name="T23" fmla="*/ 22 h 59"/>
                <a:gd name="T24" fmla="*/ 48 w 80"/>
                <a:gd name="T25" fmla="*/ 37 h 59"/>
                <a:gd name="T26" fmla="*/ 50 w 80"/>
                <a:gd name="T27" fmla="*/ 39 h 59"/>
                <a:gd name="T28" fmla="*/ 51 w 80"/>
                <a:gd name="T29" fmla="*/ 40 h 59"/>
                <a:gd name="T30" fmla="*/ 48 w 80"/>
                <a:gd name="T31" fmla="*/ 43 h 59"/>
                <a:gd name="T32" fmla="*/ 46 w 80"/>
                <a:gd name="T33" fmla="*/ 44 h 59"/>
                <a:gd name="T34" fmla="*/ 38 w 80"/>
                <a:gd name="T35" fmla="*/ 41 h 59"/>
                <a:gd name="T36" fmla="*/ 44 w 80"/>
                <a:gd name="T37" fmla="*/ 49 h 59"/>
                <a:gd name="T38" fmla="*/ 47 w 80"/>
                <a:gd name="T39" fmla="*/ 51 h 59"/>
                <a:gd name="T40" fmla="*/ 49 w 80"/>
                <a:gd name="T41" fmla="*/ 54 h 59"/>
                <a:gd name="T42" fmla="*/ 46 w 80"/>
                <a:gd name="T43" fmla="*/ 56 h 59"/>
                <a:gd name="T44" fmla="*/ 45 w 80"/>
                <a:gd name="T45" fmla="*/ 56 h 59"/>
                <a:gd name="T46" fmla="*/ 39 w 80"/>
                <a:gd name="T47" fmla="*/ 58 h 59"/>
                <a:gd name="T48" fmla="*/ 36 w 80"/>
                <a:gd name="T49" fmla="*/ 57 h 59"/>
                <a:gd name="T50" fmla="*/ 38 w 80"/>
                <a:gd name="T51" fmla="*/ 52 h 59"/>
                <a:gd name="T52" fmla="*/ 37 w 80"/>
                <a:gd name="T53" fmla="*/ 48 h 59"/>
                <a:gd name="T54" fmla="*/ 35 w 80"/>
                <a:gd name="T55" fmla="*/ 56 h 59"/>
                <a:gd name="T56" fmla="*/ 33 w 80"/>
                <a:gd name="T57" fmla="*/ 55 h 59"/>
                <a:gd name="T58" fmla="*/ 23 w 80"/>
                <a:gd name="T59" fmla="*/ 45 h 59"/>
                <a:gd name="T60" fmla="*/ 20 w 80"/>
                <a:gd name="T61" fmla="*/ 46 h 59"/>
                <a:gd name="T62" fmla="*/ 10 w 80"/>
                <a:gd name="T63" fmla="*/ 53 h 59"/>
                <a:gd name="T64" fmla="*/ 5 w 80"/>
                <a:gd name="T65" fmla="*/ 49 h 59"/>
                <a:gd name="T66" fmla="*/ 2 w 80"/>
                <a:gd name="T67" fmla="*/ 45 h 59"/>
                <a:gd name="T68" fmla="*/ 3 w 80"/>
                <a:gd name="T69" fmla="*/ 41 h 59"/>
                <a:gd name="T70" fmla="*/ 7 w 80"/>
                <a:gd name="T71" fmla="*/ 43 h 59"/>
                <a:gd name="T72" fmla="*/ 4 w 80"/>
                <a:gd name="T73" fmla="*/ 40 h 59"/>
                <a:gd name="T74" fmla="*/ 1 w 80"/>
                <a:gd name="T75" fmla="*/ 38 h 59"/>
                <a:gd name="T76" fmla="*/ 4 w 80"/>
                <a:gd name="T77" fmla="*/ 35 h 59"/>
                <a:gd name="T78" fmla="*/ 7 w 80"/>
                <a:gd name="T79" fmla="*/ 34 h 59"/>
                <a:gd name="T80" fmla="*/ 4 w 80"/>
                <a:gd name="T81" fmla="*/ 30 h 59"/>
                <a:gd name="T82" fmla="*/ 16 w 80"/>
                <a:gd name="T83" fmla="*/ 13 h 59"/>
                <a:gd name="T84" fmla="*/ 19 w 80"/>
                <a:gd name="T85" fmla="*/ 11 h 59"/>
                <a:gd name="T86" fmla="*/ 24 w 80"/>
                <a:gd name="T87" fmla="*/ 10 h 59"/>
                <a:gd name="T88" fmla="*/ 35 w 80"/>
                <a:gd name="T89" fmla="*/ 4 h 59"/>
                <a:gd name="T90" fmla="*/ 43 w 80"/>
                <a:gd name="T91" fmla="*/ 0 h 59"/>
                <a:gd name="T92" fmla="*/ 53 w 80"/>
                <a:gd name="T93" fmla="*/ 6 h 59"/>
                <a:gd name="T94" fmla="*/ 56 w 80"/>
                <a:gd name="T95" fmla="*/ 9 h 59"/>
                <a:gd name="T96" fmla="*/ 59 w 80"/>
                <a:gd name="T97" fmla="*/ 13 h 59"/>
                <a:gd name="T98" fmla="*/ 64 w 80"/>
                <a:gd name="T99" fmla="*/ 19 h 59"/>
                <a:gd name="T100" fmla="*/ 66 w 80"/>
                <a:gd name="T101" fmla="*/ 20 h 59"/>
                <a:gd name="T102" fmla="*/ 69 w 80"/>
                <a:gd name="T103" fmla="*/ 2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0" h="59">
                  <a:moveTo>
                    <a:pt x="69" y="24"/>
                  </a:moveTo>
                  <a:cubicBezTo>
                    <a:pt x="71" y="26"/>
                    <a:pt x="73" y="28"/>
                    <a:pt x="76" y="30"/>
                  </a:cubicBezTo>
                  <a:cubicBezTo>
                    <a:pt x="78" y="31"/>
                    <a:pt x="79" y="32"/>
                    <a:pt x="80" y="34"/>
                  </a:cubicBezTo>
                  <a:cubicBezTo>
                    <a:pt x="80" y="34"/>
                    <a:pt x="80" y="34"/>
                    <a:pt x="80" y="34"/>
                  </a:cubicBezTo>
                  <a:cubicBezTo>
                    <a:pt x="80" y="34"/>
                    <a:pt x="80" y="35"/>
                    <a:pt x="80" y="35"/>
                  </a:cubicBezTo>
                  <a:cubicBezTo>
                    <a:pt x="78" y="36"/>
                    <a:pt x="76" y="34"/>
                    <a:pt x="74" y="33"/>
                  </a:cubicBezTo>
                  <a:cubicBezTo>
                    <a:pt x="72" y="33"/>
                    <a:pt x="70" y="31"/>
                    <a:pt x="67" y="31"/>
                  </a:cubicBezTo>
                  <a:cubicBezTo>
                    <a:pt x="67" y="31"/>
                    <a:pt x="66" y="30"/>
                    <a:pt x="66" y="30"/>
                  </a:cubicBezTo>
                  <a:cubicBezTo>
                    <a:pt x="65" y="29"/>
                    <a:pt x="63" y="28"/>
                    <a:pt x="62" y="27"/>
                  </a:cubicBezTo>
                  <a:cubicBezTo>
                    <a:pt x="56" y="25"/>
                    <a:pt x="53" y="22"/>
                    <a:pt x="51" y="16"/>
                  </a:cubicBezTo>
                  <a:cubicBezTo>
                    <a:pt x="49" y="9"/>
                    <a:pt x="43" y="8"/>
                    <a:pt x="39" y="13"/>
                  </a:cubicBezTo>
                  <a:cubicBezTo>
                    <a:pt x="39" y="16"/>
                    <a:pt x="38" y="19"/>
                    <a:pt x="39" y="22"/>
                  </a:cubicBezTo>
                  <a:cubicBezTo>
                    <a:pt x="40" y="28"/>
                    <a:pt x="45" y="32"/>
                    <a:pt x="48" y="37"/>
                  </a:cubicBezTo>
                  <a:cubicBezTo>
                    <a:pt x="48" y="38"/>
                    <a:pt x="49" y="38"/>
                    <a:pt x="50" y="39"/>
                  </a:cubicBezTo>
                  <a:cubicBezTo>
                    <a:pt x="50" y="39"/>
                    <a:pt x="51" y="39"/>
                    <a:pt x="51" y="40"/>
                  </a:cubicBezTo>
                  <a:cubicBezTo>
                    <a:pt x="50" y="41"/>
                    <a:pt x="49" y="42"/>
                    <a:pt x="48" y="43"/>
                  </a:cubicBezTo>
                  <a:cubicBezTo>
                    <a:pt x="47" y="43"/>
                    <a:pt x="47" y="44"/>
                    <a:pt x="46" y="44"/>
                  </a:cubicBezTo>
                  <a:cubicBezTo>
                    <a:pt x="44" y="43"/>
                    <a:pt x="42" y="40"/>
                    <a:pt x="38" y="41"/>
                  </a:cubicBezTo>
                  <a:cubicBezTo>
                    <a:pt x="43" y="43"/>
                    <a:pt x="44" y="45"/>
                    <a:pt x="44" y="49"/>
                  </a:cubicBezTo>
                  <a:cubicBezTo>
                    <a:pt x="43" y="51"/>
                    <a:pt x="46" y="50"/>
                    <a:pt x="47" y="51"/>
                  </a:cubicBezTo>
                  <a:cubicBezTo>
                    <a:pt x="48" y="51"/>
                    <a:pt x="49" y="52"/>
                    <a:pt x="49" y="54"/>
                  </a:cubicBezTo>
                  <a:cubicBezTo>
                    <a:pt x="49" y="56"/>
                    <a:pt x="47" y="55"/>
                    <a:pt x="46" y="56"/>
                  </a:cubicBezTo>
                  <a:cubicBezTo>
                    <a:pt x="46" y="56"/>
                    <a:pt x="45" y="56"/>
                    <a:pt x="45" y="56"/>
                  </a:cubicBezTo>
                  <a:cubicBezTo>
                    <a:pt x="42" y="56"/>
                    <a:pt x="41" y="59"/>
                    <a:pt x="39" y="58"/>
                  </a:cubicBezTo>
                  <a:cubicBezTo>
                    <a:pt x="38" y="58"/>
                    <a:pt x="37" y="58"/>
                    <a:pt x="36" y="57"/>
                  </a:cubicBezTo>
                  <a:cubicBezTo>
                    <a:pt x="37" y="55"/>
                    <a:pt x="35" y="53"/>
                    <a:pt x="38" y="52"/>
                  </a:cubicBezTo>
                  <a:cubicBezTo>
                    <a:pt x="38" y="51"/>
                    <a:pt x="37" y="50"/>
                    <a:pt x="37" y="48"/>
                  </a:cubicBezTo>
                  <a:cubicBezTo>
                    <a:pt x="35" y="51"/>
                    <a:pt x="38" y="54"/>
                    <a:pt x="35" y="56"/>
                  </a:cubicBezTo>
                  <a:cubicBezTo>
                    <a:pt x="34" y="56"/>
                    <a:pt x="34" y="55"/>
                    <a:pt x="33" y="55"/>
                  </a:cubicBezTo>
                  <a:cubicBezTo>
                    <a:pt x="30" y="51"/>
                    <a:pt x="27" y="48"/>
                    <a:pt x="23" y="45"/>
                  </a:cubicBezTo>
                  <a:cubicBezTo>
                    <a:pt x="22" y="44"/>
                    <a:pt x="21" y="43"/>
                    <a:pt x="20" y="46"/>
                  </a:cubicBezTo>
                  <a:cubicBezTo>
                    <a:pt x="17" y="48"/>
                    <a:pt x="13" y="50"/>
                    <a:pt x="10" y="53"/>
                  </a:cubicBezTo>
                  <a:cubicBezTo>
                    <a:pt x="9" y="51"/>
                    <a:pt x="8" y="49"/>
                    <a:pt x="5" y="49"/>
                  </a:cubicBezTo>
                  <a:cubicBezTo>
                    <a:pt x="4" y="48"/>
                    <a:pt x="3" y="47"/>
                    <a:pt x="2" y="45"/>
                  </a:cubicBezTo>
                  <a:cubicBezTo>
                    <a:pt x="2" y="43"/>
                    <a:pt x="1" y="42"/>
                    <a:pt x="3" y="41"/>
                  </a:cubicBezTo>
                  <a:cubicBezTo>
                    <a:pt x="5" y="39"/>
                    <a:pt x="6" y="41"/>
                    <a:pt x="7" y="43"/>
                  </a:cubicBezTo>
                  <a:cubicBezTo>
                    <a:pt x="7" y="41"/>
                    <a:pt x="7" y="39"/>
                    <a:pt x="4" y="40"/>
                  </a:cubicBezTo>
                  <a:cubicBezTo>
                    <a:pt x="3" y="40"/>
                    <a:pt x="1" y="40"/>
                    <a:pt x="1" y="38"/>
                  </a:cubicBezTo>
                  <a:cubicBezTo>
                    <a:pt x="0" y="36"/>
                    <a:pt x="2" y="36"/>
                    <a:pt x="4" y="35"/>
                  </a:cubicBezTo>
                  <a:cubicBezTo>
                    <a:pt x="5" y="35"/>
                    <a:pt x="6" y="35"/>
                    <a:pt x="7" y="34"/>
                  </a:cubicBezTo>
                  <a:cubicBezTo>
                    <a:pt x="7" y="32"/>
                    <a:pt x="3" y="33"/>
                    <a:pt x="4" y="30"/>
                  </a:cubicBezTo>
                  <a:cubicBezTo>
                    <a:pt x="10" y="26"/>
                    <a:pt x="13" y="19"/>
                    <a:pt x="16" y="13"/>
                  </a:cubicBezTo>
                  <a:cubicBezTo>
                    <a:pt x="17" y="12"/>
                    <a:pt x="17" y="11"/>
                    <a:pt x="19" y="11"/>
                  </a:cubicBezTo>
                  <a:cubicBezTo>
                    <a:pt x="20" y="10"/>
                    <a:pt x="22" y="11"/>
                    <a:pt x="24" y="10"/>
                  </a:cubicBezTo>
                  <a:cubicBezTo>
                    <a:pt x="28" y="9"/>
                    <a:pt x="31" y="6"/>
                    <a:pt x="35" y="4"/>
                  </a:cubicBezTo>
                  <a:cubicBezTo>
                    <a:pt x="38" y="2"/>
                    <a:pt x="40" y="0"/>
                    <a:pt x="43" y="0"/>
                  </a:cubicBezTo>
                  <a:cubicBezTo>
                    <a:pt x="48" y="0"/>
                    <a:pt x="52" y="1"/>
                    <a:pt x="53" y="6"/>
                  </a:cubicBezTo>
                  <a:cubicBezTo>
                    <a:pt x="55" y="6"/>
                    <a:pt x="55" y="8"/>
                    <a:pt x="56" y="9"/>
                  </a:cubicBezTo>
                  <a:cubicBezTo>
                    <a:pt x="57" y="10"/>
                    <a:pt x="58" y="11"/>
                    <a:pt x="59" y="13"/>
                  </a:cubicBezTo>
                  <a:cubicBezTo>
                    <a:pt x="61" y="14"/>
                    <a:pt x="62" y="17"/>
                    <a:pt x="64" y="19"/>
                  </a:cubicBezTo>
                  <a:cubicBezTo>
                    <a:pt x="64" y="19"/>
                    <a:pt x="65" y="20"/>
                    <a:pt x="66" y="20"/>
                  </a:cubicBezTo>
                  <a:cubicBezTo>
                    <a:pt x="67" y="21"/>
                    <a:pt x="67" y="23"/>
                    <a:pt x="69" y="24"/>
                  </a:cubicBezTo>
                  <a:close/>
                </a:path>
              </a:pathLst>
            </a:custGeom>
            <a:solidFill>
              <a:srgbClr val="FE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0" name="Freeform 731"/>
            <p:cNvSpPr/>
            <p:nvPr/>
          </p:nvSpPr>
          <p:spPr bwMode="auto">
            <a:xfrm>
              <a:off x="1362076" y="4295776"/>
              <a:ext cx="150813" cy="365125"/>
            </a:xfrm>
            <a:custGeom>
              <a:avLst/>
              <a:gdLst>
                <a:gd name="T0" fmla="*/ 35 w 40"/>
                <a:gd name="T1" fmla="*/ 95 h 97"/>
                <a:gd name="T2" fmla="*/ 24 w 40"/>
                <a:gd name="T3" fmla="*/ 94 h 97"/>
                <a:gd name="T4" fmla="*/ 17 w 40"/>
                <a:gd name="T5" fmla="*/ 84 h 97"/>
                <a:gd name="T6" fmla="*/ 9 w 40"/>
                <a:gd name="T7" fmla="*/ 80 h 97"/>
                <a:gd name="T8" fmla="*/ 18 w 40"/>
                <a:gd name="T9" fmla="*/ 78 h 97"/>
                <a:gd name="T10" fmla="*/ 26 w 40"/>
                <a:gd name="T11" fmla="*/ 74 h 97"/>
                <a:gd name="T12" fmla="*/ 24 w 40"/>
                <a:gd name="T13" fmla="*/ 70 h 97"/>
                <a:gd name="T14" fmla="*/ 15 w 40"/>
                <a:gd name="T15" fmla="*/ 63 h 97"/>
                <a:gd name="T16" fmla="*/ 9 w 40"/>
                <a:gd name="T17" fmla="*/ 61 h 97"/>
                <a:gd name="T18" fmla="*/ 7 w 40"/>
                <a:gd name="T19" fmla="*/ 67 h 97"/>
                <a:gd name="T20" fmla="*/ 9 w 40"/>
                <a:gd name="T21" fmla="*/ 74 h 97"/>
                <a:gd name="T22" fmla="*/ 9 w 40"/>
                <a:gd name="T23" fmla="*/ 80 h 97"/>
                <a:gd name="T24" fmla="*/ 5 w 40"/>
                <a:gd name="T25" fmla="*/ 72 h 97"/>
                <a:gd name="T26" fmla="*/ 3 w 40"/>
                <a:gd name="T27" fmla="*/ 67 h 97"/>
                <a:gd name="T28" fmla="*/ 1 w 40"/>
                <a:gd name="T29" fmla="*/ 63 h 97"/>
                <a:gd name="T30" fmla="*/ 0 w 40"/>
                <a:gd name="T31" fmla="*/ 50 h 97"/>
                <a:gd name="T32" fmla="*/ 0 w 40"/>
                <a:gd name="T33" fmla="*/ 46 h 97"/>
                <a:gd name="T34" fmla="*/ 9 w 40"/>
                <a:gd name="T35" fmla="*/ 10 h 97"/>
                <a:gd name="T36" fmla="*/ 6 w 40"/>
                <a:gd name="T37" fmla="*/ 8 h 97"/>
                <a:gd name="T38" fmla="*/ 6 w 40"/>
                <a:gd name="T39" fmla="*/ 6 h 97"/>
                <a:gd name="T40" fmla="*/ 7 w 40"/>
                <a:gd name="T41" fmla="*/ 4 h 97"/>
                <a:gd name="T42" fmla="*/ 6 w 40"/>
                <a:gd name="T43" fmla="*/ 1 h 97"/>
                <a:gd name="T44" fmla="*/ 8 w 40"/>
                <a:gd name="T45" fmla="*/ 1 h 97"/>
                <a:gd name="T46" fmla="*/ 13 w 40"/>
                <a:gd name="T47" fmla="*/ 2 h 97"/>
                <a:gd name="T48" fmla="*/ 20 w 40"/>
                <a:gd name="T49" fmla="*/ 8 h 97"/>
                <a:gd name="T50" fmla="*/ 26 w 40"/>
                <a:gd name="T51" fmla="*/ 12 h 97"/>
                <a:gd name="T52" fmla="*/ 26 w 40"/>
                <a:gd name="T53" fmla="*/ 13 h 97"/>
                <a:gd name="T54" fmla="*/ 31 w 40"/>
                <a:gd name="T55" fmla="*/ 17 h 97"/>
                <a:gd name="T56" fmla="*/ 36 w 40"/>
                <a:gd name="T57" fmla="*/ 22 h 97"/>
                <a:gd name="T58" fmla="*/ 32 w 40"/>
                <a:gd name="T59" fmla="*/ 24 h 97"/>
                <a:gd name="T60" fmla="*/ 21 w 40"/>
                <a:gd name="T61" fmla="*/ 18 h 97"/>
                <a:gd name="T62" fmla="*/ 34 w 40"/>
                <a:gd name="T63" fmla="*/ 28 h 97"/>
                <a:gd name="T64" fmla="*/ 38 w 40"/>
                <a:gd name="T65" fmla="*/ 30 h 97"/>
                <a:gd name="T66" fmla="*/ 38 w 40"/>
                <a:gd name="T67" fmla="*/ 36 h 97"/>
                <a:gd name="T68" fmla="*/ 36 w 40"/>
                <a:gd name="T69" fmla="*/ 38 h 97"/>
                <a:gd name="T70" fmla="*/ 34 w 40"/>
                <a:gd name="T71" fmla="*/ 36 h 97"/>
                <a:gd name="T72" fmla="*/ 33 w 40"/>
                <a:gd name="T73" fmla="*/ 33 h 97"/>
                <a:gd name="T74" fmla="*/ 32 w 40"/>
                <a:gd name="T75" fmla="*/ 33 h 97"/>
                <a:gd name="T76" fmla="*/ 30 w 40"/>
                <a:gd name="T77" fmla="*/ 33 h 97"/>
                <a:gd name="T78" fmla="*/ 29 w 40"/>
                <a:gd name="T79" fmla="*/ 33 h 97"/>
                <a:gd name="T80" fmla="*/ 28 w 40"/>
                <a:gd name="T81" fmla="*/ 32 h 97"/>
                <a:gd name="T82" fmla="*/ 17 w 40"/>
                <a:gd name="T83" fmla="*/ 23 h 97"/>
                <a:gd name="T84" fmla="*/ 16 w 40"/>
                <a:gd name="T85" fmla="*/ 23 h 97"/>
                <a:gd name="T86" fmla="*/ 10 w 40"/>
                <a:gd name="T87" fmla="*/ 26 h 97"/>
                <a:gd name="T88" fmla="*/ 10 w 40"/>
                <a:gd name="T89" fmla="*/ 27 h 97"/>
                <a:gd name="T90" fmla="*/ 8 w 40"/>
                <a:gd name="T91" fmla="*/ 34 h 97"/>
                <a:gd name="T92" fmla="*/ 8 w 40"/>
                <a:gd name="T93" fmla="*/ 36 h 97"/>
                <a:gd name="T94" fmla="*/ 9 w 40"/>
                <a:gd name="T95" fmla="*/ 39 h 97"/>
                <a:gd name="T96" fmla="*/ 17 w 40"/>
                <a:gd name="T97" fmla="*/ 43 h 97"/>
                <a:gd name="T98" fmla="*/ 30 w 40"/>
                <a:gd name="T99" fmla="*/ 42 h 97"/>
                <a:gd name="T100" fmla="*/ 34 w 40"/>
                <a:gd name="T101" fmla="*/ 46 h 97"/>
                <a:gd name="T102" fmla="*/ 35 w 40"/>
                <a:gd name="T103" fmla="*/ 49 h 97"/>
                <a:gd name="T104" fmla="*/ 35 w 40"/>
                <a:gd name="T105" fmla="*/ 51 h 97"/>
                <a:gd name="T106" fmla="*/ 34 w 40"/>
                <a:gd name="T107" fmla="*/ 55 h 97"/>
                <a:gd name="T108" fmla="*/ 34 w 40"/>
                <a:gd name="T109" fmla="*/ 56 h 97"/>
                <a:gd name="T110" fmla="*/ 33 w 40"/>
                <a:gd name="T111" fmla="*/ 63 h 97"/>
                <a:gd name="T112" fmla="*/ 33 w 40"/>
                <a:gd name="T113" fmla="*/ 67 h 97"/>
                <a:gd name="T114" fmla="*/ 36 w 40"/>
                <a:gd name="T115" fmla="*/ 89 h 97"/>
                <a:gd name="T116" fmla="*/ 35 w 40"/>
                <a:gd name="T117" fmla="*/ 9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97">
                  <a:moveTo>
                    <a:pt x="35" y="95"/>
                  </a:moveTo>
                  <a:cubicBezTo>
                    <a:pt x="31" y="96"/>
                    <a:pt x="27" y="97"/>
                    <a:pt x="24" y="94"/>
                  </a:cubicBezTo>
                  <a:cubicBezTo>
                    <a:pt x="22" y="90"/>
                    <a:pt x="21" y="86"/>
                    <a:pt x="17" y="84"/>
                  </a:cubicBezTo>
                  <a:cubicBezTo>
                    <a:pt x="14" y="84"/>
                    <a:pt x="11" y="82"/>
                    <a:pt x="9" y="80"/>
                  </a:cubicBezTo>
                  <a:cubicBezTo>
                    <a:pt x="12" y="77"/>
                    <a:pt x="15" y="78"/>
                    <a:pt x="18" y="78"/>
                  </a:cubicBezTo>
                  <a:cubicBezTo>
                    <a:pt x="22" y="78"/>
                    <a:pt x="24" y="77"/>
                    <a:pt x="26" y="74"/>
                  </a:cubicBezTo>
                  <a:cubicBezTo>
                    <a:pt x="27" y="72"/>
                    <a:pt x="27" y="70"/>
                    <a:pt x="24" y="70"/>
                  </a:cubicBezTo>
                  <a:cubicBezTo>
                    <a:pt x="20" y="70"/>
                    <a:pt x="17" y="67"/>
                    <a:pt x="15" y="63"/>
                  </a:cubicBezTo>
                  <a:cubicBezTo>
                    <a:pt x="14" y="61"/>
                    <a:pt x="12" y="60"/>
                    <a:pt x="9" y="61"/>
                  </a:cubicBezTo>
                  <a:cubicBezTo>
                    <a:pt x="7" y="62"/>
                    <a:pt x="7" y="64"/>
                    <a:pt x="7" y="67"/>
                  </a:cubicBezTo>
                  <a:cubicBezTo>
                    <a:pt x="7" y="69"/>
                    <a:pt x="8" y="72"/>
                    <a:pt x="9" y="74"/>
                  </a:cubicBezTo>
                  <a:cubicBezTo>
                    <a:pt x="11" y="76"/>
                    <a:pt x="11" y="78"/>
                    <a:pt x="9" y="80"/>
                  </a:cubicBezTo>
                  <a:cubicBezTo>
                    <a:pt x="6" y="78"/>
                    <a:pt x="5" y="75"/>
                    <a:pt x="5" y="72"/>
                  </a:cubicBezTo>
                  <a:cubicBezTo>
                    <a:pt x="5" y="70"/>
                    <a:pt x="5" y="68"/>
                    <a:pt x="3" y="67"/>
                  </a:cubicBezTo>
                  <a:cubicBezTo>
                    <a:pt x="2" y="66"/>
                    <a:pt x="2" y="64"/>
                    <a:pt x="1" y="63"/>
                  </a:cubicBezTo>
                  <a:cubicBezTo>
                    <a:pt x="1" y="58"/>
                    <a:pt x="0" y="54"/>
                    <a:pt x="0" y="50"/>
                  </a:cubicBezTo>
                  <a:cubicBezTo>
                    <a:pt x="0" y="49"/>
                    <a:pt x="0" y="47"/>
                    <a:pt x="0" y="46"/>
                  </a:cubicBezTo>
                  <a:cubicBezTo>
                    <a:pt x="0" y="33"/>
                    <a:pt x="5" y="14"/>
                    <a:pt x="9" y="10"/>
                  </a:cubicBezTo>
                  <a:cubicBezTo>
                    <a:pt x="8" y="9"/>
                    <a:pt x="7" y="9"/>
                    <a:pt x="6" y="8"/>
                  </a:cubicBezTo>
                  <a:cubicBezTo>
                    <a:pt x="6" y="7"/>
                    <a:pt x="6" y="7"/>
                    <a:pt x="6" y="6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6" y="3"/>
                    <a:pt x="6" y="2"/>
                    <a:pt x="6" y="1"/>
                  </a:cubicBezTo>
                  <a:cubicBezTo>
                    <a:pt x="6" y="0"/>
                    <a:pt x="7" y="0"/>
                    <a:pt x="8" y="1"/>
                  </a:cubicBezTo>
                  <a:cubicBezTo>
                    <a:pt x="10" y="1"/>
                    <a:pt x="11" y="1"/>
                    <a:pt x="13" y="2"/>
                  </a:cubicBezTo>
                  <a:cubicBezTo>
                    <a:pt x="16" y="3"/>
                    <a:pt x="18" y="5"/>
                    <a:pt x="20" y="8"/>
                  </a:cubicBezTo>
                  <a:cubicBezTo>
                    <a:pt x="22" y="10"/>
                    <a:pt x="24" y="11"/>
                    <a:pt x="26" y="12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8" y="15"/>
                    <a:pt x="29" y="16"/>
                    <a:pt x="31" y="17"/>
                  </a:cubicBezTo>
                  <a:cubicBezTo>
                    <a:pt x="33" y="18"/>
                    <a:pt x="36" y="19"/>
                    <a:pt x="36" y="22"/>
                  </a:cubicBezTo>
                  <a:cubicBezTo>
                    <a:pt x="35" y="24"/>
                    <a:pt x="34" y="24"/>
                    <a:pt x="32" y="24"/>
                  </a:cubicBezTo>
                  <a:cubicBezTo>
                    <a:pt x="28" y="23"/>
                    <a:pt x="24" y="20"/>
                    <a:pt x="21" y="18"/>
                  </a:cubicBezTo>
                  <a:cubicBezTo>
                    <a:pt x="25" y="22"/>
                    <a:pt x="31" y="23"/>
                    <a:pt x="34" y="28"/>
                  </a:cubicBezTo>
                  <a:cubicBezTo>
                    <a:pt x="35" y="29"/>
                    <a:pt x="37" y="28"/>
                    <a:pt x="38" y="30"/>
                  </a:cubicBezTo>
                  <a:cubicBezTo>
                    <a:pt x="40" y="32"/>
                    <a:pt x="39" y="34"/>
                    <a:pt x="38" y="36"/>
                  </a:cubicBezTo>
                  <a:cubicBezTo>
                    <a:pt x="37" y="37"/>
                    <a:pt x="37" y="38"/>
                    <a:pt x="36" y="38"/>
                  </a:cubicBezTo>
                  <a:cubicBezTo>
                    <a:pt x="35" y="38"/>
                    <a:pt x="35" y="37"/>
                    <a:pt x="34" y="36"/>
                  </a:cubicBezTo>
                  <a:cubicBezTo>
                    <a:pt x="35" y="35"/>
                    <a:pt x="34" y="34"/>
                    <a:pt x="33" y="33"/>
                  </a:cubicBezTo>
                  <a:cubicBezTo>
                    <a:pt x="33" y="33"/>
                    <a:pt x="32" y="33"/>
                    <a:pt x="32" y="33"/>
                  </a:cubicBezTo>
                  <a:cubicBezTo>
                    <a:pt x="31" y="32"/>
                    <a:pt x="31" y="32"/>
                    <a:pt x="30" y="33"/>
                  </a:cubicBezTo>
                  <a:cubicBezTo>
                    <a:pt x="30" y="33"/>
                    <a:pt x="30" y="33"/>
                    <a:pt x="29" y="33"/>
                  </a:cubicBezTo>
                  <a:cubicBezTo>
                    <a:pt x="29" y="33"/>
                    <a:pt x="28" y="33"/>
                    <a:pt x="28" y="32"/>
                  </a:cubicBezTo>
                  <a:cubicBezTo>
                    <a:pt x="26" y="27"/>
                    <a:pt x="21" y="25"/>
                    <a:pt x="17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1" y="20"/>
                    <a:pt x="10" y="21"/>
                    <a:pt x="10" y="26"/>
                  </a:cubicBezTo>
                  <a:cubicBezTo>
                    <a:pt x="10" y="26"/>
                    <a:pt x="10" y="27"/>
                    <a:pt x="10" y="27"/>
                  </a:cubicBezTo>
                  <a:cubicBezTo>
                    <a:pt x="9" y="30"/>
                    <a:pt x="8" y="32"/>
                    <a:pt x="8" y="34"/>
                  </a:cubicBezTo>
                  <a:cubicBezTo>
                    <a:pt x="8" y="35"/>
                    <a:pt x="8" y="36"/>
                    <a:pt x="8" y="36"/>
                  </a:cubicBezTo>
                  <a:cubicBezTo>
                    <a:pt x="8" y="37"/>
                    <a:pt x="8" y="39"/>
                    <a:pt x="9" y="39"/>
                  </a:cubicBezTo>
                  <a:cubicBezTo>
                    <a:pt x="13" y="39"/>
                    <a:pt x="15" y="42"/>
                    <a:pt x="17" y="43"/>
                  </a:cubicBezTo>
                  <a:cubicBezTo>
                    <a:pt x="21" y="43"/>
                    <a:pt x="26" y="44"/>
                    <a:pt x="30" y="42"/>
                  </a:cubicBezTo>
                  <a:cubicBezTo>
                    <a:pt x="34" y="41"/>
                    <a:pt x="33" y="44"/>
                    <a:pt x="34" y="46"/>
                  </a:cubicBezTo>
                  <a:cubicBezTo>
                    <a:pt x="34" y="47"/>
                    <a:pt x="35" y="48"/>
                    <a:pt x="35" y="49"/>
                  </a:cubicBezTo>
                  <a:cubicBezTo>
                    <a:pt x="35" y="50"/>
                    <a:pt x="35" y="50"/>
                    <a:pt x="35" y="51"/>
                  </a:cubicBezTo>
                  <a:cubicBezTo>
                    <a:pt x="34" y="52"/>
                    <a:pt x="33" y="53"/>
                    <a:pt x="34" y="55"/>
                  </a:cubicBezTo>
                  <a:cubicBezTo>
                    <a:pt x="34" y="55"/>
                    <a:pt x="34" y="56"/>
                    <a:pt x="34" y="56"/>
                  </a:cubicBezTo>
                  <a:cubicBezTo>
                    <a:pt x="33" y="58"/>
                    <a:pt x="34" y="61"/>
                    <a:pt x="33" y="63"/>
                  </a:cubicBezTo>
                  <a:cubicBezTo>
                    <a:pt x="33" y="64"/>
                    <a:pt x="33" y="66"/>
                    <a:pt x="33" y="67"/>
                  </a:cubicBezTo>
                  <a:cubicBezTo>
                    <a:pt x="34" y="75"/>
                    <a:pt x="34" y="82"/>
                    <a:pt x="36" y="89"/>
                  </a:cubicBezTo>
                  <a:cubicBezTo>
                    <a:pt x="36" y="91"/>
                    <a:pt x="37" y="93"/>
                    <a:pt x="35" y="95"/>
                  </a:cubicBezTo>
                  <a:close/>
                </a:path>
              </a:pathLst>
            </a:custGeom>
            <a:solidFill>
              <a:srgbClr val="FE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1" name="Freeform 732"/>
            <p:cNvSpPr/>
            <p:nvPr/>
          </p:nvSpPr>
          <p:spPr bwMode="auto">
            <a:xfrm>
              <a:off x="2330451" y="3930651"/>
              <a:ext cx="279400" cy="214313"/>
            </a:xfrm>
            <a:custGeom>
              <a:avLst/>
              <a:gdLst>
                <a:gd name="T0" fmla="*/ 68 w 74"/>
                <a:gd name="T1" fmla="*/ 46 h 57"/>
                <a:gd name="T2" fmla="*/ 61 w 74"/>
                <a:gd name="T3" fmla="*/ 52 h 57"/>
                <a:gd name="T4" fmla="*/ 58 w 74"/>
                <a:gd name="T5" fmla="*/ 53 h 57"/>
                <a:gd name="T6" fmla="*/ 54 w 74"/>
                <a:gd name="T7" fmla="*/ 50 h 57"/>
                <a:gd name="T8" fmla="*/ 50 w 74"/>
                <a:gd name="T9" fmla="*/ 48 h 57"/>
                <a:gd name="T10" fmla="*/ 50 w 74"/>
                <a:gd name="T11" fmla="*/ 44 h 57"/>
                <a:gd name="T12" fmla="*/ 54 w 74"/>
                <a:gd name="T13" fmla="*/ 44 h 57"/>
                <a:gd name="T14" fmla="*/ 58 w 74"/>
                <a:gd name="T15" fmla="*/ 45 h 57"/>
                <a:gd name="T16" fmla="*/ 51 w 74"/>
                <a:gd name="T17" fmla="*/ 43 h 57"/>
                <a:gd name="T18" fmla="*/ 45 w 74"/>
                <a:gd name="T19" fmla="*/ 37 h 57"/>
                <a:gd name="T20" fmla="*/ 46 w 74"/>
                <a:gd name="T21" fmla="*/ 30 h 57"/>
                <a:gd name="T22" fmla="*/ 49 w 74"/>
                <a:gd name="T23" fmla="*/ 33 h 57"/>
                <a:gd name="T24" fmla="*/ 46 w 74"/>
                <a:gd name="T25" fmla="*/ 30 h 57"/>
                <a:gd name="T26" fmla="*/ 39 w 74"/>
                <a:gd name="T27" fmla="*/ 29 h 57"/>
                <a:gd name="T28" fmla="*/ 37 w 74"/>
                <a:gd name="T29" fmla="*/ 28 h 57"/>
                <a:gd name="T30" fmla="*/ 38 w 74"/>
                <a:gd name="T31" fmla="*/ 29 h 57"/>
                <a:gd name="T32" fmla="*/ 37 w 74"/>
                <a:gd name="T33" fmla="*/ 33 h 57"/>
                <a:gd name="T34" fmla="*/ 40 w 74"/>
                <a:gd name="T35" fmla="*/ 42 h 57"/>
                <a:gd name="T36" fmla="*/ 42 w 74"/>
                <a:gd name="T37" fmla="*/ 45 h 57"/>
                <a:gd name="T38" fmla="*/ 41 w 74"/>
                <a:gd name="T39" fmla="*/ 48 h 57"/>
                <a:gd name="T40" fmla="*/ 37 w 74"/>
                <a:gd name="T41" fmla="*/ 46 h 57"/>
                <a:gd name="T42" fmla="*/ 37 w 74"/>
                <a:gd name="T43" fmla="*/ 46 h 57"/>
                <a:gd name="T44" fmla="*/ 37 w 74"/>
                <a:gd name="T45" fmla="*/ 46 h 57"/>
                <a:gd name="T46" fmla="*/ 39 w 74"/>
                <a:gd name="T47" fmla="*/ 49 h 57"/>
                <a:gd name="T48" fmla="*/ 38 w 74"/>
                <a:gd name="T49" fmla="*/ 50 h 57"/>
                <a:gd name="T50" fmla="*/ 33 w 74"/>
                <a:gd name="T51" fmla="*/ 51 h 57"/>
                <a:gd name="T52" fmla="*/ 16 w 74"/>
                <a:gd name="T53" fmla="*/ 53 h 57"/>
                <a:gd name="T54" fmla="*/ 12 w 74"/>
                <a:gd name="T55" fmla="*/ 55 h 57"/>
                <a:gd name="T56" fmla="*/ 9 w 74"/>
                <a:gd name="T57" fmla="*/ 57 h 57"/>
                <a:gd name="T58" fmla="*/ 2 w 74"/>
                <a:gd name="T59" fmla="*/ 52 h 57"/>
                <a:gd name="T60" fmla="*/ 7 w 74"/>
                <a:gd name="T61" fmla="*/ 33 h 57"/>
                <a:gd name="T62" fmla="*/ 16 w 74"/>
                <a:gd name="T63" fmla="*/ 28 h 57"/>
                <a:gd name="T64" fmla="*/ 36 w 74"/>
                <a:gd name="T65" fmla="*/ 17 h 57"/>
                <a:gd name="T66" fmla="*/ 38 w 74"/>
                <a:gd name="T67" fmla="*/ 10 h 57"/>
                <a:gd name="T68" fmla="*/ 31 w 74"/>
                <a:gd name="T69" fmla="*/ 6 h 57"/>
                <a:gd name="T70" fmla="*/ 26 w 74"/>
                <a:gd name="T71" fmla="*/ 6 h 57"/>
                <a:gd name="T72" fmla="*/ 22 w 74"/>
                <a:gd name="T73" fmla="*/ 3 h 57"/>
                <a:gd name="T74" fmla="*/ 27 w 74"/>
                <a:gd name="T75" fmla="*/ 0 h 57"/>
                <a:gd name="T76" fmla="*/ 31 w 74"/>
                <a:gd name="T77" fmla="*/ 1 h 57"/>
                <a:gd name="T78" fmla="*/ 38 w 74"/>
                <a:gd name="T79" fmla="*/ 4 h 57"/>
                <a:gd name="T80" fmla="*/ 46 w 74"/>
                <a:gd name="T81" fmla="*/ 13 h 57"/>
                <a:gd name="T82" fmla="*/ 63 w 74"/>
                <a:gd name="T83" fmla="*/ 31 h 57"/>
                <a:gd name="T84" fmla="*/ 72 w 74"/>
                <a:gd name="T85" fmla="*/ 38 h 57"/>
                <a:gd name="T86" fmla="*/ 73 w 74"/>
                <a:gd name="T87" fmla="*/ 42 h 57"/>
                <a:gd name="T88" fmla="*/ 68 w 74"/>
                <a:gd name="T89" fmla="*/ 46 h 57"/>
                <a:gd name="T90" fmla="*/ 52 w 74"/>
                <a:gd name="T91" fmla="*/ 38 h 57"/>
                <a:gd name="T92" fmla="*/ 57 w 74"/>
                <a:gd name="T93" fmla="*/ 40 h 57"/>
                <a:gd name="T94" fmla="*/ 61 w 74"/>
                <a:gd name="T95" fmla="*/ 42 h 57"/>
                <a:gd name="T96" fmla="*/ 60 w 74"/>
                <a:gd name="T97" fmla="*/ 47 h 57"/>
                <a:gd name="T98" fmla="*/ 68 w 74"/>
                <a:gd name="T99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4" h="57">
                  <a:moveTo>
                    <a:pt x="68" y="46"/>
                  </a:moveTo>
                  <a:cubicBezTo>
                    <a:pt x="67" y="49"/>
                    <a:pt x="64" y="50"/>
                    <a:pt x="61" y="52"/>
                  </a:cubicBezTo>
                  <a:cubicBezTo>
                    <a:pt x="60" y="53"/>
                    <a:pt x="59" y="54"/>
                    <a:pt x="58" y="53"/>
                  </a:cubicBezTo>
                  <a:cubicBezTo>
                    <a:pt x="57" y="52"/>
                    <a:pt x="56" y="50"/>
                    <a:pt x="54" y="50"/>
                  </a:cubicBezTo>
                  <a:cubicBezTo>
                    <a:pt x="52" y="50"/>
                    <a:pt x="51" y="49"/>
                    <a:pt x="50" y="48"/>
                  </a:cubicBezTo>
                  <a:cubicBezTo>
                    <a:pt x="50" y="47"/>
                    <a:pt x="49" y="46"/>
                    <a:pt x="50" y="44"/>
                  </a:cubicBezTo>
                  <a:cubicBezTo>
                    <a:pt x="51" y="43"/>
                    <a:pt x="52" y="43"/>
                    <a:pt x="54" y="44"/>
                  </a:cubicBezTo>
                  <a:cubicBezTo>
                    <a:pt x="55" y="44"/>
                    <a:pt x="56" y="45"/>
                    <a:pt x="58" y="45"/>
                  </a:cubicBezTo>
                  <a:cubicBezTo>
                    <a:pt x="56" y="43"/>
                    <a:pt x="53" y="43"/>
                    <a:pt x="51" y="43"/>
                  </a:cubicBezTo>
                  <a:cubicBezTo>
                    <a:pt x="46" y="43"/>
                    <a:pt x="46" y="42"/>
                    <a:pt x="45" y="37"/>
                  </a:cubicBezTo>
                  <a:cubicBezTo>
                    <a:pt x="45" y="35"/>
                    <a:pt x="42" y="32"/>
                    <a:pt x="46" y="30"/>
                  </a:cubicBezTo>
                  <a:cubicBezTo>
                    <a:pt x="48" y="30"/>
                    <a:pt x="49" y="31"/>
                    <a:pt x="49" y="33"/>
                  </a:cubicBezTo>
                  <a:cubicBezTo>
                    <a:pt x="49" y="30"/>
                    <a:pt x="48" y="30"/>
                    <a:pt x="46" y="30"/>
                  </a:cubicBezTo>
                  <a:cubicBezTo>
                    <a:pt x="44" y="29"/>
                    <a:pt x="41" y="29"/>
                    <a:pt x="39" y="29"/>
                  </a:cubicBezTo>
                  <a:cubicBezTo>
                    <a:pt x="38" y="28"/>
                    <a:pt x="38" y="28"/>
                    <a:pt x="37" y="28"/>
                  </a:cubicBezTo>
                  <a:cubicBezTo>
                    <a:pt x="38" y="28"/>
                    <a:pt x="38" y="28"/>
                    <a:pt x="38" y="29"/>
                  </a:cubicBezTo>
                  <a:cubicBezTo>
                    <a:pt x="38" y="31"/>
                    <a:pt x="38" y="32"/>
                    <a:pt x="37" y="33"/>
                  </a:cubicBezTo>
                  <a:cubicBezTo>
                    <a:pt x="35" y="37"/>
                    <a:pt x="37" y="40"/>
                    <a:pt x="40" y="42"/>
                  </a:cubicBezTo>
                  <a:cubicBezTo>
                    <a:pt x="41" y="43"/>
                    <a:pt x="42" y="44"/>
                    <a:pt x="42" y="45"/>
                  </a:cubicBezTo>
                  <a:cubicBezTo>
                    <a:pt x="42" y="46"/>
                    <a:pt x="42" y="47"/>
                    <a:pt x="41" y="48"/>
                  </a:cubicBezTo>
                  <a:cubicBezTo>
                    <a:pt x="39" y="49"/>
                    <a:pt x="39" y="46"/>
                    <a:pt x="37" y="46"/>
                  </a:cubicBezTo>
                  <a:cubicBezTo>
                    <a:pt x="36" y="45"/>
                    <a:pt x="36" y="46"/>
                    <a:pt x="37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8" y="47"/>
                    <a:pt x="39" y="48"/>
                    <a:pt x="39" y="49"/>
                  </a:cubicBezTo>
                  <a:cubicBezTo>
                    <a:pt x="39" y="50"/>
                    <a:pt x="38" y="50"/>
                    <a:pt x="38" y="50"/>
                  </a:cubicBezTo>
                  <a:cubicBezTo>
                    <a:pt x="36" y="50"/>
                    <a:pt x="35" y="49"/>
                    <a:pt x="33" y="51"/>
                  </a:cubicBezTo>
                  <a:cubicBezTo>
                    <a:pt x="28" y="52"/>
                    <a:pt x="22" y="51"/>
                    <a:pt x="16" y="53"/>
                  </a:cubicBezTo>
                  <a:cubicBezTo>
                    <a:pt x="15" y="54"/>
                    <a:pt x="14" y="54"/>
                    <a:pt x="12" y="55"/>
                  </a:cubicBezTo>
                  <a:cubicBezTo>
                    <a:pt x="11" y="56"/>
                    <a:pt x="10" y="56"/>
                    <a:pt x="9" y="57"/>
                  </a:cubicBezTo>
                  <a:cubicBezTo>
                    <a:pt x="3" y="57"/>
                    <a:pt x="4" y="56"/>
                    <a:pt x="2" y="52"/>
                  </a:cubicBezTo>
                  <a:cubicBezTo>
                    <a:pt x="0" y="44"/>
                    <a:pt x="6" y="39"/>
                    <a:pt x="7" y="33"/>
                  </a:cubicBezTo>
                  <a:cubicBezTo>
                    <a:pt x="10" y="31"/>
                    <a:pt x="13" y="30"/>
                    <a:pt x="16" y="28"/>
                  </a:cubicBezTo>
                  <a:cubicBezTo>
                    <a:pt x="24" y="27"/>
                    <a:pt x="30" y="22"/>
                    <a:pt x="36" y="17"/>
                  </a:cubicBezTo>
                  <a:cubicBezTo>
                    <a:pt x="38" y="16"/>
                    <a:pt x="39" y="13"/>
                    <a:pt x="38" y="10"/>
                  </a:cubicBezTo>
                  <a:cubicBezTo>
                    <a:pt x="36" y="7"/>
                    <a:pt x="34" y="6"/>
                    <a:pt x="31" y="6"/>
                  </a:cubicBezTo>
                  <a:cubicBezTo>
                    <a:pt x="29" y="6"/>
                    <a:pt x="27" y="6"/>
                    <a:pt x="26" y="6"/>
                  </a:cubicBezTo>
                  <a:cubicBezTo>
                    <a:pt x="24" y="6"/>
                    <a:pt x="22" y="5"/>
                    <a:pt x="22" y="3"/>
                  </a:cubicBezTo>
                  <a:cubicBezTo>
                    <a:pt x="22" y="1"/>
                    <a:pt x="24" y="0"/>
                    <a:pt x="27" y="0"/>
                  </a:cubicBezTo>
                  <a:cubicBezTo>
                    <a:pt x="28" y="0"/>
                    <a:pt x="30" y="0"/>
                    <a:pt x="31" y="1"/>
                  </a:cubicBezTo>
                  <a:cubicBezTo>
                    <a:pt x="34" y="1"/>
                    <a:pt x="36" y="2"/>
                    <a:pt x="38" y="4"/>
                  </a:cubicBezTo>
                  <a:cubicBezTo>
                    <a:pt x="40" y="8"/>
                    <a:pt x="44" y="9"/>
                    <a:pt x="46" y="13"/>
                  </a:cubicBezTo>
                  <a:cubicBezTo>
                    <a:pt x="49" y="21"/>
                    <a:pt x="58" y="25"/>
                    <a:pt x="63" y="31"/>
                  </a:cubicBezTo>
                  <a:cubicBezTo>
                    <a:pt x="65" y="34"/>
                    <a:pt x="67" y="37"/>
                    <a:pt x="72" y="38"/>
                  </a:cubicBezTo>
                  <a:cubicBezTo>
                    <a:pt x="74" y="38"/>
                    <a:pt x="74" y="40"/>
                    <a:pt x="73" y="42"/>
                  </a:cubicBezTo>
                  <a:cubicBezTo>
                    <a:pt x="72" y="44"/>
                    <a:pt x="70" y="45"/>
                    <a:pt x="68" y="46"/>
                  </a:cubicBezTo>
                  <a:cubicBezTo>
                    <a:pt x="64" y="42"/>
                    <a:pt x="59" y="40"/>
                    <a:pt x="52" y="38"/>
                  </a:cubicBezTo>
                  <a:cubicBezTo>
                    <a:pt x="54" y="40"/>
                    <a:pt x="56" y="40"/>
                    <a:pt x="57" y="40"/>
                  </a:cubicBezTo>
                  <a:cubicBezTo>
                    <a:pt x="59" y="40"/>
                    <a:pt x="60" y="41"/>
                    <a:pt x="61" y="42"/>
                  </a:cubicBezTo>
                  <a:cubicBezTo>
                    <a:pt x="62" y="43"/>
                    <a:pt x="62" y="45"/>
                    <a:pt x="60" y="47"/>
                  </a:cubicBezTo>
                  <a:cubicBezTo>
                    <a:pt x="64" y="42"/>
                    <a:pt x="64" y="42"/>
                    <a:pt x="68" y="46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2" name="Freeform 733"/>
            <p:cNvSpPr/>
            <p:nvPr/>
          </p:nvSpPr>
          <p:spPr bwMode="auto">
            <a:xfrm>
              <a:off x="1309688" y="3081339"/>
              <a:ext cx="263525" cy="195263"/>
            </a:xfrm>
            <a:custGeom>
              <a:avLst/>
              <a:gdLst>
                <a:gd name="T0" fmla="*/ 3 w 70"/>
                <a:gd name="T1" fmla="*/ 28 h 52"/>
                <a:gd name="T2" fmla="*/ 4 w 70"/>
                <a:gd name="T3" fmla="*/ 27 h 52"/>
                <a:gd name="T4" fmla="*/ 21 w 70"/>
                <a:gd name="T5" fmla="*/ 16 h 52"/>
                <a:gd name="T6" fmla="*/ 21 w 70"/>
                <a:gd name="T7" fmla="*/ 16 h 52"/>
                <a:gd name="T8" fmla="*/ 44 w 70"/>
                <a:gd name="T9" fmla="*/ 2 h 52"/>
                <a:gd name="T10" fmla="*/ 48 w 70"/>
                <a:gd name="T11" fmla="*/ 0 h 52"/>
                <a:gd name="T12" fmla="*/ 53 w 70"/>
                <a:gd name="T13" fmla="*/ 5 h 52"/>
                <a:gd name="T14" fmla="*/ 52 w 70"/>
                <a:gd name="T15" fmla="*/ 1 h 52"/>
                <a:gd name="T16" fmla="*/ 56 w 70"/>
                <a:gd name="T17" fmla="*/ 2 h 52"/>
                <a:gd name="T18" fmla="*/ 59 w 70"/>
                <a:gd name="T19" fmla="*/ 7 h 52"/>
                <a:gd name="T20" fmla="*/ 62 w 70"/>
                <a:gd name="T21" fmla="*/ 3 h 52"/>
                <a:gd name="T22" fmla="*/ 66 w 70"/>
                <a:gd name="T23" fmla="*/ 7 h 52"/>
                <a:gd name="T24" fmla="*/ 64 w 70"/>
                <a:gd name="T25" fmla="*/ 11 h 52"/>
                <a:gd name="T26" fmla="*/ 60 w 70"/>
                <a:gd name="T27" fmla="*/ 13 h 52"/>
                <a:gd name="T28" fmla="*/ 56 w 70"/>
                <a:gd name="T29" fmla="*/ 16 h 52"/>
                <a:gd name="T30" fmla="*/ 58 w 70"/>
                <a:gd name="T31" fmla="*/ 20 h 52"/>
                <a:gd name="T32" fmla="*/ 60 w 70"/>
                <a:gd name="T33" fmla="*/ 25 h 52"/>
                <a:gd name="T34" fmla="*/ 57 w 70"/>
                <a:gd name="T35" fmla="*/ 28 h 52"/>
                <a:gd name="T36" fmla="*/ 54 w 70"/>
                <a:gd name="T37" fmla="*/ 25 h 52"/>
                <a:gd name="T38" fmla="*/ 53 w 70"/>
                <a:gd name="T39" fmla="*/ 21 h 52"/>
                <a:gd name="T40" fmla="*/ 54 w 70"/>
                <a:gd name="T41" fmla="*/ 24 h 52"/>
                <a:gd name="T42" fmla="*/ 58 w 70"/>
                <a:gd name="T43" fmla="*/ 28 h 52"/>
                <a:gd name="T44" fmla="*/ 59 w 70"/>
                <a:gd name="T45" fmla="*/ 31 h 52"/>
                <a:gd name="T46" fmla="*/ 61 w 70"/>
                <a:gd name="T47" fmla="*/ 28 h 52"/>
                <a:gd name="T48" fmla="*/ 63 w 70"/>
                <a:gd name="T49" fmla="*/ 25 h 52"/>
                <a:gd name="T50" fmla="*/ 66 w 70"/>
                <a:gd name="T51" fmla="*/ 30 h 52"/>
                <a:gd name="T52" fmla="*/ 67 w 70"/>
                <a:gd name="T53" fmla="*/ 33 h 52"/>
                <a:gd name="T54" fmla="*/ 68 w 70"/>
                <a:gd name="T55" fmla="*/ 34 h 52"/>
                <a:gd name="T56" fmla="*/ 70 w 70"/>
                <a:gd name="T57" fmla="*/ 39 h 52"/>
                <a:gd name="T58" fmla="*/ 64 w 70"/>
                <a:gd name="T59" fmla="*/ 41 h 52"/>
                <a:gd name="T60" fmla="*/ 46 w 70"/>
                <a:gd name="T61" fmla="*/ 46 h 52"/>
                <a:gd name="T62" fmla="*/ 40 w 70"/>
                <a:gd name="T63" fmla="*/ 49 h 52"/>
                <a:gd name="T64" fmla="*/ 32 w 70"/>
                <a:gd name="T65" fmla="*/ 51 h 52"/>
                <a:gd name="T66" fmla="*/ 26 w 70"/>
                <a:gd name="T67" fmla="*/ 44 h 52"/>
                <a:gd name="T68" fmla="*/ 28 w 70"/>
                <a:gd name="T69" fmla="*/ 38 h 52"/>
                <a:gd name="T70" fmla="*/ 29 w 70"/>
                <a:gd name="T71" fmla="*/ 38 h 52"/>
                <a:gd name="T72" fmla="*/ 36 w 70"/>
                <a:gd name="T73" fmla="*/ 33 h 52"/>
                <a:gd name="T74" fmla="*/ 38 w 70"/>
                <a:gd name="T75" fmla="*/ 32 h 52"/>
                <a:gd name="T76" fmla="*/ 31 w 70"/>
                <a:gd name="T77" fmla="*/ 27 h 52"/>
                <a:gd name="T78" fmla="*/ 30 w 70"/>
                <a:gd name="T79" fmla="*/ 28 h 52"/>
                <a:gd name="T80" fmla="*/ 29 w 70"/>
                <a:gd name="T81" fmla="*/ 32 h 52"/>
                <a:gd name="T82" fmla="*/ 24 w 70"/>
                <a:gd name="T83" fmla="*/ 31 h 52"/>
                <a:gd name="T84" fmla="*/ 23 w 70"/>
                <a:gd name="T85" fmla="*/ 29 h 52"/>
                <a:gd name="T86" fmla="*/ 21 w 70"/>
                <a:gd name="T87" fmla="*/ 23 h 52"/>
                <a:gd name="T88" fmla="*/ 21 w 70"/>
                <a:gd name="T89" fmla="*/ 23 h 52"/>
                <a:gd name="T90" fmla="*/ 16 w 70"/>
                <a:gd name="T91" fmla="*/ 25 h 52"/>
                <a:gd name="T92" fmla="*/ 13 w 70"/>
                <a:gd name="T93" fmla="*/ 27 h 52"/>
                <a:gd name="T94" fmla="*/ 12 w 70"/>
                <a:gd name="T95" fmla="*/ 28 h 52"/>
                <a:gd name="T96" fmla="*/ 3 w 70"/>
                <a:gd name="T97" fmla="*/ 34 h 52"/>
                <a:gd name="T98" fmla="*/ 0 w 70"/>
                <a:gd name="T99" fmla="*/ 33 h 52"/>
                <a:gd name="T100" fmla="*/ 0 w 70"/>
                <a:gd name="T101" fmla="*/ 32 h 52"/>
                <a:gd name="T102" fmla="*/ 3 w 70"/>
                <a:gd name="T103" fmla="*/ 2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0" h="52">
                  <a:moveTo>
                    <a:pt x="3" y="28"/>
                  </a:moveTo>
                  <a:cubicBezTo>
                    <a:pt x="3" y="28"/>
                    <a:pt x="4" y="28"/>
                    <a:pt x="4" y="27"/>
                  </a:cubicBezTo>
                  <a:cubicBezTo>
                    <a:pt x="10" y="23"/>
                    <a:pt x="15" y="19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8" y="10"/>
                    <a:pt x="37" y="7"/>
                    <a:pt x="44" y="2"/>
                  </a:cubicBezTo>
                  <a:cubicBezTo>
                    <a:pt x="45" y="1"/>
                    <a:pt x="46" y="0"/>
                    <a:pt x="48" y="0"/>
                  </a:cubicBezTo>
                  <a:cubicBezTo>
                    <a:pt x="52" y="0"/>
                    <a:pt x="51" y="3"/>
                    <a:pt x="53" y="5"/>
                  </a:cubicBezTo>
                  <a:cubicBezTo>
                    <a:pt x="52" y="4"/>
                    <a:pt x="51" y="2"/>
                    <a:pt x="52" y="1"/>
                  </a:cubicBezTo>
                  <a:cubicBezTo>
                    <a:pt x="54" y="0"/>
                    <a:pt x="55" y="1"/>
                    <a:pt x="56" y="2"/>
                  </a:cubicBezTo>
                  <a:cubicBezTo>
                    <a:pt x="57" y="3"/>
                    <a:pt x="59" y="4"/>
                    <a:pt x="59" y="7"/>
                  </a:cubicBezTo>
                  <a:cubicBezTo>
                    <a:pt x="60" y="5"/>
                    <a:pt x="59" y="3"/>
                    <a:pt x="62" y="3"/>
                  </a:cubicBezTo>
                  <a:cubicBezTo>
                    <a:pt x="64" y="3"/>
                    <a:pt x="65" y="5"/>
                    <a:pt x="66" y="7"/>
                  </a:cubicBezTo>
                  <a:cubicBezTo>
                    <a:pt x="67" y="9"/>
                    <a:pt x="65" y="10"/>
                    <a:pt x="64" y="11"/>
                  </a:cubicBezTo>
                  <a:cubicBezTo>
                    <a:pt x="63" y="12"/>
                    <a:pt x="62" y="13"/>
                    <a:pt x="60" y="13"/>
                  </a:cubicBezTo>
                  <a:cubicBezTo>
                    <a:pt x="57" y="12"/>
                    <a:pt x="57" y="15"/>
                    <a:pt x="56" y="16"/>
                  </a:cubicBezTo>
                  <a:cubicBezTo>
                    <a:pt x="55" y="18"/>
                    <a:pt x="57" y="19"/>
                    <a:pt x="58" y="20"/>
                  </a:cubicBezTo>
                  <a:cubicBezTo>
                    <a:pt x="59" y="21"/>
                    <a:pt x="60" y="23"/>
                    <a:pt x="60" y="25"/>
                  </a:cubicBezTo>
                  <a:cubicBezTo>
                    <a:pt x="60" y="27"/>
                    <a:pt x="58" y="27"/>
                    <a:pt x="57" y="28"/>
                  </a:cubicBezTo>
                  <a:cubicBezTo>
                    <a:pt x="55" y="28"/>
                    <a:pt x="54" y="27"/>
                    <a:pt x="54" y="25"/>
                  </a:cubicBezTo>
                  <a:cubicBezTo>
                    <a:pt x="54" y="24"/>
                    <a:pt x="55" y="22"/>
                    <a:pt x="53" y="21"/>
                  </a:cubicBezTo>
                  <a:cubicBezTo>
                    <a:pt x="54" y="22"/>
                    <a:pt x="54" y="22"/>
                    <a:pt x="54" y="24"/>
                  </a:cubicBezTo>
                  <a:cubicBezTo>
                    <a:pt x="54" y="26"/>
                    <a:pt x="54" y="29"/>
                    <a:pt x="58" y="28"/>
                  </a:cubicBezTo>
                  <a:cubicBezTo>
                    <a:pt x="59" y="28"/>
                    <a:pt x="59" y="30"/>
                    <a:pt x="59" y="31"/>
                  </a:cubicBezTo>
                  <a:cubicBezTo>
                    <a:pt x="60" y="30"/>
                    <a:pt x="61" y="29"/>
                    <a:pt x="61" y="28"/>
                  </a:cubicBezTo>
                  <a:cubicBezTo>
                    <a:pt x="62" y="27"/>
                    <a:pt x="61" y="24"/>
                    <a:pt x="63" y="25"/>
                  </a:cubicBezTo>
                  <a:cubicBezTo>
                    <a:pt x="65" y="25"/>
                    <a:pt x="67" y="29"/>
                    <a:pt x="66" y="30"/>
                  </a:cubicBezTo>
                  <a:cubicBezTo>
                    <a:pt x="63" y="33"/>
                    <a:pt x="66" y="33"/>
                    <a:pt x="67" y="33"/>
                  </a:cubicBezTo>
                  <a:cubicBezTo>
                    <a:pt x="67" y="34"/>
                    <a:pt x="68" y="34"/>
                    <a:pt x="68" y="34"/>
                  </a:cubicBezTo>
                  <a:cubicBezTo>
                    <a:pt x="69" y="36"/>
                    <a:pt x="70" y="37"/>
                    <a:pt x="70" y="39"/>
                  </a:cubicBezTo>
                  <a:cubicBezTo>
                    <a:pt x="68" y="41"/>
                    <a:pt x="66" y="41"/>
                    <a:pt x="64" y="41"/>
                  </a:cubicBezTo>
                  <a:cubicBezTo>
                    <a:pt x="57" y="41"/>
                    <a:pt x="52" y="45"/>
                    <a:pt x="46" y="46"/>
                  </a:cubicBezTo>
                  <a:cubicBezTo>
                    <a:pt x="44" y="47"/>
                    <a:pt x="42" y="49"/>
                    <a:pt x="40" y="49"/>
                  </a:cubicBezTo>
                  <a:cubicBezTo>
                    <a:pt x="38" y="51"/>
                    <a:pt x="35" y="52"/>
                    <a:pt x="32" y="51"/>
                  </a:cubicBezTo>
                  <a:cubicBezTo>
                    <a:pt x="31" y="48"/>
                    <a:pt x="28" y="47"/>
                    <a:pt x="26" y="44"/>
                  </a:cubicBezTo>
                  <a:cubicBezTo>
                    <a:pt x="25" y="41"/>
                    <a:pt x="24" y="39"/>
                    <a:pt x="28" y="38"/>
                  </a:cubicBezTo>
                  <a:cubicBezTo>
                    <a:pt x="29" y="38"/>
                    <a:pt x="30" y="38"/>
                    <a:pt x="29" y="38"/>
                  </a:cubicBezTo>
                  <a:cubicBezTo>
                    <a:pt x="27" y="30"/>
                    <a:pt x="34" y="35"/>
                    <a:pt x="36" y="33"/>
                  </a:cubicBezTo>
                  <a:cubicBezTo>
                    <a:pt x="36" y="32"/>
                    <a:pt x="37" y="33"/>
                    <a:pt x="38" y="32"/>
                  </a:cubicBezTo>
                  <a:cubicBezTo>
                    <a:pt x="36" y="30"/>
                    <a:pt x="33" y="29"/>
                    <a:pt x="31" y="27"/>
                  </a:cubicBezTo>
                  <a:cubicBezTo>
                    <a:pt x="30" y="27"/>
                    <a:pt x="30" y="27"/>
                    <a:pt x="30" y="28"/>
                  </a:cubicBezTo>
                  <a:cubicBezTo>
                    <a:pt x="29" y="29"/>
                    <a:pt x="31" y="31"/>
                    <a:pt x="29" y="32"/>
                  </a:cubicBezTo>
                  <a:cubicBezTo>
                    <a:pt x="27" y="33"/>
                    <a:pt x="26" y="31"/>
                    <a:pt x="24" y="31"/>
                  </a:cubicBezTo>
                  <a:cubicBezTo>
                    <a:pt x="23" y="30"/>
                    <a:pt x="23" y="30"/>
                    <a:pt x="23" y="29"/>
                  </a:cubicBezTo>
                  <a:cubicBezTo>
                    <a:pt x="18" y="28"/>
                    <a:pt x="18" y="28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19" y="22"/>
                    <a:pt x="17" y="24"/>
                    <a:pt x="16" y="25"/>
                  </a:cubicBezTo>
                  <a:cubicBezTo>
                    <a:pt x="15" y="26"/>
                    <a:pt x="15" y="27"/>
                    <a:pt x="13" y="27"/>
                  </a:cubicBezTo>
                  <a:cubicBezTo>
                    <a:pt x="12" y="27"/>
                    <a:pt x="12" y="27"/>
                    <a:pt x="12" y="28"/>
                  </a:cubicBezTo>
                  <a:cubicBezTo>
                    <a:pt x="13" y="36"/>
                    <a:pt x="4" y="29"/>
                    <a:pt x="3" y="34"/>
                  </a:cubicBezTo>
                  <a:cubicBezTo>
                    <a:pt x="2" y="35"/>
                    <a:pt x="1" y="34"/>
                    <a:pt x="0" y="33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0"/>
                    <a:pt x="2" y="29"/>
                    <a:pt x="3" y="28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3" name="Freeform 734"/>
            <p:cNvSpPr/>
            <p:nvPr/>
          </p:nvSpPr>
          <p:spPr bwMode="auto">
            <a:xfrm>
              <a:off x="2374901" y="4125914"/>
              <a:ext cx="230188" cy="219075"/>
            </a:xfrm>
            <a:custGeom>
              <a:avLst/>
              <a:gdLst>
                <a:gd name="T0" fmla="*/ 45 w 61"/>
                <a:gd name="T1" fmla="*/ 1 h 58"/>
                <a:gd name="T2" fmla="*/ 49 w 61"/>
                <a:gd name="T3" fmla="*/ 0 h 58"/>
                <a:gd name="T4" fmla="*/ 50 w 61"/>
                <a:gd name="T5" fmla="*/ 1 h 58"/>
                <a:gd name="T6" fmla="*/ 53 w 61"/>
                <a:gd name="T7" fmla="*/ 4 h 58"/>
                <a:gd name="T8" fmla="*/ 53 w 61"/>
                <a:gd name="T9" fmla="*/ 9 h 58"/>
                <a:gd name="T10" fmla="*/ 53 w 61"/>
                <a:gd name="T11" fmla="*/ 9 h 58"/>
                <a:gd name="T12" fmla="*/ 51 w 61"/>
                <a:gd name="T13" fmla="*/ 19 h 58"/>
                <a:gd name="T14" fmla="*/ 51 w 61"/>
                <a:gd name="T15" fmla="*/ 21 h 58"/>
                <a:gd name="T16" fmla="*/ 50 w 61"/>
                <a:gd name="T17" fmla="*/ 33 h 58"/>
                <a:gd name="T18" fmla="*/ 50 w 61"/>
                <a:gd name="T19" fmla="*/ 35 h 58"/>
                <a:gd name="T20" fmla="*/ 51 w 61"/>
                <a:gd name="T21" fmla="*/ 42 h 58"/>
                <a:gd name="T22" fmla="*/ 60 w 61"/>
                <a:gd name="T23" fmla="*/ 53 h 58"/>
                <a:gd name="T24" fmla="*/ 60 w 61"/>
                <a:gd name="T25" fmla="*/ 57 h 58"/>
                <a:gd name="T26" fmla="*/ 49 w 61"/>
                <a:gd name="T27" fmla="*/ 55 h 58"/>
                <a:gd name="T28" fmla="*/ 49 w 61"/>
                <a:gd name="T29" fmla="*/ 48 h 58"/>
                <a:gd name="T30" fmla="*/ 44 w 61"/>
                <a:gd name="T31" fmla="*/ 43 h 58"/>
                <a:gd name="T32" fmla="*/ 28 w 61"/>
                <a:gd name="T33" fmla="*/ 43 h 58"/>
                <a:gd name="T34" fmla="*/ 21 w 61"/>
                <a:gd name="T35" fmla="*/ 44 h 58"/>
                <a:gd name="T36" fmla="*/ 18 w 61"/>
                <a:gd name="T37" fmla="*/ 39 h 58"/>
                <a:gd name="T38" fmla="*/ 8 w 61"/>
                <a:gd name="T39" fmla="*/ 26 h 58"/>
                <a:gd name="T40" fmla="*/ 0 w 61"/>
                <a:gd name="T41" fmla="*/ 24 h 58"/>
                <a:gd name="T42" fmla="*/ 1 w 61"/>
                <a:gd name="T43" fmla="*/ 22 h 58"/>
                <a:gd name="T44" fmla="*/ 4 w 61"/>
                <a:gd name="T45" fmla="*/ 21 h 58"/>
                <a:gd name="T46" fmla="*/ 14 w 61"/>
                <a:gd name="T47" fmla="*/ 19 h 58"/>
                <a:gd name="T48" fmla="*/ 24 w 61"/>
                <a:gd name="T49" fmla="*/ 15 h 58"/>
                <a:gd name="T50" fmla="*/ 43 w 61"/>
                <a:gd name="T51" fmla="*/ 2 h 58"/>
                <a:gd name="T52" fmla="*/ 45 w 61"/>
                <a:gd name="T53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58">
                  <a:moveTo>
                    <a:pt x="45" y="1"/>
                  </a:moveTo>
                  <a:cubicBezTo>
                    <a:pt x="47" y="0"/>
                    <a:pt x="48" y="0"/>
                    <a:pt x="49" y="0"/>
                  </a:cubicBezTo>
                  <a:cubicBezTo>
                    <a:pt x="50" y="0"/>
                    <a:pt x="50" y="0"/>
                    <a:pt x="50" y="1"/>
                  </a:cubicBezTo>
                  <a:cubicBezTo>
                    <a:pt x="52" y="1"/>
                    <a:pt x="53" y="2"/>
                    <a:pt x="53" y="4"/>
                  </a:cubicBezTo>
                  <a:cubicBezTo>
                    <a:pt x="54" y="5"/>
                    <a:pt x="54" y="7"/>
                    <a:pt x="53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2" y="12"/>
                    <a:pt x="53" y="16"/>
                    <a:pt x="51" y="19"/>
                  </a:cubicBezTo>
                  <a:cubicBezTo>
                    <a:pt x="51" y="20"/>
                    <a:pt x="51" y="20"/>
                    <a:pt x="51" y="21"/>
                  </a:cubicBezTo>
                  <a:cubicBezTo>
                    <a:pt x="49" y="25"/>
                    <a:pt x="49" y="29"/>
                    <a:pt x="50" y="33"/>
                  </a:cubicBezTo>
                  <a:cubicBezTo>
                    <a:pt x="50" y="34"/>
                    <a:pt x="50" y="35"/>
                    <a:pt x="50" y="35"/>
                  </a:cubicBezTo>
                  <a:cubicBezTo>
                    <a:pt x="51" y="37"/>
                    <a:pt x="50" y="40"/>
                    <a:pt x="51" y="42"/>
                  </a:cubicBezTo>
                  <a:cubicBezTo>
                    <a:pt x="55" y="45"/>
                    <a:pt x="58" y="49"/>
                    <a:pt x="60" y="53"/>
                  </a:cubicBezTo>
                  <a:cubicBezTo>
                    <a:pt x="61" y="55"/>
                    <a:pt x="60" y="56"/>
                    <a:pt x="60" y="57"/>
                  </a:cubicBezTo>
                  <a:cubicBezTo>
                    <a:pt x="56" y="58"/>
                    <a:pt x="53" y="56"/>
                    <a:pt x="49" y="55"/>
                  </a:cubicBezTo>
                  <a:cubicBezTo>
                    <a:pt x="47" y="53"/>
                    <a:pt x="48" y="51"/>
                    <a:pt x="49" y="48"/>
                  </a:cubicBezTo>
                  <a:cubicBezTo>
                    <a:pt x="49" y="45"/>
                    <a:pt x="47" y="43"/>
                    <a:pt x="44" y="43"/>
                  </a:cubicBezTo>
                  <a:cubicBezTo>
                    <a:pt x="39" y="42"/>
                    <a:pt x="33" y="41"/>
                    <a:pt x="28" y="43"/>
                  </a:cubicBezTo>
                  <a:cubicBezTo>
                    <a:pt x="26" y="43"/>
                    <a:pt x="24" y="44"/>
                    <a:pt x="21" y="44"/>
                  </a:cubicBezTo>
                  <a:cubicBezTo>
                    <a:pt x="18" y="44"/>
                    <a:pt x="17" y="42"/>
                    <a:pt x="18" y="39"/>
                  </a:cubicBezTo>
                  <a:cubicBezTo>
                    <a:pt x="19" y="31"/>
                    <a:pt x="16" y="27"/>
                    <a:pt x="8" y="26"/>
                  </a:cubicBezTo>
                  <a:cubicBezTo>
                    <a:pt x="5" y="26"/>
                    <a:pt x="2" y="27"/>
                    <a:pt x="0" y="24"/>
                  </a:cubicBezTo>
                  <a:cubicBezTo>
                    <a:pt x="0" y="24"/>
                    <a:pt x="0" y="23"/>
                    <a:pt x="1" y="22"/>
                  </a:cubicBezTo>
                  <a:cubicBezTo>
                    <a:pt x="2" y="22"/>
                    <a:pt x="3" y="21"/>
                    <a:pt x="4" y="21"/>
                  </a:cubicBezTo>
                  <a:cubicBezTo>
                    <a:pt x="8" y="21"/>
                    <a:pt x="11" y="20"/>
                    <a:pt x="14" y="19"/>
                  </a:cubicBezTo>
                  <a:cubicBezTo>
                    <a:pt x="18" y="18"/>
                    <a:pt x="21" y="17"/>
                    <a:pt x="24" y="15"/>
                  </a:cubicBezTo>
                  <a:cubicBezTo>
                    <a:pt x="31" y="12"/>
                    <a:pt x="36" y="7"/>
                    <a:pt x="43" y="2"/>
                  </a:cubicBezTo>
                  <a:cubicBezTo>
                    <a:pt x="43" y="2"/>
                    <a:pt x="44" y="1"/>
                    <a:pt x="45" y="1"/>
                  </a:cubicBezTo>
                  <a:close/>
                </a:path>
              </a:pathLst>
            </a:custGeom>
            <a:solidFill>
              <a:srgbClr val="FAF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4" name="Freeform 735"/>
            <p:cNvSpPr/>
            <p:nvPr/>
          </p:nvSpPr>
          <p:spPr bwMode="auto">
            <a:xfrm>
              <a:off x="1550988" y="4575176"/>
              <a:ext cx="187325" cy="252413"/>
            </a:xfrm>
            <a:custGeom>
              <a:avLst/>
              <a:gdLst>
                <a:gd name="T0" fmla="*/ 34 w 50"/>
                <a:gd name="T1" fmla="*/ 58 h 67"/>
                <a:gd name="T2" fmla="*/ 25 w 50"/>
                <a:gd name="T3" fmla="*/ 53 h 67"/>
                <a:gd name="T4" fmla="*/ 20 w 50"/>
                <a:gd name="T5" fmla="*/ 50 h 67"/>
                <a:gd name="T6" fmla="*/ 17 w 50"/>
                <a:gd name="T7" fmla="*/ 47 h 67"/>
                <a:gd name="T8" fmla="*/ 3 w 50"/>
                <a:gd name="T9" fmla="*/ 34 h 67"/>
                <a:gd name="T10" fmla="*/ 3 w 50"/>
                <a:gd name="T11" fmla="*/ 33 h 67"/>
                <a:gd name="T12" fmla="*/ 3 w 50"/>
                <a:gd name="T13" fmla="*/ 30 h 67"/>
                <a:gd name="T14" fmla="*/ 4 w 50"/>
                <a:gd name="T15" fmla="*/ 28 h 67"/>
                <a:gd name="T16" fmla="*/ 5 w 50"/>
                <a:gd name="T17" fmla="*/ 27 h 67"/>
                <a:gd name="T18" fmla="*/ 7 w 50"/>
                <a:gd name="T19" fmla="*/ 30 h 67"/>
                <a:gd name="T20" fmla="*/ 7 w 50"/>
                <a:gd name="T21" fmla="*/ 31 h 67"/>
                <a:gd name="T22" fmla="*/ 14 w 50"/>
                <a:gd name="T23" fmla="*/ 38 h 67"/>
                <a:gd name="T24" fmla="*/ 24 w 50"/>
                <a:gd name="T25" fmla="*/ 40 h 67"/>
                <a:gd name="T26" fmla="*/ 30 w 50"/>
                <a:gd name="T27" fmla="*/ 41 h 67"/>
                <a:gd name="T28" fmla="*/ 34 w 50"/>
                <a:gd name="T29" fmla="*/ 40 h 67"/>
                <a:gd name="T30" fmla="*/ 31 w 50"/>
                <a:gd name="T31" fmla="*/ 36 h 67"/>
                <a:gd name="T32" fmla="*/ 25 w 50"/>
                <a:gd name="T33" fmla="*/ 30 h 67"/>
                <a:gd name="T34" fmla="*/ 18 w 50"/>
                <a:gd name="T35" fmla="*/ 24 h 67"/>
                <a:gd name="T36" fmla="*/ 13 w 50"/>
                <a:gd name="T37" fmla="*/ 18 h 67"/>
                <a:gd name="T38" fmla="*/ 3 w 50"/>
                <a:gd name="T39" fmla="*/ 15 h 67"/>
                <a:gd name="T40" fmla="*/ 0 w 50"/>
                <a:gd name="T41" fmla="*/ 13 h 67"/>
                <a:gd name="T42" fmla="*/ 3 w 50"/>
                <a:gd name="T43" fmla="*/ 7 h 67"/>
                <a:gd name="T44" fmla="*/ 13 w 50"/>
                <a:gd name="T45" fmla="*/ 1 h 67"/>
                <a:gd name="T46" fmla="*/ 17 w 50"/>
                <a:gd name="T47" fmla="*/ 1 h 67"/>
                <a:gd name="T48" fmla="*/ 33 w 50"/>
                <a:gd name="T49" fmla="*/ 4 h 67"/>
                <a:gd name="T50" fmla="*/ 34 w 50"/>
                <a:gd name="T51" fmla="*/ 4 h 67"/>
                <a:gd name="T52" fmla="*/ 41 w 50"/>
                <a:gd name="T53" fmla="*/ 11 h 67"/>
                <a:gd name="T54" fmla="*/ 40 w 50"/>
                <a:gd name="T55" fmla="*/ 19 h 67"/>
                <a:gd name="T56" fmla="*/ 39 w 50"/>
                <a:gd name="T57" fmla="*/ 37 h 67"/>
                <a:gd name="T58" fmla="*/ 42 w 50"/>
                <a:gd name="T59" fmla="*/ 46 h 67"/>
                <a:gd name="T60" fmla="*/ 43 w 50"/>
                <a:gd name="T61" fmla="*/ 47 h 67"/>
                <a:gd name="T62" fmla="*/ 44 w 50"/>
                <a:gd name="T63" fmla="*/ 50 h 67"/>
                <a:gd name="T64" fmla="*/ 48 w 50"/>
                <a:gd name="T65" fmla="*/ 57 h 67"/>
                <a:gd name="T66" fmla="*/ 50 w 50"/>
                <a:gd name="T67" fmla="*/ 63 h 67"/>
                <a:gd name="T68" fmla="*/ 45 w 50"/>
                <a:gd name="T69" fmla="*/ 66 h 67"/>
                <a:gd name="T70" fmla="*/ 40 w 50"/>
                <a:gd name="T71" fmla="*/ 66 h 67"/>
                <a:gd name="T72" fmla="*/ 37 w 50"/>
                <a:gd name="T73" fmla="*/ 64 h 67"/>
                <a:gd name="T74" fmla="*/ 34 w 50"/>
                <a:gd name="T75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0" h="67">
                  <a:moveTo>
                    <a:pt x="34" y="58"/>
                  </a:moveTo>
                  <a:cubicBezTo>
                    <a:pt x="32" y="55"/>
                    <a:pt x="29" y="53"/>
                    <a:pt x="25" y="53"/>
                  </a:cubicBezTo>
                  <a:cubicBezTo>
                    <a:pt x="23" y="54"/>
                    <a:pt x="22" y="51"/>
                    <a:pt x="20" y="50"/>
                  </a:cubicBezTo>
                  <a:cubicBezTo>
                    <a:pt x="19" y="49"/>
                    <a:pt x="18" y="47"/>
                    <a:pt x="17" y="47"/>
                  </a:cubicBezTo>
                  <a:cubicBezTo>
                    <a:pt x="12" y="42"/>
                    <a:pt x="6" y="40"/>
                    <a:pt x="3" y="34"/>
                  </a:cubicBezTo>
                  <a:cubicBezTo>
                    <a:pt x="3" y="34"/>
                    <a:pt x="3" y="34"/>
                    <a:pt x="3" y="33"/>
                  </a:cubicBezTo>
                  <a:cubicBezTo>
                    <a:pt x="3" y="32"/>
                    <a:pt x="3" y="31"/>
                    <a:pt x="3" y="30"/>
                  </a:cubicBezTo>
                  <a:cubicBezTo>
                    <a:pt x="3" y="29"/>
                    <a:pt x="4" y="28"/>
                    <a:pt x="4" y="28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8"/>
                    <a:pt x="6" y="29"/>
                    <a:pt x="7" y="30"/>
                  </a:cubicBezTo>
                  <a:cubicBezTo>
                    <a:pt x="7" y="30"/>
                    <a:pt x="7" y="30"/>
                    <a:pt x="7" y="31"/>
                  </a:cubicBezTo>
                  <a:cubicBezTo>
                    <a:pt x="7" y="35"/>
                    <a:pt x="11" y="36"/>
                    <a:pt x="14" y="38"/>
                  </a:cubicBezTo>
                  <a:cubicBezTo>
                    <a:pt x="17" y="41"/>
                    <a:pt x="21" y="39"/>
                    <a:pt x="24" y="40"/>
                  </a:cubicBezTo>
                  <a:cubicBezTo>
                    <a:pt x="26" y="41"/>
                    <a:pt x="28" y="41"/>
                    <a:pt x="30" y="41"/>
                  </a:cubicBezTo>
                  <a:cubicBezTo>
                    <a:pt x="31" y="42"/>
                    <a:pt x="33" y="42"/>
                    <a:pt x="34" y="40"/>
                  </a:cubicBezTo>
                  <a:cubicBezTo>
                    <a:pt x="35" y="38"/>
                    <a:pt x="33" y="37"/>
                    <a:pt x="31" y="36"/>
                  </a:cubicBezTo>
                  <a:cubicBezTo>
                    <a:pt x="29" y="34"/>
                    <a:pt x="27" y="33"/>
                    <a:pt x="25" y="30"/>
                  </a:cubicBezTo>
                  <a:cubicBezTo>
                    <a:pt x="24" y="27"/>
                    <a:pt x="21" y="25"/>
                    <a:pt x="18" y="24"/>
                  </a:cubicBezTo>
                  <a:cubicBezTo>
                    <a:pt x="15" y="23"/>
                    <a:pt x="14" y="20"/>
                    <a:pt x="13" y="18"/>
                  </a:cubicBezTo>
                  <a:cubicBezTo>
                    <a:pt x="10" y="13"/>
                    <a:pt x="8" y="13"/>
                    <a:pt x="3" y="15"/>
                  </a:cubicBezTo>
                  <a:cubicBezTo>
                    <a:pt x="2" y="16"/>
                    <a:pt x="0" y="15"/>
                    <a:pt x="0" y="13"/>
                  </a:cubicBezTo>
                  <a:cubicBezTo>
                    <a:pt x="0" y="11"/>
                    <a:pt x="0" y="8"/>
                    <a:pt x="3" y="7"/>
                  </a:cubicBezTo>
                  <a:cubicBezTo>
                    <a:pt x="6" y="6"/>
                    <a:pt x="9" y="3"/>
                    <a:pt x="13" y="1"/>
                  </a:cubicBezTo>
                  <a:cubicBezTo>
                    <a:pt x="14" y="1"/>
                    <a:pt x="16" y="0"/>
                    <a:pt x="17" y="1"/>
                  </a:cubicBezTo>
                  <a:cubicBezTo>
                    <a:pt x="22" y="5"/>
                    <a:pt x="28" y="4"/>
                    <a:pt x="33" y="4"/>
                  </a:cubicBezTo>
                  <a:cubicBezTo>
                    <a:pt x="33" y="4"/>
                    <a:pt x="34" y="4"/>
                    <a:pt x="34" y="4"/>
                  </a:cubicBezTo>
                  <a:cubicBezTo>
                    <a:pt x="40" y="4"/>
                    <a:pt x="40" y="4"/>
                    <a:pt x="41" y="11"/>
                  </a:cubicBezTo>
                  <a:cubicBezTo>
                    <a:pt x="41" y="14"/>
                    <a:pt x="40" y="16"/>
                    <a:pt x="40" y="19"/>
                  </a:cubicBezTo>
                  <a:cubicBezTo>
                    <a:pt x="40" y="25"/>
                    <a:pt x="38" y="31"/>
                    <a:pt x="39" y="37"/>
                  </a:cubicBezTo>
                  <a:cubicBezTo>
                    <a:pt x="39" y="40"/>
                    <a:pt x="39" y="44"/>
                    <a:pt x="42" y="46"/>
                  </a:cubicBezTo>
                  <a:cubicBezTo>
                    <a:pt x="42" y="46"/>
                    <a:pt x="43" y="47"/>
                    <a:pt x="43" y="47"/>
                  </a:cubicBezTo>
                  <a:cubicBezTo>
                    <a:pt x="44" y="48"/>
                    <a:pt x="44" y="49"/>
                    <a:pt x="44" y="50"/>
                  </a:cubicBezTo>
                  <a:cubicBezTo>
                    <a:pt x="45" y="53"/>
                    <a:pt x="46" y="55"/>
                    <a:pt x="48" y="57"/>
                  </a:cubicBezTo>
                  <a:cubicBezTo>
                    <a:pt x="49" y="59"/>
                    <a:pt x="50" y="61"/>
                    <a:pt x="50" y="63"/>
                  </a:cubicBezTo>
                  <a:cubicBezTo>
                    <a:pt x="47" y="63"/>
                    <a:pt x="47" y="65"/>
                    <a:pt x="45" y="66"/>
                  </a:cubicBezTo>
                  <a:cubicBezTo>
                    <a:pt x="43" y="66"/>
                    <a:pt x="41" y="67"/>
                    <a:pt x="40" y="66"/>
                  </a:cubicBezTo>
                  <a:cubicBezTo>
                    <a:pt x="38" y="66"/>
                    <a:pt x="38" y="65"/>
                    <a:pt x="37" y="64"/>
                  </a:cubicBezTo>
                  <a:cubicBezTo>
                    <a:pt x="35" y="62"/>
                    <a:pt x="36" y="59"/>
                    <a:pt x="34" y="58"/>
                  </a:cubicBezTo>
                  <a:close/>
                </a:path>
              </a:pathLst>
            </a:custGeom>
            <a:solidFill>
              <a:srgbClr val="F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5" name="Freeform 736"/>
            <p:cNvSpPr/>
            <p:nvPr/>
          </p:nvSpPr>
          <p:spPr bwMode="auto">
            <a:xfrm>
              <a:off x="974726" y="3911601"/>
              <a:ext cx="176213" cy="444500"/>
            </a:xfrm>
            <a:custGeom>
              <a:avLst/>
              <a:gdLst>
                <a:gd name="T0" fmla="*/ 29 w 47"/>
                <a:gd name="T1" fmla="*/ 118 h 118"/>
                <a:gd name="T2" fmla="*/ 18 w 47"/>
                <a:gd name="T3" fmla="*/ 109 h 118"/>
                <a:gd name="T4" fmla="*/ 15 w 47"/>
                <a:gd name="T5" fmla="*/ 103 h 118"/>
                <a:gd name="T6" fmla="*/ 8 w 47"/>
                <a:gd name="T7" fmla="*/ 86 h 118"/>
                <a:gd name="T8" fmla="*/ 7 w 47"/>
                <a:gd name="T9" fmla="*/ 80 h 118"/>
                <a:gd name="T10" fmla="*/ 4 w 47"/>
                <a:gd name="T11" fmla="*/ 56 h 118"/>
                <a:gd name="T12" fmla="*/ 4 w 47"/>
                <a:gd name="T13" fmla="*/ 52 h 118"/>
                <a:gd name="T14" fmla="*/ 6 w 47"/>
                <a:gd name="T15" fmla="*/ 38 h 118"/>
                <a:gd name="T16" fmla="*/ 9 w 47"/>
                <a:gd name="T17" fmla="*/ 23 h 118"/>
                <a:gd name="T18" fmla="*/ 9 w 47"/>
                <a:gd name="T19" fmla="*/ 20 h 118"/>
                <a:gd name="T20" fmla="*/ 7 w 47"/>
                <a:gd name="T21" fmla="*/ 17 h 118"/>
                <a:gd name="T22" fmla="*/ 5 w 47"/>
                <a:gd name="T23" fmla="*/ 14 h 118"/>
                <a:gd name="T24" fmla="*/ 4 w 47"/>
                <a:gd name="T25" fmla="*/ 14 h 118"/>
                <a:gd name="T26" fmla="*/ 2 w 47"/>
                <a:gd name="T27" fmla="*/ 12 h 118"/>
                <a:gd name="T28" fmla="*/ 3 w 47"/>
                <a:gd name="T29" fmla="*/ 10 h 118"/>
                <a:gd name="T30" fmla="*/ 4 w 47"/>
                <a:gd name="T31" fmla="*/ 0 h 118"/>
                <a:gd name="T32" fmla="*/ 12 w 47"/>
                <a:gd name="T33" fmla="*/ 9 h 118"/>
                <a:gd name="T34" fmla="*/ 16 w 47"/>
                <a:gd name="T35" fmla="*/ 14 h 118"/>
                <a:gd name="T36" fmla="*/ 37 w 47"/>
                <a:gd name="T37" fmla="*/ 38 h 118"/>
                <a:gd name="T38" fmla="*/ 41 w 47"/>
                <a:gd name="T39" fmla="*/ 42 h 118"/>
                <a:gd name="T40" fmla="*/ 46 w 47"/>
                <a:gd name="T41" fmla="*/ 48 h 118"/>
                <a:gd name="T42" fmla="*/ 46 w 47"/>
                <a:gd name="T43" fmla="*/ 55 h 118"/>
                <a:gd name="T44" fmla="*/ 45 w 47"/>
                <a:gd name="T45" fmla="*/ 56 h 118"/>
                <a:gd name="T46" fmla="*/ 42 w 47"/>
                <a:gd name="T47" fmla="*/ 56 h 118"/>
                <a:gd name="T48" fmla="*/ 39 w 47"/>
                <a:gd name="T49" fmla="*/ 52 h 118"/>
                <a:gd name="T50" fmla="*/ 37 w 47"/>
                <a:gd name="T51" fmla="*/ 50 h 118"/>
                <a:gd name="T52" fmla="*/ 37 w 47"/>
                <a:gd name="T53" fmla="*/ 49 h 118"/>
                <a:gd name="T54" fmla="*/ 36 w 47"/>
                <a:gd name="T55" fmla="*/ 47 h 118"/>
                <a:gd name="T56" fmla="*/ 26 w 47"/>
                <a:gd name="T57" fmla="*/ 41 h 118"/>
                <a:gd name="T58" fmla="*/ 19 w 47"/>
                <a:gd name="T59" fmla="*/ 38 h 118"/>
                <a:gd name="T60" fmla="*/ 14 w 47"/>
                <a:gd name="T61" fmla="*/ 41 h 118"/>
                <a:gd name="T62" fmla="*/ 13 w 47"/>
                <a:gd name="T63" fmla="*/ 65 h 118"/>
                <a:gd name="T64" fmla="*/ 21 w 47"/>
                <a:gd name="T65" fmla="*/ 71 h 118"/>
                <a:gd name="T66" fmla="*/ 26 w 47"/>
                <a:gd name="T67" fmla="*/ 73 h 118"/>
                <a:gd name="T68" fmla="*/ 26 w 47"/>
                <a:gd name="T69" fmla="*/ 74 h 118"/>
                <a:gd name="T70" fmla="*/ 21 w 47"/>
                <a:gd name="T71" fmla="*/ 84 h 118"/>
                <a:gd name="T72" fmla="*/ 22 w 47"/>
                <a:gd name="T73" fmla="*/ 90 h 118"/>
                <a:gd name="T74" fmla="*/ 26 w 47"/>
                <a:gd name="T75" fmla="*/ 93 h 118"/>
                <a:gd name="T76" fmla="*/ 28 w 47"/>
                <a:gd name="T77" fmla="*/ 97 h 118"/>
                <a:gd name="T78" fmla="*/ 27 w 47"/>
                <a:gd name="T79" fmla="*/ 100 h 118"/>
                <a:gd name="T80" fmla="*/ 22 w 47"/>
                <a:gd name="T81" fmla="*/ 102 h 118"/>
                <a:gd name="T82" fmla="*/ 22 w 47"/>
                <a:gd name="T83" fmla="*/ 97 h 118"/>
                <a:gd name="T84" fmla="*/ 19 w 47"/>
                <a:gd name="T85" fmla="*/ 94 h 118"/>
                <a:gd name="T86" fmla="*/ 19 w 47"/>
                <a:gd name="T87" fmla="*/ 95 h 118"/>
                <a:gd name="T88" fmla="*/ 19 w 47"/>
                <a:gd name="T89" fmla="*/ 101 h 118"/>
                <a:gd name="T90" fmla="*/ 22 w 47"/>
                <a:gd name="T91" fmla="*/ 106 h 118"/>
                <a:gd name="T92" fmla="*/ 25 w 47"/>
                <a:gd name="T93" fmla="*/ 109 h 118"/>
                <a:gd name="T94" fmla="*/ 29 w 47"/>
                <a:gd name="T95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" h="118">
                  <a:moveTo>
                    <a:pt x="29" y="118"/>
                  </a:moveTo>
                  <a:cubicBezTo>
                    <a:pt x="25" y="115"/>
                    <a:pt x="21" y="112"/>
                    <a:pt x="18" y="109"/>
                  </a:cubicBezTo>
                  <a:cubicBezTo>
                    <a:pt x="16" y="107"/>
                    <a:pt x="15" y="105"/>
                    <a:pt x="15" y="103"/>
                  </a:cubicBezTo>
                  <a:cubicBezTo>
                    <a:pt x="11" y="98"/>
                    <a:pt x="9" y="92"/>
                    <a:pt x="8" y="86"/>
                  </a:cubicBezTo>
                  <a:cubicBezTo>
                    <a:pt x="7" y="84"/>
                    <a:pt x="7" y="82"/>
                    <a:pt x="7" y="80"/>
                  </a:cubicBezTo>
                  <a:cubicBezTo>
                    <a:pt x="7" y="72"/>
                    <a:pt x="6" y="63"/>
                    <a:pt x="4" y="56"/>
                  </a:cubicBezTo>
                  <a:cubicBezTo>
                    <a:pt x="4" y="54"/>
                    <a:pt x="4" y="53"/>
                    <a:pt x="4" y="52"/>
                  </a:cubicBezTo>
                  <a:cubicBezTo>
                    <a:pt x="6" y="47"/>
                    <a:pt x="6" y="43"/>
                    <a:pt x="6" y="38"/>
                  </a:cubicBezTo>
                  <a:cubicBezTo>
                    <a:pt x="7" y="33"/>
                    <a:pt x="6" y="28"/>
                    <a:pt x="9" y="23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8" y="19"/>
                    <a:pt x="7" y="18"/>
                    <a:pt x="7" y="17"/>
                  </a:cubicBezTo>
                  <a:cubicBezTo>
                    <a:pt x="6" y="16"/>
                    <a:pt x="9" y="13"/>
                    <a:pt x="5" y="14"/>
                  </a:cubicBezTo>
                  <a:cubicBezTo>
                    <a:pt x="5" y="14"/>
                    <a:pt x="4" y="14"/>
                    <a:pt x="4" y="14"/>
                  </a:cubicBezTo>
                  <a:cubicBezTo>
                    <a:pt x="3" y="13"/>
                    <a:pt x="2" y="13"/>
                    <a:pt x="2" y="12"/>
                  </a:cubicBezTo>
                  <a:cubicBezTo>
                    <a:pt x="2" y="10"/>
                    <a:pt x="4" y="11"/>
                    <a:pt x="3" y="10"/>
                  </a:cubicBezTo>
                  <a:cubicBezTo>
                    <a:pt x="0" y="5"/>
                    <a:pt x="0" y="5"/>
                    <a:pt x="4" y="0"/>
                  </a:cubicBezTo>
                  <a:cubicBezTo>
                    <a:pt x="9" y="1"/>
                    <a:pt x="9" y="6"/>
                    <a:pt x="12" y="9"/>
                  </a:cubicBezTo>
                  <a:cubicBezTo>
                    <a:pt x="13" y="11"/>
                    <a:pt x="14" y="13"/>
                    <a:pt x="16" y="14"/>
                  </a:cubicBezTo>
                  <a:cubicBezTo>
                    <a:pt x="24" y="21"/>
                    <a:pt x="30" y="30"/>
                    <a:pt x="37" y="38"/>
                  </a:cubicBezTo>
                  <a:cubicBezTo>
                    <a:pt x="39" y="39"/>
                    <a:pt x="40" y="41"/>
                    <a:pt x="41" y="42"/>
                  </a:cubicBezTo>
                  <a:cubicBezTo>
                    <a:pt x="42" y="44"/>
                    <a:pt x="45" y="45"/>
                    <a:pt x="46" y="48"/>
                  </a:cubicBezTo>
                  <a:cubicBezTo>
                    <a:pt x="46" y="50"/>
                    <a:pt x="43" y="52"/>
                    <a:pt x="46" y="55"/>
                  </a:cubicBezTo>
                  <a:cubicBezTo>
                    <a:pt x="47" y="55"/>
                    <a:pt x="46" y="56"/>
                    <a:pt x="45" y="56"/>
                  </a:cubicBezTo>
                  <a:cubicBezTo>
                    <a:pt x="44" y="57"/>
                    <a:pt x="43" y="57"/>
                    <a:pt x="42" y="56"/>
                  </a:cubicBezTo>
                  <a:cubicBezTo>
                    <a:pt x="41" y="54"/>
                    <a:pt x="40" y="53"/>
                    <a:pt x="39" y="52"/>
                  </a:cubicBezTo>
                  <a:cubicBezTo>
                    <a:pt x="38" y="52"/>
                    <a:pt x="38" y="51"/>
                    <a:pt x="37" y="50"/>
                  </a:cubicBezTo>
                  <a:cubicBezTo>
                    <a:pt x="37" y="50"/>
                    <a:pt x="37" y="50"/>
                    <a:pt x="37" y="49"/>
                  </a:cubicBezTo>
                  <a:cubicBezTo>
                    <a:pt x="37" y="48"/>
                    <a:pt x="37" y="47"/>
                    <a:pt x="36" y="47"/>
                  </a:cubicBezTo>
                  <a:cubicBezTo>
                    <a:pt x="33" y="45"/>
                    <a:pt x="31" y="41"/>
                    <a:pt x="26" y="41"/>
                  </a:cubicBezTo>
                  <a:cubicBezTo>
                    <a:pt x="24" y="40"/>
                    <a:pt x="22" y="37"/>
                    <a:pt x="19" y="38"/>
                  </a:cubicBezTo>
                  <a:cubicBezTo>
                    <a:pt x="17" y="38"/>
                    <a:pt x="15" y="38"/>
                    <a:pt x="14" y="41"/>
                  </a:cubicBezTo>
                  <a:cubicBezTo>
                    <a:pt x="14" y="49"/>
                    <a:pt x="12" y="57"/>
                    <a:pt x="13" y="65"/>
                  </a:cubicBezTo>
                  <a:cubicBezTo>
                    <a:pt x="14" y="71"/>
                    <a:pt x="15" y="72"/>
                    <a:pt x="21" y="71"/>
                  </a:cubicBezTo>
                  <a:cubicBezTo>
                    <a:pt x="22" y="72"/>
                    <a:pt x="25" y="71"/>
                    <a:pt x="26" y="73"/>
                  </a:cubicBezTo>
                  <a:cubicBezTo>
                    <a:pt x="26" y="73"/>
                    <a:pt x="26" y="74"/>
                    <a:pt x="26" y="74"/>
                  </a:cubicBezTo>
                  <a:cubicBezTo>
                    <a:pt x="25" y="78"/>
                    <a:pt x="22" y="81"/>
                    <a:pt x="21" y="84"/>
                  </a:cubicBezTo>
                  <a:cubicBezTo>
                    <a:pt x="19" y="86"/>
                    <a:pt x="21" y="88"/>
                    <a:pt x="22" y="90"/>
                  </a:cubicBezTo>
                  <a:cubicBezTo>
                    <a:pt x="24" y="91"/>
                    <a:pt x="25" y="92"/>
                    <a:pt x="26" y="93"/>
                  </a:cubicBezTo>
                  <a:cubicBezTo>
                    <a:pt x="27" y="94"/>
                    <a:pt x="28" y="95"/>
                    <a:pt x="28" y="97"/>
                  </a:cubicBezTo>
                  <a:cubicBezTo>
                    <a:pt x="29" y="99"/>
                    <a:pt x="28" y="99"/>
                    <a:pt x="27" y="100"/>
                  </a:cubicBezTo>
                  <a:cubicBezTo>
                    <a:pt x="25" y="101"/>
                    <a:pt x="24" y="103"/>
                    <a:pt x="22" y="102"/>
                  </a:cubicBezTo>
                  <a:cubicBezTo>
                    <a:pt x="21" y="101"/>
                    <a:pt x="20" y="99"/>
                    <a:pt x="22" y="97"/>
                  </a:cubicBezTo>
                  <a:cubicBezTo>
                    <a:pt x="23" y="95"/>
                    <a:pt x="20" y="95"/>
                    <a:pt x="19" y="94"/>
                  </a:cubicBezTo>
                  <a:cubicBezTo>
                    <a:pt x="19" y="94"/>
                    <a:pt x="19" y="94"/>
                    <a:pt x="19" y="95"/>
                  </a:cubicBezTo>
                  <a:cubicBezTo>
                    <a:pt x="22" y="97"/>
                    <a:pt x="14" y="98"/>
                    <a:pt x="19" y="101"/>
                  </a:cubicBezTo>
                  <a:cubicBezTo>
                    <a:pt x="21" y="102"/>
                    <a:pt x="23" y="103"/>
                    <a:pt x="22" y="106"/>
                  </a:cubicBezTo>
                  <a:cubicBezTo>
                    <a:pt x="21" y="108"/>
                    <a:pt x="23" y="108"/>
                    <a:pt x="25" y="109"/>
                  </a:cubicBezTo>
                  <a:cubicBezTo>
                    <a:pt x="29" y="111"/>
                    <a:pt x="30" y="114"/>
                    <a:pt x="29" y="118"/>
                  </a:cubicBezTo>
                  <a:close/>
                </a:path>
              </a:pathLst>
            </a:custGeom>
            <a:solidFill>
              <a:srgbClr val="FE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6" name="Freeform 737"/>
            <p:cNvSpPr/>
            <p:nvPr/>
          </p:nvSpPr>
          <p:spPr bwMode="auto">
            <a:xfrm>
              <a:off x="1825626" y="4397376"/>
              <a:ext cx="784225" cy="419100"/>
            </a:xfrm>
            <a:custGeom>
              <a:avLst/>
              <a:gdLst>
                <a:gd name="T0" fmla="*/ 19 w 208"/>
                <a:gd name="T1" fmla="*/ 109 h 111"/>
                <a:gd name="T2" fmla="*/ 13 w 208"/>
                <a:gd name="T3" fmla="*/ 109 h 111"/>
                <a:gd name="T4" fmla="*/ 0 w 208"/>
                <a:gd name="T5" fmla="*/ 107 h 111"/>
                <a:gd name="T6" fmla="*/ 3 w 208"/>
                <a:gd name="T7" fmla="*/ 104 h 111"/>
                <a:gd name="T8" fmla="*/ 14 w 208"/>
                <a:gd name="T9" fmla="*/ 98 h 111"/>
                <a:gd name="T10" fmla="*/ 43 w 208"/>
                <a:gd name="T11" fmla="*/ 84 h 111"/>
                <a:gd name="T12" fmla="*/ 81 w 208"/>
                <a:gd name="T13" fmla="*/ 66 h 111"/>
                <a:gd name="T14" fmla="*/ 87 w 208"/>
                <a:gd name="T15" fmla="*/ 63 h 111"/>
                <a:gd name="T16" fmla="*/ 132 w 208"/>
                <a:gd name="T17" fmla="*/ 39 h 111"/>
                <a:gd name="T18" fmla="*/ 183 w 208"/>
                <a:gd name="T19" fmla="*/ 11 h 111"/>
                <a:gd name="T20" fmla="*/ 203 w 208"/>
                <a:gd name="T21" fmla="*/ 1 h 111"/>
                <a:gd name="T22" fmla="*/ 205 w 208"/>
                <a:gd name="T23" fmla="*/ 0 h 111"/>
                <a:gd name="T24" fmla="*/ 207 w 208"/>
                <a:gd name="T25" fmla="*/ 4 h 111"/>
                <a:gd name="T26" fmla="*/ 181 w 208"/>
                <a:gd name="T27" fmla="*/ 20 h 111"/>
                <a:gd name="T28" fmla="*/ 149 w 208"/>
                <a:gd name="T29" fmla="*/ 36 h 111"/>
                <a:gd name="T30" fmla="*/ 133 w 208"/>
                <a:gd name="T31" fmla="*/ 46 h 111"/>
                <a:gd name="T32" fmla="*/ 119 w 208"/>
                <a:gd name="T33" fmla="*/ 53 h 111"/>
                <a:gd name="T34" fmla="*/ 67 w 208"/>
                <a:gd name="T35" fmla="*/ 79 h 111"/>
                <a:gd name="T36" fmla="*/ 27 w 208"/>
                <a:gd name="T37" fmla="*/ 100 h 111"/>
                <a:gd name="T38" fmla="*/ 20 w 208"/>
                <a:gd name="T39" fmla="*/ 102 h 111"/>
                <a:gd name="T40" fmla="*/ 33 w 208"/>
                <a:gd name="T41" fmla="*/ 99 h 111"/>
                <a:gd name="T42" fmla="*/ 38 w 208"/>
                <a:gd name="T43" fmla="*/ 100 h 111"/>
                <a:gd name="T44" fmla="*/ 29 w 208"/>
                <a:gd name="T45" fmla="*/ 104 h 111"/>
                <a:gd name="T46" fmla="*/ 21 w 208"/>
                <a:gd name="T47" fmla="*/ 109 h 111"/>
                <a:gd name="T48" fmla="*/ 21 w 208"/>
                <a:gd name="T49" fmla="*/ 109 h 111"/>
                <a:gd name="T50" fmla="*/ 19 w 208"/>
                <a:gd name="T51" fmla="*/ 10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8" h="111">
                  <a:moveTo>
                    <a:pt x="19" y="109"/>
                  </a:moveTo>
                  <a:cubicBezTo>
                    <a:pt x="17" y="109"/>
                    <a:pt x="13" y="110"/>
                    <a:pt x="13" y="109"/>
                  </a:cubicBezTo>
                  <a:cubicBezTo>
                    <a:pt x="9" y="106"/>
                    <a:pt x="4" y="111"/>
                    <a:pt x="0" y="107"/>
                  </a:cubicBezTo>
                  <a:cubicBezTo>
                    <a:pt x="0" y="105"/>
                    <a:pt x="2" y="105"/>
                    <a:pt x="3" y="104"/>
                  </a:cubicBezTo>
                  <a:cubicBezTo>
                    <a:pt x="7" y="103"/>
                    <a:pt x="11" y="100"/>
                    <a:pt x="14" y="98"/>
                  </a:cubicBezTo>
                  <a:cubicBezTo>
                    <a:pt x="24" y="94"/>
                    <a:pt x="33" y="88"/>
                    <a:pt x="43" y="84"/>
                  </a:cubicBezTo>
                  <a:cubicBezTo>
                    <a:pt x="55" y="78"/>
                    <a:pt x="68" y="73"/>
                    <a:pt x="81" y="66"/>
                  </a:cubicBezTo>
                  <a:cubicBezTo>
                    <a:pt x="83" y="65"/>
                    <a:pt x="85" y="64"/>
                    <a:pt x="87" y="63"/>
                  </a:cubicBezTo>
                  <a:cubicBezTo>
                    <a:pt x="101" y="54"/>
                    <a:pt x="117" y="48"/>
                    <a:pt x="132" y="39"/>
                  </a:cubicBezTo>
                  <a:cubicBezTo>
                    <a:pt x="148" y="29"/>
                    <a:pt x="166" y="22"/>
                    <a:pt x="183" y="11"/>
                  </a:cubicBezTo>
                  <a:cubicBezTo>
                    <a:pt x="189" y="7"/>
                    <a:pt x="196" y="4"/>
                    <a:pt x="203" y="1"/>
                  </a:cubicBezTo>
                  <a:cubicBezTo>
                    <a:pt x="204" y="1"/>
                    <a:pt x="204" y="0"/>
                    <a:pt x="205" y="0"/>
                  </a:cubicBezTo>
                  <a:cubicBezTo>
                    <a:pt x="208" y="0"/>
                    <a:pt x="207" y="2"/>
                    <a:pt x="207" y="4"/>
                  </a:cubicBezTo>
                  <a:cubicBezTo>
                    <a:pt x="198" y="10"/>
                    <a:pt x="190" y="15"/>
                    <a:pt x="181" y="20"/>
                  </a:cubicBezTo>
                  <a:cubicBezTo>
                    <a:pt x="170" y="25"/>
                    <a:pt x="160" y="30"/>
                    <a:pt x="149" y="36"/>
                  </a:cubicBezTo>
                  <a:cubicBezTo>
                    <a:pt x="144" y="39"/>
                    <a:pt x="139" y="43"/>
                    <a:pt x="133" y="46"/>
                  </a:cubicBezTo>
                  <a:cubicBezTo>
                    <a:pt x="128" y="48"/>
                    <a:pt x="124" y="51"/>
                    <a:pt x="119" y="53"/>
                  </a:cubicBezTo>
                  <a:cubicBezTo>
                    <a:pt x="101" y="62"/>
                    <a:pt x="84" y="71"/>
                    <a:pt x="67" y="79"/>
                  </a:cubicBezTo>
                  <a:cubicBezTo>
                    <a:pt x="53" y="86"/>
                    <a:pt x="41" y="95"/>
                    <a:pt x="27" y="100"/>
                  </a:cubicBezTo>
                  <a:cubicBezTo>
                    <a:pt x="25" y="101"/>
                    <a:pt x="22" y="101"/>
                    <a:pt x="20" y="102"/>
                  </a:cubicBezTo>
                  <a:cubicBezTo>
                    <a:pt x="24" y="101"/>
                    <a:pt x="29" y="101"/>
                    <a:pt x="33" y="99"/>
                  </a:cubicBezTo>
                  <a:cubicBezTo>
                    <a:pt x="35" y="99"/>
                    <a:pt x="36" y="98"/>
                    <a:pt x="38" y="100"/>
                  </a:cubicBezTo>
                  <a:cubicBezTo>
                    <a:pt x="36" y="102"/>
                    <a:pt x="32" y="102"/>
                    <a:pt x="29" y="104"/>
                  </a:cubicBezTo>
                  <a:cubicBezTo>
                    <a:pt x="26" y="106"/>
                    <a:pt x="24" y="108"/>
                    <a:pt x="21" y="109"/>
                  </a:cubicBezTo>
                  <a:cubicBezTo>
                    <a:pt x="21" y="109"/>
                    <a:pt x="21" y="109"/>
                    <a:pt x="21" y="109"/>
                  </a:cubicBezTo>
                  <a:cubicBezTo>
                    <a:pt x="20" y="110"/>
                    <a:pt x="19" y="110"/>
                    <a:pt x="19" y="109"/>
                  </a:cubicBezTo>
                  <a:close/>
                </a:path>
              </a:pathLst>
            </a:custGeom>
            <a:solidFill>
              <a:srgbClr val="F89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7" name="Freeform 738"/>
            <p:cNvSpPr/>
            <p:nvPr/>
          </p:nvSpPr>
          <p:spPr bwMode="auto">
            <a:xfrm>
              <a:off x="1030288" y="4262439"/>
              <a:ext cx="279400" cy="247650"/>
            </a:xfrm>
            <a:custGeom>
              <a:avLst/>
              <a:gdLst>
                <a:gd name="T0" fmla="*/ 14 w 74"/>
                <a:gd name="T1" fmla="*/ 25 h 66"/>
                <a:gd name="T2" fmla="*/ 6 w 74"/>
                <a:gd name="T3" fmla="*/ 15 h 66"/>
                <a:gd name="T4" fmla="*/ 6 w 74"/>
                <a:gd name="T5" fmla="*/ 10 h 66"/>
                <a:gd name="T6" fmla="*/ 0 w 74"/>
                <a:gd name="T7" fmla="*/ 5 h 66"/>
                <a:gd name="T8" fmla="*/ 3 w 74"/>
                <a:gd name="T9" fmla="*/ 0 h 66"/>
                <a:gd name="T10" fmla="*/ 10 w 74"/>
                <a:gd name="T11" fmla="*/ 4 h 66"/>
                <a:gd name="T12" fmla="*/ 8 w 74"/>
                <a:gd name="T13" fmla="*/ 5 h 66"/>
                <a:gd name="T14" fmla="*/ 7 w 74"/>
                <a:gd name="T15" fmla="*/ 7 h 66"/>
                <a:gd name="T16" fmla="*/ 10 w 74"/>
                <a:gd name="T17" fmla="*/ 8 h 66"/>
                <a:gd name="T18" fmla="*/ 13 w 74"/>
                <a:gd name="T19" fmla="*/ 4 h 66"/>
                <a:gd name="T20" fmla="*/ 14 w 74"/>
                <a:gd name="T21" fmla="*/ 4 h 66"/>
                <a:gd name="T22" fmla="*/ 21 w 74"/>
                <a:gd name="T23" fmla="*/ 11 h 66"/>
                <a:gd name="T24" fmla="*/ 24 w 74"/>
                <a:gd name="T25" fmla="*/ 15 h 66"/>
                <a:gd name="T26" fmla="*/ 24 w 74"/>
                <a:gd name="T27" fmla="*/ 17 h 66"/>
                <a:gd name="T28" fmla="*/ 18 w 74"/>
                <a:gd name="T29" fmla="*/ 15 h 66"/>
                <a:gd name="T30" fmla="*/ 13 w 74"/>
                <a:gd name="T31" fmla="*/ 13 h 66"/>
                <a:gd name="T32" fmla="*/ 29 w 74"/>
                <a:gd name="T33" fmla="*/ 30 h 66"/>
                <a:gd name="T34" fmla="*/ 47 w 74"/>
                <a:gd name="T35" fmla="*/ 42 h 66"/>
                <a:gd name="T36" fmla="*/ 58 w 74"/>
                <a:gd name="T37" fmla="*/ 45 h 66"/>
                <a:gd name="T38" fmla="*/ 61 w 74"/>
                <a:gd name="T39" fmla="*/ 44 h 66"/>
                <a:gd name="T40" fmla="*/ 65 w 74"/>
                <a:gd name="T41" fmla="*/ 42 h 66"/>
                <a:gd name="T42" fmla="*/ 64 w 74"/>
                <a:gd name="T43" fmla="*/ 33 h 66"/>
                <a:gd name="T44" fmla="*/ 70 w 74"/>
                <a:gd name="T45" fmla="*/ 40 h 66"/>
                <a:gd name="T46" fmla="*/ 74 w 74"/>
                <a:gd name="T47" fmla="*/ 54 h 66"/>
                <a:gd name="T48" fmla="*/ 73 w 74"/>
                <a:gd name="T49" fmla="*/ 65 h 66"/>
                <a:gd name="T50" fmla="*/ 59 w 74"/>
                <a:gd name="T51" fmla="*/ 62 h 66"/>
                <a:gd name="T52" fmla="*/ 54 w 74"/>
                <a:gd name="T53" fmla="*/ 58 h 66"/>
                <a:gd name="T54" fmla="*/ 26 w 74"/>
                <a:gd name="T55" fmla="*/ 35 h 66"/>
                <a:gd name="T56" fmla="*/ 14 w 74"/>
                <a:gd name="T57" fmla="*/ 2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" h="66">
                  <a:moveTo>
                    <a:pt x="14" y="25"/>
                  </a:moveTo>
                  <a:cubicBezTo>
                    <a:pt x="13" y="20"/>
                    <a:pt x="11" y="17"/>
                    <a:pt x="6" y="15"/>
                  </a:cubicBezTo>
                  <a:cubicBezTo>
                    <a:pt x="2" y="14"/>
                    <a:pt x="6" y="12"/>
                    <a:pt x="6" y="10"/>
                  </a:cubicBezTo>
                  <a:cubicBezTo>
                    <a:pt x="2" y="11"/>
                    <a:pt x="2" y="6"/>
                    <a:pt x="0" y="5"/>
                  </a:cubicBezTo>
                  <a:cubicBezTo>
                    <a:pt x="0" y="2"/>
                    <a:pt x="6" y="5"/>
                    <a:pt x="3" y="0"/>
                  </a:cubicBezTo>
                  <a:cubicBezTo>
                    <a:pt x="6" y="1"/>
                    <a:pt x="8" y="2"/>
                    <a:pt x="10" y="4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6"/>
                    <a:pt x="7" y="7"/>
                  </a:cubicBezTo>
                  <a:cubicBezTo>
                    <a:pt x="8" y="8"/>
                    <a:pt x="9" y="9"/>
                    <a:pt x="10" y="8"/>
                  </a:cubicBezTo>
                  <a:cubicBezTo>
                    <a:pt x="10" y="6"/>
                    <a:pt x="13" y="6"/>
                    <a:pt x="13" y="4"/>
                  </a:cubicBezTo>
                  <a:cubicBezTo>
                    <a:pt x="13" y="4"/>
                    <a:pt x="14" y="4"/>
                    <a:pt x="14" y="4"/>
                  </a:cubicBezTo>
                  <a:cubicBezTo>
                    <a:pt x="16" y="7"/>
                    <a:pt x="19" y="8"/>
                    <a:pt x="21" y="11"/>
                  </a:cubicBezTo>
                  <a:cubicBezTo>
                    <a:pt x="22" y="12"/>
                    <a:pt x="24" y="13"/>
                    <a:pt x="24" y="15"/>
                  </a:cubicBezTo>
                  <a:cubicBezTo>
                    <a:pt x="24" y="15"/>
                    <a:pt x="24" y="16"/>
                    <a:pt x="24" y="17"/>
                  </a:cubicBezTo>
                  <a:cubicBezTo>
                    <a:pt x="21" y="18"/>
                    <a:pt x="20" y="16"/>
                    <a:pt x="18" y="15"/>
                  </a:cubicBezTo>
                  <a:cubicBezTo>
                    <a:pt x="17" y="14"/>
                    <a:pt x="15" y="13"/>
                    <a:pt x="13" y="13"/>
                  </a:cubicBezTo>
                  <a:cubicBezTo>
                    <a:pt x="16" y="21"/>
                    <a:pt x="22" y="26"/>
                    <a:pt x="29" y="30"/>
                  </a:cubicBezTo>
                  <a:cubicBezTo>
                    <a:pt x="35" y="35"/>
                    <a:pt x="40" y="40"/>
                    <a:pt x="47" y="42"/>
                  </a:cubicBezTo>
                  <a:cubicBezTo>
                    <a:pt x="51" y="43"/>
                    <a:pt x="54" y="44"/>
                    <a:pt x="58" y="45"/>
                  </a:cubicBezTo>
                  <a:cubicBezTo>
                    <a:pt x="59" y="46"/>
                    <a:pt x="60" y="45"/>
                    <a:pt x="61" y="44"/>
                  </a:cubicBezTo>
                  <a:cubicBezTo>
                    <a:pt x="62" y="43"/>
                    <a:pt x="63" y="42"/>
                    <a:pt x="65" y="42"/>
                  </a:cubicBezTo>
                  <a:cubicBezTo>
                    <a:pt x="63" y="39"/>
                    <a:pt x="61" y="35"/>
                    <a:pt x="64" y="33"/>
                  </a:cubicBezTo>
                  <a:cubicBezTo>
                    <a:pt x="67" y="32"/>
                    <a:pt x="69" y="37"/>
                    <a:pt x="70" y="40"/>
                  </a:cubicBezTo>
                  <a:cubicBezTo>
                    <a:pt x="72" y="44"/>
                    <a:pt x="73" y="49"/>
                    <a:pt x="74" y="54"/>
                  </a:cubicBezTo>
                  <a:cubicBezTo>
                    <a:pt x="74" y="58"/>
                    <a:pt x="74" y="61"/>
                    <a:pt x="73" y="65"/>
                  </a:cubicBezTo>
                  <a:cubicBezTo>
                    <a:pt x="68" y="64"/>
                    <a:pt x="63" y="66"/>
                    <a:pt x="59" y="62"/>
                  </a:cubicBezTo>
                  <a:cubicBezTo>
                    <a:pt x="56" y="62"/>
                    <a:pt x="55" y="59"/>
                    <a:pt x="54" y="58"/>
                  </a:cubicBezTo>
                  <a:cubicBezTo>
                    <a:pt x="46" y="48"/>
                    <a:pt x="36" y="42"/>
                    <a:pt x="26" y="35"/>
                  </a:cubicBezTo>
                  <a:cubicBezTo>
                    <a:pt x="22" y="32"/>
                    <a:pt x="17" y="29"/>
                    <a:pt x="14" y="25"/>
                  </a:cubicBezTo>
                  <a:close/>
                </a:path>
              </a:pathLst>
            </a:custGeom>
            <a:solidFill>
              <a:srgbClr val="FE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8" name="Freeform 739"/>
            <p:cNvSpPr/>
            <p:nvPr/>
          </p:nvSpPr>
          <p:spPr bwMode="auto">
            <a:xfrm>
              <a:off x="2439988" y="3440114"/>
              <a:ext cx="158750" cy="173038"/>
            </a:xfrm>
            <a:custGeom>
              <a:avLst/>
              <a:gdLst>
                <a:gd name="T0" fmla="*/ 3 w 42"/>
                <a:gd name="T1" fmla="*/ 35 h 46"/>
                <a:gd name="T2" fmla="*/ 9 w 42"/>
                <a:gd name="T3" fmla="*/ 32 h 46"/>
                <a:gd name="T4" fmla="*/ 15 w 42"/>
                <a:gd name="T5" fmla="*/ 26 h 46"/>
                <a:gd name="T6" fmla="*/ 12 w 42"/>
                <a:gd name="T7" fmla="*/ 23 h 46"/>
                <a:gd name="T8" fmla="*/ 11 w 42"/>
                <a:gd name="T9" fmla="*/ 22 h 46"/>
                <a:gd name="T10" fmla="*/ 15 w 42"/>
                <a:gd name="T11" fmla="*/ 20 h 46"/>
                <a:gd name="T12" fmla="*/ 17 w 42"/>
                <a:gd name="T13" fmla="*/ 21 h 46"/>
                <a:gd name="T14" fmla="*/ 21 w 42"/>
                <a:gd name="T15" fmla="*/ 22 h 46"/>
                <a:gd name="T16" fmla="*/ 22 w 42"/>
                <a:gd name="T17" fmla="*/ 15 h 46"/>
                <a:gd name="T18" fmla="*/ 16 w 42"/>
                <a:gd name="T19" fmla="*/ 7 h 46"/>
                <a:gd name="T20" fmla="*/ 12 w 42"/>
                <a:gd name="T21" fmla="*/ 11 h 46"/>
                <a:gd name="T22" fmla="*/ 11 w 42"/>
                <a:gd name="T23" fmla="*/ 0 h 46"/>
                <a:gd name="T24" fmla="*/ 28 w 42"/>
                <a:gd name="T25" fmla="*/ 12 h 46"/>
                <a:gd name="T26" fmla="*/ 38 w 42"/>
                <a:gd name="T27" fmla="*/ 22 h 46"/>
                <a:gd name="T28" fmla="*/ 39 w 42"/>
                <a:gd name="T29" fmla="*/ 22 h 46"/>
                <a:gd name="T30" fmla="*/ 41 w 42"/>
                <a:gd name="T31" fmla="*/ 25 h 46"/>
                <a:gd name="T32" fmla="*/ 34 w 42"/>
                <a:gd name="T33" fmla="*/ 34 h 46"/>
                <a:gd name="T34" fmla="*/ 30 w 42"/>
                <a:gd name="T35" fmla="*/ 37 h 46"/>
                <a:gd name="T36" fmla="*/ 27 w 42"/>
                <a:gd name="T37" fmla="*/ 40 h 46"/>
                <a:gd name="T38" fmla="*/ 26 w 42"/>
                <a:gd name="T39" fmla="*/ 41 h 46"/>
                <a:gd name="T40" fmla="*/ 14 w 42"/>
                <a:gd name="T41" fmla="*/ 46 h 46"/>
                <a:gd name="T42" fmla="*/ 12 w 42"/>
                <a:gd name="T43" fmla="*/ 46 h 46"/>
                <a:gd name="T44" fmla="*/ 6 w 42"/>
                <a:gd name="T45" fmla="*/ 39 h 46"/>
                <a:gd name="T46" fmla="*/ 6 w 42"/>
                <a:gd name="T47" fmla="*/ 39 h 46"/>
                <a:gd name="T48" fmla="*/ 9 w 42"/>
                <a:gd name="T49" fmla="*/ 43 h 46"/>
                <a:gd name="T50" fmla="*/ 3 w 42"/>
                <a:gd name="T51" fmla="*/ 42 h 46"/>
                <a:gd name="T52" fmla="*/ 3 w 42"/>
                <a:gd name="T53" fmla="*/ 3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2" h="46">
                  <a:moveTo>
                    <a:pt x="3" y="35"/>
                  </a:moveTo>
                  <a:cubicBezTo>
                    <a:pt x="4" y="33"/>
                    <a:pt x="6" y="32"/>
                    <a:pt x="9" y="32"/>
                  </a:cubicBezTo>
                  <a:cubicBezTo>
                    <a:pt x="12" y="31"/>
                    <a:pt x="14" y="29"/>
                    <a:pt x="15" y="26"/>
                  </a:cubicBezTo>
                  <a:cubicBezTo>
                    <a:pt x="16" y="23"/>
                    <a:pt x="14" y="23"/>
                    <a:pt x="12" y="23"/>
                  </a:cubicBezTo>
                  <a:cubicBezTo>
                    <a:pt x="11" y="23"/>
                    <a:pt x="10" y="22"/>
                    <a:pt x="11" y="22"/>
                  </a:cubicBezTo>
                  <a:cubicBezTo>
                    <a:pt x="11" y="20"/>
                    <a:pt x="14" y="21"/>
                    <a:pt x="15" y="20"/>
                  </a:cubicBezTo>
                  <a:cubicBezTo>
                    <a:pt x="15" y="20"/>
                    <a:pt x="16" y="21"/>
                    <a:pt x="17" y="21"/>
                  </a:cubicBezTo>
                  <a:cubicBezTo>
                    <a:pt x="19" y="20"/>
                    <a:pt x="21" y="23"/>
                    <a:pt x="21" y="22"/>
                  </a:cubicBezTo>
                  <a:cubicBezTo>
                    <a:pt x="21" y="19"/>
                    <a:pt x="25" y="18"/>
                    <a:pt x="22" y="15"/>
                  </a:cubicBezTo>
                  <a:cubicBezTo>
                    <a:pt x="20" y="13"/>
                    <a:pt x="20" y="9"/>
                    <a:pt x="16" y="7"/>
                  </a:cubicBezTo>
                  <a:cubicBezTo>
                    <a:pt x="12" y="5"/>
                    <a:pt x="11" y="7"/>
                    <a:pt x="12" y="11"/>
                  </a:cubicBezTo>
                  <a:cubicBezTo>
                    <a:pt x="8" y="7"/>
                    <a:pt x="11" y="4"/>
                    <a:pt x="11" y="0"/>
                  </a:cubicBezTo>
                  <a:cubicBezTo>
                    <a:pt x="18" y="2"/>
                    <a:pt x="23" y="7"/>
                    <a:pt x="28" y="12"/>
                  </a:cubicBezTo>
                  <a:cubicBezTo>
                    <a:pt x="32" y="15"/>
                    <a:pt x="36" y="17"/>
                    <a:pt x="38" y="22"/>
                  </a:cubicBezTo>
                  <a:cubicBezTo>
                    <a:pt x="38" y="22"/>
                    <a:pt x="39" y="22"/>
                    <a:pt x="39" y="22"/>
                  </a:cubicBezTo>
                  <a:cubicBezTo>
                    <a:pt x="40" y="23"/>
                    <a:pt x="42" y="23"/>
                    <a:pt x="41" y="25"/>
                  </a:cubicBezTo>
                  <a:cubicBezTo>
                    <a:pt x="39" y="28"/>
                    <a:pt x="39" y="33"/>
                    <a:pt x="34" y="34"/>
                  </a:cubicBezTo>
                  <a:cubicBezTo>
                    <a:pt x="33" y="35"/>
                    <a:pt x="32" y="36"/>
                    <a:pt x="30" y="37"/>
                  </a:cubicBezTo>
                  <a:cubicBezTo>
                    <a:pt x="29" y="37"/>
                    <a:pt x="28" y="38"/>
                    <a:pt x="27" y="40"/>
                  </a:cubicBezTo>
                  <a:cubicBezTo>
                    <a:pt x="27" y="40"/>
                    <a:pt x="26" y="41"/>
                    <a:pt x="26" y="41"/>
                  </a:cubicBezTo>
                  <a:cubicBezTo>
                    <a:pt x="21" y="40"/>
                    <a:pt x="17" y="43"/>
                    <a:pt x="14" y="46"/>
                  </a:cubicBezTo>
                  <a:cubicBezTo>
                    <a:pt x="14" y="46"/>
                    <a:pt x="13" y="46"/>
                    <a:pt x="12" y="46"/>
                  </a:cubicBezTo>
                  <a:cubicBezTo>
                    <a:pt x="10" y="44"/>
                    <a:pt x="11" y="39"/>
                    <a:pt x="6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7" y="40"/>
                    <a:pt x="10" y="40"/>
                    <a:pt x="9" y="43"/>
                  </a:cubicBezTo>
                  <a:cubicBezTo>
                    <a:pt x="7" y="45"/>
                    <a:pt x="5" y="44"/>
                    <a:pt x="3" y="42"/>
                  </a:cubicBezTo>
                  <a:cubicBezTo>
                    <a:pt x="0" y="40"/>
                    <a:pt x="0" y="38"/>
                    <a:pt x="3" y="35"/>
                  </a:cubicBezTo>
                  <a:close/>
                </a:path>
              </a:pathLst>
            </a:custGeom>
            <a:solidFill>
              <a:srgbClr val="C0D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9" name="Freeform 740"/>
            <p:cNvSpPr/>
            <p:nvPr/>
          </p:nvSpPr>
          <p:spPr bwMode="auto">
            <a:xfrm>
              <a:off x="1754188" y="3001964"/>
              <a:ext cx="184150" cy="131763"/>
            </a:xfrm>
            <a:custGeom>
              <a:avLst/>
              <a:gdLst>
                <a:gd name="T0" fmla="*/ 41 w 49"/>
                <a:gd name="T1" fmla="*/ 18 h 35"/>
                <a:gd name="T2" fmla="*/ 48 w 49"/>
                <a:gd name="T3" fmla="*/ 23 h 35"/>
                <a:gd name="T4" fmla="*/ 48 w 49"/>
                <a:gd name="T5" fmla="*/ 25 h 35"/>
                <a:gd name="T6" fmla="*/ 43 w 49"/>
                <a:gd name="T7" fmla="*/ 23 h 35"/>
                <a:gd name="T8" fmla="*/ 21 w 49"/>
                <a:gd name="T9" fmla="*/ 24 h 35"/>
                <a:gd name="T10" fmla="*/ 18 w 49"/>
                <a:gd name="T11" fmla="*/ 24 h 35"/>
                <a:gd name="T12" fmla="*/ 15 w 49"/>
                <a:gd name="T13" fmla="*/ 34 h 35"/>
                <a:gd name="T14" fmla="*/ 12 w 49"/>
                <a:gd name="T15" fmla="*/ 32 h 35"/>
                <a:gd name="T16" fmla="*/ 11 w 49"/>
                <a:gd name="T17" fmla="*/ 29 h 35"/>
                <a:gd name="T18" fmla="*/ 4 w 49"/>
                <a:gd name="T19" fmla="*/ 24 h 35"/>
                <a:gd name="T20" fmla="*/ 1 w 49"/>
                <a:gd name="T21" fmla="*/ 22 h 35"/>
                <a:gd name="T22" fmla="*/ 0 w 49"/>
                <a:gd name="T23" fmla="*/ 19 h 35"/>
                <a:gd name="T24" fmla="*/ 1 w 49"/>
                <a:gd name="T25" fmla="*/ 13 h 35"/>
                <a:gd name="T26" fmla="*/ 1 w 49"/>
                <a:gd name="T27" fmla="*/ 10 h 35"/>
                <a:gd name="T28" fmla="*/ 2 w 49"/>
                <a:gd name="T29" fmla="*/ 9 h 35"/>
                <a:gd name="T30" fmla="*/ 2 w 49"/>
                <a:gd name="T31" fmla="*/ 6 h 35"/>
                <a:gd name="T32" fmla="*/ 1 w 49"/>
                <a:gd name="T33" fmla="*/ 2 h 35"/>
                <a:gd name="T34" fmla="*/ 9 w 49"/>
                <a:gd name="T35" fmla="*/ 1 h 35"/>
                <a:gd name="T36" fmla="*/ 23 w 49"/>
                <a:gd name="T37" fmla="*/ 3 h 35"/>
                <a:gd name="T38" fmla="*/ 28 w 49"/>
                <a:gd name="T39" fmla="*/ 6 h 35"/>
                <a:gd name="T40" fmla="*/ 29 w 49"/>
                <a:gd name="T41" fmla="*/ 10 h 35"/>
                <a:gd name="T42" fmla="*/ 37 w 49"/>
                <a:gd name="T43" fmla="*/ 14 h 35"/>
                <a:gd name="T44" fmla="*/ 41 w 49"/>
                <a:gd name="T45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35">
                  <a:moveTo>
                    <a:pt x="41" y="18"/>
                  </a:moveTo>
                  <a:cubicBezTo>
                    <a:pt x="44" y="20"/>
                    <a:pt x="46" y="22"/>
                    <a:pt x="48" y="23"/>
                  </a:cubicBezTo>
                  <a:cubicBezTo>
                    <a:pt x="49" y="24"/>
                    <a:pt x="48" y="24"/>
                    <a:pt x="48" y="25"/>
                  </a:cubicBezTo>
                  <a:cubicBezTo>
                    <a:pt x="46" y="25"/>
                    <a:pt x="45" y="24"/>
                    <a:pt x="43" y="23"/>
                  </a:cubicBezTo>
                  <a:cubicBezTo>
                    <a:pt x="36" y="22"/>
                    <a:pt x="29" y="20"/>
                    <a:pt x="21" y="24"/>
                  </a:cubicBezTo>
                  <a:cubicBezTo>
                    <a:pt x="20" y="24"/>
                    <a:pt x="19" y="24"/>
                    <a:pt x="18" y="24"/>
                  </a:cubicBezTo>
                  <a:cubicBezTo>
                    <a:pt x="21" y="29"/>
                    <a:pt x="20" y="32"/>
                    <a:pt x="15" y="34"/>
                  </a:cubicBezTo>
                  <a:cubicBezTo>
                    <a:pt x="13" y="35"/>
                    <a:pt x="12" y="34"/>
                    <a:pt x="12" y="32"/>
                  </a:cubicBezTo>
                  <a:cubicBezTo>
                    <a:pt x="11" y="31"/>
                    <a:pt x="12" y="30"/>
                    <a:pt x="11" y="29"/>
                  </a:cubicBezTo>
                  <a:cubicBezTo>
                    <a:pt x="10" y="26"/>
                    <a:pt x="9" y="22"/>
                    <a:pt x="4" y="24"/>
                  </a:cubicBezTo>
                  <a:cubicBezTo>
                    <a:pt x="3" y="24"/>
                    <a:pt x="1" y="24"/>
                    <a:pt x="1" y="22"/>
                  </a:cubicBezTo>
                  <a:cubicBezTo>
                    <a:pt x="0" y="21"/>
                    <a:pt x="0" y="20"/>
                    <a:pt x="0" y="19"/>
                  </a:cubicBezTo>
                  <a:cubicBezTo>
                    <a:pt x="0" y="17"/>
                    <a:pt x="1" y="15"/>
                    <a:pt x="1" y="13"/>
                  </a:cubicBezTo>
                  <a:cubicBezTo>
                    <a:pt x="1" y="12"/>
                    <a:pt x="1" y="11"/>
                    <a:pt x="1" y="10"/>
                  </a:cubicBezTo>
                  <a:cubicBezTo>
                    <a:pt x="2" y="10"/>
                    <a:pt x="2" y="10"/>
                    <a:pt x="2" y="9"/>
                  </a:cubicBezTo>
                  <a:cubicBezTo>
                    <a:pt x="3" y="8"/>
                    <a:pt x="2" y="7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4" y="0"/>
                    <a:pt x="7" y="1"/>
                    <a:pt x="9" y="1"/>
                  </a:cubicBezTo>
                  <a:cubicBezTo>
                    <a:pt x="14" y="2"/>
                    <a:pt x="19" y="1"/>
                    <a:pt x="23" y="3"/>
                  </a:cubicBezTo>
                  <a:cubicBezTo>
                    <a:pt x="24" y="5"/>
                    <a:pt x="27" y="4"/>
                    <a:pt x="28" y="6"/>
                  </a:cubicBezTo>
                  <a:cubicBezTo>
                    <a:pt x="28" y="7"/>
                    <a:pt x="28" y="8"/>
                    <a:pt x="29" y="10"/>
                  </a:cubicBezTo>
                  <a:cubicBezTo>
                    <a:pt x="32" y="11"/>
                    <a:pt x="34" y="12"/>
                    <a:pt x="37" y="14"/>
                  </a:cubicBezTo>
                  <a:cubicBezTo>
                    <a:pt x="38" y="15"/>
                    <a:pt x="39" y="17"/>
                    <a:pt x="41" y="18"/>
                  </a:cubicBezTo>
                  <a:close/>
                </a:path>
              </a:pathLst>
            </a:custGeom>
            <a:solidFill>
              <a:srgbClr val="B7D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0" name="Freeform 741"/>
            <p:cNvSpPr/>
            <p:nvPr/>
          </p:nvSpPr>
          <p:spPr bwMode="auto">
            <a:xfrm>
              <a:off x="925513" y="3948114"/>
              <a:ext cx="90488" cy="298450"/>
            </a:xfrm>
            <a:custGeom>
              <a:avLst/>
              <a:gdLst>
                <a:gd name="T0" fmla="*/ 18 w 24"/>
                <a:gd name="T1" fmla="*/ 42 h 79"/>
                <a:gd name="T2" fmla="*/ 18 w 24"/>
                <a:gd name="T3" fmla="*/ 46 h 79"/>
                <a:gd name="T4" fmla="*/ 19 w 24"/>
                <a:gd name="T5" fmla="*/ 68 h 79"/>
                <a:gd name="T6" fmla="*/ 18 w 24"/>
                <a:gd name="T7" fmla="*/ 69 h 79"/>
                <a:gd name="T8" fmla="*/ 16 w 24"/>
                <a:gd name="T9" fmla="*/ 67 h 79"/>
                <a:gd name="T10" fmla="*/ 12 w 24"/>
                <a:gd name="T11" fmla="*/ 65 h 79"/>
                <a:gd name="T12" fmla="*/ 11 w 24"/>
                <a:gd name="T13" fmla="*/ 70 h 79"/>
                <a:gd name="T14" fmla="*/ 12 w 24"/>
                <a:gd name="T15" fmla="*/ 76 h 79"/>
                <a:gd name="T16" fmla="*/ 10 w 24"/>
                <a:gd name="T17" fmla="*/ 78 h 79"/>
                <a:gd name="T18" fmla="*/ 6 w 24"/>
                <a:gd name="T19" fmla="*/ 68 h 79"/>
                <a:gd name="T20" fmla="*/ 4 w 24"/>
                <a:gd name="T21" fmla="*/ 63 h 79"/>
                <a:gd name="T22" fmla="*/ 4 w 24"/>
                <a:gd name="T23" fmla="*/ 63 h 79"/>
                <a:gd name="T24" fmla="*/ 4 w 24"/>
                <a:gd name="T25" fmla="*/ 61 h 79"/>
                <a:gd name="T26" fmla="*/ 1 w 24"/>
                <a:gd name="T27" fmla="*/ 43 h 79"/>
                <a:gd name="T28" fmla="*/ 1 w 24"/>
                <a:gd name="T29" fmla="*/ 30 h 79"/>
                <a:gd name="T30" fmla="*/ 2 w 24"/>
                <a:gd name="T31" fmla="*/ 29 h 79"/>
                <a:gd name="T32" fmla="*/ 5 w 24"/>
                <a:gd name="T33" fmla="*/ 30 h 79"/>
                <a:gd name="T34" fmla="*/ 14 w 24"/>
                <a:gd name="T35" fmla="*/ 29 h 79"/>
                <a:gd name="T36" fmla="*/ 18 w 24"/>
                <a:gd name="T37" fmla="*/ 17 h 79"/>
                <a:gd name="T38" fmla="*/ 10 w 24"/>
                <a:gd name="T39" fmla="*/ 9 h 79"/>
                <a:gd name="T40" fmla="*/ 7 w 24"/>
                <a:gd name="T41" fmla="*/ 9 h 79"/>
                <a:gd name="T42" fmla="*/ 9 w 24"/>
                <a:gd name="T43" fmla="*/ 1 h 79"/>
                <a:gd name="T44" fmla="*/ 10 w 24"/>
                <a:gd name="T45" fmla="*/ 1 h 79"/>
                <a:gd name="T46" fmla="*/ 14 w 24"/>
                <a:gd name="T47" fmla="*/ 1 h 79"/>
                <a:gd name="T48" fmla="*/ 16 w 24"/>
                <a:gd name="T49" fmla="*/ 2 h 79"/>
                <a:gd name="T50" fmla="*/ 17 w 24"/>
                <a:gd name="T51" fmla="*/ 3 h 79"/>
                <a:gd name="T52" fmla="*/ 20 w 24"/>
                <a:gd name="T53" fmla="*/ 6 h 79"/>
                <a:gd name="T54" fmla="*/ 21 w 24"/>
                <a:gd name="T55" fmla="*/ 6 h 79"/>
                <a:gd name="T56" fmla="*/ 23 w 24"/>
                <a:gd name="T57" fmla="*/ 10 h 79"/>
                <a:gd name="T58" fmla="*/ 21 w 24"/>
                <a:gd name="T59" fmla="*/ 17 h 79"/>
                <a:gd name="T60" fmla="*/ 19 w 24"/>
                <a:gd name="T61" fmla="*/ 37 h 79"/>
                <a:gd name="T62" fmla="*/ 18 w 24"/>
                <a:gd name="T63" fmla="*/ 4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" h="79">
                  <a:moveTo>
                    <a:pt x="18" y="42"/>
                  </a:moveTo>
                  <a:cubicBezTo>
                    <a:pt x="18" y="43"/>
                    <a:pt x="18" y="44"/>
                    <a:pt x="18" y="46"/>
                  </a:cubicBezTo>
                  <a:cubicBezTo>
                    <a:pt x="18" y="53"/>
                    <a:pt x="20" y="60"/>
                    <a:pt x="19" y="68"/>
                  </a:cubicBezTo>
                  <a:cubicBezTo>
                    <a:pt x="19" y="69"/>
                    <a:pt x="19" y="69"/>
                    <a:pt x="18" y="69"/>
                  </a:cubicBezTo>
                  <a:cubicBezTo>
                    <a:pt x="17" y="69"/>
                    <a:pt x="17" y="68"/>
                    <a:pt x="16" y="67"/>
                  </a:cubicBezTo>
                  <a:cubicBezTo>
                    <a:pt x="15" y="66"/>
                    <a:pt x="14" y="64"/>
                    <a:pt x="12" y="65"/>
                  </a:cubicBezTo>
                  <a:cubicBezTo>
                    <a:pt x="9" y="66"/>
                    <a:pt x="10" y="68"/>
                    <a:pt x="11" y="70"/>
                  </a:cubicBezTo>
                  <a:cubicBezTo>
                    <a:pt x="11" y="72"/>
                    <a:pt x="13" y="74"/>
                    <a:pt x="12" y="76"/>
                  </a:cubicBezTo>
                  <a:cubicBezTo>
                    <a:pt x="12" y="77"/>
                    <a:pt x="12" y="79"/>
                    <a:pt x="10" y="78"/>
                  </a:cubicBezTo>
                  <a:cubicBezTo>
                    <a:pt x="6" y="76"/>
                    <a:pt x="6" y="72"/>
                    <a:pt x="6" y="68"/>
                  </a:cubicBezTo>
                  <a:cubicBezTo>
                    <a:pt x="4" y="67"/>
                    <a:pt x="5" y="64"/>
                    <a:pt x="4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4" y="62"/>
                    <a:pt x="4" y="62"/>
                    <a:pt x="4" y="61"/>
                  </a:cubicBezTo>
                  <a:cubicBezTo>
                    <a:pt x="4" y="55"/>
                    <a:pt x="2" y="49"/>
                    <a:pt x="1" y="43"/>
                  </a:cubicBezTo>
                  <a:cubicBezTo>
                    <a:pt x="1" y="38"/>
                    <a:pt x="0" y="34"/>
                    <a:pt x="1" y="30"/>
                  </a:cubicBezTo>
                  <a:cubicBezTo>
                    <a:pt x="1" y="29"/>
                    <a:pt x="2" y="29"/>
                    <a:pt x="2" y="29"/>
                  </a:cubicBezTo>
                  <a:cubicBezTo>
                    <a:pt x="4" y="28"/>
                    <a:pt x="4" y="30"/>
                    <a:pt x="5" y="30"/>
                  </a:cubicBezTo>
                  <a:cubicBezTo>
                    <a:pt x="9" y="34"/>
                    <a:pt x="13" y="33"/>
                    <a:pt x="14" y="29"/>
                  </a:cubicBezTo>
                  <a:cubicBezTo>
                    <a:pt x="16" y="25"/>
                    <a:pt x="17" y="21"/>
                    <a:pt x="18" y="17"/>
                  </a:cubicBezTo>
                  <a:cubicBezTo>
                    <a:pt x="19" y="11"/>
                    <a:pt x="17" y="9"/>
                    <a:pt x="10" y="9"/>
                  </a:cubicBezTo>
                  <a:cubicBezTo>
                    <a:pt x="9" y="10"/>
                    <a:pt x="8" y="10"/>
                    <a:pt x="7" y="9"/>
                  </a:cubicBezTo>
                  <a:cubicBezTo>
                    <a:pt x="6" y="6"/>
                    <a:pt x="7" y="4"/>
                    <a:pt x="9" y="1"/>
                  </a:cubicBezTo>
                  <a:cubicBezTo>
                    <a:pt x="9" y="1"/>
                    <a:pt x="9" y="1"/>
                    <a:pt x="10" y="1"/>
                  </a:cubicBezTo>
                  <a:cubicBezTo>
                    <a:pt x="11" y="0"/>
                    <a:pt x="13" y="0"/>
                    <a:pt x="14" y="1"/>
                  </a:cubicBezTo>
                  <a:cubicBezTo>
                    <a:pt x="15" y="1"/>
                    <a:pt x="15" y="1"/>
                    <a:pt x="16" y="2"/>
                  </a:cubicBezTo>
                  <a:cubicBezTo>
                    <a:pt x="16" y="2"/>
                    <a:pt x="16" y="3"/>
                    <a:pt x="17" y="3"/>
                  </a:cubicBezTo>
                  <a:cubicBezTo>
                    <a:pt x="18" y="4"/>
                    <a:pt x="19" y="5"/>
                    <a:pt x="20" y="6"/>
                  </a:cubicBezTo>
                  <a:cubicBezTo>
                    <a:pt x="20" y="6"/>
                    <a:pt x="20" y="6"/>
                    <a:pt x="21" y="6"/>
                  </a:cubicBezTo>
                  <a:cubicBezTo>
                    <a:pt x="21" y="7"/>
                    <a:pt x="22" y="8"/>
                    <a:pt x="23" y="10"/>
                  </a:cubicBezTo>
                  <a:cubicBezTo>
                    <a:pt x="24" y="12"/>
                    <a:pt x="21" y="14"/>
                    <a:pt x="21" y="17"/>
                  </a:cubicBezTo>
                  <a:cubicBezTo>
                    <a:pt x="19" y="23"/>
                    <a:pt x="19" y="30"/>
                    <a:pt x="19" y="37"/>
                  </a:cubicBezTo>
                  <a:cubicBezTo>
                    <a:pt x="19" y="39"/>
                    <a:pt x="19" y="40"/>
                    <a:pt x="18" y="42"/>
                  </a:cubicBezTo>
                  <a:close/>
                </a:path>
              </a:pathLst>
            </a:custGeom>
            <a:solidFill>
              <a:srgbClr val="FEEB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1" name="Freeform 742"/>
            <p:cNvSpPr/>
            <p:nvPr/>
          </p:nvSpPr>
          <p:spPr bwMode="auto">
            <a:xfrm>
              <a:off x="1893888" y="4594226"/>
              <a:ext cx="392113" cy="195263"/>
            </a:xfrm>
            <a:custGeom>
              <a:avLst/>
              <a:gdLst>
                <a:gd name="T0" fmla="*/ 20 w 104"/>
                <a:gd name="T1" fmla="*/ 48 h 52"/>
                <a:gd name="T2" fmla="*/ 2 w 104"/>
                <a:gd name="T3" fmla="*/ 50 h 52"/>
                <a:gd name="T4" fmla="*/ 0 w 104"/>
                <a:gd name="T5" fmla="*/ 50 h 52"/>
                <a:gd name="T6" fmla="*/ 53 w 104"/>
                <a:gd name="T7" fmla="*/ 24 h 52"/>
                <a:gd name="T8" fmla="*/ 98 w 104"/>
                <a:gd name="T9" fmla="*/ 0 h 52"/>
                <a:gd name="T10" fmla="*/ 100 w 104"/>
                <a:gd name="T11" fmla="*/ 0 h 52"/>
                <a:gd name="T12" fmla="*/ 100 w 104"/>
                <a:gd name="T13" fmla="*/ 5 h 52"/>
                <a:gd name="T14" fmla="*/ 94 w 104"/>
                <a:gd name="T15" fmla="*/ 8 h 52"/>
                <a:gd name="T16" fmla="*/ 78 w 104"/>
                <a:gd name="T17" fmla="*/ 17 h 52"/>
                <a:gd name="T18" fmla="*/ 54 w 104"/>
                <a:gd name="T19" fmla="*/ 30 h 52"/>
                <a:gd name="T20" fmla="*/ 28 w 104"/>
                <a:gd name="T21" fmla="*/ 44 h 52"/>
                <a:gd name="T22" fmla="*/ 26 w 104"/>
                <a:gd name="T23" fmla="*/ 45 h 52"/>
                <a:gd name="T24" fmla="*/ 20 w 104"/>
                <a:gd name="T25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52">
                  <a:moveTo>
                    <a:pt x="20" y="48"/>
                  </a:moveTo>
                  <a:cubicBezTo>
                    <a:pt x="14" y="48"/>
                    <a:pt x="8" y="52"/>
                    <a:pt x="2" y="50"/>
                  </a:cubicBezTo>
                  <a:cubicBezTo>
                    <a:pt x="1" y="50"/>
                    <a:pt x="1" y="50"/>
                    <a:pt x="0" y="50"/>
                  </a:cubicBezTo>
                  <a:cubicBezTo>
                    <a:pt x="19" y="44"/>
                    <a:pt x="35" y="32"/>
                    <a:pt x="53" y="24"/>
                  </a:cubicBezTo>
                  <a:cubicBezTo>
                    <a:pt x="68" y="16"/>
                    <a:pt x="83" y="9"/>
                    <a:pt x="98" y="0"/>
                  </a:cubicBezTo>
                  <a:cubicBezTo>
                    <a:pt x="99" y="0"/>
                    <a:pt x="100" y="0"/>
                    <a:pt x="100" y="0"/>
                  </a:cubicBezTo>
                  <a:cubicBezTo>
                    <a:pt x="104" y="3"/>
                    <a:pt x="104" y="3"/>
                    <a:pt x="100" y="5"/>
                  </a:cubicBezTo>
                  <a:cubicBezTo>
                    <a:pt x="98" y="6"/>
                    <a:pt x="96" y="7"/>
                    <a:pt x="94" y="8"/>
                  </a:cubicBezTo>
                  <a:cubicBezTo>
                    <a:pt x="89" y="12"/>
                    <a:pt x="84" y="14"/>
                    <a:pt x="78" y="17"/>
                  </a:cubicBezTo>
                  <a:cubicBezTo>
                    <a:pt x="71" y="22"/>
                    <a:pt x="63" y="27"/>
                    <a:pt x="54" y="30"/>
                  </a:cubicBezTo>
                  <a:cubicBezTo>
                    <a:pt x="45" y="34"/>
                    <a:pt x="37" y="39"/>
                    <a:pt x="28" y="44"/>
                  </a:cubicBezTo>
                  <a:cubicBezTo>
                    <a:pt x="28" y="44"/>
                    <a:pt x="27" y="44"/>
                    <a:pt x="26" y="45"/>
                  </a:cubicBezTo>
                  <a:cubicBezTo>
                    <a:pt x="24" y="45"/>
                    <a:pt x="22" y="46"/>
                    <a:pt x="20" y="48"/>
                  </a:cubicBezTo>
                  <a:close/>
                </a:path>
              </a:pathLst>
            </a:custGeom>
            <a:solidFill>
              <a:srgbClr val="F968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2" name="Freeform 743"/>
            <p:cNvSpPr/>
            <p:nvPr/>
          </p:nvSpPr>
          <p:spPr bwMode="auto">
            <a:xfrm>
              <a:off x="2028826" y="3141664"/>
              <a:ext cx="203200" cy="214313"/>
            </a:xfrm>
            <a:custGeom>
              <a:avLst/>
              <a:gdLst>
                <a:gd name="T0" fmla="*/ 46 w 54"/>
                <a:gd name="T1" fmla="*/ 33 h 57"/>
                <a:gd name="T2" fmla="*/ 54 w 54"/>
                <a:gd name="T3" fmla="*/ 48 h 57"/>
                <a:gd name="T4" fmla="*/ 51 w 54"/>
                <a:gd name="T5" fmla="*/ 55 h 57"/>
                <a:gd name="T6" fmla="*/ 45 w 54"/>
                <a:gd name="T7" fmla="*/ 55 h 57"/>
                <a:gd name="T8" fmla="*/ 44 w 54"/>
                <a:gd name="T9" fmla="*/ 51 h 57"/>
                <a:gd name="T10" fmla="*/ 46 w 54"/>
                <a:gd name="T11" fmla="*/ 47 h 57"/>
                <a:gd name="T12" fmla="*/ 42 w 54"/>
                <a:gd name="T13" fmla="*/ 47 h 57"/>
                <a:gd name="T14" fmla="*/ 34 w 54"/>
                <a:gd name="T15" fmla="*/ 46 h 57"/>
                <a:gd name="T16" fmla="*/ 32 w 54"/>
                <a:gd name="T17" fmla="*/ 44 h 57"/>
                <a:gd name="T18" fmla="*/ 28 w 54"/>
                <a:gd name="T19" fmla="*/ 38 h 57"/>
                <a:gd name="T20" fmla="*/ 26 w 54"/>
                <a:gd name="T21" fmla="*/ 31 h 57"/>
                <a:gd name="T22" fmla="*/ 25 w 54"/>
                <a:gd name="T23" fmla="*/ 31 h 57"/>
                <a:gd name="T24" fmla="*/ 21 w 54"/>
                <a:gd name="T25" fmla="*/ 26 h 57"/>
                <a:gd name="T26" fmla="*/ 21 w 54"/>
                <a:gd name="T27" fmla="*/ 25 h 57"/>
                <a:gd name="T28" fmla="*/ 18 w 54"/>
                <a:gd name="T29" fmla="*/ 22 h 57"/>
                <a:gd name="T30" fmla="*/ 16 w 54"/>
                <a:gd name="T31" fmla="*/ 16 h 57"/>
                <a:gd name="T32" fmla="*/ 10 w 54"/>
                <a:gd name="T33" fmla="*/ 14 h 57"/>
                <a:gd name="T34" fmla="*/ 9 w 54"/>
                <a:gd name="T35" fmla="*/ 14 h 57"/>
                <a:gd name="T36" fmla="*/ 0 w 54"/>
                <a:gd name="T37" fmla="*/ 3 h 57"/>
                <a:gd name="T38" fmla="*/ 0 w 54"/>
                <a:gd name="T39" fmla="*/ 1 h 57"/>
                <a:gd name="T40" fmla="*/ 1 w 54"/>
                <a:gd name="T41" fmla="*/ 0 h 57"/>
                <a:gd name="T42" fmla="*/ 3 w 54"/>
                <a:gd name="T43" fmla="*/ 1 h 57"/>
                <a:gd name="T44" fmla="*/ 6 w 54"/>
                <a:gd name="T45" fmla="*/ 3 h 57"/>
                <a:gd name="T46" fmla="*/ 8 w 54"/>
                <a:gd name="T47" fmla="*/ 4 h 57"/>
                <a:gd name="T48" fmla="*/ 23 w 54"/>
                <a:gd name="T49" fmla="*/ 16 h 57"/>
                <a:gd name="T50" fmla="*/ 41 w 54"/>
                <a:gd name="T51" fmla="*/ 28 h 57"/>
                <a:gd name="T52" fmla="*/ 43 w 54"/>
                <a:gd name="T53" fmla="*/ 31 h 57"/>
                <a:gd name="T54" fmla="*/ 46 w 54"/>
                <a:gd name="T55" fmla="*/ 3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" h="57">
                  <a:moveTo>
                    <a:pt x="46" y="33"/>
                  </a:moveTo>
                  <a:cubicBezTo>
                    <a:pt x="51" y="37"/>
                    <a:pt x="52" y="43"/>
                    <a:pt x="54" y="48"/>
                  </a:cubicBezTo>
                  <a:cubicBezTo>
                    <a:pt x="54" y="50"/>
                    <a:pt x="51" y="52"/>
                    <a:pt x="51" y="55"/>
                  </a:cubicBezTo>
                  <a:cubicBezTo>
                    <a:pt x="50" y="57"/>
                    <a:pt x="47" y="56"/>
                    <a:pt x="45" y="55"/>
                  </a:cubicBezTo>
                  <a:cubicBezTo>
                    <a:pt x="43" y="54"/>
                    <a:pt x="42" y="53"/>
                    <a:pt x="44" y="51"/>
                  </a:cubicBezTo>
                  <a:cubicBezTo>
                    <a:pt x="45" y="50"/>
                    <a:pt x="46" y="48"/>
                    <a:pt x="46" y="47"/>
                  </a:cubicBezTo>
                  <a:cubicBezTo>
                    <a:pt x="44" y="46"/>
                    <a:pt x="43" y="47"/>
                    <a:pt x="42" y="47"/>
                  </a:cubicBezTo>
                  <a:cubicBezTo>
                    <a:pt x="39" y="50"/>
                    <a:pt x="36" y="49"/>
                    <a:pt x="34" y="46"/>
                  </a:cubicBezTo>
                  <a:cubicBezTo>
                    <a:pt x="33" y="45"/>
                    <a:pt x="33" y="44"/>
                    <a:pt x="32" y="44"/>
                  </a:cubicBezTo>
                  <a:cubicBezTo>
                    <a:pt x="29" y="43"/>
                    <a:pt x="27" y="41"/>
                    <a:pt x="28" y="38"/>
                  </a:cubicBezTo>
                  <a:cubicBezTo>
                    <a:pt x="28" y="36"/>
                    <a:pt x="25" y="34"/>
                    <a:pt x="26" y="31"/>
                  </a:cubicBezTo>
                  <a:cubicBezTo>
                    <a:pt x="26" y="31"/>
                    <a:pt x="26" y="31"/>
                    <a:pt x="25" y="31"/>
                  </a:cubicBezTo>
                  <a:cubicBezTo>
                    <a:pt x="18" y="34"/>
                    <a:pt x="22" y="28"/>
                    <a:pt x="21" y="26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2" y="22"/>
                    <a:pt x="19" y="23"/>
                    <a:pt x="18" y="22"/>
                  </a:cubicBezTo>
                  <a:cubicBezTo>
                    <a:pt x="14" y="20"/>
                    <a:pt x="14" y="20"/>
                    <a:pt x="16" y="16"/>
                  </a:cubicBezTo>
                  <a:cubicBezTo>
                    <a:pt x="14" y="15"/>
                    <a:pt x="13" y="13"/>
                    <a:pt x="10" y="14"/>
                  </a:cubicBezTo>
                  <a:cubicBezTo>
                    <a:pt x="10" y="14"/>
                    <a:pt x="9" y="14"/>
                    <a:pt x="9" y="14"/>
                  </a:cubicBezTo>
                  <a:cubicBezTo>
                    <a:pt x="8" y="9"/>
                    <a:pt x="3" y="7"/>
                    <a:pt x="0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4" y="1"/>
                    <a:pt x="5" y="2"/>
                    <a:pt x="6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12" y="8"/>
                    <a:pt x="19" y="11"/>
                    <a:pt x="23" y="16"/>
                  </a:cubicBezTo>
                  <a:cubicBezTo>
                    <a:pt x="28" y="21"/>
                    <a:pt x="35" y="24"/>
                    <a:pt x="41" y="28"/>
                  </a:cubicBezTo>
                  <a:cubicBezTo>
                    <a:pt x="42" y="29"/>
                    <a:pt x="43" y="29"/>
                    <a:pt x="43" y="31"/>
                  </a:cubicBezTo>
                  <a:cubicBezTo>
                    <a:pt x="44" y="31"/>
                    <a:pt x="45" y="32"/>
                    <a:pt x="46" y="33"/>
                  </a:cubicBezTo>
                  <a:close/>
                </a:path>
              </a:pathLst>
            </a:custGeom>
            <a:solidFill>
              <a:srgbClr val="A2C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3" name="Freeform 744"/>
            <p:cNvSpPr/>
            <p:nvPr/>
          </p:nvSpPr>
          <p:spPr bwMode="auto">
            <a:xfrm>
              <a:off x="1822451" y="3076576"/>
              <a:ext cx="211138" cy="92075"/>
            </a:xfrm>
            <a:custGeom>
              <a:avLst/>
              <a:gdLst>
                <a:gd name="T0" fmla="*/ 2 w 56"/>
                <a:gd name="T1" fmla="*/ 3 h 24"/>
                <a:gd name="T2" fmla="*/ 9 w 56"/>
                <a:gd name="T3" fmla="*/ 0 h 24"/>
                <a:gd name="T4" fmla="*/ 30 w 56"/>
                <a:gd name="T5" fmla="*/ 4 h 24"/>
                <a:gd name="T6" fmla="*/ 35 w 56"/>
                <a:gd name="T7" fmla="*/ 6 h 24"/>
                <a:gd name="T8" fmla="*/ 44 w 56"/>
                <a:gd name="T9" fmla="*/ 10 h 24"/>
                <a:gd name="T10" fmla="*/ 56 w 56"/>
                <a:gd name="T11" fmla="*/ 18 h 24"/>
                <a:gd name="T12" fmla="*/ 56 w 56"/>
                <a:gd name="T13" fmla="*/ 18 h 24"/>
                <a:gd name="T14" fmla="*/ 55 w 56"/>
                <a:gd name="T15" fmla="*/ 19 h 24"/>
                <a:gd name="T16" fmla="*/ 35 w 56"/>
                <a:gd name="T17" fmla="*/ 23 h 24"/>
                <a:gd name="T18" fmla="*/ 32 w 56"/>
                <a:gd name="T19" fmla="*/ 23 h 24"/>
                <a:gd name="T20" fmla="*/ 32 w 56"/>
                <a:gd name="T21" fmla="*/ 19 h 24"/>
                <a:gd name="T22" fmla="*/ 36 w 56"/>
                <a:gd name="T23" fmla="*/ 15 h 24"/>
                <a:gd name="T24" fmla="*/ 28 w 56"/>
                <a:gd name="T25" fmla="*/ 9 h 24"/>
                <a:gd name="T26" fmla="*/ 27 w 56"/>
                <a:gd name="T27" fmla="*/ 11 h 24"/>
                <a:gd name="T28" fmla="*/ 21 w 56"/>
                <a:gd name="T29" fmla="*/ 12 h 24"/>
                <a:gd name="T30" fmla="*/ 17 w 56"/>
                <a:gd name="T31" fmla="*/ 13 h 24"/>
                <a:gd name="T32" fmla="*/ 11 w 56"/>
                <a:gd name="T33" fmla="*/ 15 h 24"/>
                <a:gd name="T34" fmla="*/ 9 w 56"/>
                <a:gd name="T35" fmla="*/ 13 h 24"/>
                <a:gd name="T36" fmla="*/ 11 w 56"/>
                <a:gd name="T37" fmla="*/ 12 h 24"/>
                <a:gd name="T38" fmla="*/ 6 w 56"/>
                <a:gd name="T39" fmla="*/ 15 h 24"/>
                <a:gd name="T40" fmla="*/ 2 w 56"/>
                <a:gd name="T41" fmla="*/ 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4">
                  <a:moveTo>
                    <a:pt x="2" y="3"/>
                  </a:moveTo>
                  <a:cubicBezTo>
                    <a:pt x="4" y="1"/>
                    <a:pt x="6" y="0"/>
                    <a:pt x="9" y="0"/>
                  </a:cubicBezTo>
                  <a:cubicBezTo>
                    <a:pt x="16" y="0"/>
                    <a:pt x="23" y="1"/>
                    <a:pt x="30" y="4"/>
                  </a:cubicBezTo>
                  <a:cubicBezTo>
                    <a:pt x="32" y="4"/>
                    <a:pt x="33" y="5"/>
                    <a:pt x="35" y="6"/>
                  </a:cubicBezTo>
                  <a:cubicBezTo>
                    <a:pt x="38" y="7"/>
                    <a:pt x="41" y="9"/>
                    <a:pt x="44" y="10"/>
                  </a:cubicBezTo>
                  <a:cubicBezTo>
                    <a:pt x="49" y="11"/>
                    <a:pt x="54" y="13"/>
                    <a:pt x="56" y="18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56" y="18"/>
                    <a:pt x="55" y="19"/>
                    <a:pt x="55" y="19"/>
                  </a:cubicBezTo>
                  <a:cubicBezTo>
                    <a:pt x="48" y="18"/>
                    <a:pt x="41" y="19"/>
                    <a:pt x="35" y="23"/>
                  </a:cubicBezTo>
                  <a:cubicBezTo>
                    <a:pt x="34" y="24"/>
                    <a:pt x="33" y="24"/>
                    <a:pt x="32" y="23"/>
                  </a:cubicBezTo>
                  <a:cubicBezTo>
                    <a:pt x="31" y="21"/>
                    <a:pt x="31" y="20"/>
                    <a:pt x="32" y="19"/>
                  </a:cubicBezTo>
                  <a:cubicBezTo>
                    <a:pt x="35" y="18"/>
                    <a:pt x="37" y="17"/>
                    <a:pt x="36" y="15"/>
                  </a:cubicBezTo>
                  <a:cubicBezTo>
                    <a:pt x="34" y="13"/>
                    <a:pt x="32" y="9"/>
                    <a:pt x="28" y="9"/>
                  </a:cubicBezTo>
                  <a:cubicBezTo>
                    <a:pt x="27" y="9"/>
                    <a:pt x="27" y="10"/>
                    <a:pt x="27" y="11"/>
                  </a:cubicBezTo>
                  <a:cubicBezTo>
                    <a:pt x="26" y="14"/>
                    <a:pt x="23" y="14"/>
                    <a:pt x="21" y="12"/>
                  </a:cubicBezTo>
                  <a:cubicBezTo>
                    <a:pt x="19" y="11"/>
                    <a:pt x="18" y="11"/>
                    <a:pt x="17" y="13"/>
                  </a:cubicBezTo>
                  <a:cubicBezTo>
                    <a:pt x="15" y="16"/>
                    <a:pt x="13" y="16"/>
                    <a:pt x="11" y="15"/>
                  </a:cubicBezTo>
                  <a:cubicBezTo>
                    <a:pt x="10" y="15"/>
                    <a:pt x="9" y="14"/>
                    <a:pt x="9" y="13"/>
                  </a:cubicBezTo>
                  <a:cubicBezTo>
                    <a:pt x="9" y="12"/>
                    <a:pt x="10" y="12"/>
                    <a:pt x="11" y="12"/>
                  </a:cubicBezTo>
                  <a:cubicBezTo>
                    <a:pt x="8" y="11"/>
                    <a:pt x="8" y="14"/>
                    <a:pt x="6" y="15"/>
                  </a:cubicBezTo>
                  <a:cubicBezTo>
                    <a:pt x="1" y="12"/>
                    <a:pt x="0" y="7"/>
                    <a:pt x="2" y="3"/>
                  </a:cubicBezTo>
                  <a:close/>
                </a:path>
              </a:pathLst>
            </a:custGeom>
            <a:solidFill>
              <a:srgbClr val="A1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4" name="Freeform 745"/>
            <p:cNvSpPr/>
            <p:nvPr/>
          </p:nvSpPr>
          <p:spPr bwMode="auto">
            <a:xfrm>
              <a:off x="895351" y="3978276"/>
              <a:ext cx="55563" cy="207963"/>
            </a:xfrm>
            <a:custGeom>
              <a:avLst/>
              <a:gdLst>
                <a:gd name="T0" fmla="*/ 12 w 15"/>
                <a:gd name="T1" fmla="*/ 53 h 55"/>
                <a:gd name="T2" fmla="*/ 12 w 15"/>
                <a:gd name="T3" fmla="*/ 55 h 55"/>
                <a:gd name="T4" fmla="*/ 5 w 15"/>
                <a:gd name="T5" fmla="*/ 48 h 55"/>
                <a:gd name="T6" fmla="*/ 0 w 15"/>
                <a:gd name="T7" fmla="*/ 27 h 55"/>
                <a:gd name="T8" fmla="*/ 1 w 15"/>
                <a:gd name="T9" fmla="*/ 20 h 55"/>
                <a:gd name="T10" fmla="*/ 0 w 15"/>
                <a:gd name="T11" fmla="*/ 13 h 55"/>
                <a:gd name="T12" fmla="*/ 0 w 15"/>
                <a:gd name="T13" fmla="*/ 0 h 55"/>
                <a:gd name="T14" fmla="*/ 1 w 15"/>
                <a:gd name="T15" fmla="*/ 0 h 55"/>
                <a:gd name="T16" fmla="*/ 5 w 15"/>
                <a:gd name="T17" fmla="*/ 8 h 55"/>
                <a:gd name="T18" fmla="*/ 8 w 15"/>
                <a:gd name="T19" fmla="*/ 8 h 55"/>
                <a:gd name="T20" fmla="*/ 11 w 15"/>
                <a:gd name="T21" fmla="*/ 3 h 55"/>
                <a:gd name="T22" fmla="*/ 12 w 15"/>
                <a:gd name="T23" fmla="*/ 0 h 55"/>
                <a:gd name="T24" fmla="*/ 15 w 15"/>
                <a:gd name="T25" fmla="*/ 3 h 55"/>
                <a:gd name="T26" fmla="*/ 13 w 15"/>
                <a:gd name="T27" fmla="*/ 12 h 55"/>
                <a:gd name="T28" fmla="*/ 11 w 15"/>
                <a:gd name="T29" fmla="*/ 15 h 55"/>
                <a:gd name="T30" fmla="*/ 10 w 15"/>
                <a:gd name="T31" fmla="*/ 21 h 55"/>
                <a:gd name="T32" fmla="*/ 10 w 15"/>
                <a:gd name="T33" fmla="*/ 35 h 55"/>
                <a:gd name="T34" fmla="*/ 12 w 15"/>
                <a:gd name="T35" fmla="*/ 47 h 55"/>
                <a:gd name="T36" fmla="*/ 12 w 15"/>
                <a:gd name="T37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55">
                  <a:moveTo>
                    <a:pt x="12" y="53"/>
                  </a:moveTo>
                  <a:cubicBezTo>
                    <a:pt x="12" y="54"/>
                    <a:pt x="12" y="54"/>
                    <a:pt x="12" y="55"/>
                  </a:cubicBezTo>
                  <a:cubicBezTo>
                    <a:pt x="7" y="55"/>
                    <a:pt x="6" y="52"/>
                    <a:pt x="5" y="48"/>
                  </a:cubicBezTo>
                  <a:cubicBezTo>
                    <a:pt x="3" y="41"/>
                    <a:pt x="1" y="34"/>
                    <a:pt x="0" y="27"/>
                  </a:cubicBezTo>
                  <a:cubicBezTo>
                    <a:pt x="0" y="24"/>
                    <a:pt x="1" y="22"/>
                    <a:pt x="1" y="20"/>
                  </a:cubicBezTo>
                  <a:cubicBezTo>
                    <a:pt x="0" y="17"/>
                    <a:pt x="1" y="15"/>
                    <a:pt x="0" y="13"/>
                  </a:cubicBezTo>
                  <a:cubicBezTo>
                    <a:pt x="0" y="9"/>
                    <a:pt x="0" y="4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3" y="2"/>
                    <a:pt x="1" y="6"/>
                    <a:pt x="5" y="8"/>
                  </a:cubicBezTo>
                  <a:cubicBezTo>
                    <a:pt x="6" y="9"/>
                    <a:pt x="7" y="10"/>
                    <a:pt x="8" y="8"/>
                  </a:cubicBezTo>
                  <a:cubicBezTo>
                    <a:pt x="9" y="7"/>
                    <a:pt x="10" y="5"/>
                    <a:pt x="11" y="3"/>
                  </a:cubicBezTo>
                  <a:cubicBezTo>
                    <a:pt x="11" y="2"/>
                    <a:pt x="10" y="0"/>
                    <a:pt x="12" y="0"/>
                  </a:cubicBezTo>
                  <a:cubicBezTo>
                    <a:pt x="13" y="0"/>
                    <a:pt x="14" y="1"/>
                    <a:pt x="15" y="3"/>
                  </a:cubicBezTo>
                  <a:cubicBezTo>
                    <a:pt x="15" y="6"/>
                    <a:pt x="14" y="9"/>
                    <a:pt x="13" y="12"/>
                  </a:cubicBezTo>
                  <a:cubicBezTo>
                    <a:pt x="12" y="13"/>
                    <a:pt x="12" y="14"/>
                    <a:pt x="11" y="15"/>
                  </a:cubicBezTo>
                  <a:cubicBezTo>
                    <a:pt x="10" y="17"/>
                    <a:pt x="10" y="19"/>
                    <a:pt x="10" y="21"/>
                  </a:cubicBezTo>
                  <a:cubicBezTo>
                    <a:pt x="9" y="26"/>
                    <a:pt x="11" y="30"/>
                    <a:pt x="10" y="35"/>
                  </a:cubicBezTo>
                  <a:cubicBezTo>
                    <a:pt x="9" y="39"/>
                    <a:pt x="11" y="43"/>
                    <a:pt x="12" y="47"/>
                  </a:cubicBezTo>
                  <a:cubicBezTo>
                    <a:pt x="12" y="49"/>
                    <a:pt x="13" y="51"/>
                    <a:pt x="12" y="53"/>
                  </a:cubicBezTo>
                  <a:close/>
                </a:path>
              </a:pathLst>
            </a:custGeom>
            <a:solidFill>
              <a:srgbClr val="FEB2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5" name="Freeform 746"/>
            <p:cNvSpPr/>
            <p:nvPr/>
          </p:nvSpPr>
          <p:spPr bwMode="auto">
            <a:xfrm>
              <a:off x="2379663" y="3808414"/>
              <a:ext cx="206375" cy="133350"/>
            </a:xfrm>
            <a:custGeom>
              <a:avLst/>
              <a:gdLst>
                <a:gd name="T0" fmla="*/ 38 w 55"/>
                <a:gd name="T1" fmla="*/ 8 h 35"/>
                <a:gd name="T2" fmla="*/ 41 w 55"/>
                <a:gd name="T3" fmla="*/ 5 h 35"/>
                <a:gd name="T4" fmla="*/ 49 w 55"/>
                <a:gd name="T5" fmla="*/ 1 h 35"/>
                <a:gd name="T6" fmla="*/ 54 w 55"/>
                <a:gd name="T7" fmla="*/ 5 h 35"/>
                <a:gd name="T8" fmla="*/ 53 w 55"/>
                <a:gd name="T9" fmla="*/ 8 h 35"/>
                <a:gd name="T10" fmla="*/ 50 w 55"/>
                <a:gd name="T11" fmla="*/ 11 h 35"/>
                <a:gd name="T12" fmla="*/ 24 w 55"/>
                <a:gd name="T13" fmla="*/ 25 h 35"/>
                <a:gd name="T14" fmla="*/ 2 w 55"/>
                <a:gd name="T15" fmla="*/ 35 h 35"/>
                <a:gd name="T16" fmla="*/ 3 w 55"/>
                <a:gd name="T17" fmla="*/ 30 h 35"/>
                <a:gd name="T18" fmla="*/ 10 w 55"/>
                <a:gd name="T19" fmla="*/ 25 h 35"/>
                <a:gd name="T20" fmla="*/ 12 w 55"/>
                <a:gd name="T21" fmla="*/ 24 h 35"/>
                <a:gd name="T22" fmla="*/ 20 w 55"/>
                <a:gd name="T23" fmla="*/ 19 h 35"/>
                <a:gd name="T24" fmla="*/ 25 w 55"/>
                <a:gd name="T25" fmla="*/ 16 h 35"/>
                <a:gd name="T26" fmla="*/ 27 w 55"/>
                <a:gd name="T27" fmla="*/ 14 h 35"/>
                <a:gd name="T28" fmla="*/ 38 w 55"/>
                <a:gd name="T29" fmla="*/ 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35">
                  <a:moveTo>
                    <a:pt x="38" y="8"/>
                  </a:moveTo>
                  <a:cubicBezTo>
                    <a:pt x="39" y="7"/>
                    <a:pt x="40" y="6"/>
                    <a:pt x="41" y="5"/>
                  </a:cubicBezTo>
                  <a:cubicBezTo>
                    <a:pt x="43" y="4"/>
                    <a:pt x="46" y="2"/>
                    <a:pt x="49" y="1"/>
                  </a:cubicBezTo>
                  <a:cubicBezTo>
                    <a:pt x="55" y="0"/>
                    <a:pt x="55" y="1"/>
                    <a:pt x="54" y="5"/>
                  </a:cubicBezTo>
                  <a:cubicBezTo>
                    <a:pt x="54" y="6"/>
                    <a:pt x="53" y="7"/>
                    <a:pt x="53" y="8"/>
                  </a:cubicBezTo>
                  <a:cubicBezTo>
                    <a:pt x="52" y="9"/>
                    <a:pt x="51" y="10"/>
                    <a:pt x="50" y="11"/>
                  </a:cubicBezTo>
                  <a:cubicBezTo>
                    <a:pt x="42" y="16"/>
                    <a:pt x="33" y="21"/>
                    <a:pt x="24" y="25"/>
                  </a:cubicBezTo>
                  <a:cubicBezTo>
                    <a:pt x="17" y="30"/>
                    <a:pt x="9" y="32"/>
                    <a:pt x="2" y="35"/>
                  </a:cubicBezTo>
                  <a:cubicBezTo>
                    <a:pt x="0" y="33"/>
                    <a:pt x="2" y="31"/>
                    <a:pt x="3" y="30"/>
                  </a:cubicBezTo>
                  <a:cubicBezTo>
                    <a:pt x="5" y="28"/>
                    <a:pt x="8" y="27"/>
                    <a:pt x="10" y="25"/>
                  </a:cubicBezTo>
                  <a:cubicBezTo>
                    <a:pt x="10" y="25"/>
                    <a:pt x="11" y="25"/>
                    <a:pt x="12" y="24"/>
                  </a:cubicBezTo>
                  <a:cubicBezTo>
                    <a:pt x="15" y="23"/>
                    <a:pt x="17" y="22"/>
                    <a:pt x="20" y="19"/>
                  </a:cubicBezTo>
                  <a:cubicBezTo>
                    <a:pt x="21" y="18"/>
                    <a:pt x="23" y="16"/>
                    <a:pt x="25" y="16"/>
                  </a:cubicBezTo>
                  <a:cubicBezTo>
                    <a:pt x="26" y="16"/>
                    <a:pt x="26" y="15"/>
                    <a:pt x="27" y="14"/>
                  </a:cubicBezTo>
                  <a:cubicBezTo>
                    <a:pt x="30" y="12"/>
                    <a:pt x="33" y="9"/>
                    <a:pt x="38" y="8"/>
                  </a:cubicBezTo>
                  <a:close/>
                </a:path>
              </a:pathLst>
            </a:custGeom>
            <a:solidFill>
              <a:srgbClr val="93B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6" name="Freeform 747"/>
            <p:cNvSpPr/>
            <p:nvPr/>
          </p:nvSpPr>
          <p:spPr bwMode="auto">
            <a:xfrm>
              <a:off x="1389063" y="2974976"/>
              <a:ext cx="285750" cy="166688"/>
            </a:xfrm>
            <a:custGeom>
              <a:avLst/>
              <a:gdLst>
                <a:gd name="T0" fmla="*/ 27 w 76"/>
                <a:gd name="T1" fmla="*/ 29 h 44"/>
                <a:gd name="T2" fmla="*/ 7 w 76"/>
                <a:gd name="T3" fmla="*/ 41 h 44"/>
                <a:gd name="T4" fmla="*/ 0 w 76"/>
                <a:gd name="T5" fmla="*/ 44 h 44"/>
                <a:gd name="T6" fmla="*/ 1 w 76"/>
                <a:gd name="T7" fmla="*/ 43 h 44"/>
                <a:gd name="T8" fmla="*/ 3 w 76"/>
                <a:gd name="T9" fmla="*/ 39 h 44"/>
                <a:gd name="T10" fmla="*/ 5 w 76"/>
                <a:gd name="T11" fmla="*/ 37 h 44"/>
                <a:gd name="T12" fmla="*/ 9 w 76"/>
                <a:gd name="T13" fmla="*/ 34 h 44"/>
                <a:gd name="T14" fmla="*/ 16 w 76"/>
                <a:gd name="T15" fmla="*/ 31 h 44"/>
                <a:gd name="T16" fmla="*/ 19 w 76"/>
                <a:gd name="T17" fmla="*/ 28 h 44"/>
                <a:gd name="T18" fmla="*/ 38 w 76"/>
                <a:gd name="T19" fmla="*/ 20 h 44"/>
                <a:gd name="T20" fmla="*/ 45 w 76"/>
                <a:gd name="T21" fmla="*/ 14 h 44"/>
                <a:gd name="T22" fmla="*/ 47 w 76"/>
                <a:gd name="T23" fmla="*/ 12 h 44"/>
                <a:gd name="T24" fmla="*/ 54 w 76"/>
                <a:gd name="T25" fmla="*/ 8 h 44"/>
                <a:gd name="T26" fmla="*/ 75 w 76"/>
                <a:gd name="T27" fmla="*/ 0 h 44"/>
                <a:gd name="T28" fmla="*/ 76 w 76"/>
                <a:gd name="T29" fmla="*/ 2 h 44"/>
                <a:gd name="T30" fmla="*/ 66 w 76"/>
                <a:gd name="T31" fmla="*/ 11 h 44"/>
                <a:gd name="T32" fmla="*/ 31 w 76"/>
                <a:gd name="T33" fmla="*/ 27 h 44"/>
                <a:gd name="T34" fmla="*/ 27 w 76"/>
                <a:gd name="T35" fmla="*/ 2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6" h="44">
                  <a:moveTo>
                    <a:pt x="27" y="29"/>
                  </a:moveTo>
                  <a:cubicBezTo>
                    <a:pt x="20" y="33"/>
                    <a:pt x="13" y="36"/>
                    <a:pt x="7" y="41"/>
                  </a:cubicBezTo>
                  <a:cubicBezTo>
                    <a:pt x="5" y="42"/>
                    <a:pt x="3" y="44"/>
                    <a:pt x="0" y="44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2"/>
                    <a:pt x="2" y="40"/>
                    <a:pt x="3" y="39"/>
                  </a:cubicBezTo>
                  <a:cubicBezTo>
                    <a:pt x="4" y="38"/>
                    <a:pt x="4" y="38"/>
                    <a:pt x="5" y="37"/>
                  </a:cubicBezTo>
                  <a:cubicBezTo>
                    <a:pt x="6" y="36"/>
                    <a:pt x="8" y="36"/>
                    <a:pt x="9" y="34"/>
                  </a:cubicBezTo>
                  <a:cubicBezTo>
                    <a:pt x="11" y="33"/>
                    <a:pt x="13" y="32"/>
                    <a:pt x="16" y="31"/>
                  </a:cubicBezTo>
                  <a:cubicBezTo>
                    <a:pt x="17" y="31"/>
                    <a:pt x="17" y="29"/>
                    <a:pt x="19" y="28"/>
                  </a:cubicBezTo>
                  <a:cubicBezTo>
                    <a:pt x="24" y="23"/>
                    <a:pt x="30" y="20"/>
                    <a:pt x="38" y="20"/>
                  </a:cubicBezTo>
                  <a:cubicBezTo>
                    <a:pt x="40" y="18"/>
                    <a:pt x="43" y="15"/>
                    <a:pt x="45" y="14"/>
                  </a:cubicBezTo>
                  <a:cubicBezTo>
                    <a:pt x="46" y="13"/>
                    <a:pt x="47" y="13"/>
                    <a:pt x="47" y="12"/>
                  </a:cubicBezTo>
                  <a:cubicBezTo>
                    <a:pt x="50" y="11"/>
                    <a:pt x="52" y="10"/>
                    <a:pt x="54" y="8"/>
                  </a:cubicBezTo>
                  <a:cubicBezTo>
                    <a:pt x="60" y="4"/>
                    <a:pt x="68" y="2"/>
                    <a:pt x="75" y="0"/>
                  </a:cubicBezTo>
                  <a:cubicBezTo>
                    <a:pt x="76" y="1"/>
                    <a:pt x="76" y="2"/>
                    <a:pt x="76" y="2"/>
                  </a:cubicBezTo>
                  <a:cubicBezTo>
                    <a:pt x="74" y="7"/>
                    <a:pt x="70" y="9"/>
                    <a:pt x="66" y="11"/>
                  </a:cubicBezTo>
                  <a:cubicBezTo>
                    <a:pt x="53" y="14"/>
                    <a:pt x="42" y="21"/>
                    <a:pt x="31" y="27"/>
                  </a:cubicBezTo>
                  <a:cubicBezTo>
                    <a:pt x="30" y="28"/>
                    <a:pt x="28" y="28"/>
                    <a:pt x="27" y="29"/>
                  </a:cubicBezTo>
                  <a:close/>
                </a:path>
              </a:pathLst>
            </a:custGeom>
            <a:solidFill>
              <a:srgbClr val="E3E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7" name="Freeform 748"/>
            <p:cNvSpPr/>
            <p:nvPr/>
          </p:nvSpPr>
          <p:spPr bwMode="auto">
            <a:xfrm>
              <a:off x="890588" y="3911601"/>
              <a:ext cx="60325" cy="109538"/>
            </a:xfrm>
            <a:custGeom>
              <a:avLst/>
              <a:gdLst>
                <a:gd name="T0" fmla="*/ 13 w 16"/>
                <a:gd name="T1" fmla="*/ 18 h 29"/>
                <a:gd name="T2" fmla="*/ 10 w 16"/>
                <a:gd name="T3" fmla="*/ 27 h 29"/>
                <a:gd name="T4" fmla="*/ 6 w 16"/>
                <a:gd name="T5" fmla="*/ 29 h 29"/>
                <a:gd name="T6" fmla="*/ 6 w 16"/>
                <a:gd name="T7" fmla="*/ 27 h 29"/>
                <a:gd name="T8" fmla="*/ 5 w 16"/>
                <a:gd name="T9" fmla="*/ 26 h 29"/>
                <a:gd name="T10" fmla="*/ 2 w 16"/>
                <a:gd name="T11" fmla="*/ 20 h 29"/>
                <a:gd name="T12" fmla="*/ 2 w 16"/>
                <a:gd name="T13" fmla="*/ 18 h 29"/>
                <a:gd name="T14" fmla="*/ 1 w 16"/>
                <a:gd name="T15" fmla="*/ 13 h 29"/>
                <a:gd name="T16" fmla="*/ 1 w 16"/>
                <a:gd name="T17" fmla="*/ 9 h 29"/>
                <a:gd name="T18" fmla="*/ 2 w 16"/>
                <a:gd name="T19" fmla="*/ 7 h 29"/>
                <a:gd name="T20" fmla="*/ 9 w 16"/>
                <a:gd name="T21" fmla="*/ 2 h 29"/>
                <a:gd name="T22" fmla="*/ 14 w 16"/>
                <a:gd name="T23" fmla="*/ 6 h 29"/>
                <a:gd name="T24" fmla="*/ 15 w 16"/>
                <a:gd name="T25" fmla="*/ 12 h 29"/>
                <a:gd name="T26" fmla="*/ 13 w 16"/>
                <a:gd name="T27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29">
                  <a:moveTo>
                    <a:pt x="13" y="18"/>
                  </a:moveTo>
                  <a:cubicBezTo>
                    <a:pt x="13" y="21"/>
                    <a:pt x="12" y="24"/>
                    <a:pt x="10" y="27"/>
                  </a:cubicBezTo>
                  <a:cubicBezTo>
                    <a:pt x="9" y="28"/>
                    <a:pt x="8" y="29"/>
                    <a:pt x="6" y="29"/>
                  </a:cubicBezTo>
                  <a:cubicBezTo>
                    <a:pt x="5" y="29"/>
                    <a:pt x="3" y="28"/>
                    <a:pt x="6" y="27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6"/>
                    <a:pt x="3" y="23"/>
                    <a:pt x="2" y="20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1" y="17"/>
                    <a:pt x="2" y="15"/>
                    <a:pt x="1" y="13"/>
                  </a:cubicBezTo>
                  <a:cubicBezTo>
                    <a:pt x="1" y="12"/>
                    <a:pt x="1" y="10"/>
                    <a:pt x="1" y="9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2"/>
                    <a:pt x="5" y="1"/>
                    <a:pt x="9" y="2"/>
                  </a:cubicBezTo>
                  <a:cubicBezTo>
                    <a:pt x="13" y="0"/>
                    <a:pt x="14" y="2"/>
                    <a:pt x="14" y="6"/>
                  </a:cubicBezTo>
                  <a:cubicBezTo>
                    <a:pt x="16" y="8"/>
                    <a:pt x="15" y="10"/>
                    <a:pt x="15" y="12"/>
                  </a:cubicBezTo>
                  <a:cubicBezTo>
                    <a:pt x="15" y="14"/>
                    <a:pt x="15" y="17"/>
                    <a:pt x="13" y="18"/>
                  </a:cubicBezTo>
                  <a:close/>
                </a:path>
              </a:pathLst>
            </a:custGeom>
            <a:solidFill>
              <a:srgbClr val="FE90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8" name="Freeform 749"/>
            <p:cNvSpPr/>
            <p:nvPr/>
          </p:nvSpPr>
          <p:spPr bwMode="auto">
            <a:xfrm>
              <a:off x="1671638" y="2952751"/>
              <a:ext cx="173038" cy="60325"/>
            </a:xfrm>
            <a:custGeom>
              <a:avLst/>
              <a:gdLst>
                <a:gd name="T0" fmla="*/ 0 w 46"/>
                <a:gd name="T1" fmla="*/ 8 h 16"/>
                <a:gd name="T2" fmla="*/ 0 w 46"/>
                <a:gd name="T3" fmla="*/ 6 h 16"/>
                <a:gd name="T4" fmla="*/ 0 w 46"/>
                <a:gd name="T5" fmla="*/ 7 h 16"/>
                <a:gd name="T6" fmla="*/ 5 w 46"/>
                <a:gd name="T7" fmla="*/ 2 h 16"/>
                <a:gd name="T8" fmla="*/ 10 w 46"/>
                <a:gd name="T9" fmla="*/ 1 h 16"/>
                <a:gd name="T10" fmla="*/ 20 w 46"/>
                <a:gd name="T11" fmla="*/ 1 h 16"/>
                <a:gd name="T12" fmla="*/ 30 w 46"/>
                <a:gd name="T13" fmla="*/ 5 h 16"/>
                <a:gd name="T14" fmla="*/ 32 w 46"/>
                <a:gd name="T15" fmla="*/ 9 h 16"/>
                <a:gd name="T16" fmla="*/ 36 w 46"/>
                <a:gd name="T17" fmla="*/ 10 h 16"/>
                <a:gd name="T18" fmla="*/ 45 w 46"/>
                <a:gd name="T19" fmla="*/ 15 h 16"/>
                <a:gd name="T20" fmla="*/ 46 w 46"/>
                <a:gd name="T21" fmla="*/ 16 h 16"/>
                <a:gd name="T22" fmla="*/ 45 w 46"/>
                <a:gd name="T23" fmla="*/ 16 h 16"/>
                <a:gd name="T24" fmla="*/ 23 w 46"/>
                <a:gd name="T25" fmla="*/ 15 h 16"/>
                <a:gd name="T26" fmla="*/ 21 w 46"/>
                <a:gd name="T27" fmla="*/ 14 h 16"/>
                <a:gd name="T28" fmla="*/ 7 w 46"/>
                <a:gd name="T29" fmla="*/ 7 h 16"/>
                <a:gd name="T30" fmla="*/ 5 w 46"/>
                <a:gd name="T31" fmla="*/ 7 h 16"/>
                <a:gd name="T32" fmla="*/ 0 w 46"/>
                <a:gd name="T33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6">
                  <a:moveTo>
                    <a:pt x="0" y="8"/>
                  </a:moveTo>
                  <a:cubicBezTo>
                    <a:pt x="0" y="8"/>
                    <a:pt x="0" y="7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5"/>
                    <a:pt x="4" y="4"/>
                    <a:pt x="5" y="2"/>
                  </a:cubicBezTo>
                  <a:cubicBezTo>
                    <a:pt x="6" y="1"/>
                    <a:pt x="8" y="1"/>
                    <a:pt x="10" y="1"/>
                  </a:cubicBezTo>
                  <a:cubicBezTo>
                    <a:pt x="13" y="0"/>
                    <a:pt x="17" y="0"/>
                    <a:pt x="20" y="1"/>
                  </a:cubicBezTo>
                  <a:cubicBezTo>
                    <a:pt x="24" y="1"/>
                    <a:pt x="27" y="2"/>
                    <a:pt x="30" y="5"/>
                  </a:cubicBezTo>
                  <a:cubicBezTo>
                    <a:pt x="31" y="6"/>
                    <a:pt x="31" y="8"/>
                    <a:pt x="32" y="9"/>
                  </a:cubicBezTo>
                  <a:cubicBezTo>
                    <a:pt x="33" y="11"/>
                    <a:pt x="34" y="10"/>
                    <a:pt x="36" y="10"/>
                  </a:cubicBezTo>
                  <a:cubicBezTo>
                    <a:pt x="39" y="12"/>
                    <a:pt x="43" y="12"/>
                    <a:pt x="45" y="15"/>
                  </a:cubicBezTo>
                  <a:cubicBezTo>
                    <a:pt x="45" y="15"/>
                    <a:pt x="46" y="15"/>
                    <a:pt x="46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38" y="16"/>
                    <a:pt x="31" y="14"/>
                    <a:pt x="23" y="15"/>
                  </a:cubicBezTo>
                  <a:cubicBezTo>
                    <a:pt x="23" y="15"/>
                    <a:pt x="22" y="15"/>
                    <a:pt x="21" y="14"/>
                  </a:cubicBezTo>
                  <a:cubicBezTo>
                    <a:pt x="18" y="9"/>
                    <a:pt x="12" y="9"/>
                    <a:pt x="7" y="7"/>
                  </a:cubicBezTo>
                  <a:cubicBezTo>
                    <a:pt x="6" y="6"/>
                    <a:pt x="6" y="6"/>
                    <a:pt x="5" y="7"/>
                  </a:cubicBezTo>
                  <a:cubicBezTo>
                    <a:pt x="3" y="8"/>
                    <a:pt x="2" y="10"/>
                    <a:pt x="0" y="8"/>
                  </a:cubicBezTo>
                  <a:close/>
                </a:path>
              </a:pathLst>
            </a:custGeom>
            <a:solidFill>
              <a:srgbClr val="C2D9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9" name="Freeform 750"/>
            <p:cNvSpPr/>
            <p:nvPr/>
          </p:nvSpPr>
          <p:spPr bwMode="auto">
            <a:xfrm>
              <a:off x="2560638" y="3722689"/>
              <a:ext cx="85725" cy="104775"/>
            </a:xfrm>
            <a:custGeom>
              <a:avLst/>
              <a:gdLst>
                <a:gd name="T0" fmla="*/ 6 w 23"/>
                <a:gd name="T1" fmla="*/ 28 h 28"/>
                <a:gd name="T2" fmla="*/ 0 w 23"/>
                <a:gd name="T3" fmla="*/ 25 h 28"/>
                <a:gd name="T4" fmla="*/ 5 w 23"/>
                <a:gd name="T5" fmla="*/ 18 h 28"/>
                <a:gd name="T6" fmla="*/ 5 w 23"/>
                <a:gd name="T7" fmla="*/ 11 h 28"/>
                <a:gd name="T8" fmla="*/ 6 w 23"/>
                <a:gd name="T9" fmla="*/ 10 h 28"/>
                <a:gd name="T10" fmla="*/ 16 w 23"/>
                <a:gd name="T11" fmla="*/ 11 h 28"/>
                <a:gd name="T12" fmla="*/ 9 w 23"/>
                <a:gd name="T13" fmla="*/ 0 h 28"/>
                <a:gd name="T14" fmla="*/ 20 w 23"/>
                <a:gd name="T15" fmla="*/ 5 h 28"/>
                <a:gd name="T16" fmla="*/ 21 w 23"/>
                <a:gd name="T17" fmla="*/ 9 h 28"/>
                <a:gd name="T18" fmla="*/ 22 w 23"/>
                <a:gd name="T19" fmla="*/ 15 h 28"/>
                <a:gd name="T20" fmla="*/ 22 w 23"/>
                <a:gd name="T21" fmla="*/ 18 h 28"/>
                <a:gd name="T22" fmla="*/ 6 w 23"/>
                <a:gd name="T2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28">
                  <a:moveTo>
                    <a:pt x="6" y="28"/>
                  </a:moveTo>
                  <a:cubicBezTo>
                    <a:pt x="7" y="22"/>
                    <a:pt x="2" y="26"/>
                    <a:pt x="0" y="25"/>
                  </a:cubicBezTo>
                  <a:cubicBezTo>
                    <a:pt x="0" y="22"/>
                    <a:pt x="5" y="22"/>
                    <a:pt x="5" y="18"/>
                  </a:cubicBezTo>
                  <a:cubicBezTo>
                    <a:pt x="5" y="16"/>
                    <a:pt x="5" y="13"/>
                    <a:pt x="5" y="11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9" y="11"/>
                    <a:pt x="12" y="12"/>
                    <a:pt x="16" y="11"/>
                  </a:cubicBezTo>
                  <a:cubicBezTo>
                    <a:pt x="14" y="7"/>
                    <a:pt x="9" y="5"/>
                    <a:pt x="9" y="0"/>
                  </a:cubicBezTo>
                  <a:cubicBezTo>
                    <a:pt x="13" y="0"/>
                    <a:pt x="17" y="2"/>
                    <a:pt x="20" y="5"/>
                  </a:cubicBezTo>
                  <a:cubicBezTo>
                    <a:pt x="21" y="6"/>
                    <a:pt x="22" y="8"/>
                    <a:pt x="21" y="9"/>
                  </a:cubicBezTo>
                  <a:cubicBezTo>
                    <a:pt x="20" y="12"/>
                    <a:pt x="20" y="14"/>
                    <a:pt x="22" y="15"/>
                  </a:cubicBezTo>
                  <a:cubicBezTo>
                    <a:pt x="23" y="16"/>
                    <a:pt x="22" y="17"/>
                    <a:pt x="22" y="18"/>
                  </a:cubicBezTo>
                  <a:cubicBezTo>
                    <a:pt x="16" y="21"/>
                    <a:pt x="12" y="26"/>
                    <a:pt x="6" y="28"/>
                  </a:cubicBezTo>
                  <a:close/>
                </a:path>
              </a:pathLst>
            </a:custGeom>
            <a:solidFill>
              <a:srgbClr val="C1D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0" name="Freeform 751"/>
            <p:cNvSpPr/>
            <p:nvPr/>
          </p:nvSpPr>
          <p:spPr bwMode="auto">
            <a:xfrm>
              <a:off x="2473326" y="4356101"/>
              <a:ext cx="200025" cy="161925"/>
            </a:xfrm>
            <a:custGeom>
              <a:avLst/>
              <a:gdLst>
                <a:gd name="T0" fmla="*/ 34 w 53"/>
                <a:gd name="T1" fmla="*/ 15 h 43"/>
                <a:gd name="T2" fmla="*/ 33 w 53"/>
                <a:gd name="T3" fmla="*/ 12 h 43"/>
                <a:gd name="T4" fmla="*/ 33 w 53"/>
                <a:gd name="T5" fmla="*/ 10 h 43"/>
                <a:gd name="T6" fmla="*/ 35 w 53"/>
                <a:gd name="T7" fmla="*/ 0 h 43"/>
                <a:gd name="T8" fmla="*/ 36 w 53"/>
                <a:gd name="T9" fmla="*/ 0 h 43"/>
                <a:gd name="T10" fmla="*/ 45 w 53"/>
                <a:gd name="T11" fmla="*/ 6 h 43"/>
                <a:gd name="T12" fmla="*/ 49 w 53"/>
                <a:gd name="T13" fmla="*/ 10 h 43"/>
                <a:gd name="T14" fmla="*/ 49 w 53"/>
                <a:gd name="T15" fmla="*/ 16 h 43"/>
                <a:gd name="T16" fmla="*/ 18 w 53"/>
                <a:gd name="T17" fmla="*/ 33 h 43"/>
                <a:gd name="T18" fmla="*/ 11 w 53"/>
                <a:gd name="T19" fmla="*/ 37 h 43"/>
                <a:gd name="T20" fmla="*/ 8 w 53"/>
                <a:gd name="T21" fmla="*/ 39 h 43"/>
                <a:gd name="T22" fmla="*/ 0 w 53"/>
                <a:gd name="T23" fmla="*/ 42 h 43"/>
                <a:gd name="T24" fmla="*/ 0 w 53"/>
                <a:gd name="T25" fmla="*/ 40 h 43"/>
                <a:gd name="T26" fmla="*/ 5 w 53"/>
                <a:gd name="T27" fmla="*/ 37 h 43"/>
                <a:gd name="T28" fmla="*/ 42 w 53"/>
                <a:gd name="T29" fmla="*/ 16 h 43"/>
                <a:gd name="T30" fmla="*/ 44 w 53"/>
                <a:gd name="T31" fmla="*/ 13 h 43"/>
                <a:gd name="T32" fmla="*/ 42 w 53"/>
                <a:gd name="T33" fmla="*/ 10 h 43"/>
                <a:gd name="T34" fmla="*/ 38 w 53"/>
                <a:gd name="T35" fmla="*/ 11 h 43"/>
                <a:gd name="T36" fmla="*/ 34 w 53"/>
                <a:gd name="T37" fmla="*/ 1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43">
                  <a:moveTo>
                    <a:pt x="34" y="15"/>
                  </a:moveTo>
                  <a:cubicBezTo>
                    <a:pt x="33" y="14"/>
                    <a:pt x="35" y="12"/>
                    <a:pt x="33" y="12"/>
                  </a:cubicBezTo>
                  <a:cubicBezTo>
                    <a:pt x="33" y="11"/>
                    <a:pt x="33" y="11"/>
                    <a:pt x="33" y="10"/>
                  </a:cubicBezTo>
                  <a:cubicBezTo>
                    <a:pt x="34" y="7"/>
                    <a:pt x="33" y="3"/>
                    <a:pt x="35" y="0"/>
                  </a:cubicBezTo>
                  <a:cubicBezTo>
                    <a:pt x="35" y="0"/>
                    <a:pt x="36" y="0"/>
                    <a:pt x="36" y="0"/>
                  </a:cubicBezTo>
                  <a:cubicBezTo>
                    <a:pt x="40" y="0"/>
                    <a:pt x="43" y="3"/>
                    <a:pt x="45" y="6"/>
                  </a:cubicBezTo>
                  <a:cubicBezTo>
                    <a:pt x="46" y="7"/>
                    <a:pt x="47" y="9"/>
                    <a:pt x="49" y="10"/>
                  </a:cubicBezTo>
                  <a:cubicBezTo>
                    <a:pt x="53" y="12"/>
                    <a:pt x="53" y="13"/>
                    <a:pt x="49" y="16"/>
                  </a:cubicBezTo>
                  <a:cubicBezTo>
                    <a:pt x="39" y="23"/>
                    <a:pt x="29" y="28"/>
                    <a:pt x="18" y="33"/>
                  </a:cubicBezTo>
                  <a:cubicBezTo>
                    <a:pt x="16" y="35"/>
                    <a:pt x="13" y="36"/>
                    <a:pt x="11" y="37"/>
                  </a:cubicBezTo>
                  <a:cubicBezTo>
                    <a:pt x="10" y="38"/>
                    <a:pt x="9" y="39"/>
                    <a:pt x="8" y="39"/>
                  </a:cubicBezTo>
                  <a:cubicBezTo>
                    <a:pt x="5" y="40"/>
                    <a:pt x="3" y="43"/>
                    <a:pt x="0" y="42"/>
                  </a:cubicBezTo>
                  <a:cubicBezTo>
                    <a:pt x="0" y="41"/>
                    <a:pt x="0" y="41"/>
                    <a:pt x="0" y="40"/>
                  </a:cubicBezTo>
                  <a:cubicBezTo>
                    <a:pt x="1" y="38"/>
                    <a:pt x="3" y="38"/>
                    <a:pt x="5" y="37"/>
                  </a:cubicBezTo>
                  <a:cubicBezTo>
                    <a:pt x="18" y="31"/>
                    <a:pt x="30" y="23"/>
                    <a:pt x="42" y="16"/>
                  </a:cubicBezTo>
                  <a:cubicBezTo>
                    <a:pt x="44" y="15"/>
                    <a:pt x="45" y="14"/>
                    <a:pt x="44" y="13"/>
                  </a:cubicBezTo>
                  <a:cubicBezTo>
                    <a:pt x="44" y="11"/>
                    <a:pt x="43" y="11"/>
                    <a:pt x="42" y="10"/>
                  </a:cubicBezTo>
                  <a:cubicBezTo>
                    <a:pt x="41" y="10"/>
                    <a:pt x="39" y="10"/>
                    <a:pt x="38" y="11"/>
                  </a:cubicBezTo>
                  <a:cubicBezTo>
                    <a:pt x="37" y="13"/>
                    <a:pt x="36" y="15"/>
                    <a:pt x="34" y="15"/>
                  </a:cubicBezTo>
                  <a:close/>
                </a:path>
              </a:pathLst>
            </a:custGeom>
            <a:solidFill>
              <a:srgbClr val="FDA8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1" name="Freeform 752"/>
            <p:cNvSpPr/>
            <p:nvPr/>
          </p:nvSpPr>
          <p:spPr bwMode="auto">
            <a:xfrm>
              <a:off x="2247901" y="4514851"/>
              <a:ext cx="200025" cy="109538"/>
            </a:xfrm>
            <a:custGeom>
              <a:avLst/>
              <a:gdLst>
                <a:gd name="T0" fmla="*/ 0 w 53"/>
                <a:gd name="T1" fmla="*/ 29 h 29"/>
                <a:gd name="T2" fmla="*/ 5 w 53"/>
                <a:gd name="T3" fmla="*/ 26 h 29"/>
                <a:gd name="T4" fmla="*/ 6 w 53"/>
                <a:gd name="T5" fmla="*/ 21 h 29"/>
                <a:gd name="T6" fmla="*/ 21 w 53"/>
                <a:gd name="T7" fmla="*/ 14 h 29"/>
                <a:gd name="T8" fmla="*/ 30 w 53"/>
                <a:gd name="T9" fmla="*/ 11 h 29"/>
                <a:gd name="T10" fmla="*/ 48 w 53"/>
                <a:gd name="T11" fmla="*/ 3 h 29"/>
                <a:gd name="T12" fmla="*/ 53 w 53"/>
                <a:gd name="T13" fmla="*/ 2 h 29"/>
                <a:gd name="T14" fmla="*/ 47 w 53"/>
                <a:gd name="T15" fmla="*/ 9 h 29"/>
                <a:gd name="T16" fmla="*/ 42 w 53"/>
                <a:gd name="T17" fmla="*/ 11 h 29"/>
                <a:gd name="T18" fmla="*/ 34 w 53"/>
                <a:gd name="T19" fmla="*/ 13 h 29"/>
                <a:gd name="T20" fmla="*/ 30 w 53"/>
                <a:gd name="T21" fmla="*/ 16 h 29"/>
                <a:gd name="T22" fmla="*/ 25 w 53"/>
                <a:gd name="T23" fmla="*/ 18 h 29"/>
                <a:gd name="T24" fmla="*/ 0 w 53"/>
                <a:gd name="T2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29">
                  <a:moveTo>
                    <a:pt x="0" y="29"/>
                  </a:moveTo>
                  <a:cubicBezTo>
                    <a:pt x="1" y="27"/>
                    <a:pt x="3" y="26"/>
                    <a:pt x="5" y="26"/>
                  </a:cubicBezTo>
                  <a:cubicBezTo>
                    <a:pt x="9" y="25"/>
                    <a:pt x="8" y="23"/>
                    <a:pt x="6" y="21"/>
                  </a:cubicBezTo>
                  <a:cubicBezTo>
                    <a:pt x="11" y="18"/>
                    <a:pt x="16" y="16"/>
                    <a:pt x="21" y="14"/>
                  </a:cubicBezTo>
                  <a:cubicBezTo>
                    <a:pt x="25" y="15"/>
                    <a:pt x="27" y="11"/>
                    <a:pt x="30" y="11"/>
                  </a:cubicBezTo>
                  <a:cubicBezTo>
                    <a:pt x="37" y="10"/>
                    <a:pt x="43" y="6"/>
                    <a:pt x="48" y="3"/>
                  </a:cubicBezTo>
                  <a:cubicBezTo>
                    <a:pt x="50" y="2"/>
                    <a:pt x="51" y="0"/>
                    <a:pt x="53" y="2"/>
                  </a:cubicBezTo>
                  <a:cubicBezTo>
                    <a:pt x="52" y="6"/>
                    <a:pt x="50" y="7"/>
                    <a:pt x="47" y="9"/>
                  </a:cubicBezTo>
                  <a:cubicBezTo>
                    <a:pt x="45" y="9"/>
                    <a:pt x="44" y="10"/>
                    <a:pt x="42" y="11"/>
                  </a:cubicBezTo>
                  <a:cubicBezTo>
                    <a:pt x="40" y="12"/>
                    <a:pt x="37" y="12"/>
                    <a:pt x="34" y="13"/>
                  </a:cubicBezTo>
                  <a:cubicBezTo>
                    <a:pt x="32" y="13"/>
                    <a:pt x="31" y="14"/>
                    <a:pt x="30" y="16"/>
                  </a:cubicBezTo>
                  <a:cubicBezTo>
                    <a:pt x="28" y="17"/>
                    <a:pt x="27" y="17"/>
                    <a:pt x="25" y="18"/>
                  </a:cubicBezTo>
                  <a:cubicBezTo>
                    <a:pt x="17" y="21"/>
                    <a:pt x="9" y="26"/>
                    <a:pt x="0" y="29"/>
                  </a:cubicBezTo>
                  <a:close/>
                </a:path>
              </a:pathLst>
            </a:custGeom>
            <a:solidFill>
              <a:srgbClr val="FD7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2" name="Freeform 753"/>
            <p:cNvSpPr/>
            <p:nvPr/>
          </p:nvSpPr>
          <p:spPr bwMode="auto">
            <a:xfrm>
              <a:off x="963613" y="4235451"/>
              <a:ext cx="66675" cy="71438"/>
            </a:xfrm>
            <a:custGeom>
              <a:avLst/>
              <a:gdLst>
                <a:gd name="T0" fmla="*/ 0 w 18"/>
                <a:gd name="T1" fmla="*/ 2 h 19"/>
                <a:gd name="T2" fmla="*/ 2 w 18"/>
                <a:gd name="T3" fmla="*/ 0 h 19"/>
                <a:gd name="T4" fmla="*/ 11 w 18"/>
                <a:gd name="T5" fmla="*/ 1 h 19"/>
                <a:gd name="T6" fmla="*/ 13 w 18"/>
                <a:gd name="T7" fmla="*/ 4 h 19"/>
                <a:gd name="T8" fmla="*/ 15 w 18"/>
                <a:gd name="T9" fmla="*/ 11 h 19"/>
                <a:gd name="T10" fmla="*/ 17 w 18"/>
                <a:gd name="T11" fmla="*/ 17 h 19"/>
                <a:gd name="T12" fmla="*/ 16 w 18"/>
                <a:gd name="T13" fmla="*/ 18 h 19"/>
                <a:gd name="T14" fmla="*/ 8 w 18"/>
                <a:gd name="T15" fmla="*/ 18 h 19"/>
                <a:gd name="T16" fmla="*/ 0 w 18"/>
                <a:gd name="T17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9">
                  <a:moveTo>
                    <a:pt x="0" y="2"/>
                  </a:moveTo>
                  <a:cubicBezTo>
                    <a:pt x="1" y="2"/>
                    <a:pt x="1" y="1"/>
                    <a:pt x="2" y="0"/>
                  </a:cubicBezTo>
                  <a:cubicBezTo>
                    <a:pt x="5" y="0"/>
                    <a:pt x="8" y="3"/>
                    <a:pt x="11" y="1"/>
                  </a:cubicBezTo>
                  <a:cubicBezTo>
                    <a:pt x="12" y="2"/>
                    <a:pt x="12" y="3"/>
                    <a:pt x="13" y="4"/>
                  </a:cubicBezTo>
                  <a:cubicBezTo>
                    <a:pt x="12" y="7"/>
                    <a:pt x="14" y="9"/>
                    <a:pt x="15" y="11"/>
                  </a:cubicBezTo>
                  <a:cubicBezTo>
                    <a:pt x="16" y="13"/>
                    <a:pt x="18" y="14"/>
                    <a:pt x="17" y="17"/>
                  </a:cubicBezTo>
                  <a:cubicBezTo>
                    <a:pt x="17" y="17"/>
                    <a:pt x="17" y="17"/>
                    <a:pt x="16" y="18"/>
                  </a:cubicBezTo>
                  <a:cubicBezTo>
                    <a:pt x="13" y="19"/>
                    <a:pt x="11" y="18"/>
                    <a:pt x="8" y="18"/>
                  </a:cubicBezTo>
                  <a:cubicBezTo>
                    <a:pt x="4" y="13"/>
                    <a:pt x="2" y="8"/>
                    <a:pt x="0" y="2"/>
                  </a:cubicBezTo>
                  <a:close/>
                </a:path>
              </a:pathLst>
            </a:custGeom>
            <a:solidFill>
              <a:srgbClr val="FEEC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3" name="Freeform 754"/>
            <p:cNvSpPr/>
            <p:nvPr/>
          </p:nvSpPr>
          <p:spPr bwMode="auto">
            <a:xfrm>
              <a:off x="1998663" y="4657726"/>
              <a:ext cx="188913" cy="106363"/>
            </a:xfrm>
            <a:custGeom>
              <a:avLst/>
              <a:gdLst>
                <a:gd name="T0" fmla="*/ 0 w 50"/>
                <a:gd name="T1" fmla="*/ 27 h 28"/>
                <a:gd name="T2" fmla="*/ 8 w 50"/>
                <a:gd name="T3" fmla="*/ 21 h 28"/>
                <a:gd name="T4" fmla="*/ 49 w 50"/>
                <a:gd name="T5" fmla="*/ 0 h 28"/>
                <a:gd name="T6" fmla="*/ 50 w 50"/>
                <a:gd name="T7" fmla="*/ 0 h 28"/>
                <a:gd name="T8" fmla="*/ 28 w 50"/>
                <a:gd name="T9" fmla="*/ 14 h 28"/>
                <a:gd name="T10" fmla="*/ 3 w 50"/>
                <a:gd name="T11" fmla="*/ 26 h 28"/>
                <a:gd name="T12" fmla="*/ 0 w 50"/>
                <a:gd name="T13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28">
                  <a:moveTo>
                    <a:pt x="0" y="27"/>
                  </a:moveTo>
                  <a:cubicBezTo>
                    <a:pt x="2" y="24"/>
                    <a:pt x="5" y="23"/>
                    <a:pt x="8" y="21"/>
                  </a:cubicBezTo>
                  <a:cubicBezTo>
                    <a:pt x="22" y="14"/>
                    <a:pt x="36" y="8"/>
                    <a:pt x="49" y="0"/>
                  </a:cubicBezTo>
                  <a:cubicBezTo>
                    <a:pt x="49" y="0"/>
                    <a:pt x="50" y="0"/>
                    <a:pt x="50" y="0"/>
                  </a:cubicBezTo>
                  <a:cubicBezTo>
                    <a:pt x="44" y="6"/>
                    <a:pt x="36" y="10"/>
                    <a:pt x="28" y="14"/>
                  </a:cubicBezTo>
                  <a:cubicBezTo>
                    <a:pt x="20" y="18"/>
                    <a:pt x="12" y="22"/>
                    <a:pt x="3" y="26"/>
                  </a:cubicBezTo>
                  <a:cubicBezTo>
                    <a:pt x="2" y="26"/>
                    <a:pt x="1" y="28"/>
                    <a:pt x="0" y="27"/>
                  </a:cubicBezTo>
                  <a:close/>
                </a:path>
              </a:pathLst>
            </a:custGeom>
            <a:solidFill>
              <a:srgbClr val="FDA7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4" name="Freeform 755"/>
            <p:cNvSpPr/>
            <p:nvPr/>
          </p:nvSpPr>
          <p:spPr bwMode="auto">
            <a:xfrm>
              <a:off x="2055813" y="3155951"/>
              <a:ext cx="127000" cy="90488"/>
            </a:xfrm>
            <a:custGeom>
              <a:avLst/>
              <a:gdLst>
                <a:gd name="T0" fmla="*/ 33 w 34"/>
                <a:gd name="T1" fmla="*/ 24 h 24"/>
                <a:gd name="T2" fmla="*/ 15 w 34"/>
                <a:gd name="T3" fmla="*/ 12 h 24"/>
                <a:gd name="T4" fmla="*/ 3 w 34"/>
                <a:gd name="T5" fmla="*/ 3 h 24"/>
                <a:gd name="T6" fmla="*/ 0 w 34"/>
                <a:gd name="T7" fmla="*/ 0 h 24"/>
                <a:gd name="T8" fmla="*/ 9 w 34"/>
                <a:gd name="T9" fmla="*/ 3 h 24"/>
                <a:gd name="T10" fmla="*/ 10 w 34"/>
                <a:gd name="T11" fmla="*/ 5 h 24"/>
                <a:gd name="T12" fmla="*/ 21 w 34"/>
                <a:gd name="T13" fmla="*/ 11 h 24"/>
                <a:gd name="T14" fmla="*/ 34 w 34"/>
                <a:gd name="T15" fmla="*/ 24 h 24"/>
                <a:gd name="T16" fmla="*/ 33 w 34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24">
                  <a:moveTo>
                    <a:pt x="33" y="24"/>
                  </a:moveTo>
                  <a:cubicBezTo>
                    <a:pt x="27" y="21"/>
                    <a:pt x="20" y="17"/>
                    <a:pt x="15" y="12"/>
                  </a:cubicBezTo>
                  <a:cubicBezTo>
                    <a:pt x="11" y="8"/>
                    <a:pt x="7" y="6"/>
                    <a:pt x="3" y="3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3" y="0"/>
                    <a:pt x="6" y="2"/>
                    <a:pt x="9" y="3"/>
                  </a:cubicBezTo>
                  <a:cubicBezTo>
                    <a:pt x="9" y="4"/>
                    <a:pt x="10" y="5"/>
                    <a:pt x="10" y="5"/>
                  </a:cubicBezTo>
                  <a:cubicBezTo>
                    <a:pt x="15" y="5"/>
                    <a:pt x="17" y="9"/>
                    <a:pt x="21" y="11"/>
                  </a:cubicBezTo>
                  <a:cubicBezTo>
                    <a:pt x="26" y="14"/>
                    <a:pt x="31" y="19"/>
                    <a:pt x="34" y="24"/>
                  </a:cubicBezTo>
                  <a:cubicBezTo>
                    <a:pt x="34" y="24"/>
                    <a:pt x="34" y="24"/>
                    <a:pt x="33" y="24"/>
                  </a:cubicBezTo>
                  <a:close/>
                </a:path>
              </a:pathLst>
            </a:custGeom>
            <a:solidFill>
              <a:srgbClr val="E0E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5" name="Freeform 756"/>
            <p:cNvSpPr/>
            <p:nvPr/>
          </p:nvSpPr>
          <p:spPr bwMode="auto">
            <a:xfrm>
              <a:off x="1309688" y="4518026"/>
              <a:ext cx="68263" cy="52388"/>
            </a:xfrm>
            <a:custGeom>
              <a:avLst/>
              <a:gdLst>
                <a:gd name="T0" fmla="*/ 16 w 18"/>
                <a:gd name="T1" fmla="*/ 4 h 14"/>
                <a:gd name="T2" fmla="*/ 17 w 18"/>
                <a:gd name="T3" fmla="*/ 8 h 14"/>
                <a:gd name="T4" fmla="*/ 16 w 18"/>
                <a:gd name="T5" fmla="*/ 13 h 14"/>
                <a:gd name="T6" fmla="*/ 8 w 18"/>
                <a:gd name="T7" fmla="*/ 13 h 14"/>
                <a:gd name="T8" fmla="*/ 0 w 18"/>
                <a:gd name="T9" fmla="*/ 3 h 14"/>
                <a:gd name="T10" fmla="*/ 0 w 18"/>
                <a:gd name="T11" fmla="*/ 2 h 14"/>
                <a:gd name="T12" fmla="*/ 1 w 18"/>
                <a:gd name="T13" fmla="*/ 1 h 14"/>
                <a:gd name="T14" fmla="*/ 13 w 18"/>
                <a:gd name="T15" fmla="*/ 0 h 14"/>
                <a:gd name="T16" fmla="*/ 15 w 18"/>
                <a:gd name="T17" fmla="*/ 1 h 14"/>
                <a:gd name="T18" fmla="*/ 16 w 18"/>
                <a:gd name="T1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4">
                  <a:moveTo>
                    <a:pt x="16" y="4"/>
                  </a:moveTo>
                  <a:cubicBezTo>
                    <a:pt x="17" y="5"/>
                    <a:pt x="18" y="7"/>
                    <a:pt x="17" y="8"/>
                  </a:cubicBezTo>
                  <a:cubicBezTo>
                    <a:pt x="15" y="9"/>
                    <a:pt x="17" y="11"/>
                    <a:pt x="16" y="13"/>
                  </a:cubicBezTo>
                  <a:cubicBezTo>
                    <a:pt x="14" y="14"/>
                    <a:pt x="11" y="13"/>
                    <a:pt x="8" y="13"/>
                  </a:cubicBezTo>
                  <a:cubicBezTo>
                    <a:pt x="5" y="10"/>
                    <a:pt x="3" y="6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5" y="2"/>
                    <a:pt x="10" y="4"/>
                    <a:pt x="13" y="0"/>
                  </a:cubicBezTo>
                  <a:cubicBezTo>
                    <a:pt x="14" y="0"/>
                    <a:pt x="14" y="0"/>
                    <a:pt x="15" y="1"/>
                  </a:cubicBezTo>
                  <a:cubicBezTo>
                    <a:pt x="16" y="2"/>
                    <a:pt x="16" y="3"/>
                    <a:pt x="16" y="4"/>
                  </a:cubicBezTo>
                  <a:close/>
                </a:path>
              </a:pathLst>
            </a:custGeom>
            <a:solidFill>
              <a:srgbClr val="FEE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6" name="Freeform 757"/>
            <p:cNvSpPr/>
            <p:nvPr/>
          </p:nvSpPr>
          <p:spPr bwMode="auto">
            <a:xfrm>
              <a:off x="890588" y="3846514"/>
              <a:ext cx="53975" cy="95250"/>
            </a:xfrm>
            <a:custGeom>
              <a:avLst/>
              <a:gdLst>
                <a:gd name="T0" fmla="*/ 9 w 14"/>
                <a:gd name="T1" fmla="*/ 19 h 25"/>
                <a:gd name="T2" fmla="*/ 2 w 14"/>
                <a:gd name="T3" fmla="*/ 25 h 25"/>
                <a:gd name="T4" fmla="*/ 1 w 14"/>
                <a:gd name="T5" fmla="*/ 18 h 25"/>
                <a:gd name="T6" fmla="*/ 7 w 14"/>
                <a:gd name="T7" fmla="*/ 3 h 25"/>
                <a:gd name="T8" fmla="*/ 8 w 14"/>
                <a:gd name="T9" fmla="*/ 3 h 25"/>
                <a:gd name="T10" fmla="*/ 7 w 14"/>
                <a:gd name="T11" fmla="*/ 3 h 25"/>
                <a:gd name="T12" fmla="*/ 8 w 14"/>
                <a:gd name="T13" fmla="*/ 0 h 25"/>
                <a:gd name="T14" fmla="*/ 12 w 14"/>
                <a:gd name="T15" fmla="*/ 4 h 25"/>
                <a:gd name="T16" fmla="*/ 6 w 14"/>
                <a:gd name="T17" fmla="*/ 7 h 25"/>
                <a:gd name="T18" fmla="*/ 5 w 14"/>
                <a:gd name="T19" fmla="*/ 9 h 25"/>
                <a:gd name="T20" fmla="*/ 12 w 14"/>
                <a:gd name="T21" fmla="*/ 10 h 25"/>
                <a:gd name="T22" fmla="*/ 9 w 14"/>
                <a:gd name="T23" fmla="*/ 15 h 25"/>
                <a:gd name="T24" fmla="*/ 9 w 14"/>
                <a:gd name="T25" fmla="*/ 11 h 25"/>
                <a:gd name="T26" fmla="*/ 7 w 14"/>
                <a:gd name="T27" fmla="*/ 12 h 25"/>
                <a:gd name="T28" fmla="*/ 8 w 14"/>
                <a:gd name="T29" fmla="*/ 16 h 25"/>
                <a:gd name="T30" fmla="*/ 9 w 14"/>
                <a:gd name="T31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5">
                  <a:moveTo>
                    <a:pt x="9" y="19"/>
                  </a:moveTo>
                  <a:cubicBezTo>
                    <a:pt x="5" y="18"/>
                    <a:pt x="3" y="22"/>
                    <a:pt x="2" y="25"/>
                  </a:cubicBezTo>
                  <a:cubicBezTo>
                    <a:pt x="0" y="23"/>
                    <a:pt x="2" y="20"/>
                    <a:pt x="1" y="18"/>
                  </a:cubicBezTo>
                  <a:cubicBezTo>
                    <a:pt x="3" y="13"/>
                    <a:pt x="2" y="7"/>
                    <a:pt x="7" y="3"/>
                  </a:cubicBezTo>
                  <a:cubicBezTo>
                    <a:pt x="7" y="3"/>
                    <a:pt x="7" y="3"/>
                    <a:pt x="8" y="3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7" y="0"/>
                    <a:pt x="8" y="0"/>
                  </a:cubicBezTo>
                  <a:cubicBezTo>
                    <a:pt x="8" y="3"/>
                    <a:pt x="14" y="0"/>
                    <a:pt x="12" y="4"/>
                  </a:cubicBezTo>
                  <a:cubicBezTo>
                    <a:pt x="11" y="8"/>
                    <a:pt x="8" y="5"/>
                    <a:pt x="6" y="7"/>
                  </a:cubicBezTo>
                  <a:cubicBezTo>
                    <a:pt x="6" y="7"/>
                    <a:pt x="5" y="8"/>
                    <a:pt x="5" y="9"/>
                  </a:cubicBezTo>
                  <a:cubicBezTo>
                    <a:pt x="7" y="10"/>
                    <a:pt x="11" y="7"/>
                    <a:pt x="12" y="10"/>
                  </a:cubicBezTo>
                  <a:cubicBezTo>
                    <a:pt x="13" y="11"/>
                    <a:pt x="13" y="14"/>
                    <a:pt x="9" y="15"/>
                  </a:cubicBezTo>
                  <a:cubicBezTo>
                    <a:pt x="8" y="14"/>
                    <a:pt x="11" y="12"/>
                    <a:pt x="9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6" y="13"/>
                    <a:pt x="7" y="15"/>
                    <a:pt x="8" y="16"/>
                  </a:cubicBezTo>
                  <a:cubicBezTo>
                    <a:pt x="9" y="17"/>
                    <a:pt x="10" y="18"/>
                    <a:pt x="9" y="19"/>
                  </a:cubicBezTo>
                  <a:close/>
                </a:path>
              </a:pathLst>
            </a:custGeom>
            <a:solidFill>
              <a:srgbClr val="FE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7" name="Freeform 758"/>
            <p:cNvSpPr/>
            <p:nvPr/>
          </p:nvSpPr>
          <p:spPr bwMode="auto">
            <a:xfrm>
              <a:off x="1203326" y="3209926"/>
              <a:ext cx="106363" cy="71438"/>
            </a:xfrm>
            <a:custGeom>
              <a:avLst/>
              <a:gdLst>
                <a:gd name="T0" fmla="*/ 0 w 28"/>
                <a:gd name="T1" fmla="*/ 17 h 19"/>
                <a:gd name="T2" fmla="*/ 0 w 28"/>
                <a:gd name="T3" fmla="*/ 16 h 19"/>
                <a:gd name="T4" fmla="*/ 2 w 28"/>
                <a:gd name="T5" fmla="*/ 13 h 19"/>
                <a:gd name="T6" fmla="*/ 5 w 28"/>
                <a:gd name="T7" fmla="*/ 10 h 19"/>
                <a:gd name="T8" fmla="*/ 11 w 28"/>
                <a:gd name="T9" fmla="*/ 8 h 19"/>
                <a:gd name="T10" fmla="*/ 11 w 28"/>
                <a:gd name="T11" fmla="*/ 8 h 19"/>
                <a:gd name="T12" fmla="*/ 15 w 28"/>
                <a:gd name="T13" fmla="*/ 6 h 19"/>
                <a:gd name="T14" fmla="*/ 16 w 28"/>
                <a:gd name="T15" fmla="*/ 5 h 19"/>
                <a:gd name="T16" fmla="*/ 25 w 28"/>
                <a:gd name="T17" fmla="*/ 0 h 19"/>
                <a:gd name="T18" fmla="*/ 26 w 28"/>
                <a:gd name="T19" fmla="*/ 5 h 19"/>
                <a:gd name="T20" fmla="*/ 25 w 28"/>
                <a:gd name="T21" fmla="*/ 8 h 19"/>
                <a:gd name="T22" fmla="*/ 20 w 28"/>
                <a:gd name="T23" fmla="*/ 13 h 19"/>
                <a:gd name="T24" fmla="*/ 17 w 28"/>
                <a:gd name="T25" fmla="*/ 15 h 19"/>
                <a:gd name="T26" fmla="*/ 6 w 28"/>
                <a:gd name="T27" fmla="*/ 15 h 19"/>
                <a:gd name="T28" fmla="*/ 0 w 28"/>
                <a:gd name="T29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9">
                  <a:moveTo>
                    <a:pt x="0" y="17"/>
                  </a:moveTo>
                  <a:cubicBezTo>
                    <a:pt x="0" y="17"/>
                    <a:pt x="0" y="16"/>
                    <a:pt x="0" y="16"/>
                  </a:cubicBezTo>
                  <a:cubicBezTo>
                    <a:pt x="0" y="14"/>
                    <a:pt x="1" y="14"/>
                    <a:pt x="2" y="13"/>
                  </a:cubicBezTo>
                  <a:cubicBezTo>
                    <a:pt x="4" y="13"/>
                    <a:pt x="4" y="11"/>
                    <a:pt x="5" y="10"/>
                  </a:cubicBezTo>
                  <a:cubicBezTo>
                    <a:pt x="7" y="10"/>
                    <a:pt x="9" y="9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7"/>
                    <a:pt x="14" y="7"/>
                    <a:pt x="15" y="6"/>
                  </a:cubicBezTo>
                  <a:cubicBezTo>
                    <a:pt x="15" y="5"/>
                    <a:pt x="15" y="5"/>
                    <a:pt x="16" y="5"/>
                  </a:cubicBezTo>
                  <a:cubicBezTo>
                    <a:pt x="19" y="4"/>
                    <a:pt x="22" y="1"/>
                    <a:pt x="25" y="0"/>
                  </a:cubicBezTo>
                  <a:cubicBezTo>
                    <a:pt x="26" y="1"/>
                    <a:pt x="25" y="3"/>
                    <a:pt x="26" y="5"/>
                  </a:cubicBezTo>
                  <a:cubicBezTo>
                    <a:pt x="27" y="6"/>
                    <a:pt x="28" y="9"/>
                    <a:pt x="25" y="8"/>
                  </a:cubicBezTo>
                  <a:cubicBezTo>
                    <a:pt x="24" y="10"/>
                    <a:pt x="20" y="10"/>
                    <a:pt x="20" y="13"/>
                  </a:cubicBezTo>
                  <a:cubicBezTo>
                    <a:pt x="20" y="15"/>
                    <a:pt x="19" y="16"/>
                    <a:pt x="17" y="15"/>
                  </a:cubicBezTo>
                  <a:cubicBezTo>
                    <a:pt x="13" y="11"/>
                    <a:pt x="10" y="13"/>
                    <a:pt x="6" y="15"/>
                  </a:cubicBezTo>
                  <a:cubicBezTo>
                    <a:pt x="5" y="17"/>
                    <a:pt x="3" y="19"/>
                    <a:pt x="0" y="17"/>
                  </a:cubicBezTo>
                  <a:close/>
                </a:path>
              </a:pathLst>
            </a:custGeom>
            <a:solidFill>
              <a:srgbClr val="B4C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8" name="Freeform 759"/>
            <p:cNvSpPr/>
            <p:nvPr/>
          </p:nvSpPr>
          <p:spPr bwMode="auto">
            <a:xfrm>
              <a:off x="2514601" y="3586164"/>
              <a:ext cx="49213" cy="87313"/>
            </a:xfrm>
            <a:custGeom>
              <a:avLst/>
              <a:gdLst>
                <a:gd name="T0" fmla="*/ 6 w 13"/>
                <a:gd name="T1" fmla="*/ 1 h 23"/>
                <a:gd name="T2" fmla="*/ 7 w 13"/>
                <a:gd name="T3" fmla="*/ 1 h 23"/>
                <a:gd name="T4" fmla="*/ 12 w 13"/>
                <a:gd name="T5" fmla="*/ 6 h 23"/>
                <a:gd name="T6" fmla="*/ 7 w 13"/>
                <a:gd name="T7" fmla="*/ 23 h 23"/>
                <a:gd name="T8" fmla="*/ 7 w 13"/>
                <a:gd name="T9" fmla="*/ 13 h 23"/>
                <a:gd name="T10" fmla="*/ 0 w 13"/>
                <a:gd name="T11" fmla="*/ 6 h 23"/>
                <a:gd name="T12" fmla="*/ 6 w 13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3">
                  <a:moveTo>
                    <a:pt x="6" y="1"/>
                  </a:moveTo>
                  <a:cubicBezTo>
                    <a:pt x="6" y="1"/>
                    <a:pt x="7" y="1"/>
                    <a:pt x="7" y="1"/>
                  </a:cubicBezTo>
                  <a:cubicBezTo>
                    <a:pt x="12" y="0"/>
                    <a:pt x="13" y="2"/>
                    <a:pt x="12" y="6"/>
                  </a:cubicBezTo>
                  <a:cubicBezTo>
                    <a:pt x="11" y="12"/>
                    <a:pt x="9" y="18"/>
                    <a:pt x="7" y="23"/>
                  </a:cubicBezTo>
                  <a:cubicBezTo>
                    <a:pt x="6" y="20"/>
                    <a:pt x="8" y="17"/>
                    <a:pt x="7" y="13"/>
                  </a:cubicBezTo>
                  <a:cubicBezTo>
                    <a:pt x="6" y="9"/>
                    <a:pt x="4" y="7"/>
                    <a:pt x="0" y="6"/>
                  </a:cubicBezTo>
                  <a:cubicBezTo>
                    <a:pt x="0" y="2"/>
                    <a:pt x="3" y="2"/>
                    <a:pt x="6" y="1"/>
                  </a:cubicBezTo>
                  <a:close/>
                </a:path>
              </a:pathLst>
            </a:custGeom>
            <a:solidFill>
              <a:srgbClr val="FAF9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9" name="Freeform 760"/>
            <p:cNvSpPr/>
            <p:nvPr/>
          </p:nvSpPr>
          <p:spPr bwMode="auto">
            <a:xfrm>
              <a:off x="2568576" y="3714751"/>
              <a:ext cx="58738" cy="57150"/>
            </a:xfrm>
            <a:custGeom>
              <a:avLst/>
              <a:gdLst>
                <a:gd name="T0" fmla="*/ 7 w 16"/>
                <a:gd name="T1" fmla="*/ 2 h 15"/>
                <a:gd name="T2" fmla="*/ 16 w 16"/>
                <a:gd name="T3" fmla="*/ 14 h 15"/>
                <a:gd name="T4" fmla="*/ 4 w 16"/>
                <a:gd name="T5" fmla="*/ 13 h 15"/>
                <a:gd name="T6" fmla="*/ 0 w 16"/>
                <a:gd name="T7" fmla="*/ 2 h 15"/>
                <a:gd name="T8" fmla="*/ 5 w 16"/>
                <a:gd name="T9" fmla="*/ 1 h 15"/>
                <a:gd name="T10" fmla="*/ 7 w 16"/>
                <a:gd name="T11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5">
                  <a:moveTo>
                    <a:pt x="7" y="2"/>
                  </a:moveTo>
                  <a:cubicBezTo>
                    <a:pt x="10" y="6"/>
                    <a:pt x="13" y="10"/>
                    <a:pt x="16" y="14"/>
                  </a:cubicBezTo>
                  <a:cubicBezTo>
                    <a:pt x="12" y="15"/>
                    <a:pt x="8" y="15"/>
                    <a:pt x="4" y="13"/>
                  </a:cubicBezTo>
                  <a:cubicBezTo>
                    <a:pt x="2" y="9"/>
                    <a:pt x="1" y="5"/>
                    <a:pt x="0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2"/>
                    <a:pt x="7" y="2"/>
                  </a:cubicBezTo>
                  <a:close/>
                </a:path>
              </a:pathLst>
            </a:custGeom>
            <a:solidFill>
              <a:srgbClr val="96B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0" name="Freeform 761"/>
            <p:cNvSpPr/>
            <p:nvPr/>
          </p:nvSpPr>
          <p:spPr bwMode="auto">
            <a:xfrm>
              <a:off x="1712913" y="4756151"/>
              <a:ext cx="60325" cy="60325"/>
            </a:xfrm>
            <a:custGeom>
              <a:avLst/>
              <a:gdLst>
                <a:gd name="T0" fmla="*/ 7 w 16"/>
                <a:gd name="T1" fmla="*/ 15 h 16"/>
                <a:gd name="T2" fmla="*/ 1 w 16"/>
                <a:gd name="T3" fmla="*/ 2 h 16"/>
                <a:gd name="T4" fmla="*/ 6 w 16"/>
                <a:gd name="T5" fmla="*/ 4 h 16"/>
                <a:gd name="T6" fmla="*/ 10 w 16"/>
                <a:gd name="T7" fmla="*/ 5 h 16"/>
                <a:gd name="T8" fmla="*/ 16 w 16"/>
                <a:gd name="T9" fmla="*/ 12 h 16"/>
                <a:gd name="T10" fmla="*/ 12 w 16"/>
                <a:gd name="T11" fmla="*/ 16 h 16"/>
                <a:gd name="T12" fmla="*/ 8 w 16"/>
                <a:gd name="T13" fmla="*/ 16 h 16"/>
                <a:gd name="T14" fmla="*/ 7 w 16"/>
                <a:gd name="T15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6">
                  <a:moveTo>
                    <a:pt x="7" y="15"/>
                  </a:moveTo>
                  <a:cubicBezTo>
                    <a:pt x="5" y="10"/>
                    <a:pt x="0" y="7"/>
                    <a:pt x="1" y="2"/>
                  </a:cubicBezTo>
                  <a:cubicBezTo>
                    <a:pt x="4" y="0"/>
                    <a:pt x="6" y="0"/>
                    <a:pt x="6" y="4"/>
                  </a:cubicBezTo>
                  <a:cubicBezTo>
                    <a:pt x="7" y="8"/>
                    <a:pt x="9" y="5"/>
                    <a:pt x="10" y="5"/>
                  </a:cubicBezTo>
                  <a:cubicBezTo>
                    <a:pt x="13" y="7"/>
                    <a:pt x="15" y="9"/>
                    <a:pt x="16" y="12"/>
                  </a:cubicBezTo>
                  <a:cubicBezTo>
                    <a:pt x="16" y="15"/>
                    <a:pt x="15" y="16"/>
                    <a:pt x="12" y="16"/>
                  </a:cubicBezTo>
                  <a:cubicBezTo>
                    <a:pt x="11" y="16"/>
                    <a:pt x="9" y="16"/>
                    <a:pt x="8" y="16"/>
                  </a:cubicBezTo>
                  <a:cubicBezTo>
                    <a:pt x="7" y="16"/>
                    <a:pt x="7" y="15"/>
                    <a:pt x="7" y="15"/>
                  </a:cubicBezTo>
                  <a:close/>
                </a:path>
              </a:pathLst>
            </a:custGeom>
            <a:solidFill>
              <a:srgbClr val="FD6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1" name="Freeform 762"/>
            <p:cNvSpPr/>
            <p:nvPr/>
          </p:nvSpPr>
          <p:spPr bwMode="auto">
            <a:xfrm>
              <a:off x="1509713" y="4665664"/>
              <a:ext cx="55563" cy="38100"/>
            </a:xfrm>
            <a:custGeom>
              <a:avLst/>
              <a:gdLst>
                <a:gd name="T0" fmla="*/ 14 w 15"/>
                <a:gd name="T1" fmla="*/ 6 h 10"/>
                <a:gd name="T2" fmla="*/ 14 w 15"/>
                <a:gd name="T3" fmla="*/ 9 h 10"/>
                <a:gd name="T4" fmla="*/ 5 w 15"/>
                <a:gd name="T5" fmla="*/ 10 h 10"/>
                <a:gd name="T6" fmla="*/ 0 w 15"/>
                <a:gd name="T7" fmla="*/ 3 h 10"/>
                <a:gd name="T8" fmla="*/ 1 w 15"/>
                <a:gd name="T9" fmla="*/ 1 h 10"/>
                <a:gd name="T10" fmla="*/ 10 w 15"/>
                <a:gd name="T11" fmla="*/ 0 h 10"/>
                <a:gd name="T12" fmla="*/ 12 w 15"/>
                <a:gd name="T13" fmla="*/ 1 h 10"/>
                <a:gd name="T14" fmla="*/ 13 w 15"/>
                <a:gd name="T15" fmla="*/ 2 h 10"/>
                <a:gd name="T16" fmla="*/ 14 w 15"/>
                <a:gd name="T1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0">
                  <a:moveTo>
                    <a:pt x="14" y="6"/>
                  </a:moveTo>
                  <a:cubicBezTo>
                    <a:pt x="15" y="7"/>
                    <a:pt x="14" y="8"/>
                    <a:pt x="14" y="9"/>
                  </a:cubicBezTo>
                  <a:cubicBezTo>
                    <a:pt x="11" y="10"/>
                    <a:pt x="8" y="10"/>
                    <a:pt x="5" y="10"/>
                  </a:cubicBezTo>
                  <a:cubicBezTo>
                    <a:pt x="1" y="9"/>
                    <a:pt x="2" y="5"/>
                    <a:pt x="0" y="3"/>
                  </a:cubicBezTo>
                  <a:cubicBezTo>
                    <a:pt x="0" y="2"/>
                    <a:pt x="1" y="1"/>
                    <a:pt x="1" y="1"/>
                  </a:cubicBezTo>
                  <a:cubicBezTo>
                    <a:pt x="4" y="0"/>
                    <a:pt x="7" y="2"/>
                    <a:pt x="10" y="0"/>
                  </a:cubicBezTo>
                  <a:cubicBezTo>
                    <a:pt x="11" y="0"/>
                    <a:pt x="12" y="1"/>
                    <a:pt x="12" y="1"/>
                  </a:cubicBezTo>
                  <a:cubicBezTo>
                    <a:pt x="13" y="1"/>
                    <a:pt x="13" y="2"/>
                    <a:pt x="13" y="2"/>
                  </a:cubicBezTo>
                  <a:cubicBezTo>
                    <a:pt x="13" y="3"/>
                    <a:pt x="14" y="4"/>
                    <a:pt x="14" y="6"/>
                  </a:cubicBezTo>
                  <a:close/>
                </a:path>
              </a:pathLst>
            </a:custGeom>
            <a:solidFill>
              <a:srgbClr val="FEE7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2" name="Freeform 763"/>
            <p:cNvSpPr/>
            <p:nvPr/>
          </p:nvSpPr>
          <p:spPr bwMode="auto">
            <a:xfrm>
              <a:off x="2374901" y="4510089"/>
              <a:ext cx="125413" cy="57150"/>
            </a:xfrm>
            <a:custGeom>
              <a:avLst/>
              <a:gdLst>
                <a:gd name="T0" fmla="*/ 0 w 33"/>
                <a:gd name="T1" fmla="*/ 14 h 15"/>
                <a:gd name="T2" fmla="*/ 8 w 33"/>
                <a:gd name="T3" fmla="*/ 11 h 15"/>
                <a:gd name="T4" fmla="*/ 24 w 33"/>
                <a:gd name="T5" fmla="*/ 3 h 15"/>
                <a:gd name="T6" fmla="*/ 32 w 33"/>
                <a:gd name="T7" fmla="*/ 0 h 15"/>
                <a:gd name="T8" fmla="*/ 33 w 33"/>
                <a:gd name="T9" fmla="*/ 0 h 15"/>
                <a:gd name="T10" fmla="*/ 26 w 33"/>
                <a:gd name="T11" fmla="*/ 6 h 15"/>
                <a:gd name="T12" fmla="*/ 19 w 33"/>
                <a:gd name="T13" fmla="*/ 12 h 15"/>
                <a:gd name="T14" fmla="*/ 0 w 33"/>
                <a:gd name="T15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5">
                  <a:moveTo>
                    <a:pt x="0" y="14"/>
                  </a:moveTo>
                  <a:cubicBezTo>
                    <a:pt x="3" y="12"/>
                    <a:pt x="5" y="12"/>
                    <a:pt x="8" y="11"/>
                  </a:cubicBezTo>
                  <a:cubicBezTo>
                    <a:pt x="14" y="10"/>
                    <a:pt x="20" y="8"/>
                    <a:pt x="24" y="3"/>
                  </a:cubicBezTo>
                  <a:cubicBezTo>
                    <a:pt x="26" y="1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2" y="3"/>
                    <a:pt x="29" y="5"/>
                    <a:pt x="26" y="6"/>
                  </a:cubicBezTo>
                  <a:cubicBezTo>
                    <a:pt x="23" y="7"/>
                    <a:pt x="23" y="11"/>
                    <a:pt x="19" y="12"/>
                  </a:cubicBezTo>
                  <a:cubicBezTo>
                    <a:pt x="13" y="15"/>
                    <a:pt x="7" y="14"/>
                    <a:pt x="0" y="1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3" name="Freeform 764"/>
            <p:cNvSpPr/>
            <p:nvPr/>
          </p:nvSpPr>
          <p:spPr bwMode="auto">
            <a:xfrm>
              <a:off x="2555876" y="4325939"/>
              <a:ext cx="53975" cy="79375"/>
            </a:xfrm>
            <a:custGeom>
              <a:avLst/>
              <a:gdLst>
                <a:gd name="T0" fmla="*/ 11 w 14"/>
                <a:gd name="T1" fmla="*/ 19 h 21"/>
                <a:gd name="T2" fmla="*/ 11 w 14"/>
                <a:gd name="T3" fmla="*/ 20 h 21"/>
                <a:gd name="T4" fmla="*/ 10 w 14"/>
                <a:gd name="T5" fmla="*/ 21 h 21"/>
                <a:gd name="T6" fmla="*/ 1 w 14"/>
                <a:gd name="T7" fmla="*/ 7 h 21"/>
                <a:gd name="T8" fmla="*/ 1 w 14"/>
                <a:gd name="T9" fmla="*/ 3 h 21"/>
                <a:gd name="T10" fmla="*/ 12 w 14"/>
                <a:gd name="T11" fmla="*/ 5 h 21"/>
                <a:gd name="T12" fmla="*/ 14 w 14"/>
                <a:gd name="T13" fmla="*/ 7 h 21"/>
                <a:gd name="T14" fmla="*/ 14 w 14"/>
                <a:gd name="T15" fmla="*/ 8 h 21"/>
                <a:gd name="T16" fmla="*/ 14 w 14"/>
                <a:gd name="T17" fmla="*/ 8 h 21"/>
                <a:gd name="T18" fmla="*/ 7 w 14"/>
                <a:gd name="T19" fmla="*/ 8 h 21"/>
                <a:gd name="T20" fmla="*/ 11 w 14"/>
                <a:gd name="T21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21">
                  <a:moveTo>
                    <a:pt x="11" y="19"/>
                  </a:moveTo>
                  <a:cubicBezTo>
                    <a:pt x="11" y="19"/>
                    <a:pt x="11" y="19"/>
                    <a:pt x="11" y="20"/>
                  </a:cubicBezTo>
                  <a:cubicBezTo>
                    <a:pt x="11" y="20"/>
                    <a:pt x="10" y="20"/>
                    <a:pt x="10" y="21"/>
                  </a:cubicBezTo>
                  <a:cubicBezTo>
                    <a:pt x="6" y="17"/>
                    <a:pt x="3" y="12"/>
                    <a:pt x="1" y="7"/>
                  </a:cubicBezTo>
                  <a:cubicBezTo>
                    <a:pt x="0" y="6"/>
                    <a:pt x="0" y="4"/>
                    <a:pt x="1" y="3"/>
                  </a:cubicBezTo>
                  <a:cubicBezTo>
                    <a:pt x="5" y="0"/>
                    <a:pt x="8" y="3"/>
                    <a:pt x="12" y="5"/>
                  </a:cubicBezTo>
                  <a:cubicBezTo>
                    <a:pt x="13" y="5"/>
                    <a:pt x="13" y="6"/>
                    <a:pt x="14" y="7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1" y="11"/>
                    <a:pt x="9" y="6"/>
                    <a:pt x="7" y="8"/>
                  </a:cubicBezTo>
                  <a:cubicBezTo>
                    <a:pt x="9" y="11"/>
                    <a:pt x="10" y="15"/>
                    <a:pt x="11" y="19"/>
                  </a:cubicBezTo>
                  <a:close/>
                </a:path>
              </a:pathLst>
            </a:custGeom>
            <a:solidFill>
              <a:srgbClr val="F9B4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4" name="Freeform 765"/>
            <p:cNvSpPr/>
            <p:nvPr/>
          </p:nvSpPr>
          <p:spPr bwMode="auto">
            <a:xfrm>
              <a:off x="2374901" y="3903664"/>
              <a:ext cx="95250" cy="52388"/>
            </a:xfrm>
            <a:custGeom>
              <a:avLst/>
              <a:gdLst>
                <a:gd name="T0" fmla="*/ 2 w 25"/>
                <a:gd name="T1" fmla="*/ 10 h 14"/>
                <a:gd name="T2" fmla="*/ 25 w 25"/>
                <a:gd name="T3" fmla="*/ 0 h 14"/>
                <a:gd name="T4" fmla="*/ 18 w 25"/>
                <a:gd name="T5" fmla="*/ 6 h 14"/>
                <a:gd name="T6" fmla="*/ 15 w 25"/>
                <a:gd name="T7" fmla="*/ 8 h 14"/>
                <a:gd name="T8" fmla="*/ 10 w 25"/>
                <a:gd name="T9" fmla="*/ 11 h 14"/>
                <a:gd name="T10" fmla="*/ 7 w 25"/>
                <a:gd name="T11" fmla="*/ 13 h 14"/>
                <a:gd name="T12" fmla="*/ 4 w 25"/>
                <a:gd name="T13" fmla="*/ 14 h 14"/>
                <a:gd name="T14" fmla="*/ 2 w 25"/>
                <a:gd name="T15" fmla="*/ 14 h 14"/>
                <a:gd name="T16" fmla="*/ 1 w 25"/>
                <a:gd name="T17" fmla="*/ 11 h 14"/>
                <a:gd name="T18" fmla="*/ 2 w 25"/>
                <a:gd name="T1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4">
                  <a:moveTo>
                    <a:pt x="2" y="10"/>
                  </a:moveTo>
                  <a:cubicBezTo>
                    <a:pt x="9" y="5"/>
                    <a:pt x="18" y="3"/>
                    <a:pt x="25" y="0"/>
                  </a:cubicBezTo>
                  <a:cubicBezTo>
                    <a:pt x="23" y="3"/>
                    <a:pt x="20" y="4"/>
                    <a:pt x="18" y="6"/>
                  </a:cubicBezTo>
                  <a:cubicBezTo>
                    <a:pt x="17" y="7"/>
                    <a:pt x="16" y="7"/>
                    <a:pt x="15" y="8"/>
                  </a:cubicBezTo>
                  <a:cubicBezTo>
                    <a:pt x="13" y="8"/>
                    <a:pt x="11" y="9"/>
                    <a:pt x="10" y="11"/>
                  </a:cubicBezTo>
                  <a:cubicBezTo>
                    <a:pt x="10" y="12"/>
                    <a:pt x="9" y="12"/>
                    <a:pt x="7" y="13"/>
                  </a:cubicBezTo>
                  <a:cubicBezTo>
                    <a:pt x="6" y="13"/>
                    <a:pt x="5" y="13"/>
                    <a:pt x="4" y="14"/>
                  </a:cubicBezTo>
                  <a:cubicBezTo>
                    <a:pt x="3" y="14"/>
                    <a:pt x="3" y="14"/>
                    <a:pt x="2" y="14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1" y="10"/>
                    <a:pt x="1" y="9"/>
                    <a:pt x="2" y="10"/>
                  </a:cubicBezTo>
                  <a:close/>
                </a:path>
              </a:pathLst>
            </a:custGeom>
            <a:solidFill>
              <a:srgbClr val="C3D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5" name="Freeform 766"/>
            <p:cNvSpPr/>
            <p:nvPr/>
          </p:nvSpPr>
          <p:spPr bwMode="auto">
            <a:xfrm>
              <a:off x="1252538" y="4495801"/>
              <a:ext cx="57150" cy="30163"/>
            </a:xfrm>
            <a:custGeom>
              <a:avLst/>
              <a:gdLst>
                <a:gd name="T0" fmla="*/ 0 w 15"/>
                <a:gd name="T1" fmla="*/ 0 h 8"/>
                <a:gd name="T2" fmla="*/ 14 w 15"/>
                <a:gd name="T3" fmla="*/ 3 h 8"/>
                <a:gd name="T4" fmla="*/ 15 w 15"/>
                <a:gd name="T5" fmla="*/ 3 h 8"/>
                <a:gd name="T6" fmla="*/ 14 w 15"/>
                <a:gd name="T7" fmla="*/ 6 h 8"/>
                <a:gd name="T8" fmla="*/ 11 w 15"/>
                <a:gd name="T9" fmla="*/ 7 h 8"/>
                <a:gd name="T10" fmla="*/ 7 w 15"/>
                <a:gd name="T11" fmla="*/ 7 h 8"/>
                <a:gd name="T12" fmla="*/ 0 w 15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8">
                  <a:moveTo>
                    <a:pt x="0" y="0"/>
                  </a:moveTo>
                  <a:cubicBezTo>
                    <a:pt x="4" y="2"/>
                    <a:pt x="10" y="0"/>
                    <a:pt x="14" y="3"/>
                  </a:cubicBezTo>
                  <a:cubicBezTo>
                    <a:pt x="14" y="3"/>
                    <a:pt x="15" y="3"/>
                    <a:pt x="15" y="3"/>
                  </a:cubicBezTo>
                  <a:cubicBezTo>
                    <a:pt x="14" y="4"/>
                    <a:pt x="14" y="5"/>
                    <a:pt x="14" y="6"/>
                  </a:cubicBezTo>
                  <a:cubicBezTo>
                    <a:pt x="13" y="7"/>
                    <a:pt x="12" y="7"/>
                    <a:pt x="11" y="7"/>
                  </a:cubicBezTo>
                  <a:cubicBezTo>
                    <a:pt x="10" y="8"/>
                    <a:pt x="8" y="8"/>
                    <a:pt x="7" y="7"/>
                  </a:cubicBezTo>
                  <a:cubicBezTo>
                    <a:pt x="4" y="5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F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6" name="Freeform 767"/>
            <p:cNvSpPr/>
            <p:nvPr/>
          </p:nvSpPr>
          <p:spPr bwMode="auto">
            <a:xfrm>
              <a:off x="2538413" y="3681414"/>
              <a:ext cx="47625" cy="44450"/>
            </a:xfrm>
            <a:custGeom>
              <a:avLst/>
              <a:gdLst>
                <a:gd name="T0" fmla="*/ 13 w 13"/>
                <a:gd name="T1" fmla="*/ 10 h 12"/>
                <a:gd name="T2" fmla="*/ 8 w 13"/>
                <a:gd name="T3" fmla="*/ 11 h 12"/>
                <a:gd name="T4" fmla="*/ 7 w 13"/>
                <a:gd name="T5" fmla="*/ 11 h 12"/>
                <a:gd name="T6" fmla="*/ 3 w 13"/>
                <a:gd name="T7" fmla="*/ 6 h 12"/>
                <a:gd name="T8" fmla="*/ 1 w 13"/>
                <a:gd name="T9" fmla="*/ 2 h 12"/>
                <a:gd name="T10" fmla="*/ 1 w 13"/>
                <a:gd name="T11" fmla="*/ 2 h 12"/>
                <a:gd name="T12" fmla="*/ 13 w 13"/>
                <a:gd name="T13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2">
                  <a:moveTo>
                    <a:pt x="13" y="10"/>
                  </a:moveTo>
                  <a:cubicBezTo>
                    <a:pt x="11" y="10"/>
                    <a:pt x="10" y="10"/>
                    <a:pt x="8" y="11"/>
                  </a:cubicBezTo>
                  <a:cubicBezTo>
                    <a:pt x="8" y="11"/>
                    <a:pt x="7" y="12"/>
                    <a:pt x="7" y="11"/>
                  </a:cubicBezTo>
                  <a:cubicBezTo>
                    <a:pt x="6" y="9"/>
                    <a:pt x="5" y="8"/>
                    <a:pt x="3" y="6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8" y="0"/>
                    <a:pt x="11" y="4"/>
                    <a:pt x="13" y="10"/>
                  </a:cubicBezTo>
                  <a:close/>
                </a:path>
              </a:pathLst>
            </a:custGeom>
            <a:solidFill>
              <a:srgbClr val="C2D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7" name="Freeform 768"/>
            <p:cNvSpPr/>
            <p:nvPr/>
          </p:nvSpPr>
          <p:spPr bwMode="auto">
            <a:xfrm>
              <a:off x="1323976" y="3141664"/>
              <a:ext cx="65088" cy="41275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11 h 11"/>
                <a:gd name="T4" fmla="*/ 6 w 17"/>
                <a:gd name="T5" fmla="*/ 3 h 11"/>
                <a:gd name="T6" fmla="*/ 11 w 17"/>
                <a:gd name="T7" fmla="*/ 2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2" y="5"/>
                    <a:pt x="7" y="9"/>
                    <a:pt x="0" y="11"/>
                  </a:cubicBezTo>
                  <a:cubicBezTo>
                    <a:pt x="2" y="9"/>
                    <a:pt x="3" y="6"/>
                    <a:pt x="6" y="3"/>
                  </a:cubicBezTo>
                  <a:cubicBezTo>
                    <a:pt x="7" y="3"/>
                    <a:pt x="9" y="2"/>
                    <a:pt x="11" y="2"/>
                  </a:cubicBezTo>
                  <a:cubicBezTo>
                    <a:pt x="13" y="1"/>
                    <a:pt x="15" y="0"/>
                    <a:pt x="17" y="0"/>
                  </a:cubicBezTo>
                  <a:close/>
                </a:path>
              </a:pathLst>
            </a:custGeom>
            <a:solidFill>
              <a:srgbClr val="EBF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8" name="Freeform 769"/>
            <p:cNvSpPr/>
            <p:nvPr/>
          </p:nvSpPr>
          <p:spPr bwMode="auto">
            <a:xfrm>
              <a:off x="1263651" y="3186114"/>
              <a:ext cx="57150" cy="42863"/>
            </a:xfrm>
            <a:custGeom>
              <a:avLst/>
              <a:gdLst>
                <a:gd name="T0" fmla="*/ 9 w 15"/>
                <a:gd name="T1" fmla="*/ 6 h 11"/>
                <a:gd name="T2" fmla="*/ 0 w 15"/>
                <a:gd name="T3" fmla="*/ 11 h 11"/>
                <a:gd name="T4" fmla="*/ 15 w 15"/>
                <a:gd name="T5" fmla="*/ 0 h 11"/>
                <a:gd name="T6" fmla="*/ 12 w 15"/>
                <a:gd name="T7" fmla="*/ 4 h 11"/>
                <a:gd name="T8" fmla="*/ 9 w 15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1">
                  <a:moveTo>
                    <a:pt x="9" y="6"/>
                  </a:moveTo>
                  <a:cubicBezTo>
                    <a:pt x="6" y="8"/>
                    <a:pt x="4" y="11"/>
                    <a:pt x="0" y="11"/>
                  </a:cubicBezTo>
                  <a:cubicBezTo>
                    <a:pt x="5" y="7"/>
                    <a:pt x="8" y="1"/>
                    <a:pt x="15" y="0"/>
                  </a:cubicBezTo>
                  <a:cubicBezTo>
                    <a:pt x="15" y="2"/>
                    <a:pt x="13" y="2"/>
                    <a:pt x="12" y="4"/>
                  </a:cubicBezTo>
                  <a:cubicBezTo>
                    <a:pt x="11" y="5"/>
                    <a:pt x="11" y="6"/>
                    <a:pt x="9" y="6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9" name="Freeform 770"/>
            <p:cNvSpPr/>
            <p:nvPr/>
          </p:nvSpPr>
          <p:spPr bwMode="auto">
            <a:xfrm>
              <a:off x="1839913" y="3013076"/>
              <a:ext cx="53975" cy="46038"/>
            </a:xfrm>
            <a:custGeom>
              <a:avLst/>
              <a:gdLst>
                <a:gd name="T0" fmla="*/ 14 w 14"/>
                <a:gd name="T1" fmla="*/ 12 h 12"/>
                <a:gd name="T2" fmla="*/ 0 w 14"/>
                <a:gd name="T3" fmla="*/ 0 h 12"/>
                <a:gd name="T4" fmla="*/ 0 w 14"/>
                <a:gd name="T5" fmla="*/ 0 h 12"/>
                <a:gd name="T6" fmla="*/ 4 w 14"/>
                <a:gd name="T7" fmla="*/ 1 h 12"/>
                <a:gd name="T8" fmla="*/ 12 w 14"/>
                <a:gd name="T9" fmla="*/ 9 h 12"/>
                <a:gd name="T10" fmla="*/ 14 w 14"/>
                <a:gd name="T11" fmla="*/ 11 h 12"/>
                <a:gd name="T12" fmla="*/ 14 w 1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2">
                  <a:moveTo>
                    <a:pt x="14" y="12"/>
                  </a:moveTo>
                  <a:cubicBezTo>
                    <a:pt x="7" y="10"/>
                    <a:pt x="4" y="4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7" y="3"/>
                    <a:pt x="7" y="8"/>
                    <a:pt x="12" y="9"/>
                  </a:cubicBezTo>
                  <a:cubicBezTo>
                    <a:pt x="13" y="9"/>
                    <a:pt x="14" y="10"/>
                    <a:pt x="14" y="11"/>
                  </a:cubicBezTo>
                  <a:cubicBezTo>
                    <a:pt x="14" y="11"/>
                    <a:pt x="14" y="11"/>
                    <a:pt x="14" y="12"/>
                  </a:cubicBezTo>
                  <a:close/>
                </a:path>
              </a:pathLst>
            </a:custGeom>
            <a:solidFill>
              <a:srgbClr val="C8D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0" name="Freeform 771"/>
            <p:cNvSpPr/>
            <p:nvPr/>
          </p:nvSpPr>
          <p:spPr bwMode="auto">
            <a:xfrm>
              <a:off x="1987551" y="3111501"/>
              <a:ext cx="52388" cy="33338"/>
            </a:xfrm>
            <a:custGeom>
              <a:avLst/>
              <a:gdLst>
                <a:gd name="T0" fmla="*/ 12 w 14"/>
                <a:gd name="T1" fmla="*/ 9 h 9"/>
                <a:gd name="T2" fmla="*/ 0 w 14"/>
                <a:gd name="T3" fmla="*/ 1 h 9"/>
                <a:gd name="T4" fmla="*/ 14 w 14"/>
                <a:gd name="T5" fmla="*/ 9 h 9"/>
                <a:gd name="T6" fmla="*/ 12 w 14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9">
                  <a:moveTo>
                    <a:pt x="12" y="9"/>
                  </a:moveTo>
                  <a:cubicBezTo>
                    <a:pt x="9" y="5"/>
                    <a:pt x="5" y="3"/>
                    <a:pt x="0" y="1"/>
                  </a:cubicBezTo>
                  <a:cubicBezTo>
                    <a:pt x="7" y="0"/>
                    <a:pt x="11" y="4"/>
                    <a:pt x="14" y="9"/>
                  </a:cubicBezTo>
                  <a:cubicBezTo>
                    <a:pt x="13" y="9"/>
                    <a:pt x="13" y="9"/>
                    <a:pt x="12" y="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1" name="Freeform 772"/>
            <p:cNvSpPr/>
            <p:nvPr/>
          </p:nvSpPr>
          <p:spPr bwMode="auto">
            <a:xfrm>
              <a:off x="996951" y="4232276"/>
              <a:ext cx="33338" cy="66675"/>
            </a:xfrm>
            <a:custGeom>
              <a:avLst/>
              <a:gdLst>
                <a:gd name="T0" fmla="*/ 8 w 9"/>
                <a:gd name="T1" fmla="*/ 18 h 18"/>
                <a:gd name="T2" fmla="*/ 3 w 9"/>
                <a:gd name="T3" fmla="*/ 5 h 18"/>
                <a:gd name="T4" fmla="*/ 3 w 9"/>
                <a:gd name="T5" fmla="*/ 0 h 18"/>
                <a:gd name="T6" fmla="*/ 9 w 9"/>
                <a:gd name="T7" fmla="*/ 18 h 18"/>
                <a:gd name="T8" fmla="*/ 8 w 9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8">
                  <a:moveTo>
                    <a:pt x="8" y="18"/>
                  </a:moveTo>
                  <a:cubicBezTo>
                    <a:pt x="7" y="13"/>
                    <a:pt x="2" y="11"/>
                    <a:pt x="3" y="5"/>
                  </a:cubicBezTo>
                  <a:cubicBezTo>
                    <a:pt x="4" y="4"/>
                    <a:pt x="0" y="2"/>
                    <a:pt x="3" y="0"/>
                  </a:cubicBezTo>
                  <a:cubicBezTo>
                    <a:pt x="4" y="7"/>
                    <a:pt x="7" y="12"/>
                    <a:pt x="9" y="18"/>
                  </a:cubicBezTo>
                  <a:cubicBezTo>
                    <a:pt x="9" y="18"/>
                    <a:pt x="9" y="18"/>
                    <a:pt x="8" y="18"/>
                  </a:cubicBezTo>
                  <a:close/>
                </a:path>
              </a:pathLst>
            </a:custGeom>
            <a:solidFill>
              <a:srgbClr val="FEC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2" name="Freeform 773"/>
            <p:cNvSpPr/>
            <p:nvPr/>
          </p:nvSpPr>
          <p:spPr bwMode="auto">
            <a:xfrm>
              <a:off x="2544763" y="3484564"/>
              <a:ext cx="38100" cy="38100"/>
            </a:xfrm>
            <a:custGeom>
              <a:avLst/>
              <a:gdLst>
                <a:gd name="T0" fmla="*/ 10 w 10"/>
                <a:gd name="T1" fmla="*/ 10 h 10"/>
                <a:gd name="T2" fmla="*/ 0 w 10"/>
                <a:gd name="T3" fmla="*/ 0 h 10"/>
                <a:gd name="T4" fmla="*/ 10 w 10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0">
                  <a:moveTo>
                    <a:pt x="10" y="10"/>
                  </a:moveTo>
                  <a:cubicBezTo>
                    <a:pt x="7" y="7"/>
                    <a:pt x="3" y="4"/>
                    <a:pt x="0" y="0"/>
                  </a:cubicBezTo>
                  <a:cubicBezTo>
                    <a:pt x="5" y="2"/>
                    <a:pt x="10" y="4"/>
                    <a:pt x="10" y="10"/>
                  </a:cubicBezTo>
                  <a:close/>
                </a:path>
              </a:pathLst>
            </a:custGeom>
            <a:solidFill>
              <a:srgbClr val="CCD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3" name="Freeform 774"/>
            <p:cNvSpPr/>
            <p:nvPr/>
          </p:nvSpPr>
          <p:spPr bwMode="auto">
            <a:xfrm>
              <a:off x="1425576" y="4613276"/>
              <a:ext cx="26988" cy="36513"/>
            </a:xfrm>
            <a:custGeom>
              <a:avLst/>
              <a:gdLst>
                <a:gd name="T0" fmla="*/ 0 w 7"/>
                <a:gd name="T1" fmla="*/ 0 h 10"/>
                <a:gd name="T2" fmla="*/ 7 w 7"/>
                <a:gd name="T3" fmla="*/ 10 h 10"/>
                <a:gd name="T4" fmla="*/ 0 w 7"/>
                <a:gd name="T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0">
                  <a:moveTo>
                    <a:pt x="0" y="0"/>
                  </a:moveTo>
                  <a:cubicBezTo>
                    <a:pt x="5" y="1"/>
                    <a:pt x="6" y="5"/>
                    <a:pt x="7" y="10"/>
                  </a:cubicBezTo>
                  <a:cubicBezTo>
                    <a:pt x="3" y="8"/>
                    <a:pt x="3" y="3"/>
                    <a:pt x="0" y="0"/>
                  </a:cubicBezTo>
                  <a:close/>
                </a:path>
              </a:pathLst>
            </a:custGeom>
            <a:solidFill>
              <a:srgbClr val="FE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4" name="Freeform 775"/>
            <p:cNvSpPr/>
            <p:nvPr/>
          </p:nvSpPr>
          <p:spPr bwMode="auto">
            <a:xfrm>
              <a:off x="2092326" y="3171826"/>
              <a:ext cx="42863" cy="26988"/>
            </a:xfrm>
            <a:custGeom>
              <a:avLst/>
              <a:gdLst>
                <a:gd name="T0" fmla="*/ 11 w 11"/>
                <a:gd name="T1" fmla="*/ 7 h 7"/>
                <a:gd name="T2" fmla="*/ 0 w 11"/>
                <a:gd name="T3" fmla="*/ 1 h 7"/>
                <a:gd name="T4" fmla="*/ 11 w 11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7">
                  <a:moveTo>
                    <a:pt x="11" y="7"/>
                  </a:moveTo>
                  <a:cubicBezTo>
                    <a:pt x="7" y="7"/>
                    <a:pt x="4" y="3"/>
                    <a:pt x="0" y="1"/>
                  </a:cubicBezTo>
                  <a:cubicBezTo>
                    <a:pt x="6" y="0"/>
                    <a:pt x="8" y="4"/>
                    <a:pt x="11" y="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5" name="Freeform 776"/>
            <p:cNvSpPr/>
            <p:nvPr/>
          </p:nvSpPr>
          <p:spPr bwMode="auto">
            <a:xfrm>
              <a:off x="1806576" y="2990851"/>
              <a:ext cx="38100" cy="19050"/>
            </a:xfrm>
            <a:custGeom>
              <a:avLst/>
              <a:gdLst>
                <a:gd name="T0" fmla="*/ 9 w 10"/>
                <a:gd name="T1" fmla="*/ 5 h 5"/>
                <a:gd name="T2" fmla="*/ 0 w 10"/>
                <a:gd name="T3" fmla="*/ 0 h 5"/>
                <a:gd name="T4" fmla="*/ 9 w 10"/>
                <a:gd name="T5" fmla="*/ 3 h 5"/>
                <a:gd name="T6" fmla="*/ 9 w 10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5">
                  <a:moveTo>
                    <a:pt x="9" y="5"/>
                  </a:moveTo>
                  <a:cubicBezTo>
                    <a:pt x="7" y="3"/>
                    <a:pt x="2" y="4"/>
                    <a:pt x="0" y="0"/>
                  </a:cubicBezTo>
                  <a:cubicBezTo>
                    <a:pt x="3" y="0"/>
                    <a:pt x="6" y="1"/>
                    <a:pt x="9" y="3"/>
                  </a:cubicBezTo>
                  <a:cubicBezTo>
                    <a:pt x="10" y="4"/>
                    <a:pt x="10" y="4"/>
                    <a:pt x="9" y="5"/>
                  </a:cubicBezTo>
                  <a:close/>
                </a:path>
              </a:pathLst>
            </a:custGeom>
            <a:solidFill>
              <a:srgbClr val="DFE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6" name="Freeform 777"/>
            <p:cNvSpPr/>
            <p:nvPr/>
          </p:nvSpPr>
          <p:spPr bwMode="auto">
            <a:xfrm>
              <a:off x="1493838" y="4624389"/>
              <a:ext cx="19050" cy="52388"/>
            </a:xfrm>
            <a:custGeom>
              <a:avLst/>
              <a:gdLst>
                <a:gd name="T0" fmla="*/ 5 w 5"/>
                <a:gd name="T1" fmla="*/ 12 h 14"/>
                <a:gd name="T2" fmla="*/ 4 w 5"/>
                <a:gd name="T3" fmla="*/ 14 h 14"/>
                <a:gd name="T4" fmla="*/ 0 w 5"/>
                <a:gd name="T5" fmla="*/ 8 h 14"/>
                <a:gd name="T6" fmla="*/ 0 w 5"/>
                <a:gd name="T7" fmla="*/ 1 h 14"/>
                <a:gd name="T8" fmla="*/ 1 w 5"/>
                <a:gd name="T9" fmla="*/ 0 h 14"/>
                <a:gd name="T10" fmla="*/ 5 w 5"/>
                <a:gd name="T11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4">
                  <a:moveTo>
                    <a:pt x="5" y="12"/>
                  </a:moveTo>
                  <a:cubicBezTo>
                    <a:pt x="5" y="13"/>
                    <a:pt x="4" y="13"/>
                    <a:pt x="4" y="14"/>
                  </a:cubicBezTo>
                  <a:cubicBezTo>
                    <a:pt x="4" y="11"/>
                    <a:pt x="0" y="11"/>
                    <a:pt x="0" y="8"/>
                  </a:cubicBezTo>
                  <a:cubicBezTo>
                    <a:pt x="0" y="6"/>
                    <a:pt x="0" y="3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5"/>
                    <a:pt x="5" y="8"/>
                    <a:pt x="5" y="12"/>
                  </a:cubicBezTo>
                  <a:close/>
                </a:path>
              </a:pathLst>
            </a:custGeom>
            <a:solidFill>
              <a:srgbClr val="FEE8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7" name="Freeform 778"/>
            <p:cNvSpPr/>
            <p:nvPr/>
          </p:nvSpPr>
          <p:spPr bwMode="auto">
            <a:xfrm>
              <a:off x="2300288" y="3325814"/>
              <a:ext cx="26988" cy="19050"/>
            </a:xfrm>
            <a:custGeom>
              <a:avLst/>
              <a:gdLst>
                <a:gd name="T0" fmla="*/ 7 w 7"/>
                <a:gd name="T1" fmla="*/ 5 h 5"/>
                <a:gd name="T2" fmla="*/ 0 w 7"/>
                <a:gd name="T3" fmla="*/ 0 h 5"/>
                <a:gd name="T4" fmla="*/ 7 w 7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7" y="5"/>
                  </a:moveTo>
                  <a:cubicBezTo>
                    <a:pt x="4" y="5"/>
                    <a:pt x="1" y="3"/>
                    <a:pt x="0" y="0"/>
                  </a:cubicBezTo>
                  <a:cubicBezTo>
                    <a:pt x="4" y="0"/>
                    <a:pt x="6" y="2"/>
                    <a:pt x="7" y="5"/>
                  </a:cubicBezTo>
                  <a:close/>
                </a:path>
              </a:pathLst>
            </a:custGeom>
            <a:solidFill>
              <a:srgbClr val="EAF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8" name="Freeform 779"/>
            <p:cNvSpPr/>
            <p:nvPr/>
          </p:nvSpPr>
          <p:spPr bwMode="auto">
            <a:xfrm>
              <a:off x="2051051" y="3152776"/>
              <a:ext cx="38100" cy="15875"/>
            </a:xfrm>
            <a:custGeom>
              <a:avLst/>
              <a:gdLst>
                <a:gd name="T0" fmla="*/ 10 w 10"/>
                <a:gd name="T1" fmla="*/ 4 h 4"/>
                <a:gd name="T2" fmla="*/ 1 w 10"/>
                <a:gd name="T3" fmla="*/ 1 h 4"/>
                <a:gd name="T4" fmla="*/ 0 w 10"/>
                <a:gd name="T5" fmla="*/ 0 h 4"/>
                <a:gd name="T6" fmla="*/ 10 w 10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6" y="4"/>
                    <a:pt x="3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7" y="1"/>
                    <a:pt x="10" y="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9" name="Freeform 780"/>
            <p:cNvSpPr/>
            <p:nvPr/>
          </p:nvSpPr>
          <p:spPr bwMode="auto">
            <a:xfrm>
              <a:off x="2555876" y="4205289"/>
              <a:ext cx="12700" cy="44450"/>
            </a:xfrm>
            <a:custGeom>
              <a:avLst/>
              <a:gdLst>
                <a:gd name="T0" fmla="*/ 2 w 3"/>
                <a:gd name="T1" fmla="*/ 12 h 12"/>
                <a:gd name="T2" fmla="*/ 3 w 3"/>
                <a:gd name="T3" fmla="*/ 0 h 12"/>
                <a:gd name="T4" fmla="*/ 2 w 3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2">
                  <a:moveTo>
                    <a:pt x="2" y="12"/>
                  </a:moveTo>
                  <a:cubicBezTo>
                    <a:pt x="1" y="8"/>
                    <a:pt x="0" y="4"/>
                    <a:pt x="3" y="0"/>
                  </a:cubicBezTo>
                  <a:cubicBezTo>
                    <a:pt x="3" y="4"/>
                    <a:pt x="2" y="8"/>
                    <a:pt x="2" y="1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0" name="Freeform 781"/>
            <p:cNvSpPr/>
            <p:nvPr/>
          </p:nvSpPr>
          <p:spPr bwMode="auto">
            <a:xfrm>
              <a:off x="1531938" y="3028951"/>
              <a:ext cx="26988" cy="22225"/>
            </a:xfrm>
            <a:custGeom>
              <a:avLst/>
              <a:gdLst>
                <a:gd name="T0" fmla="*/ 7 w 7"/>
                <a:gd name="T1" fmla="*/ 0 h 6"/>
                <a:gd name="T2" fmla="*/ 0 w 7"/>
                <a:gd name="T3" fmla="*/ 6 h 6"/>
                <a:gd name="T4" fmla="*/ 7 w 7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cubicBezTo>
                    <a:pt x="5" y="2"/>
                    <a:pt x="3" y="5"/>
                    <a:pt x="0" y="6"/>
                  </a:cubicBezTo>
                  <a:cubicBezTo>
                    <a:pt x="1" y="2"/>
                    <a:pt x="4" y="1"/>
                    <a:pt x="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1" name="Freeform 782"/>
            <p:cNvSpPr/>
            <p:nvPr/>
          </p:nvSpPr>
          <p:spPr bwMode="auto">
            <a:xfrm>
              <a:off x="1905001" y="4789489"/>
              <a:ext cx="30163" cy="19050"/>
            </a:xfrm>
            <a:custGeom>
              <a:avLst/>
              <a:gdLst>
                <a:gd name="T0" fmla="*/ 0 w 8"/>
                <a:gd name="T1" fmla="*/ 5 h 5"/>
                <a:gd name="T2" fmla="*/ 8 w 8"/>
                <a:gd name="T3" fmla="*/ 0 h 5"/>
                <a:gd name="T4" fmla="*/ 0 w 8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3"/>
                    <a:pt x="5" y="1"/>
                    <a:pt x="8" y="0"/>
                  </a:cubicBezTo>
                  <a:cubicBezTo>
                    <a:pt x="6" y="3"/>
                    <a:pt x="3" y="5"/>
                    <a:pt x="0" y="5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2" name="Freeform 783"/>
            <p:cNvSpPr/>
            <p:nvPr/>
          </p:nvSpPr>
          <p:spPr bwMode="auto">
            <a:xfrm>
              <a:off x="1671638" y="2960689"/>
              <a:ext cx="19050" cy="19050"/>
            </a:xfrm>
            <a:custGeom>
              <a:avLst/>
              <a:gdLst>
                <a:gd name="T0" fmla="*/ 5 w 5"/>
                <a:gd name="T1" fmla="*/ 0 h 5"/>
                <a:gd name="T2" fmla="*/ 0 w 5"/>
                <a:gd name="T3" fmla="*/ 5 h 5"/>
                <a:gd name="T4" fmla="*/ 5 w 5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5" y="3"/>
                    <a:pt x="3" y="4"/>
                    <a:pt x="0" y="5"/>
                  </a:cubicBezTo>
                  <a:cubicBezTo>
                    <a:pt x="1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CAD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3" name="Freeform 784"/>
            <p:cNvSpPr/>
            <p:nvPr/>
          </p:nvSpPr>
          <p:spPr bwMode="auto">
            <a:xfrm>
              <a:off x="2568576" y="4159251"/>
              <a:ext cx="11113" cy="38100"/>
            </a:xfrm>
            <a:custGeom>
              <a:avLst/>
              <a:gdLst>
                <a:gd name="T0" fmla="*/ 0 w 3"/>
                <a:gd name="T1" fmla="*/ 10 h 10"/>
                <a:gd name="T2" fmla="*/ 2 w 3"/>
                <a:gd name="T3" fmla="*/ 0 h 10"/>
                <a:gd name="T4" fmla="*/ 0 w 3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0">
                  <a:moveTo>
                    <a:pt x="0" y="10"/>
                  </a:moveTo>
                  <a:cubicBezTo>
                    <a:pt x="1" y="7"/>
                    <a:pt x="1" y="3"/>
                    <a:pt x="2" y="0"/>
                  </a:cubicBezTo>
                  <a:cubicBezTo>
                    <a:pt x="2" y="4"/>
                    <a:pt x="3" y="7"/>
                    <a:pt x="0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4" name="Freeform 785"/>
            <p:cNvSpPr/>
            <p:nvPr/>
          </p:nvSpPr>
          <p:spPr bwMode="auto">
            <a:xfrm>
              <a:off x="1222376" y="3240089"/>
              <a:ext cx="23813" cy="11113"/>
            </a:xfrm>
            <a:custGeom>
              <a:avLst/>
              <a:gdLst>
                <a:gd name="T0" fmla="*/ 6 w 6"/>
                <a:gd name="T1" fmla="*/ 0 h 3"/>
                <a:gd name="T2" fmla="*/ 0 w 6"/>
                <a:gd name="T3" fmla="*/ 2 h 3"/>
                <a:gd name="T4" fmla="*/ 6 w 6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cubicBezTo>
                    <a:pt x="4" y="1"/>
                    <a:pt x="3" y="3"/>
                    <a:pt x="0" y="2"/>
                  </a:cubicBezTo>
                  <a:cubicBezTo>
                    <a:pt x="1" y="0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5" name="Freeform 786"/>
            <p:cNvSpPr/>
            <p:nvPr/>
          </p:nvSpPr>
          <p:spPr bwMode="auto">
            <a:xfrm>
              <a:off x="1708151" y="2949576"/>
              <a:ext cx="38100" cy="6350"/>
            </a:xfrm>
            <a:custGeom>
              <a:avLst/>
              <a:gdLst>
                <a:gd name="T0" fmla="*/ 10 w 10"/>
                <a:gd name="T1" fmla="*/ 2 h 2"/>
                <a:gd name="T2" fmla="*/ 0 w 10"/>
                <a:gd name="T3" fmla="*/ 2 h 2"/>
                <a:gd name="T4" fmla="*/ 10 w 10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2">
                  <a:moveTo>
                    <a:pt x="10" y="2"/>
                  </a:moveTo>
                  <a:cubicBezTo>
                    <a:pt x="7" y="2"/>
                    <a:pt x="3" y="2"/>
                    <a:pt x="0" y="2"/>
                  </a:cubicBezTo>
                  <a:cubicBezTo>
                    <a:pt x="3" y="0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6" name="Freeform 787"/>
            <p:cNvSpPr/>
            <p:nvPr/>
          </p:nvSpPr>
          <p:spPr bwMode="auto">
            <a:xfrm>
              <a:off x="2251076" y="3284539"/>
              <a:ext cx="19050" cy="15875"/>
            </a:xfrm>
            <a:custGeom>
              <a:avLst/>
              <a:gdLst>
                <a:gd name="T0" fmla="*/ 5 w 5"/>
                <a:gd name="T1" fmla="*/ 4 h 4"/>
                <a:gd name="T2" fmla="*/ 0 w 5"/>
                <a:gd name="T3" fmla="*/ 0 h 4"/>
                <a:gd name="T4" fmla="*/ 5 w 5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cubicBezTo>
                    <a:pt x="3" y="3"/>
                    <a:pt x="1" y="2"/>
                    <a:pt x="0" y="0"/>
                  </a:cubicBezTo>
                  <a:cubicBezTo>
                    <a:pt x="3" y="0"/>
                    <a:pt x="4" y="2"/>
                    <a:pt x="5" y="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7" name="Freeform 788"/>
            <p:cNvSpPr/>
            <p:nvPr/>
          </p:nvSpPr>
          <p:spPr bwMode="auto">
            <a:xfrm>
              <a:off x="1565276" y="3005139"/>
              <a:ext cx="26988" cy="15875"/>
            </a:xfrm>
            <a:custGeom>
              <a:avLst/>
              <a:gdLst>
                <a:gd name="T0" fmla="*/ 7 w 7"/>
                <a:gd name="T1" fmla="*/ 0 h 4"/>
                <a:gd name="T2" fmla="*/ 0 w 7"/>
                <a:gd name="T3" fmla="*/ 4 h 4"/>
                <a:gd name="T4" fmla="*/ 7 w 7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6" y="3"/>
                    <a:pt x="3" y="4"/>
                    <a:pt x="0" y="4"/>
                  </a:cubicBezTo>
                  <a:cubicBezTo>
                    <a:pt x="3" y="3"/>
                    <a:pt x="5" y="1"/>
                    <a:pt x="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8" name="Freeform 789"/>
            <p:cNvSpPr/>
            <p:nvPr/>
          </p:nvSpPr>
          <p:spPr bwMode="auto">
            <a:xfrm>
              <a:off x="2495551" y="4495801"/>
              <a:ext cx="19050" cy="14288"/>
            </a:xfrm>
            <a:custGeom>
              <a:avLst/>
              <a:gdLst>
                <a:gd name="T0" fmla="*/ 2 w 5"/>
                <a:gd name="T1" fmla="*/ 2 h 4"/>
                <a:gd name="T2" fmla="*/ 5 w 5"/>
                <a:gd name="T3" fmla="*/ 0 h 4"/>
                <a:gd name="T4" fmla="*/ 1 w 5"/>
                <a:gd name="T5" fmla="*/ 4 h 4"/>
                <a:gd name="T6" fmla="*/ 1 w 5"/>
                <a:gd name="T7" fmla="*/ 4 h 4"/>
                <a:gd name="T8" fmla="*/ 2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2"/>
                  </a:moveTo>
                  <a:cubicBezTo>
                    <a:pt x="3" y="1"/>
                    <a:pt x="4" y="1"/>
                    <a:pt x="5" y="0"/>
                  </a:cubicBezTo>
                  <a:cubicBezTo>
                    <a:pt x="5" y="3"/>
                    <a:pt x="3" y="3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9" name="Freeform 790"/>
            <p:cNvSpPr/>
            <p:nvPr/>
          </p:nvSpPr>
          <p:spPr bwMode="auto">
            <a:xfrm>
              <a:off x="1677988" y="4794251"/>
              <a:ext cx="12700" cy="22225"/>
            </a:xfrm>
            <a:custGeom>
              <a:avLst/>
              <a:gdLst>
                <a:gd name="T0" fmla="*/ 0 w 3"/>
                <a:gd name="T1" fmla="*/ 0 h 6"/>
                <a:gd name="T2" fmla="*/ 3 w 3"/>
                <a:gd name="T3" fmla="*/ 6 h 6"/>
                <a:gd name="T4" fmla="*/ 0 w 3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0"/>
                  </a:moveTo>
                  <a:cubicBezTo>
                    <a:pt x="3" y="1"/>
                    <a:pt x="2" y="4"/>
                    <a:pt x="3" y="6"/>
                  </a:cubicBezTo>
                  <a:cubicBezTo>
                    <a:pt x="0" y="5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0" name="Freeform 791"/>
            <p:cNvSpPr/>
            <p:nvPr/>
          </p:nvSpPr>
          <p:spPr bwMode="auto">
            <a:xfrm>
              <a:off x="1528763" y="4699001"/>
              <a:ext cx="33338" cy="7938"/>
            </a:xfrm>
            <a:custGeom>
              <a:avLst/>
              <a:gdLst>
                <a:gd name="T0" fmla="*/ 0 w 9"/>
                <a:gd name="T1" fmla="*/ 1 h 2"/>
                <a:gd name="T2" fmla="*/ 9 w 9"/>
                <a:gd name="T3" fmla="*/ 0 h 2"/>
                <a:gd name="T4" fmla="*/ 9 w 9"/>
                <a:gd name="T5" fmla="*/ 1 h 2"/>
                <a:gd name="T6" fmla="*/ 0 w 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0" y="1"/>
                  </a:moveTo>
                  <a:cubicBezTo>
                    <a:pt x="3" y="0"/>
                    <a:pt x="6" y="0"/>
                    <a:pt x="9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1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1" name="Freeform 792"/>
            <p:cNvSpPr/>
            <p:nvPr/>
          </p:nvSpPr>
          <p:spPr bwMode="auto">
            <a:xfrm>
              <a:off x="993776" y="4303714"/>
              <a:ext cx="30163" cy="3175"/>
            </a:xfrm>
            <a:custGeom>
              <a:avLst/>
              <a:gdLst>
                <a:gd name="T0" fmla="*/ 0 w 8"/>
                <a:gd name="T1" fmla="*/ 0 h 1"/>
                <a:gd name="T2" fmla="*/ 8 w 8"/>
                <a:gd name="T3" fmla="*/ 0 h 1"/>
                <a:gd name="T4" fmla="*/ 0 w 8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3" y="0"/>
                    <a:pt x="5" y="0"/>
                    <a:pt x="8" y="0"/>
                  </a:cubicBezTo>
                  <a:cubicBezTo>
                    <a:pt x="5" y="1"/>
                    <a:pt x="3" y="1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2" name="Freeform 793"/>
            <p:cNvSpPr/>
            <p:nvPr/>
          </p:nvSpPr>
          <p:spPr bwMode="auto">
            <a:xfrm>
              <a:off x="2357438" y="3371851"/>
              <a:ext cx="30163" cy="7938"/>
            </a:xfrm>
            <a:custGeom>
              <a:avLst/>
              <a:gdLst>
                <a:gd name="T0" fmla="*/ 8 w 8"/>
                <a:gd name="T1" fmla="*/ 2 h 2"/>
                <a:gd name="T2" fmla="*/ 0 w 8"/>
                <a:gd name="T3" fmla="*/ 0 h 2"/>
                <a:gd name="T4" fmla="*/ 8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8" y="2"/>
                  </a:moveTo>
                  <a:cubicBezTo>
                    <a:pt x="6" y="2"/>
                    <a:pt x="3" y="1"/>
                    <a:pt x="0" y="0"/>
                  </a:cubicBezTo>
                  <a:cubicBezTo>
                    <a:pt x="3" y="0"/>
                    <a:pt x="6" y="0"/>
                    <a:pt x="8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3" name="Freeform 794"/>
            <p:cNvSpPr/>
            <p:nvPr/>
          </p:nvSpPr>
          <p:spPr bwMode="auto">
            <a:xfrm>
              <a:off x="1106488" y="3748089"/>
              <a:ext cx="11113" cy="19050"/>
            </a:xfrm>
            <a:custGeom>
              <a:avLst/>
              <a:gdLst>
                <a:gd name="T0" fmla="*/ 3 w 3"/>
                <a:gd name="T1" fmla="*/ 5 h 5"/>
                <a:gd name="T2" fmla="*/ 0 w 3"/>
                <a:gd name="T3" fmla="*/ 2 h 5"/>
                <a:gd name="T4" fmla="*/ 1 w 3"/>
                <a:gd name="T5" fmla="*/ 0 h 5"/>
                <a:gd name="T6" fmla="*/ 3 w 3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cubicBezTo>
                    <a:pt x="2" y="5"/>
                    <a:pt x="1" y="3"/>
                    <a:pt x="0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3" y="1"/>
                    <a:pt x="3" y="3"/>
                    <a:pt x="3" y="5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4" name="Freeform 795"/>
            <p:cNvSpPr/>
            <p:nvPr/>
          </p:nvSpPr>
          <p:spPr bwMode="auto">
            <a:xfrm>
              <a:off x="1339851" y="4567239"/>
              <a:ext cx="30163" cy="7938"/>
            </a:xfrm>
            <a:custGeom>
              <a:avLst/>
              <a:gdLst>
                <a:gd name="T0" fmla="*/ 0 w 8"/>
                <a:gd name="T1" fmla="*/ 0 h 2"/>
                <a:gd name="T2" fmla="*/ 8 w 8"/>
                <a:gd name="T3" fmla="*/ 0 h 2"/>
                <a:gd name="T4" fmla="*/ 0 w 8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cubicBezTo>
                    <a:pt x="3" y="0"/>
                    <a:pt x="6" y="0"/>
                    <a:pt x="8" y="0"/>
                  </a:cubicBezTo>
                  <a:cubicBezTo>
                    <a:pt x="6" y="2"/>
                    <a:pt x="3" y="1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5" name="Freeform 796"/>
            <p:cNvSpPr/>
            <p:nvPr/>
          </p:nvSpPr>
          <p:spPr bwMode="auto">
            <a:xfrm>
              <a:off x="2571751" y="4141789"/>
              <a:ext cx="11113" cy="17463"/>
            </a:xfrm>
            <a:custGeom>
              <a:avLst/>
              <a:gdLst>
                <a:gd name="T0" fmla="*/ 1 w 3"/>
                <a:gd name="T1" fmla="*/ 5 h 5"/>
                <a:gd name="T2" fmla="*/ 1 w 3"/>
                <a:gd name="T3" fmla="*/ 0 h 5"/>
                <a:gd name="T4" fmla="*/ 1 w 3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1" y="5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3" y="1"/>
                    <a:pt x="3" y="3"/>
                    <a:pt x="1" y="5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6" name="Freeform 797"/>
            <p:cNvSpPr/>
            <p:nvPr/>
          </p:nvSpPr>
          <p:spPr bwMode="auto">
            <a:xfrm>
              <a:off x="1839913" y="3001964"/>
              <a:ext cx="15875" cy="14288"/>
            </a:xfrm>
            <a:custGeom>
              <a:avLst/>
              <a:gdLst>
                <a:gd name="T0" fmla="*/ 0 w 4"/>
                <a:gd name="T1" fmla="*/ 2 h 4"/>
                <a:gd name="T2" fmla="*/ 0 w 4"/>
                <a:gd name="T3" fmla="*/ 0 h 4"/>
                <a:gd name="T4" fmla="*/ 4 w 4"/>
                <a:gd name="T5" fmla="*/ 4 h 4"/>
                <a:gd name="T6" fmla="*/ 0 w 4"/>
                <a:gd name="T7" fmla="*/ 3 h 4"/>
                <a:gd name="T8" fmla="*/ 0 w 4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2" y="1"/>
                    <a:pt x="3" y="3"/>
                    <a:pt x="4" y="4"/>
                  </a:cubicBezTo>
                  <a:cubicBezTo>
                    <a:pt x="3" y="4"/>
                    <a:pt x="2" y="3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7" name="Freeform 798"/>
            <p:cNvSpPr/>
            <p:nvPr/>
          </p:nvSpPr>
          <p:spPr bwMode="auto">
            <a:xfrm>
              <a:off x="1893888" y="3054351"/>
              <a:ext cx="14288" cy="15875"/>
            </a:xfrm>
            <a:custGeom>
              <a:avLst/>
              <a:gdLst>
                <a:gd name="T0" fmla="*/ 4 w 4"/>
                <a:gd name="T1" fmla="*/ 4 h 4"/>
                <a:gd name="T2" fmla="*/ 0 w 4"/>
                <a:gd name="T3" fmla="*/ 1 h 4"/>
                <a:gd name="T4" fmla="*/ 0 w 4"/>
                <a:gd name="T5" fmla="*/ 1 h 4"/>
                <a:gd name="T6" fmla="*/ 2 w 4"/>
                <a:gd name="T7" fmla="*/ 1 h 4"/>
                <a:gd name="T8" fmla="*/ 4 w 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2" y="4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2" y="1"/>
                  </a:cubicBezTo>
                  <a:cubicBezTo>
                    <a:pt x="3" y="2"/>
                    <a:pt x="4" y="3"/>
                    <a:pt x="4" y="4"/>
                  </a:cubicBezTo>
                  <a:close/>
                </a:path>
              </a:pathLst>
            </a:custGeom>
            <a:solidFill>
              <a:srgbClr val="C8D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8" name="Freeform 799"/>
            <p:cNvSpPr/>
            <p:nvPr/>
          </p:nvSpPr>
          <p:spPr bwMode="auto">
            <a:xfrm>
              <a:off x="895351" y="3914776"/>
              <a:ext cx="7938" cy="30163"/>
            </a:xfrm>
            <a:custGeom>
              <a:avLst/>
              <a:gdLst>
                <a:gd name="T0" fmla="*/ 0 w 2"/>
                <a:gd name="T1" fmla="*/ 0 h 8"/>
                <a:gd name="T2" fmla="*/ 1 w 2"/>
                <a:gd name="T3" fmla="*/ 7 h 8"/>
                <a:gd name="T4" fmla="*/ 0 w 2"/>
                <a:gd name="T5" fmla="*/ 8 h 8"/>
                <a:gd name="T6" fmla="*/ 0 w 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cubicBezTo>
                    <a:pt x="2" y="2"/>
                    <a:pt x="0" y="5"/>
                    <a:pt x="1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5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9" name="Freeform 800"/>
            <p:cNvSpPr/>
            <p:nvPr/>
          </p:nvSpPr>
          <p:spPr bwMode="auto">
            <a:xfrm>
              <a:off x="2601913" y="4325939"/>
              <a:ext cx="7938" cy="26988"/>
            </a:xfrm>
            <a:custGeom>
              <a:avLst/>
              <a:gdLst>
                <a:gd name="T0" fmla="*/ 2 w 2"/>
                <a:gd name="T1" fmla="*/ 7 h 7"/>
                <a:gd name="T2" fmla="*/ 0 w 2"/>
                <a:gd name="T3" fmla="*/ 5 h 7"/>
                <a:gd name="T4" fmla="*/ 0 w 2"/>
                <a:gd name="T5" fmla="*/ 0 h 7"/>
                <a:gd name="T6" fmla="*/ 2 w 2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7">
                  <a:moveTo>
                    <a:pt x="2" y="7"/>
                  </a:move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1" y="3"/>
                    <a:pt x="1" y="5"/>
                    <a:pt x="2" y="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0" name="Freeform 801"/>
            <p:cNvSpPr/>
            <p:nvPr/>
          </p:nvSpPr>
          <p:spPr bwMode="auto">
            <a:xfrm>
              <a:off x="1701801" y="4819651"/>
              <a:ext cx="19050" cy="7938"/>
            </a:xfrm>
            <a:custGeom>
              <a:avLst/>
              <a:gdLst>
                <a:gd name="T0" fmla="*/ 0 w 5"/>
                <a:gd name="T1" fmla="*/ 1 h 2"/>
                <a:gd name="T2" fmla="*/ 5 w 5"/>
                <a:gd name="T3" fmla="*/ 1 h 2"/>
                <a:gd name="T4" fmla="*/ 0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1"/>
                    <a:pt x="3" y="0"/>
                    <a:pt x="5" y="1"/>
                  </a:cubicBezTo>
                  <a:cubicBezTo>
                    <a:pt x="3" y="2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1" name="Freeform 802"/>
            <p:cNvSpPr/>
            <p:nvPr/>
          </p:nvSpPr>
          <p:spPr bwMode="auto">
            <a:xfrm>
              <a:off x="890588" y="4027489"/>
              <a:ext cx="7938" cy="26988"/>
            </a:xfrm>
            <a:custGeom>
              <a:avLst/>
              <a:gdLst>
                <a:gd name="T0" fmla="*/ 1 w 2"/>
                <a:gd name="T1" fmla="*/ 0 h 7"/>
                <a:gd name="T2" fmla="*/ 2 w 2"/>
                <a:gd name="T3" fmla="*/ 7 h 7"/>
                <a:gd name="T4" fmla="*/ 1 w 2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">
                  <a:moveTo>
                    <a:pt x="1" y="0"/>
                  </a:moveTo>
                  <a:cubicBezTo>
                    <a:pt x="2" y="2"/>
                    <a:pt x="1" y="4"/>
                    <a:pt x="2" y="7"/>
                  </a:cubicBezTo>
                  <a:cubicBezTo>
                    <a:pt x="0" y="4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2" name="Freeform 803"/>
            <p:cNvSpPr/>
            <p:nvPr/>
          </p:nvSpPr>
          <p:spPr bwMode="auto">
            <a:xfrm>
              <a:off x="1306513" y="4510089"/>
              <a:ext cx="11113" cy="19050"/>
            </a:xfrm>
            <a:custGeom>
              <a:avLst/>
              <a:gdLst>
                <a:gd name="T0" fmla="*/ 0 w 3"/>
                <a:gd name="T1" fmla="*/ 2 h 5"/>
                <a:gd name="T2" fmla="*/ 0 w 3"/>
                <a:gd name="T3" fmla="*/ 0 h 5"/>
                <a:gd name="T4" fmla="*/ 1 w 3"/>
                <a:gd name="T5" fmla="*/ 4 h 5"/>
                <a:gd name="T6" fmla="*/ 1 w 3"/>
                <a:gd name="T7" fmla="*/ 5 h 5"/>
                <a:gd name="T8" fmla="*/ 0 w 3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3" y="1"/>
                    <a:pt x="2" y="2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3" name="Freeform 804"/>
            <p:cNvSpPr/>
            <p:nvPr/>
          </p:nvSpPr>
          <p:spPr bwMode="auto">
            <a:xfrm>
              <a:off x="1192213" y="3259139"/>
              <a:ext cx="19050" cy="11113"/>
            </a:xfrm>
            <a:custGeom>
              <a:avLst/>
              <a:gdLst>
                <a:gd name="T0" fmla="*/ 5 w 5"/>
                <a:gd name="T1" fmla="*/ 0 h 3"/>
                <a:gd name="T2" fmla="*/ 3 w 5"/>
                <a:gd name="T3" fmla="*/ 3 h 3"/>
                <a:gd name="T4" fmla="*/ 0 w 5"/>
                <a:gd name="T5" fmla="*/ 3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5" y="1"/>
                    <a:pt x="4" y="2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2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4" name="Freeform 805"/>
            <p:cNvSpPr/>
            <p:nvPr/>
          </p:nvSpPr>
          <p:spPr bwMode="auto">
            <a:xfrm>
              <a:off x="2560638" y="4257676"/>
              <a:ext cx="11113" cy="26988"/>
            </a:xfrm>
            <a:custGeom>
              <a:avLst/>
              <a:gdLst>
                <a:gd name="T0" fmla="*/ 2 w 3"/>
                <a:gd name="T1" fmla="*/ 7 h 7"/>
                <a:gd name="T2" fmla="*/ 1 w 3"/>
                <a:gd name="T3" fmla="*/ 0 h 7"/>
                <a:gd name="T4" fmla="*/ 2 w 3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7">
                  <a:moveTo>
                    <a:pt x="2" y="7"/>
                  </a:moveTo>
                  <a:cubicBezTo>
                    <a:pt x="0" y="5"/>
                    <a:pt x="2" y="2"/>
                    <a:pt x="1" y="0"/>
                  </a:cubicBezTo>
                  <a:cubicBezTo>
                    <a:pt x="3" y="2"/>
                    <a:pt x="2" y="5"/>
                    <a:pt x="2" y="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5" name="Freeform 806"/>
            <p:cNvSpPr/>
            <p:nvPr/>
          </p:nvSpPr>
          <p:spPr bwMode="auto">
            <a:xfrm>
              <a:off x="1935163" y="3089276"/>
              <a:ext cx="19050" cy="11113"/>
            </a:xfrm>
            <a:custGeom>
              <a:avLst/>
              <a:gdLst>
                <a:gd name="T0" fmla="*/ 5 w 5"/>
                <a:gd name="T1" fmla="*/ 3 h 3"/>
                <a:gd name="T2" fmla="*/ 0 w 5"/>
                <a:gd name="T3" fmla="*/ 1 h 3"/>
                <a:gd name="T4" fmla="*/ 0 w 5"/>
                <a:gd name="T5" fmla="*/ 0 h 3"/>
                <a:gd name="T6" fmla="*/ 5 w 5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3"/>
                    <a:pt x="2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2" y="1"/>
                    <a:pt x="4" y="1"/>
                    <a:pt x="5" y="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6" name="Freeform 807"/>
            <p:cNvSpPr/>
            <p:nvPr/>
          </p:nvSpPr>
          <p:spPr bwMode="auto">
            <a:xfrm>
              <a:off x="1784351" y="2971801"/>
              <a:ext cx="7938" cy="14288"/>
            </a:xfrm>
            <a:custGeom>
              <a:avLst/>
              <a:gdLst>
                <a:gd name="T0" fmla="*/ 2 w 2"/>
                <a:gd name="T1" fmla="*/ 4 h 4"/>
                <a:gd name="T2" fmla="*/ 0 w 2"/>
                <a:gd name="T3" fmla="*/ 0 h 4"/>
                <a:gd name="T4" fmla="*/ 2 w 2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1" y="1"/>
                    <a:pt x="2" y="2"/>
                    <a:pt x="2" y="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13" name="Group 1009"/>
            <p:cNvGrpSpPr/>
            <p:nvPr/>
          </p:nvGrpSpPr>
          <p:grpSpPr bwMode="auto">
            <a:xfrm>
              <a:off x="895350" y="2971801"/>
              <a:ext cx="1755775" cy="1844675"/>
              <a:chOff x="564" y="1872"/>
              <a:chExt cx="1106" cy="1162"/>
            </a:xfrm>
          </p:grpSpPr>
          <p:sp>
            <p:nvSpPr>
              <p:cNvPr id="1557" name="Freeform 809"/>
              <p:cNvSpPr/>
              <p:nvPr/>
            </p:nvSpPr>
            <p:spPr bwMode="auto">
              <a:xfrm>
                <a:off x="877" y="1967"/>
                <a:ext cx="5" cy="9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2"/>
                      <a:pt x="2" y="3"/>
                      <a:pt x="0" y="4"/>
                    </a:cubicBezTo>
                    <a:cubicBezTo>
                      <a:pt x="0" y="2"/>
                      <a:pt x="0" y="0"/>
                      <a:pt x="2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8" name="Freeform 810"/>
              <p:cNvSpPr/>
              <p:nvPr/>
            </p:nvSpPr>
            <p:spPr bwMode="auto">
              <a:xfrm>
                <a:off x="1608" y="2247"/>
                <a:ext cx="10" cy="8"/>
              </a:xfrm>
              <a:custGeom>
                <a:avLst/>
                <a:gdLst>
                  <a:gd name="T0" fmla="*/ 0 w 4"/>
                  <a:gd name="T1" fmla="*/ 3 h 3"/>
                  <a:gd name="T2" fmla="*/ 4 w 4"/>
                  <a:gd name="T3" fmla="*/ 0 h 3"/>
                  <a:gd name="T4" fmla="*/ 0 w 4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0" y="3"/>
                    </a:moveTo>
                    <a:cubicBezTo>
                      <a:pt x="1" y="1"/>
                      <a:pt x="3" y="1"/>
                      <a:pt x="4" y="0"/>
                    </a:cubicBezTo>
                    <a:cubicBezTo>
                      <a:pt x="4" y="2"/>
                      <a:pt x="2" y="2"/>
                      <a:pt x="0" y="3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9" name="Freeform 811"/>
              <p:cNvSpPr/>
              <p:nvPr/>
            </p:nvSpPr>
            <p:spPr bwMode="auto">
              <a:xfrm>
                <a:off x="675" y="2304"/>
                <a:ext cx="5" cy="12"/>
              </a:xfrm>
              <a:custGeom>
                <a:avLst/>
                <a:gdLst>
                  <a:gd name="T0" fmla="*/ 0 w 2"/>
                  <a:gd name="T1" fmla="*/ 0 h 5"/>
                  <a:gd name="T2" fmla="*/ 2 w 2"/>
                  <a:gd name="T3" fmla="*/ 5 h 5"/>
                  <a:gd name="T4" fmla="*/ 0 w 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">
                    <a:moveTo>
                      <a:pt x="0" y="0"/>
                    </a:moveTo>
                    <a:cubicBezTo>
                      <a:pt x="1" y="1"/>
                      <a:pt x="2" y="3"/>
                      <a:pt x="2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0" name="Freeform 812"/>
              <p:cNvSpPr/>
              <p:nvPr/>
            </p:nvSpPr>
            <p:spPr bwMode="auto">
              <a:xfrm>
                <a:off x="590" y="2637"/>
                <a:ext cx="7" cy="12"/>
              </a:xfrm>
              <a:custGeom>
                <a:avLst/>
                <a:gdLst>
                  <a:gd name="T0" fmla="*/ 1 w 3"/>
                  <a:gd name="T1" fmla="*/ 0 h 5"/>
                  <a:gd name="T2" fmla="*/ 3 w 3"/>
                  <a:gd name="T3" fmla="*/ 5 h 5"/>
                  <a:gd name="T4" fmla="*/ 1 w 3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cubicBezTo>
                      <a:pt x="3" y="1"/>
                      <a:pt x="2" y="3"/>
                      <a:pt x="3" y="5"/>
                    </a:cubicBezTo>
                    <a:cubicBezTo>
                      <a:pt x="0" y="4"/>
                      <a:pt x="2" y="2"/>
                      <a:pt x="1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1" name="Freeform 813"/>
              <p:cNvSpPr/>
              <p:nvPr/>
            </p:nvSpPr>
            <p:spPr bwMode="auto">
              <a:xfrm>
                <a:off x="1532" y="2473"/>
                <a:ext cx="10" cy="5"/>
              </a:xfrm>
              <a:custGeom>
                <a:avLst/>
                <a:gdLst>
                  <a:gd name="T0" fmla="*/ 0 w 4"/>
                  <a:gd name="T1" fmla="*/ 2 h 2"/>
                  <a:gd name="T2" fmla="*/ 3 w 4"/>
                  <a:gd name="T3" fmla="*/ 0 h 2"/>
                  <a:gd name="T4" fmla="*/ 4 w 4"/>
                  <a:gd name="T5" fmla="*/ 2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1"/>
                      <a:pt x="2" y="1"/>
                      <a:pt x="3" y="0"/>
                    </a:cubicBezTo>
                    <a:cubicBezTo>
                      <a:pt x="3" y="1"/>
                      <a:pt x="4" y="1"/>
                      <a:pt x="4" y="2"/>
                    </a:cubicBezTo>
                    <a:cubicBezTo>
                      <a:pt x="3" y="2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2" name="Freeform 814"/>
              <p:cNvSpPr/>
              <p:nvPr/>
            </p:nvSpPr>
            <p:spPr bwMode="auto">
              <a:xfrm>
                <a:off x="744" y="2060"/>
                <a:ext cx="7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3" y="2"/>
                      <a:pt x="1" y="2"/>
                      <a:pt x="0" y="2"/>
                    </a:cubicBezTo>
                    <a:cubicBezTo>
                      <a:pt x="0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3" name="Freeform 815"/>
              <p:cNvSpPr/>
              <p:nvPr/>
            </p:nvSpPr>
            <p:spPr bwMode="auto">
              <a:xfrm>
                <a:off x="849" y="1984"/>
                <a:ext cx="11" cy="4"/>
              </a:xfrm>
              <a:custGeom>
                <a:avLst/>
                <a:gdLst>
                  <a:gd name="T0" fmla="*/ 5 w 5"/>
                  <a:gd name="T1" fmla="*/ 0 h 2"/>
                  <a:gd name="T2" fmla="*/ 0 w 5"/>
                  <a:gd name="T3" fmla="*/ 1 h 2"/>
                  <a:gd name="T4" fmla="*/ 5 w 5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">
                    <a:moveTo>
                      <a:pt x="5" y="0"/>
                    </a:moveTo>
                    <a:cubicBezTo>
                      <a:pt x="3" y="1"/>
                      <a:pt x="2" y="2"/>
                      <a:pt x="0" y="1"/>
                    </a:cubicBezTo>
                    <a:cubicBezTo>
                      <a:pt x="1" y="0"/>
                      <a:pt x="3" y="0"/>
                      <a:pt x="5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4" name="Freeform 816"/>
              <p:cNvSpPr/>
              <p:nvPr/>
            </p:nvSpPr>
            <p:spPr bwMode="auto">
              <a:xfrm>
                <a:off x="887" y="1955"/>
                <a:ext cx="9" cy="7"/>
              </a:xfrm>
              <a:custGeom>
                <a:avLst/>
                <a:gdLst>
                  <a:gd name="T0" fmla="*/ 4 w 4"/>
                  <a:gd name="T1" fmla="*/ 0 h 3"/>
                  <a:gd name="T2" fmla="*/ 0 w 4"/>
                  <a:gd name="T3" fmla="*/ 3 h 3"/>
                  <a:gd name="T4" fmla="*/ 4 w 4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4" y="2"/>
                      <a:pt x="2" y="3"/>
                      <a:pt x="0" y="3"/>
                    </a:cubicBezTo>
                    <a:cubicBezTo>
                      <a:pt x="1" y="1"/>
                      <a:pt x="3" y="1"/>
                      <a:pt x="4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5" name="Freeform 817"/>
              <p:cNvSpPr/>
              <p:nvPr/>
            </p:nvSpPr>
            <p:spPr bwMode="auto">
              <a:xfrm>
                <a:off x="661" y="2145"/>
                <a:ext cx="10" cy="7"/>
              </a:xfrm>
              <a:custGeom>
                <a:avLst/>
                <a:gdLst>
                  <a:gd name="T0" fmla="*/ 3 w 4"/>
                  <a:gd name="T1" fmla="*/ 0 h 3"/>
                  <a:gd name="T2" fmla="*/ 0 w 4"/>
                  <a:gd name="T3" fmla="*/ 3 h 3"/>
                  <a:gd name="T4" fmla="*/ 3 w 4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3" y="0"/>
                    </a:moveTo>
                    <a:cubicBezTo>
                      <a:pt x="4" y="2"/>
                      <a:pt x="4" y="2"/>
                      <a:pt x="0" y="3"/>
                    </a:cubicBezTo>
                    <a:cubicBezTo>
                      <a:pt x="1" y="1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6" name="Freeform 818"/>
              <p:cNvSpPr/>
              <p:nvPr/>
            </p:nvSpPr>
            <p:spPr bwMode="auto">
              <a:xfrm>
                <a:off x="1188" y="1919"/>
                <a:ext cx="9" cy="8"/>
              </a:xfrm>
              <a:custGeom>
                <a:avLst/>
                <a:gdLst>
                  <a:gd name="T0" fmla="*/ 4 w 4"/>
                  <a:gd name="T1" fmla="*/ 3 h 3"/>
                  <a:gd name="T2" fmla="*/ 2 w 4"/>
                  <a:gd name="T3" fmla="*/ 3 h 3"/>
                  <a:gd name="T4" fmla="*/ 0 w 4"/>
                  <a:gd name="T5" fmla="*/ 0 h 3"/>
                  <a:gd name="T6" fmla="*/ 4 w 4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3" y="3"/>
                      <a:pt x="2" y="3"/>
                      <a:pt x="2" y="3"/>
                    </a:cubicBezTo>
                    <a:cubicBezTo>
                      <a:pt x="1" y="2"/>
                      <a:pt x="0" y="1"/>
                      <a:pt x="0" y="0"/>
                    </a:cubicBezTo>
                    <a:cubicBezTo>
                      <a:pt x="2" y="0"/>
                      <a:pt x="3" y="1"/>
                      <a:pt x="4" y="3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7" name="Freeform 819"/>
              <p:cNvSpPr/>
              <p:nvPr/>
            </p:nvSpPr>
            <p:spPr bwMode="auto">
              <a:xfrm>
                <a:off x="1373" y="2045"/>
                <a:ext cx="7" cy="8"/>
              </a:xfrm>
              <a:custGeom>
                <a:avLst/>
                <a:gdLst>
                  <a:gd name="T0" fmla="*/ 0 w 3"/>
                  <a:gd name="T1" fmla="*/ 0 h 3"/>
                  <a:gd name="T2" fmla="*/ 1 w 3"/>
                  <a:gd name="T3" fmla="*/ 0 h 3"/>
                  <a:gd name="T4" fmla="*/ 3 w 3"/>
                  <a:gd name="T5" fmla="*/ 3 h 3"/>
                  <a:gd name="T6" fmla="*/ 0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0"/>
                      <a:pt x="3" y="1"/>
                      <a:pt x="3" y="3"/>
                    </a:cubicBezTo>
                    <a:cubicBezTo>
                      <a:pt x="2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8" name="Freeform 820"/>
              <p:cNvSpPr/>
              <p:nvPr/>
            </p:nvSpPr>
            <p:spPr bwMode="auto">
              <a:xfrm>
                <a:off x="1254" y="2996"/>
                <a:ext cx="12" cy="5"/>
              </a:xfrm>
              <a:custGeom>
                <a:avLst/>
                <a:gdLst>
                  <a:gd name="T0" fmla="*/ 2 w 5"/>
                  <a:gd name="T1" fmla="*/ 1 h 2"/>
                  <a:gd name="T2" fmla="*/ 5 w 5"/>
                  <a:gd name="T3" fmla="*/ 0 h 2"/>
                  <a:gd name="T4" fmla="*/ 0 w 5"/>
                  <a:gd name="T5" fmla="*/ 2 h 2"/>
                  <a:gd name="T6" fmla="*/ 2 w 5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">
                    <a:moveTo>
                      <a:pt x="2" y="1"/>
                    </a:moveTo>
                    <a:cubicBezTo>
                      <a:pt x="3" y="0"/>
                      <a:pt x="4" y="0"/>
                      <a:pt x="5" y="0"/>
                    </a:cubicBezTo>
                    <a:cubicBezTo>
                      <a:pt x="4" y="2"/>
                      <a:pt x="2" y="2"/>
                      <a:pt x="0" y="2"/>
                    </a:cubicBezTo>
                    <a:cubicBezTo>
                      <a:pt x="1" y="1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69" name="Freeform 821"/>
              <p:cNvSpPr/>
              <p:nvPr/>
            </p:nvSpPr>
            <p:spPr bwMode="auto">
              <a:xfrm>
                <a:off x="616" y="2373"/>
                <a:ext cx="12" cy="5"/>
              </a:xfrm>
              <a:custGeom>
                <a:avLst/>
                <a:gdLst>
                  <a:gd name="T0" fmla="*/ 5 w 5"/>
                  <a:gd name="T1" fmla="*/ 1 h 2"/>
                  <a:gd name="T2" fmla="*/ 0 w 5"/>
                  <a:gd name="T3" fmla="*/ 2 h 2"/>
                  <a:gd name="T4" fmla="*/ 5 w 5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3" y="2"/>
                      <a:pt x="2" y="1"/>
                      <a:pt x="0" y="2"/>
                    </a:cubicBezTo>
                    <a:cubicBezTo>
                      <a:pt x="1" y="0"/>
                      <a:pt x="3" y="1"/>
                      <a:pt x="5" y="1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0" name="Freeform 822"/>
              <p:cNvSpPr/>
              <p:nvPr/>
            </p:nvSpPr>
            <p:spPr bwMode="auto">
              <a:xfrm>
                <a:off x="806" y="2849"/>
                <a:ext cx="9" cy="4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1" y="0"/>
                      <a:pt x="3" y="0"/>
                      <a:pt x="4" y="0"/>
                    </a:cubicBezTo>
                    <a:cubicBezTo>
                      <a:pt x="3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1" name="Freeform 823"/>
              <p:cNvSpPr/>
              <p:nvPr/>
            </p:nvSpPr>
            <p:spPr bwMode="auto">
              <a:xfrm>
                <a:off x="1615" y="2599"/>
                <a:ext cx="7" cy="10"/>
              </a:xfrm>
              <a:custGeom>
                <a:avLst/>
                <a:gdLst>
                  <a:gd name="T0" fmla="*/ 3 w 3"/>
                  <a:gd name="T1" fmla="*/ 4 h 4"/>
                  <a:gd name="T2" fmla="*/ 0 w 3"/>
                  <a:gd name="T3" fmla="*/ 1 h 4"/>
                  <a:gd name="T4" fmla="*/ 3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3"/>
                      <a:pt x="1" y="2"/>
                      <a:pt x="0" y="1"/>
                    </a:cubicBezTo>
                    <a:cubicBezTo>
                      <a:pt x="2" y="0"/>
                      <a:pt x="3" y="1"/>
                      <a:pt x="3" y="4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2" name="Freeform 824"/>
              <p:cNvSpPr/>
              <p:nvPr/>
            </p:nvSpPr>
            <p:spPr bwMode="auto">
              <a:xfrm>
                <a:off x="1430" y="2079"/>
                <a:ext cx="7" cy="7"/>
              </a:xfrm>
              <a:custGeom>
                <a:avLst/>
                <a:gdLst>
                  <a:gd name="T0" fmla="*/ 3 w 3"/>
                  <a:gd name="T1" fmla="*/ 3 h 3"/>
                  <a:gd name="T2" fmla="*/ 0 w 3"/>
                  <a:gd name="T3" fmla="*/ 0 h 3"/>
                  <a:gd name="T4" fmla="*/ 3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2" y="3"/>
                      <a:pt x="1" y="2"/>
                      <a:pt x="0" y="0"/>
                    </a:cubicBezTo>
                    <a:cubicBezTo>
                      <a:pt x="2" y="1"/>
                      <a:pt x="3" y="1"/>
                      <a:pt x="3" y="3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3" name="Freeform 825"/>
              <p:cNvSpPr/>
              <p:nvPr/>
            </p:nvSpPr>
            <p:spPr bwMode="auto">
              <a:xfrm>
                <a:off x="1618" y="2418"/>
                <a:ext cx="7" cy="8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1" y="2"/>
                      <a:pt x="2" y="1"/>
                      <a:pt x="3" y="0"/>
                    </a:cubicBezTo>
                    <a:cubicBezTo>
                      <a:pt x="3" y="2"/>
                      <a:pt x="2" y="3"/>
                      <a:pt x="0" y="3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4" name="Freeform 826"/>
              <p:cNvSpPr/>
              <p:nvPr/>
            </p:nvSpPr>
            <p:spPr bwMode="auto">
              <a:xfrm>
                <a:off x="1475" y="2882"/>
                <a:ext cx="12" cy="5"/>
              </a:xfrm>
              <a:custGeom>
                <a:avLst/>
                <a:gdLst>
                  <a:gd name="T0" fmla="*/ 0 w 5"/>
                  <a:gd name="T1" fmla="*/ 2 h 2"/>
                  <a:gd name="T2" fmla="*/ 5 w 5"/>
                  <a:gd name="T3" fmla="*/ 0 h 2"/>
                  <a:gd name="T4" fmla="*/ 0 w 5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">
                    <a:moveTo>
                      <a:pt x="0" y="2"/>
                    </a:moveTo>
                    <a:cubicBezTo>
                      <a:pt x="2" y="1"/>
                      <a:pt x="3" y="0"/>
                      <a:pt x="5" y="0"/>
                    </a:cubicBezTo>
                    <a:cubicBezTo>
                      <a:pt x="4" y="2"/>
                      <a:pt x="2" y="2"/>
                      <a:pt x="0" y="2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5" name="Freeform 827"/>
              <p:cNvSpPr/>
              <p:nvPr/>
            </p:nvSpPr>
            <p:spPr bwMode="auto">
              <a:xfrm>
                <a:off x="785" y="2036"/>
                <a:ext cx="9" cy="5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1" y="2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6" name="Freeform 828"/>
              <p:cNvSpPr/>
              <p:nvPr/>
            </p:nvSpPr>
            <p:spPr bwMode="auto">
              <a:xfrm>
                <a:off x="666" y="2269"/>
                <a:ext cx="5" cy="12"/>
              </a:xfrm>
              <a:custGeom>
                <a:avLst/>
                <a:gdLst>
                  <a:gd name="T0" fmla="*/ 1 w 2"/>
                  <a:gd name="T1" fmla="*/ 0 h 5"/>
                  <a:gd name="T2" fmla="*/ 2 w 2"/>
                  <a:gd name="T3" fmla="*/ 5 h 5"/>
                  <a:gd name="T4" fmla="*/ 1 w 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">
                    <a:moveTo>
                      <a:pt x="1" y="0"/>
                    </a:moveTo>
                    <a:cubicBezTo>
                      <a:pt x="2" y="2"/>
                      <a:pt x="2" y="4"/>
                      <a:pt x="2" y="5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7" name="Freeform 829"/>
              <p:cNvSpPr/>
              <p:nvPr/>
            </p:nvSpPr>
            <p:spPr bwMode="auto">
              <a:xfrm>
                <a:off x="685" y="2328"/>
                <a:ext cx="5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1" y="3"/>
                      <a:pt x="2" y="4"/>
                    </a:cubicBezTo>
                    <a:cubicBezTo>
                      <a:pt x="0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8" name="Freeform 830"/>
              <p:cNvSpPr/>
              <p:nvPr/>
            </p:nvSpPr>
            <p:spPr bwMode="auto">
              <a:xfrm>
                <a:off x="1629" y="2219"/>
                <a:ext cx="10" cy="7"/>
              </a:xfrm>
              <a:custGeom>
                <a:avLst/>
                <a:gdLst>
                  <a:gd name="T0" fmla="*/ 2 w 4"/>
                  <a:gd name="T1" fmla="*/ 3 h 3"/>
                  <a:gd name="T2" fmla="*/ 0 w 4"/>
                  <a:gd name="T3" fmla="*/ 0 h 3"/>
                  <a:gd name="T4" fmla="*/ 2 w 4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2" y="3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4" y="1"/>
                      <a:pt x="2" y="3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79" name="Freeform 831"/>
              <p:cNvSpPr/>
              <p:nvPr/>
            </p:nvSpPr>
            <p:spPr bwMode="auto">
              <a:xfrm>
                <a:off x="564" y="2495"/>
                <a:ext cx="2" cy="11"/>
              </a:xfrm>
              <a:custGeom>
                <a:avLst/>
                <a:gdLst>
                  <a:gd name="T0" fmla="*/ 0 w 1"/>
                  <a:gd name="T1" fmla="*/ 0 h 5"/>
                  <a:gd name="T2" fmla="*/ 1 w 1"/>
                  <a:gd name="T3" fmla="*/ 5 h 5"/>
                  <a:gd name="T4" fmla="*/ 0 w 1"/>
                  <a:gd name="T5" fmla="*/ 5 h 5"/>
                  <a:gd name="T6" fmla="*/ 0 w 1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1" y="2"/>
                      <a:pt x="1" y="4"/>
                      <a:pt x="1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0" name="Freeform 832"/>
              <p:cNvSpPr/>
              <p:nvPr/>
            </p:nvSpPr>
            <p:spPr bwMode="auto">
              <a:xfrm>
                <a:off x="1017" y="2994"/>
                <a:ext cx="7" cy="7"/>
              </a:xfrm>
              <a:custGeom>
                <a:avLst/>
                <a:gdLst>
                  <a:gd name="T0" fmla="*/ 0 w 3"/>
                  <a:gd name="T1" fmla="*/ 0 h 3"/>
                  <a:gd name="T2" fmla="*/ 3 w 3"/>
                  <a:gd name="T3" fmla="*/ 3 h 3"/>
                  <a:gd name="T4" fmla="*/ 0 w 3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cubicBezTo>
                      <a:pt x="2" y="0"/>
                      <a:pt x="3" y="1"/>
                      <a:pt x="3" y="3"/>
                    </a:cubicBezTo>
                    <a:cubicBezTo>
                      <a:pt x="1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1" name="Freeform 833"/>
              <p:cNvSpPr/>
              <p:nvPr/>
            </p:nvSpPr>
            <p:spPr bwMode="auto">
              <a:xfrm>
                <a:off x="913" y="1941"/>
                <a:ext cx="7" cy="7"/>
              </a:xfrm>
              <a:custGeom>
                <a:avLst/>
                <a:gdLst>
                  <a:gd name="T0" fmla="*/ 3 w 3"/>
                  <a:gd name="T1" fmla="*/ 0 h 3"/>
                  <a:gd name="T2" fmla="*/ 0 w 3"/>
                  <a:gd name="T3" fmla="*/ 3 h 3"/>
                  <a:gd name="T4" fmla="*/ 3 w 3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2"/>
                      <a:pt x="2" y="3"/>
                      <a:pt x="0" y="3"/>
                    </a:cubicBezTo>
                    <a:cubicBezTo>
                      <a:pt x="0" y="2"/>
                      <a:pt x="1" y="0"/>
                      <a:pt x="3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2" name="Freeform 834"/>
              <p:cNvSpPr/>
              <p:nvPr/>
            </p:nvSpPr>
            <p:spPr bwMode="auto">
              <a:xfrm>
                <a:off x="1190" y="3029"/>
                <a:ext cx="10" cy="5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2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cubicBezTo>
                      <a:pt x="2" y="0"/>
                      <a:pt x="3" y="0"/>
                      <a:pt x="4" y="0"/>
                    </a:cubicBezTo>
                    <a:cubicBezTo>
                      <a:pt x="3" y="2"/>
                      <a:pt x="1" y="2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3" name="Freeform 835"/>
              <p:cNvSpPr/>
              <p:nvPr/>
            </p:nvSpPr>
            <p:spPr bwMode="auto">
              <a:xfrm>
                <a:off x="1093" y="2958"/>
                <a:ext cx="66" cy="71"/>
              </a:xfrm>
              <a:custGeom>
                <a:avLst/>
                <a:gdLst>
                  <a:gd name="T0" fmla="*/ 27 w 28"/>
                  <a:gd name="T1" fmla="*/ 26 h 30"/>
                  <a:gd name="T2" fmla="*/ 24 w 28"/>
                  <a:gd name="T3" fmla="*/ 28 h 30"/>
                  <a:gd name="T4" fmla="*/ 11 w 28"/>
                  <a:gd name="T5" fmla="*/ 28 h 30"/>
                  <a:gd name="T6" fmla="*/ 1 w 28"/>
                  <a:gd name="T7" fmla="*/ 7 h 30"/>
                  <a:gd name="T8" fmla="*/ 1 w 28"/>
                  <a:gd name="T9" fmla="*/ 3 h 30"/>
                  <a:gd name="T10" fmla="*/ 8 w 28"/>
                  <a:gd name="T11" fmla="*/ 1 h 30"/>
                  <a:gd name="T12" fmla="*/ 14 w 28"/>
                  <a:gd name="T13" fmla="*/ 3 h 30"/>
                  <a:gd name="T14" fmla="*/ 18 w 28"/>
                  <a:gd name="T15" fmla="*/ 7 h 30"/>
                  <a:gd name="T16" fmla="*/ 16 w 28"/>
                  <a:gd name="T17" fmla="*/ 12 h 30"/>
                  <a:gd name="T18" fmla="*/ 18 w 28"/>
                  <a:gd name="T19" fmla="*/ 19 h 30"/>
                  <a:gd name="T20" fmla="*/ 27 w 28"/>
                  <a:gd name="T21" fmla="*/ 24 h 30"/>
                  <a:gd name="T22" fmla="*/ 27 w 28"/>
                  <a:gd name="T23" fmla="*/ 2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30">
                    <a:moveTo>
                      <a:pt x="27" y="26"/>
                    </a:moveTo>
                    <a:cubicBezTo>
                      <a:pt x="26" y="27"/>
                      <a:pt x="25" y="27"/>
                      <a:pt x="24" y="28"/>
                    </a:cubicBezTo>
                    <a:cubicBezTo>
                      <a:pt x="20" y="30"/>
                      <a:pt x="15" y="30"/>
                      <a:pt x="11" y="28"/>
                    </a:cubicBezTo>
                    <a:cubicBezTo>
                      <a:pt x="6" y="22"/>
                      <a:pt x="3" y="15"/>
                      <a:pt x="1" y="7"/>
                    </a:cubicBezTo>
                    <a:cubicBezTo>
                      <a:pt x="0" y="6"/>
                      <a:pt x="0" y="5"/>
                      <a:pt x="1" y="3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10" y="2"/>
                      <a:pt x="12" y="3"/>
                      <a:pt x="14" y="3"/>
                    </a:cubicBezTo>
                    <a:cubicBezTo>
                      <a:pt x="18" y="3"/>
                      <a:pt x="18" y="5"/>
                      <a:pt x="18" y="7"/>
                    </a:cubicBezTo>
                    <a:cubicBezTo>
                      <a:pt x="18" y="9"/>
                      <a:pt x="17" y="10"/>
                      <a:pt x="16" y="12"/>
                    </a:cubicBezTo>
                    <a:cubicBezTo>
                      <a:pt x="15" y="15"/>
                      <a:pt x="15" y="17"/>
                      <a:pt x="18" y="19"/>
                    </a:cubicBezTo>
                    <a:cubicBezTo>
                      <a:pt x="21" y="20"/>
                      <a:pt x="23" y="24"/>
                      <a:pt x="27" y="24"/>
                    </a:cubicBezTo>
                    <a:cubicBezTo>
                      <a:pt x="28" y="24"/>
                      <a:pt x="28" y="25"/>
                      <a:pt x="27" y="26"/>
                    </a:cubicBezTo>
                    <a:close/>
                  </a:path>
                </a:pathLst>
              </a:custGeom>
              <a:solidFill>
                <a:srgbClr val="FAF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4" name="Freeform 836"/>
              <p:cNvSpPr/>
              <p:nvPr/>
            </p:nvSpPr>
            <p:spPr bwMode="auto">
              <a:xfrm>
                <a:off x="1088" y="2956"/>
                <a:ext cx="31" cy="68"/>
              </a:xfrm>
              <a:custGeom>
                <a:avLst/>
                <a:gdLst>
                  <a:gd name="T0" fmla="*/ 3 w 13"/>
                  <a:gd name="T1" fmla="*/ 4 h 29"/>
                  <a:gd name="T2" fmla="*/ 10 w 13"/>
                  <a:gd name="T3" fmla="*/ 23 h 29"/>
                  <a:gd name="T4" fmla="*/ 13 w 13"/>
                  <a:gd name="T5" fmla="*/ 29 h 29"/>
                  <a:gd name="T6" fmla="*/ 12 w 13"/>
                  <a:gd name="T7" fmla="*/ 29 h 29"/>
                  <a:gd name="T8" fmla="*/ 6 w 13"/>
                  <a:gd name="T9" fmla="*/ 22 h 29"/>
                  <a:gd name="T10" fmla="*/ 2 w 13"/>
                  <a:gd name="T11" fmla="*/ 11 h 29"/>
                  <a:gd name="T12" fmla="*/ 0 w 13"/>
                  <a:gd name="T13" fmla="*/ 2 h 29"/>
                  <a:gd name="T14" fmla="*/ 1 w 13"/>
                  <a:gd name="T15" fmla="*/ 0 h 29"/>
                  <a:gd name="T16" fmla="*/ 3 w 13"/>
                  <a:gd name="T17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29">
                    <a:moveTo>
                      <a:pt x="3" y="4"/>
                    </a:moveTo>
                    <a:cubicBezTo>
                      <a:pt x="4" y="11"/>
                      <a:pt x="7" y="17"/>
                      <a:pt x="10" y="23"/>
                    </a:cubicBezTo>
                    <a:cubicBezTo>
                      <a:pt x="12" y="25"/>
                      <a:pt x="13" y="27"/>
                      <a:pt x="13" y="29"/>
                    </a:cubicBezTo>
                    <a:cubicBezTo>
                      <a:pt x="13" y="29"/>
                      <a:pt x="12" y="29"/>
                      <a:pt x="12" y="29"/>
                    </a:cubicBezTo>
                    <a:cubicBezTo>
                      <a:pt x="9" y="28"/>
                      <a:pt x="8" y="25"/>
                      <a:pt x="6" y="22"/>
                    </a:cubicBezTo>
                    <a:cubicBezTo>
                      <a:pt x="4" y="19"/>
                      <a:pt x="3" y="15"/>
                      <a:pt x="2" y="11"/>
                    </a:cubicBezTo>
                    <a:cubicBezTo>
                      <a:pt x="1" y="8"/>
                      <a:pt x="0" y="5"/>
                      <a:pt x="0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5" y="0"/>
                      <a:pt x="3" y="3"/>
                      <a:pt x="3" y="4"/>
                    </a:cubicBezTo>
                    <a:close/>
                  </a:path>
                </a:pathLst>
              </a:custGeom>
              <a:solidFill>
                <a:srgbClr val="FAA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5" name="Freeform 837"/>
              <p:cNvSpPr/>
              <p:nvPr/>
            </p:nvSpPr>
            <p:spPr bwMode="auto">
              <a:xfrm>
                <a:off x="830" y="2314"/>
                <a:ext cx="391" cy="382"/>
              </a:xfrm>
              <a:custGeom>
                <a:avLst/>
                <a:gdLst>
                  <a:gd name="T0" fmla="*/ 6 w 165"/>
                  <a:gd name="T1" fmla="*/ 12 h 161"/>
                  <a:gd name="T2" fmla="*/ 2 w 165"/>
                  <a:gd name="T3" fmla="*/ 2 h 161"/>
                  <a:gd name="T4" fmla="*/ 5 w 165"/>
                  <a:gd name="T5" fmla="*/ 0 h 161"/>
                  <a:gd name="T6" fmla="*/ 9 w 165"/>
                  <a:gd name="T7" fmla="*/ 12 h 161"/>
                  <a:gd name="T8" fmla="*/ 12 w 165"/>
                  <a:gd name="T9" fmla="*/ 9 h 161"/>
                  <a:gd name="T10" fmla="*/ 26 w 165"/>
                  <a:gd name="T11" fmla="*/ 20 h 161"/>
                  <a:gd name="T12" fmla="*/ 58 w 165"/>
                  <a:gd name="T13" fmla="*/ 43 h 161"/>
                  <a:gd name="T14" fmla="*/ 36 w 165"/>
                  <a:gd name="T15" fmla="*/ 26 h 161"/>
                  <a:gd name="T16" fmla="*/ 29 w 165"/>
                  <a:gd name="T17" fmla="*/ 20 h 161"/>
                  <a:gd name="T18" fmla="*/ 23 w 165"/>
                  <a:gd name="T19" fmla="*/ 14 h 161"/>
                  <a:gd name="T20" fmla="*/ 19 w 165"/>
                  <a:gd name="T21" fmla="*/ 8 h 161"/>
                  <a:gd name="T22" fmla="*/ 21 w 165"/>
                  <a:gd name="T23" fmla="*/ 8 h 161"/>
                  <a:gd name="T24" fmla="*/ 23 w 165"/>
                  <a:gd name="T25" fmla="*/ 8 h 161"/>
                  <a:gd name="T26" fmla="*/ 26 w 165"/>
                  <a:gd name="T27" fmla="*/ 6 h 161"/>
                  <a:gd name="T28" fmla="*/ 29 w 165"/>
                  <a:gd name="T29" fmla="*/ 13 h 161"/>
                  <a:gd name="T30" fmla="*/ 27 w 165"/>
                  <a:gd name="T31" fmla="*/ 7 h 161"/>
                  <a:gd name="T32" fmla="*/ 31 w 165"/>
                  <a:gd name="T33" fmla="*/ 1 h 161"/>
                  <a:gd name="T34" fmla="*/ 54 w 165"/>
                  <a:gd name="T35" fmla="*/ 24 h 161"/>
                  <a:gd name="T36" fmla="*/ 58 w 165"/>
                  <a:gd name="T37" fmla="*/ 25 h 161"/>
                  <a:gd name="T38" fmla="*/ 67 w 165"/>
                  <a:gd name="T39" fmla="*/ 27 h 161"/>
                  <a:gd name="T40" fmla="*/ 72 w 165"/>
                  <a:gd name="T41" fmla="*/ 29 h 161"/>
                  <a:gd name="T42" fmla="*/ 75 w 165"/>
                  <a:gd name="T43" fmla="*/ 34 h 161"/>
                  <a:gd name="T44" fmla="*/ 82 w 165"/>
                  <a:gd name="T45" fmla="*/ 45 h 161"/>
                  <a:gd name="T46" fmla="*/ 87 w 165"/>
                  <a:gd name="T47" fmla="*/ 43 h 161"/>
                  <a:gd name="T48" fmla="*/ 94 w 165"/>
                  <a:gd name="T49" fmla="*/ 52 h 161"/>
                  <a:gd name="T50" fmla="*/ 97 w 165"/>
                  <a:gd name="T51" fmla="*/ 55 h 161"/>
                  <a:gd name="T52" fmla="*/ 109 w 165"/>
                  <a:gd name="T53" fmla="*/ 53 h 161"/>
                  <a:gd name="T54" fmla="*/ 120 w 165"/>
                  <a:gd name="T55" fmla="*/ 52 h 161"/>
                  <a:gd name="T56" fmla="*/ 133 w 165"/>
                  <a:gd name="T57" fmla="*/ 51 h 161"/>
                  <a:gd name="T58" fmla="*/ 134 w 165"/>
                  <a:gd name="T59" fmla="*/ 61 h 161"/>
                  <a:gd name="T60" fmla="*/ 121 w 165"/>
                  <a:gd name="T61" fmla="*/ 67 h 161"/>
                  <a:gd name="T62" fmla="*/ 123 w 165"/>
                  <a:gd name="T63" fmla="*/ 70 h 161"/>
                  <a:gd name="T64" fmla="*/ 115 w 165"/>
                  <a:gd name="T65" fmla="*/ 70 h 161"/>
                  <a:gd name="T66" fmla="*/ 112 w 165"/>
                  <a:gd name="T67" fmla="*/ 72 h 161"/>
                  <a:gd name="T68" fmla="*/ 116 w 165"/>
                  <a:gd name="T69" fmla="*/ 73 h 161"/>
                  <a:gd name="T70" fmla="*/ 124 w 165"/>
                  <a:gd name="T71" fmla="*/ 74 h 161"/>
                  <a:gd name="T72" fmla="*/ 129 w 165"/>
                  <a:gd name="T73" fmla="*/ 83 h 161"/>
                  <a:gd name="T74" fmla="*/ 123 w 165"/>
                  <a:gd name="T75" fmla="*/ 82 h 161"/>
                  <a:gd name="T76" fmla="*/ 124 w 165"/>
                  <a:gd name="T77" fmla="*/ 97 h 161"/>
                  <a:gd name="T78" fmla="*/ 123 w 165"/>
                  <a:gd name="T79" fmla="*/ 136 h 161"/>
                  <a:gd name="T80" fmla="*/ 135 w 165"/>
                  <a:gd name="T81" fmla="*/ 143 h 161"/>
                  <a:gd name="T82" fmla="*/ 145 w 165"/>
                  <a:gd name="T83" fmla="*/ 140 h 161"/>
                  <a:gd name="T84" fmla="*/ 146 w 165"/>
                  <a:gd name="T85" fmla="*/ 144 h 161"/>
                  <a:gd name="T86" fmla="*/ 134 w 165"/>
                  <a:gd name="T87" fmla="*/ 151 h 161"/>
                  <a:gd name="T88" fmla="*/ 165 w 165"/>
                  <a:gd name="T89" fmla="*/ 140 h 161"/>
                  <a:gd name="T90" fmla="*/ 136 w 165"/>
                  <a:gd name="T91" fmla="*/ 157 h 161"/>
                  <a:gd name="T92" fmla="*/ 119 w 165"/>
                  <a:gd name="T93" fmla="*/ 160 h 161"/>
                  <a:gd name="T94" fmla="*/ 98 w 165"/>
                  <a:gd name="T95" fmla="*/ 145 h 161"/>
                  <a:gd name="T96" fmla="*/ 79 w 165"/>
                  <a:gd name="T97" fmla="*/ 131 h 161"/>
                  <a:gd name="T98" fmla="*/ 82 w 165"/>
                  <a:gd name="T99" fmla="*/ 125 h 161"/>
                  <a:gd name="T100" fmla="*/ 109 w 165"/>
                  <a:gd name="T101" fmla="*/ 128 h 161"/>
                  <a:gd name="T102" fmla="*/ 106 w 165"/>
                  <a:gd name="T103" fmla="*/ 105 h 161"/>
                  <a:gd name="T104" fmla="*/ 98 w 165"/>
                  <a:gd name="T105" fmla="*/ 92 h 161"/>
                  <a:gd name="T106" fmla="*/ 85 w 165"/>
                  <a:gd name="T107" fmla="*/ 78 h 161"/>
                  <a:gd name="T108" fmla="*/ 66 w 165"/>
                  <a:gd name="T109" fmla="*/ 62 h 161"/>
                  <a:gd name="T110" fmla="*/ 52 w 165"/>
                  <a:gd name="T111" fmla="*/ 54 h 161"/>
                  <a:gd name="T112" fmla="*/ 33 w 165"/>
                  <a:gd name="T113" fmla="*/ 39 h 161"/>
                  <a:gd name="T114" fmla="*/ 10 w 165"/>
                  <a:gd name="T115" fmla="*/ 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5" h="161">
                    <a:moveTo>
                      <a:pt x="10" y="21"/>
                    </a:moveTo>
                    <a:cubicBezTo>
                      <a:pt x="8" y="18"/>
                      <a:pt x="5" y="16"/>
                      <a:pt x="6" y="12"/>
                    </a:cubicBezTo>
                    <a:cubicBezTo>
                      <a:pt x="7" y="11"/>
                      <a:pt x="6" y="9"/>
                      <a:pt x="5" y="9"/>
                    </a:cubicBezTo>
                    <a:cubicBezTo>
                      <a:pt x="0" y="8"/>
                      <a:pt x="4" y="4"/>
                      <a:pt x="2" y="2"/>
                    </a:cubicBezTo>
                    <a:cubicBezTo>
                      <a:pt x="1" y="1"/>
                      <a:pt x="3" y="1"/>
                      <a:pt x="3" y="0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3" y="4"/>
                      <a:pt x="7" y="5"/>
                      <a:pt x="7" y="8"/>
                    </a:cubicBezTo>
                    <a:cubicBezTo>
                      <a:pt x="7" y="9"/>
                      <a:pt x="7" y="11"/>
                      <a:pt x="9" y="12"/>
                    </a:cubicBezTo>
                    <a:cubicBezTo>
                      <a:pt x="11" y="12"/>
                      <a:pt x="10" y="9"/>
                      <a:pt x="12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20" y="12"/>
                      <a:pt x="23" y="17"/>
                      <a:pt x="26" y="20"/>
                    </a:cubicBezTo>
                    <a:cubicBezTo>
                      <a:pt x="33" y="30"/>
                      <a:pt x="43" y="35"/>
                      <a:pt x="54" y="41"/>
                    </a:cubicBezTo>
                    <a:cubicBezTo>
                      <a:pt x="55" y="41"/>
                      <a:pt x="57" y="42"/>
                      <a:pt x="58" y="43"/>
                    </a:cubicBezTo>
                    <a:cubicBezTo>
                      <a:pt x="55" y="41"/>
                      <a:pt x="51" y="38"/>
                      <a:pt x="48" y="36"/>
                    </a:cubicBezTo>
                    <a:cubicBezTo>
                      <a:pt x="43" y="34"/>
                      <a:pt x="39" y="31"/>
                      <a:pt x="36" y="26"/>
                    </a:cubicBezTo>
                    <a:cubicBezTo>
                      <a:pt x="34" y="24"/>
                      <a:pt x="33" y="21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8" y="19"/>
                      <a:pt x="27" y="18"/>
                      <a:pt x="25" y="17"/>
                    </a:cubicBezTo>
                    <a:cubicBezTo>
                      <a:pt x="24" y="16"/>
                      <a:pt x="23" y="16"/>
                      <a:pt x="23" y="14"/>
                    </a:cubicBezTo>
                    <a:cubicBezTo>
                      <a:pt x="24" y="12"/>
                      <a:pt x="22" y="11"/>
                      <a:pt x="20" y="10"/>
                    </a:cubicBezTo>
                    <a:cubicBezTo>
                      <a:pt x="19" y="9"/>
                      <a:pt x="18" y="9"/>
                      <a:pt x="19" y="8"/>
                    </a:cubicBezTo>
                    <a:cubicBezTo>
                      <a:pt x="19" y="7"/>
                      <a:pt x="20" y="7"/>
                      <a:pt x="20" y="6"/>
                    </a:cubicBezTo>
                    <a:cubicBezTo>
                      <a:pt x="22" y="6"/>
                      <a:pt x="21" y="8"/>
                      <a:pt x="21" y="8"/>
                    </a:cubicBezTo>
                    <a:cubicBezTo>
                      <a:pt x="22" y="9"/>
                      <a:pt x="22" y="9"/>
                      <a:pt x="23" y="9"/>
                    </a:cubicBezTo>
                    <a:cubicBezTo>
                      <a:pt x="24" y="9"/>
                      <a:pt x="24" y="8"/>
                      <a:pt x="23" y="8"/>
                    </a:cubicBezTo>
                    <a:cubicBezTo>
                      <a:pt x="22" y="7"/>
                      <a:pt x="22" y="5"/>
                      <a:pt x="23" y="5"/>
                    </a:cubicBezTo>
                    <a:cubicBezTo>
                      <a:pt x="24" y="4"/>
                      <a:pt x="24" y="7"/>
                      <a:pt x="26" y="6"/>
                    </a:cubicBezTo>
                    <a:cubicBezTo>
                      <a:pt x="26" y="6"/>
                      <a:pt x="26" y="6"/>
                      <a:pt x="27" y="7"/>
                    </a:cubicBezTo>
                    <a:cubicBezTo>
                      <a:pt x="30" y="8"/>
                      <a:pt x="30" y="10"/>
                      <a:pt x="29" y="13"/>
                    </a:cubicBezTo>
                    <a:cubicBezTo>
                      <a:pt x="30" y="13"/>
                      <a:pt x="32" y="12"/>
                      <a:pt x="33" y="11"/>
                    </a:cubicBezTo>
                    <a:cubicBezTo>
                      <a:pt x="30" y="10"/>
                      <a:pt x="29" y="8"/>
                      <a:pt x="27" y="7"/>
                    </a:cubicBezTo>
                    <a:cubicBezTo>
                      <a:pt x="25" y="3"/>
                      <a:pt x="30" y="4"/>
                      <a:pt x="30" y="2"/>
                    </a:cubicBezTo>
                    <a:cubicBezTo>
                      <a:pt x="30" y="1"/>
                      <a:pt x="31" y="1"/>
                      <a:pt x="31" y="1"/>
                    </a:cubicBezTo>
                    <a:cubicBezTo>
                      <a:pt x="38" y="7"/>
                      <a:pt x="45" y="12"/>
                      <a:pt x="51" y="18"/>
                    </a:cubicBezTo>
                    <a:cubicBezTo>
                      <a:pt x="53" y="20"/>
                      <a:pt x="53" y="22"/>
                      <a:pt x="54" y="24"/>
                    </a:cubicBezTo>
                    <a:cubicBezTo>
                      <a:pt x="55" y="26"/>
                      <a:pt x="56" y="24"/>
                      <a:pt x="57" y="24"/>
                    </a:cubicBezTo>
                    <a:cubicBezTo>
                      <a:pt x="57" y="24"/>
                      <a:pt x="58" y="25"/>
                      <a:pt x="58" y="25"/>
                    </a:cubicBezTo>
                    <a:cubicBezTo>
                      <a:pt x="61" y="26"/>
                      <a:pt x="63" y="28"/>
                      <a:pt x="64" y="31"/>
                    </a:cubicBezTo>
                    <a:cubicBezTo>
                      <a:pt x="66" y="30"/>
                      <a:pt x="66" y="28"/>
                      <a:pt x="67" y="27"/>
                    </a:cubicBezTo>
                    <a:cubicBezTo>
                      <a:pt x="68" y="25"/>
                      <a:pt x="70" y="24"/>
                      <a:pt x="71" y="25"/>
                    </a:cubicBezTo>
                    <a:cubicBezTo>
                      <a:pt x="73" y="26"/>
                      <a:pt x="73" y="28"/>
                      <a:pt x="72" y="29"/>
                    </a:cubicBezTo>
                    <a:cubicBezTo>
                      <a:pt x="71" y="31"/>
                      <a:pt x="71" y="33"/>
                      <a:pt x="74" y="32"/>
                    </a:cubicBezTo>
                    <a:cubicBezTo>
                      <a:pt x="75" y="32"/>
                      <a:pt x="76" y="33"/>
                      <a:pt x="75" y="34"/>
                    </a:cubicBezTo>
                    <a:cubicBezTo>
                      <a:pt x="73" y="38"/>
                      <a:pt x="77" y="40"/>
                      <a:pt x="79" y="42"/>
                    </a:cubicBezTo>
                    <a:cubicBezTo>
                      <a:pt x="80" y="44"/>
                      <a:pt x="80" y="45"/>
                      <a:pt x="82" y="45"/>
                    </a:cubicBezTo>
                    <a:cubicBezTo>
                      <a:pt x="83" y="44"/>
                      <a:pt x="82" y="43"/>
                      <a:pt x="83" y="42"/>
                    </a:cubicBezTo>
                    <a:cubicBezTo>
                      <a:pt x="85" y="40"/>
                      <a:pt x="87" y="40"/>
                      <a:pt x="87" y="43"/>
                    </a:cubicBezTo>
                    <a:cubicBezTo>
                      <a:pt x="87" y="46"/>
                      <a:pt x="90" y="48"/>
                      <a:pt x="93" y="49"/>
                    </a:cubicBezTo>
                    <a:cubicBezTo>
                      <a:pt x="94" y="49"/>
                      <a:pt x="96" y="50"/>
                      <a:pt x="94" y="52"/>
                    </a:cubicBezTo>
                    <a:cubicBezTo>
                      <a:pt x="94" y="53"/>
                      <a:pt x="93" y="54"/>
                      <a:pt x="94" y="55"/>
                    </a:cubicBezTo>
                    <a:cubicBezTo>
                      <a:pt x="95" y="55"/>
                      <a:pt x="96" y="55"/>
                      <a:pt x="97" y="55"/>
                    </a:cubicBezTo>
                    <a:cubicBezTo>
                      <a:pt x="99" y="51"/>
                      <a:pt x="102" y="53"/>
                      <a:pt x="105" y="54"/>
                    </a:cubicBezTo>
                    <a:cubicBezTo>
                      <a:pt x="106" y="55"/>
                      <a:pt x="108" y="55"/>
                      <a:pt x="109" y="53"/>
                    </a:cubicBezTo>
                    <a:cubicBezTo>
                      <a:pt x="109" y="53"/>
                      <a:pt x="110" y="52"/>
                      <a:pt x="110" y="53"/>
                    </a:cubicBezTo>
                    <a:cubicBezTo>
                      <a:pt x="113" y="55"/>
                      <a:pt x="117" y="51"/>
                      <a:pt x="120" y="52"/>
                    </a:cubicBezTo>
                    <a:cubicBezTo>
                      <a:pt x="123" y="53"/>
                      <a:pt x="125" y="51"/>
                      <a:pt x="128" y="51"/>
                    </a:cubicBezTo>
                    <a:cubicBezTo>
                      <a:pt x="129" y="51"/>
                      <a:pt x="131" y="52"/>
                      <a:pt x="133" y="51"/>
                    </a:cubicBezTo>
                    <a:cubicBezTo>
                      <a:pt x="135" y="50"/>
                      <a:pt x="137" y="52"/>
                      <a:pt x="138" y="54"/>
                    </a:cubicBezTo>
                    <a:cubicBezTo>
                      <a:pt x="138" y="57"/>
                      <a:pt x="136" y="59"/>
                      <a:pt x="134" y="61"/>
                    </a:cubicBezTo>
                    <a:cubicBezTo>
                      <a:pt x="131" y="61"/>
                      <a:pt x="128" y="61"/>
                      <a:pt x="128" y="66"/>
                    </a:cubicBezTo>
                    <a:cubicBezTo>
                      <a:pt x="127" y="69"/>
                      <a:pt x="124" y="69"/>
                      <a:pt x="121" y="67"/>
                    </a:cubicBezTo>
                    <a:cubicBezTo>
                      <a:pt x="120" y="67"/>
                      <a:pt x="121" y="68"/>
                      <a:pt x="121" y="68"/>
                    </a:cubicBezTo>
                    <a:cubicBezTo>
                      <a:pt x="123" y="68"/>
                      <a:pt x="123" y="69"/>
                      <a:pt x="123" y="70"/>
                    </a:cubicBezTo>
                    <a:cubicBezTo>
                      <a:pt x="122" y="71"/>
                      <a:pt x="122" y="71"/>
                      <a:pt x="122" y="71"/>
                    </a:cubicBezTo>
                    <a:cubicBezTo>
                      <a:pt x="119" y="73"/>
                      <a:pt x="117" y="72"/>
                      <a:pt x="115" y="70"/>
                    </a:cubicBezTo>
                    <a:cubicBezTo>
                      <a:pt x="114" y="69"/>
                      <a:pt x="113" y="68"/>
                      <a:pt x="112" y="69"/>
                    </a:cubicBezTo>
                    <a:cubicBezTo>
                      <a:pt x="111" y="70"/>
                      <a:pt x="111" y="71"/>
                      <a:pt x="112" y="72"/>
                    </a:cubicBezTo>
                    <a:cubicBezTo>
                      <a:pt x="114" y="74"/>
                      <a:pt x="114" y="76"/>
                      <a:pt x="116" y="77"/>
                    </a:cubicBezTo>
                    <a:cubicBezTo>
                      <a:pt x="117" y="76"/>
                      <a:pt x="115" y="74"/>
                      <a:pt x="116" y="73"/>
                    </a:cubicBezTo>
                    <a:cubicBezTo>
                      <a:pt x="118" y="72"/>
                      <a:pt x="119" y="73"/>
                      <a:pt x="120" y="74"/>
                    </a:cubicBezTo>
                    <a:cubicBezTo>
                      <a:pt x="121" y="74"/>
                      <a:pt x="122" y="74"/>
                      <a:pt x="124" y="74"/>
                    </a:cubicBezTo>
                    <a:cubicBezTo>
                      <a:pt x="125" y="73"/>
                      <a:pt x="127" y="72"/>
                      <a:pt x="128" y="74"/>
                    </a:cubicBezTo>
                    <a:cubicBezTo>
                      <a:pt x="128" y="77"/>
                      <a:pt x="130" y="80"/>
                      <a:pt x="129" y="83"/>
                    </a:cubicBezTo>
                    <a:cubicBezTo>
                      <a:pt x="129" y="84"/>
                      <a:pt x="128" y="83"/>
                      <a:pt x="127" y="83"/>
                    </a:cubicBezTo>
                    <a:cubicBezTo>
                      <a:pt x="125" y="83"/>
                      <a:pt x="124" y="82"/>
                      <a:pt x="123" y="82"/>
                    </a:cubicBezTo>
                    <a:cubicBezTo>
                      <a:pt x="122" y="86"/>
                      <a:pt x="125" y="87"/>
                      <a:pt x="126" y="89"/>
                    </a:cubicBezTo>
                    <a:cubicBezTo>
                      <a:pt x="126" y="92"/>
                      <a:pt x="125" y="95"/>
                      <a:pt x="124" y="97"/>
                    </a:cubicBezTo>
                    <a:cubicBezTo>
                      <a:pt x="122" y="99"/>
                      <a:pt x="120" y="102"/>
                      <a:pt x="120" y="105"/>
                    </a:cubicBezTo>
                    <a:cubicBezTo>
                      <a:pt x="119" y="115"/>
                      <a:pt x="116" y="126"/>
                      <a:pt x="123" y="136"/>
                    </a:cubicBezTo>
                    <a:cubicBezTo>
                      <a:pt x="125" y="139"/>
                      <a:pt x="128" y="141"/>
                      <a:pt x="130" y="143"/>
                    </a:cubicBezTo>
                    <a:cubicBezTo>
                      <a:pt x="132" y="145"/>
                      <a:pt x="134" y="144"/>
                      <a:pt x="135" y="143"/>
                    </a:cubicBezTo>
                    <a:cubicBezTo>
                      <a:pt x="138" y="142"/>
                      <a:pt x="140" y="141"/>
                      <a:pt x="143" y="140"/>
                    </a:cubicBezTo>
                    <a:cubicBezTo>
                      <a:pt x="144" y="140"/>
                      <a:pt x="144" y="140"/>
                      <a:pt x="145" y="140"/>
                    </a:cubicBezTo>
                    <a:cubicBezTo>
                      <a:pt x="146" y="140"/>
                      <a:pt x="148" y="140"/>
                      <a:pt x="149" y="141"/>
                    </a:cubicBezTo>
                    <a:cubicBezTo>
                      <a:pt x="149" y="143"/>
                      <a:pt x="147" y="143"/>
                      <a:pt x="146" y="144"/>
                    </a:cubicBezTo>
                    <a:cubicBezTo>
                      <a:pt x="139" y="147"/>
                      <a:pt x="133" y="150"/>
                      <a:pt x="124" y="150"/>
                    </a:cubicBezTo>
                    <a:cubicBezTo>
                      <a:pt x="128" y="151"/>
                      <a:pt x="131" y="151"/>
                      <a:pt x="134" y="151"/>
                    </a:cubicBezTo>
                    <a:cubicBezTo>
                      <a:pt x="145" y="149"/>
                      <a:pt x="155" y="145"/>
                      <a:pt x="162" y="137"/>
                    </a:cubicBezTo>
                    <a:cubicBezTo>
                      <a:pt x="164" y="137"/>
                      <a:pt x="165" y="138"/>
                      <a:pt x="165" y="140"/>
                    </a:cubicBezTo>
                    <a:cubicBezTo>
                      <a:pt x="165" y="142"/>
                      <a:pt x="163" y="143"/>
                      <a:pt x="162" y="144"/>
                    </a:cubicBezTo>
                    <a:cubicBezTo>
                      <a:pt x="154" y="150"/>
                      <a:pt x="145" y="154"/>
                      <a:pt x="136" y="157"/>
                    </a:cubicBezTo>
                    <a:cubicBezTo>
                      <a:pt x="133" y="159"/>
                      <a:pt x="130" y="161"/>
                      <a:pt x="126" y="160"/>
                    </a:cubicBezTo>
                    <a:cubicBezTo>
                      <a:pt x="123" y="160"/>
                      <a:pt x="121" y="161"/>
                      <a:pt x="119" y="160"/>
                    </a:cubicBezTo>
                    <a:cubicBezTo>
                      <a:pt x="114" y="157"/>
                      <a:pt x="110" y="153"/>
                      <a:pt x="105" y="150"/>
                    </a:cubicBezTo>
                    <a:cubicBezTo>
                      <a:pt x="103" y="148"/>
                      <a:pt x="100" y="146"/>
                      <a:pt x="98" y="145"/>
                    </a:cubicBezTo>
                    <a:cubicBezTo>
                      <a:pt x="95" y="143"/>
                      <a:pt x="92" y="142"/>
                      <a:pt x="89" y="139"/>
                    </a:cubicBezTo>
                    <a:cubicBezTo>
                      <a:pt x="87" y="136"/>
                      <a:pt x="84" y="132"/>
                      <a:pt x="79" y="131"/>
                    </a:cubicBezTo>
                    <a:cubicBezTo>
                      <a:pt x="78" y="130"/>
                      <a:pt x="76" y="129"/>
                      <a:pt x="76" y="127"/>
                    </a:cubicBezTo>
                    <a:cubicBezTo>
                      <a:pt x="77" y="125"/>
                      <a:pt x="80" y="125"/>
                      <a:pt x="82" y="125"/>
                    </a:cubicBezTo>
                    <a:cubicBezTo>
                      <a:pt x="83" y="125"/>
                      <a:pt x="85" y="126"/>
                      <a:pt x="86" y="125"/>
                    </a:cubicBezTo>
                    <a:cubicBezTo>
                      <a:pt x="94" y="126"/>
                      <a:pt x="101" y="125"/>
                      <a:pt x="109" y="128"/>
                    </a:cubicBezTo>
                    <a:cubicBezTo>
                      <a:pt x="108" y="123"/>
                      <a:pt x="110" y="120"/>
                      <a:pt x="109" y="116"/>
                    </a:cubicBezTo>
                    <a:cubicBezTo>
                      <a:pt x="109" y="112"/>
                      <a:pt x="108" y="108"/>
                      <a:pt x="106" y="105"/>
                    </a:cubicBezTo>
                    <a:cubicBezTo>
                      <a:pt x="104" y="102"/>
                      <a:pt x="104" y="98"/>
                      <a:pt x="100" y="95"/>
                    </a:cubicBezTo>
                    <a:cubicBezTo>
                      <a:pt x="100" y="94"/>
                      <a:pt x="99" y="93"/>
                      <a:pt x="98" y="92"/>
                    </a:cubicBezTo>
                    <a:cubicBezTo>
                      <a:pt x="97" y="91"/>
                      <a:pt x="96" y="91"/>
                      <a:pt x="95" y="89"/>
                    </a:cubicBezTo>
                    <a:cubicBezTo>
                      <a:pt x="94" y="83"/>
                      <a:pt x="89" y="81"/>
                      <a:pt x="85" y="78"/>
                    </a:cubicBezTo>
                    <a:cubicBezTo>
                      <a:pt x="78" y="73"/>
                      <a:pt x="72" y="69"/>
                      <a:pt x="67" y="63"/>
                    </a:cubicBezTo>
                    <a:cubicBezTo>
                      <a:pt x="66" y="63"/>
                      <a:pt x="66" y="63"/>
                      <a:pt x="66" y="62"/>
                    </a:cubicBezTo>
                    <a:cubicBezTo>
                      <a:pt x="65" y="61"/>
                      <a:pt x="63" y="61"/>
                      <a:pt x="62" y="59"/>
                    </a:cubicBezTo>
                    <a:cubicBezTo>
                      <a:pt x="60" y="55"/>
                      <a:pt x="56" y="55"/>
                      <a:pt x="52" y="54"/>
                    </a:cubicBezTo>
                    <a:cubicBezTo>
                      <a:pt x="50" y="53"/>
                      <a:pt x="49" y="53"/>
                      <a:pt x="47" y="53"/>
                    </a:cubicBezTo>
                    <a:cubicBezTo>
                      <a:pt x="40" y="50"/>
                      <a:pt x="37" y="44"/>
                      <a:pt x="33" y="39"/>
                    </a:cubicBezTo>
                    <a:cubicBezTo>
                      <a:pt x="28" y="33"/>
                      <a:pt x="23" y="28"/>
                      <a:pt x="18" y="23"/>
                    </a:cubicBezTo>
                    <a:cubicBezTo>
                      <a:pt x="16" y="21"/>
                      <a:pt x="12" y="23"/>
                      <a:pt x="10" y="21"/>
                    </a:cubicBezTo>
                    <a:close/>
                  </a:path>
                </a:pathLst>
              </a:custGeom>
              <a:solidFill>
                <a:srgbClr val="BB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6" name="Freeform 838"/>
              <p:cNvSpPr/>
              <p:nvPr/>
            </p:nvSpPr>
            <p:spPr bwMode="auto">
              <a:xfrm>
                <a:off x="730" y="2107"/>
                <a:ext cx="289" cy="212"/>
              </a:xfrm>
              <a:custGeom>
                <a:avLst/>
                <a:gdLst>
                  <a:gd name="T0" fmla="*/ 63 w 122"/>
                  <a:gd name="T1" fmla="*/ 78 h 89"/>
                  <a:gd name="T2" fmla="*/ 47 w 122"/>
                  <a:gd name="T3" fmla="*/ 65 h 89"/>
                  <a:gd name="T4" fmla="*/ 49 w 122"/>
                  <a:gd name="T5" fmla="*/ 56 h 89"/>
                  <a:gd name="T6" fmla="*/ 35 w 122"/>
                  <a:gd name="T7" fmla="*/ 54 h 89"/>
                  <a:gd name="T8" fmla="*/ 19 w 122"/>
                  <a:gd name="T9" fmla="*/ 42 h 89"/>
                  <a:gd name="T10" fmla="*/ 4 w 122"/>
                  <a:gd name="T11" fmla="*/ 25 h 89"/>
                  <a:gd name="T12" fmla="*/ 7 w 122"/>
                  <a:gd name="T13" fmla="*/ 20 h 89"/>
                  <a:gd name="T14" fmla="*/ 8 w 122"/>
                  <a:gd name="T15" fmla="*/ 6 h 89"/>
                  <a:gd name="T16" fmla="*/ 31 w 122"/>
                  <a:gd name="T17" fmla="*/ 3 h 89"/>
                  <a:gd name="T18" fmla="*/ 34 w 122"/>
                  <a:gd name="T19" fmla="*/ 7 h 89"/>
                  <a:gd name="T20" fmla="*/ 41 w 122"/>
                  <a:gd name="T21" fmla="*/ 3 h 89"/>
                  <a:gd name="T22" fmla="*/ 49 w 122"/>
                  <a:gd name="T23" fmla="*/ 5 h 89"/>
                  <a:gd name="T24" fmla="*/ 55 w 122"/>
                  <a:gd name="T25" fmla="*/ 17 h 89"/>
                  <a:gd name="T26" fmla="*/ 54 w 122"/>
                  <a:gd name="T27" fmla="*/ 31 h 89"/>
                  <a:gd name="T28" fmla="*/ 64 w 122"/>
                  <a:gd name="T29" fmla="*/ 29 h 89"/>
                  <a:gd name="T30" fmla="*/ 69 w 122"/>
                  <a:gd name="T31" fmla="*/ 31 h 89"/>
                  <a:gd name="T32" fmla="*/ 82 w 122"/>
                  <a:gd name="T33" fmla="*/ 26 h 89"/>
                  <a:gd name="T34" fmla="*/ 89 w 122"/>
                  <a:gd name="T35" fmla="*/ 28 h 89"/>
                  <a:gd name="T36" fmla="*/ 108 w 122"/>
                  <a:gd name="T37" fmla="*/ 31 h 89"/>
                  <a:gd name="T38" fmla="*/ 111 w 122"/>
                  <a:gd name="T39" fmla="*/ 28 h 89"/>
                  <a:gd name="T40" fmla="*/ 117 w 122"/>
                  <a:gd name="T41" fmla="*/ 29 h 89"/>
                  <a:gd name="T42" fmla="*/ 111 w 122"/>
                  <a:gd name="T43" fmla="*/ 23 h 89"/>
                  <a:gd name="T44" fmla="*/ 120 w 122"/>
                  <a:gd name="T45" fmla="*/ 20 h 89"/>
                  <a:gd name="T46" fmla="*/ 120 w 122"/>
                  <a:gd name="T47" fmla="*/ 30 h 89"/>
                  <a:gd name="T48" fmla="*/ 107 w 122"/>
                  <a:gd name="T49" fmla="*/ 49 h 89"/>
                  <a:gd name="T50" fmla="*/ 113 w 122"/>
                  <a:gd name="T51" fmla="*/ 58 h 89"/>
                  <a:gd name="T52" fmla="*/ 113 w 122"/>
                  <a:gd name="T53" fmla="*/ 61 h 89"/>
                  <a:gd name="T54" fmla="*/ 107 w 122"/>
                  <a:gd name="T55" fmla="*/ 77 h 89"/>
                  <a:gd name="T56" fmla="*/ 96 w 122"/>
                  <a:gd name="T57" fmla="*/ 81 h 89"/>
                  <a:gd name="T58" fmla="*/ 96 w 122"/>
                  <a:gd name="T59" fmla="*/ 77 h 89"/>
                  <a:gd name="T60" fmla="*/ 91 w 122"/>
                  <a:gd name="T61" fmla="*/ 70 h 89"/>
                  <a:gd name="T62" fmla="*/ 97 w 122"/>
                  <a:gd name="T63" fmla="*/ 61 h 89"/>
                  <a:gd name="T64" fmla="*/ 89 w 122"/>
                  <a:gd name="T65" fmla="*/ 70 h 89"/>
                  <a:gd name="T66" fmla="*/ 75 w 122"/>
                  <a:gd name="T67" fmla="*/ 64 h 89"/>
                  <a:gd name="T68" fmla="*/ 69 w 122"/>
                  <a:gd name="T69" fmla="*/ 62 h 89"/>
                  <a:gd name="T70" fmla="*/ 65 w 122"/>
                  <a:gd name="T71" fmla="*/ 59 h 89"/>
                  <a:gd name="T72" fmla="*/ 59 w 122"/>
                  <a:gd name="T73" fmla="*/ 45 h 89"/>
                  <a:gd name="T74" fmla="*/ 57 w 122"/>
                  <a:gd name="T75" fmla="*/ 46 h 89"/>
                  <a:gd name="T76" fmla="*/ 66 w 122"/>
                  <a:gd name="T77" fmla="*/ 54 h 89"/>
                  <a:gd name="T78" fmla="*/ 63 w 122"/>
                  <a:gd name="T79" fmla="*/ 71 h 89"/>
                  <a:gd name="T80" fmla="*/ 72 w 122"/>
                  <a:gd name="T81" fmla="*/ 79 h 89"/>
                  <a:gd name="T82" fmla="*/ 64 w 122"/>
                  <a:gd name="T83" fmla="*/ 72 h 89"/>
                  <a:gd name="T84" fmla="*/ 69 w 122"/>
                  <a:gd name="T85" fmla="*/ 66 h 89"/>
                  <a:gd name="T86" fmla="*/ 73 w 122"/>
                  <a:gd name="T8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2" h="89">
                    <a:moveTo>
                      <a:pt x="73" y="89"/>
                    </a:moveTo>
                    <a:cubicBezTo>
                      <a:pt x="72" y="89"/>
                      <a:pt x="72" y="89"/>
                      <a:pt x="72" y="89"/>
                    </a:cubicBezTo>
                    <a:cubicBezTo>
                      <a:pt x="69" y="85"/>
                      <a:pt x="67" y="81"/>
                      <a:pt x="63" y="78"/>
                    </a:cubicBezTo>
                    <a:cubicBezTo>
                      <a:pt x="63" y="78"/>
                      <a:pt x="62" y="76"/>
                      <a:pt x="61" y="76"/>
                    </a:cubicBezTo>
                    <a:cubicBezTo>
                      <a:pt x="56" y="78"/>
                      <a:pt x="56" y="73"/>
                      <a:pt x="54" y="71"/>
                    </a:cubicBezTo>
                    <a:cubicBezTo>
                      <a:pt x="52" y="69"/>
                      <a:pt x="51" y="65"/>
                      <a:pt x="47" y="65"/>
                    </a:cubicBezTo>
                    <a:cubicBezTo>
                      <a:pt x="46" y="65"/>
                      <a:pt x="44" y="65"/>
                      <a:pt x="45" y="63"/>
                    </a:cubicBezTo>
                    <a:cubicBezTo>
                      <a:pt x="46" y="60"/>
                      <a:pt x="43" y="61"/>
                      <a:pt x="43" y="60"/>
                    </a:cubicBezTo>
                    <a:cubicBezTo>
                      <a:pt x="44" y="58"/>
                      <a:pt x="48" y="60"/>
                      <a:pt x="49" y="56"/>
                    </a:cubicBezTo>
                    <a:cubicBezTo>
                      <a:pt x="46" y="58"/>
                      <a:pt x="44" y="58"/>
                      <a:pt x="41" y="58"/>
                    </a:cubicBezTo>
                    <a:cubicBezTo>
                      <a:pt x="38" y="59"/>
                      <a:pt x="37" y="58"/>
                      <a:pt x="37" y="55"/>
                    </a:cubicBezTo>
                    <a:cubicBezTo>
                      <a:pt x="37" y="53"/>
                      <a:pt x="36" y="54"/>
                      <a:pt x="35" y="54"/>
                    </a:cubicBezTo>
                    <a:cubicBezTo>
                      <a:pt x="32" y="53"/>
                      <a:pt x="28" y="54"/>
                      <a:pt x="28" y="48"/>
                    </a:cubicBezTo>
                    <a:cubicBezTo>
                      <a:pt x="27" y="47"/>
                      <a:pt x="25" y="41"/>
                      <a:pt x="20" y="43"/>
                    </a:cubicBezTo>
                    <a:cubicBezTo>
                      <a:pt x="19" y="44"/>
                      <a:pt x="19" y="43"/>
                      <a:pt x="19" y="42"/>
                    </a:cubicBezTo>
                    <a:cubicBezTo>
                      <a:pt x="18" y="40"/>
                      <a:pt x="17" y="39"/>
                      <a:pt x="15" y="38"/>
                    </a:cubicBezTo>
                    <a:cubicBezTo>
                      <a:pt x="11" y="36"/>
                      <a:pt x="7" y="32"/>
                      <a:pt x="3" y="30"/>
                    </a:cubicBezTo>
                    <a:cubicBezTo>
                      <a:pt x="0" y="29"/>
                      <a:pt x="2" y="26"/>
                      <a:pt x="4" y="25"/>
                    </a:cubicBezTo>
                    <a:cubicBezTo>
                      <a:pt x="5" y="25"/>
                      <a:pt x="6" y="25"/>
                      <a:pt x="5" y="24"/>
                    </a:cubicBezTo>
                    <a:cubicBezTo>
                      <a:pt x="5" y="23"/>
                      <a:pt x="2" y="24"/>
                      <a:pt x="4" y="22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9" y="20"/>
                      <a:pt x="8" y="17"/>
                      <a:pt x="8" y="16"/>
                    </a:cubicBezTo>
                    <a:cubicBezTo>
                      <a:pt x="8" y="13"/>
                      <a:pt x="8" y="13"/>
                      <a:pt x="10" y="12"/>
                    </a:cubicBezTo>
                    <a:cubicBezTo>
                      <a:pt x="6" y="10"/>
                      <a:pt x="6" y="10"/>
                      <a:pt x="8" y="6"/>
                    </a:cubicBezTo>
                    <a:cubicBezTo>
                      <a:pt x="10" y="4"/>
                      <a:pt x="18" y="1"/>
                      <a:pt x="20" y="1"/>
                    </a:cubicBezTo>
                    <a:cubicBezTo>
                      <a:pt x="22" y="4"/>
                      <a:pt x="25" y="2"/>
                      <a:pt x="27" y="3"/>
                    </a:cubicBezTo>
                    <a:cubicBezTo>
                      <a:pt x="28" y="3"/>
                      <a:pt x="30" y="3"/>
                      <a:pt x="31" y="3"/>
                    </a:cubicBezTo>
                    <a:cubicBezTo>
                      <a:pt x="33" y="4"/>
                      <a:pt x="35" y="4"/>
                      <a:pt x="33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3" y="7"/>
                      <a:pt x="33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6"/>
                    </a:cubicBezTo>
                    <a:cubicBezTo>
                      <a:pt x="34" y="0"/>
                      <a:pt x="38" y="4"/>
                      <a:pt x="41" y="3"/>
                    </a:cubicBezTo>
                    <a:cubicBezTo>
                      <a:pt x="41" y="3"/>
                      <a:pt x="41" y="4"/>
                      <a:pt x="42" y="4"/>
                    </a:cubicBezTo>
                    <a:cubicBezTo>
                      <a:pt x="42" y="4"/>
                      <a:pt x="43" y="5"/>
                      <a:pt x="43" y="4"/>
                    </a:cubicBezTo>
                    <a:cubicBezTo>
                      <a:pt x="46" y="2"/>
                      <a:pt x="48" y="2"/>
                      <a:pt x="49" y="5"/>
                    </a:cubicBezTo>
                    <a:cubicBezTo>
                      <a:pt x="50" y="7"/>
                      <a:pt x="51" y="7"/>
                      <a:pt x="52" y="8"/>
                    </a:cubicBezTo>
                    <a:cubicBezTo>
                      <a:pt x="53" y="9"/>
                      <a:pt x="53" y="10"/>
                      <a:pt x="55" y="11"/>
                    </a:cubicBezTo>
                    <a:cubicBezTo>
                      <a:pt x="57" y="12"/>
                      <a:pt x="56" y="15"/>
                      <a:pt x="55" y="17"/>
                    </a:cubicBezTo>
                    <a:cubicBezTo>
                      <a:pt x="54" y="18"/>
                      <a:pt x="53" y="19"/>
                      <a:pt x="53" y="20"/>
                    </a:cubicBezTo>
                    <a:cubicBezTo>
                      <a:pt x="51" y="21"/>
                      <a:pt x="50" y="22"/>
                      <a:pt x="52" y="23"/>
                    </a:cubicBezTo>
                    <a:cubicBezTo>
                      <a:pt x="55" y="25"/>
                      <a:pt x="56" y="27"/>
                      <a:pt x="54" y="31"/>
                    </a:cubicBezTo>
                    <a:cubicBezTo>
                      <a:pt x="55" y="31"/>
                      <a:pt x="55" y="31"/>
                      <a:pt x="56" y="31"/>
                    </a:cubicBezTo>
                    <a:cubicBezTo>
                      <a:pt x="59" y="31"/>
                      <a:pt x="58" y="28"/>
                      <a:pt x="60" y="27"/>
                    </a:cubicBezTo>
                    <a:cubicBezTo>
                      <a:pt x="61" y="27"/>
                      <a:pt x="61" y="30"/>
                      <a:pt x="64" y="29"/>
                    </a:cubicBezTo>
                    <a:cubicBezTo>
                      <a:pt x="67" y="27"/>
                      <a:pt x="67" y="29"/>
                      <a:pt x="66" y="32"/>
                    </a:cubicBezTo>
                    <a:cubicBezTo>
                      <a:pt x="66" y="33"/>
                      <a:pt x="66" y="34"/>
                      <a:pt x="67" y="34"/>
                    </a:cubicBezTo>
                    <a:cubicBezTo>
                      <a:pt x="66" y="32"/>
                      <a:pt x="67" y="31"/>
                      <a:pt x="69" y="31"/>
                    </a:cubicBezTo>
                    <a:cubicBezTo>
                      <a:pt x="69" y="31"/>
                      <a:pt x="70" y="30"/>
                      <a:pt x="70" y="31"/>
                    </a:cubicBezTo>
                    <a:cubicBezTo>
                      <a:pt x="75" y="32"/>
                      <a:pt x="79" y="31"/>
                      <a:pt x="82" y="27"/>
                    </a:cubicBezTo>
                    <a:cubicBezTo>
                      <a:pt x="82" y="27"/>
                      <a:pt x="82" y="26"/>
                      <a:pt x="82" y="26"/>
                    </a:cubicBezTo>
                    <a:cubicBezTo>
                      <a:pt x="84" y="25"/>
                      <a:pt x="85" y="24"/>
                      <a:pt x="87" y="25"/>
                    </a:cubicBezTo>
                    <a:cubicBezTo>
                      <a:pt x="89" y="27"/>
                      <a:pt x="86" y="28"/>
                      <a:pt x="85" y="30"/>
                    </a:cubicBezTo>
                    <a:cubicBezTo>
                      <a:pt x="87" y="29"/>
                      <a:pt x="88" y="27"/>
                      <a:pt x="89" y="28"/>
                    </a:cubicBezTo>
                    <a:cubicBezTo>
                      <a:pt x="91" y="32"/>
                      <a:pt x="92" y="30"/>
                      <a:pt x="94" y="29"/>
                    </a:cubicBezTo>
                    <a:cubicBezTo>
                      <a:pt x="97" y="26"/>
                      <a:pt x="101" y="26"/>
                      <a:pt x="104" y="25"/>
                    </a:cubicBezTo>
                    <a:cubicBezTo>
                      <a:pt x="107" y="25"/>
                      <a:pt x="107" y="29"/>
                      <a:pt x="108" y="31"/>
                    </a:cubicBezTo>
                    <a:cubicBezTo>
                      <a:pt x="108" y="32"/>
                      <a:pt x="107" y="34"/>
                      <a:pt x="110" y="34"/>
                    </a:cubicBezTo>
                    <a:cubicBezTo>
                      <a:pt x="112" y="33"/>
                      <a:pt x="113" y="32"/>
                      <a:pt x="111" y="30"/>
                    </a:cubicBezTo>
                    <a:cubicBezTo>
                      <a:pt x="111" y="29"/>
                      <a:pt x="111" y="29"/>
                      <a:pt x="111" y="28"/>
                    </a:cubicBezTo>
                    <a:cubicBezTo>
                      <a:pt x="112" y="27"/>
                      <a:pt x="113" y="28"/>
                      <a:pt x="114" y="28"/>
                    </a:cubicBezTo>
                    <a:cubicBezTo>
                      <a:pt x="115" y="29"/>
                      <a:pt x="115" y="30"/>
                      <a:pt x="117" y="29"/>
                    </a:cubicBezTo>
                    <a:cubicBezTo>
                      <a:pt x="117" y="29"/>
                      <a:pt x="117" y="28"/>
                      <a:pt x="117" y="29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14" y="30"/>
                      <a:pt x="113" y="28"/>
                      <a:pt x="111" y="27"/>
                    </a:cubicBezTo>
                    <a:cubicBezTo>
                      <a:pt x="110" y="26"/>
                      <a:pt x="111" y="24"/>
                      <a:pt x="111" y="23"/>
                    </a:cubicBezTo>
                    <a:cubicBezTo>
                      <a:pt x="112" y="22"/>
                      <a:pt x="113" y="22"/>
                      <a:pt x="114" y="23"/>
                    </a:cubicBezTo>
                    <a:cubicBezTo>
                      <a:pt x="116" y="24"/>
                      <a:pt x="116" y="23"/>
                      <a:pt x="117" y="22"/>
                    </a:cubicBezTo>
                    <a:cubicBezTo>
                      <a:pt x="118" y="20"/>
                      <a:pt x="118" y="19"/>
                      <a:pt x="120" y="20"/>
                    </a:cubicBezTo>
                    <a:cubicBezTo>
                      <a:pt x="122" y="20"/>
                      <a:pt x="122" y="22"/>
                      <a:pt x="122" y="23"/>
                    </a:cubicBezTo>
                    <a:cubicBezTo>
                      <a:pt x="121" y="25"/>
                      <a:pt x="120" y="26"/>
                      <a:pt x="121" y="28"/>
                    </a:cubicBezTo>
                    <a:cubicBezTo>
                      <a:pt x="121" y="29"/>
                      <a:pt x="121" y="29"/>
                      <a:pt x="120" y="30"/>
                    </a:cubicBezTo>
                    <a:cubicBezTo>
                      <a:pt x="118" y="32"/>
                      <a:pt x="120" y="35"/>
                      <a:pt x="119" y="37"/>
                    </a:cubicBezTo>
                    <a:cubicBezTo>
                      <a:pt x="118" y="38"/>
                      <a:pt x="118" y="39"/>
                      <a:pt x="117" y="39"/>
                    </a:cubicBezTo>
                    <a:cubicBezTo>
                      <a:pt x="114" y="43"/>
                      <a:pt x="110" y="45"/>
                      <a:pt x="107" y="49"/>
                    </a:cubicBezTo>
                    <a:cubicBezTo>
                      <a:pt x="110" y="49"/>
                      <a:pt x="112" y="48"/>
                      <a:pt x="115" y="49"/>
                    </a:cubicBezTo>
                    <a:cubicBezTo>
                      <a:pt x="115" y="49"/>
                      <a:pt x="115" y="50"/>
                      <a:pt x="115" y="50"/>
                    </a:cubicBezTo>
                    <a:cubicBezTo>
                      <a:pt x="112" y="52"/>
                      <a:pt x="111" y="55"/>
                      <a:pt x="113" y="58"/>
                    </a:cubicBezTo>
                    <a:cubicBezTo>
                      <a:pt x="113" y="58"/>
                      <a:pt x="113" y="59"/>
                      <a:pt x="112" y="59"/>
                    </a:cubicBezTo>
                    <a:cubicBezTo>
                      <a:pt x="112" y="60"/>
                      <a:pt x="111" y="59"/>
                      <a:pt x="111" y="60"/>
                    </a:cubicBezTo>
                    <a:cubicBezTo>
                      <a:pt x="112" y="60"/>
                      <a:pt x="112" y="60"/>
                      <a:pt x="113" y="61"/>
                    </a:cubicBezTo>
                    <a:cubicBezTo>
                      <a:pt x="113" y="66"/>
                      <a:pt x="111" y="71"/>
                      <a:pt x="110" y="76"/>
                    </a:cubicBezTo>
                    <a:cubicBezTo>
                      <a:pt x="108" y="77"/>
                      <a:pt x="108" y="76"/>
                      <a:pt x="108" y="75"/>
                    </a:cubicBezTo>
                    <a:cubicBezTo>
                      <a:pt x="107" y="75"/>
                      <a:pt x="108" y="76"/>
                      <a:pt x="107" y="77"/>
                    </a:cubicBezTo>
                    <a:cubicBezTo>
                      <a:pt x="106" y="79"/>
                      <a:pt x="104" y="81"/>
                      <a:pt x="103" y="79"/>
                    </a:cubicBezTo>
                    <a:cubicBezTo>
                      <a:pt x="104" y="80"/>
                      <a:pt x="103" y="82"/>
                      <a:pt x="101" y="83"/>
                    </a:cubicBezTo>
                    <a:cubicBezTo>
                      <a:pt x="99" y="84"/>
                      <a:pt x="97" y="84"/>
                      <a:pt x="96" y="81"/>
                    </a:cubicBezTo>
                    <a:cubicBezTo>
                      <a:pt x="95" y="80"/>
                      <a:pt x="95" y="79"/>
                      <a:pt x="95" y="78"/>
                    </a:cubicBezTo>
                    <a:cubicBezTo>
                      <a:pt x="96" y="77"/>
                      <a:pt x="97" y="77"/>
                      <a:pt x="97" y="75"/>
                    </a:cubicBezTo>
                    <a:cubicBezTo>
                      <a:pt x="96" y="75"/>
                      <a:pt x="97" y="77"/>
                      <a:pt x="96" y="77"/>
                    </a:cubicBezTo>
                    <a:cubicBezTo>
                      <a:pt x="94" y="78"/>
                      <a:pt x="92" y="77"/>
                      <a:pt x="90" y="76"/>
                    </a:cubicBezTo>
                    <a:cubicBezTo>
                      <a:pt x="89" y="76"/>
                      <a:pt x="88" y="75"/>
                      <a:pt x="89" y="73"/>
                    </a:cubicBezTo>
                    <a:cubicBezTo>
                      <a:pt x="89" y="72"/>
                      <a:pt x="89" y="70"/>
                      <a:pt x="91" y="70"/>
                    </a:cubicBezTo>
                    <a:cubicBezTo>
                      <a:pt x="94" y="70"/>
                      <a:pt x="93" y="69"/>
                      <a:pt x="93" y="67"/>
                    </a:cubicBezTo>
                    <a:cubicBezTo>
                      <a:pt x="93" y="65"/>
                      <a:pt x="92" y="62"/>
                      <a:pt x="96" y="62"/>
                    </a:cubicBezTo>
                    <a:cubicBezTo>
                      <a:pt x="97" y="62"/>
                      <a:pt x="97" y="62"/>
                      <a:pt x="97" y="61"/>
                    </a:cubicBezTo>
                    <a:cubicBezTo>
                      <a:pt x="97" y="61"/>
                      <a:pt x="96" y="60"/>
                      <a:pt x="96" y="61"/>
                    </a:cubicBezTo>
                    <a:cubicBezTo>
                      <a:pt x="94" y="62"/>
                      <a:pt x="91" y="62"/>
                      <a:pt x="92" y="65"/>
                    </a:cubicBezTo>
                    <a:cubicBezTo>
                      <a:pt x="94" y="68"/>
                      <a:pt x="93" y="70"/>
                      <a:pt x="89" y="70"/>
                    </a:cubicBezTo>
                    <a:cubicBezTo>
                      <a:pt x="86" y="70"/>
                      <a:pt x="83" y="70"/>
                      <a:pt x="80" y="72"/>
                    </a:cubicBezTo>
                    <a:cubicBezTo>
                      <a:pt x="77" y="75"/>
                      <a:pt x="75" y="73"/>
                      <a:pt x="75" y="69"/>
                    </a:cubicBezTo>
                    <a:cubicBezTo>
                      <a:pt x="75" y="68"/>
                      <a:pt x="75" y="66"/>
                      <a:pt x="75" y="64"/>
                    </a:cubicBezTo>
                    <a:cubicBezTo>
                      <a:pt x="74" y="68"/>
                      <a:pt x="72" y="68"/>
                      <a:pt x="69" y="66"/>
                    </a:cubicBezTo>
                    <a:cubicBezTo>
                      <a:pt x="69" y="65"/>
                      <a:pt x="66" y="65"/>
                      <a:pt x="67" y="63"/>
                    </a:cubicBezTo>
                    <a:cubicBezTo>
                      <a:pt x="68" y="62"/>
                      <a:pt x="68" y="62"/>
                      <a:pt x="69" y="62"/>
                    </a:cubicBezTo>
                    <a:cubicBezTo>
                      <a:pt x="68" y="62"/>
                      <a:pt x="67" y="62"/>
                      <a:pt x="67" y="63"/>
                    </a:cubicBezTo>
                    <a:cubicBezTo>
                      <a:pt x="66" y="63"/>
                      <a:pt x="65" y="63"/>
                      <a:pt x="65" y="62"/>
                    </a:cubicBezTo>
                    <a:cubicBezTo>
                      <a:pt x="64" y="61"/>
                      <a:pt x="64" y="60"/>
                      <a:pt x="65" y="59"/>
                    </a:cubicBezTo>
                    <a:cubicBezTo>
                      <a:pt x="68" y="56"/>
                      <a:pt x="68" y="55"/>
                      <a:pt x="64" y="52"/>
                    </a:cubicBezTo>
                    <a:cubicBezTo>
                      <a:pt x="60" y="49"/>
                      <a:pt x="60" y="47"/>
                      <a:pt x="63" y="44"/>
                    </a:cubicBezTo>
                    <a:cubicBezTo>
                      <a:pt x="62" y="44"/>
                      <a:pt x="60" y="45"/>
                      <a:pt x="59" y="45"/>
                    </a:cubicBezTo>
                    <a:cubicBezTo>
                      <a:pt x="59" y="45"/>
                      <a:pt x="58" y="45"/>
                      <a:pt x="58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6" y="45"/>
                      <a:pt x="55" y="46"/>
                      <a:pt x="57" y="46"/>
                    </a:cubicBezTo>
                    <a:cubicBezTo>
                      <a:pt x="61" y="47"/>
                      <a:pt x="62" y="50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2" y="54"/>
                      <a:pt x="64" y="51"/>
                      <a:pt x="66" y="54"/>
                    </a:cubicBezTo>
                    <a:cubicBezTo>
                      <a:pt x="68" y="56"/>
                      <a:pt x="66" y="58"/>
                      <a:pt x="64" y="59"/>
                    </a:cubicBezTo>
                    <a:cubicBezTo>
                      <a:pt x="64" y="60"/>
                      <a:pt x="64" y="61"/>
                      <a:pt x="64" y="62"/>
                    </a:cubicBezTo>
                    <a:cubicBezTo>
                      <a:pt x="64" y="65"/>
                      <a:pt x="65" y="68"/>
                      <a:pt x="63" y="71"/>
                    </a:cubicBezTo>
                    <a:cubicBezTo>
                      <a:pt x="62" y="73"/>
                      <a:pt x="65" y="77"/>
                      <a:pt x="68" y="77"/>
                    </a:cubicBezTo>
                    <a:cubicBezTo>
                      <a:pt x="69" y="77"/>
                      <a:pt x="70" y="77"/>
                      <a:pt x="71" y="78"/>
                    </a:cubicBezTo>
                    <a:cubicBezTo>
                      <a:pt x="72" y="78"/>
                      <a:pt x="72" y="79"/>
                      <a:pt x="72" y="79"/>
                    </a:cubicBezTo>
                    <a:cubicBezTo>
                      <a:pt x="72" y="79"/>
                      <a:pt x="72" y="78"/>
                      <a:pt x="71" y="78"/>
                    </a:cubicBezTo>
                    <a:cubicBezTo>
                      <a:pt x="70" y="77"/>
                      <a:pt x="67" y="77"/>
                      <a:pt x="66" y="76"/>
                    </a:cubicBezTo>
                    <a:cubicBezTo>
                      <a:pt x="64" y="75"/>
                      <a:pt x="63" y="74"/>
                      <a:pt x="64" y="72"/>
                    </a:cubicBezTo>
                    <a:cubicBezTo>
                      <a:pt x="65" y="70"/>
                      <a:pt x="66" y="72"/>
                      <a:pt x="68" y="72"/>
                    </a:cubicBezTo>
                    <a:cubicBezTo>
                      <a:pt x="68" y="72"/>
                      <a:pt x="68" y="73"/>
                      <a:pt x="69" y="73"/>
                    </a:cubicBezTo>
                    <a:cubicBezTo>
                      <a:pt x="66" y="69"/>
                      <a:pt x="66" y="68"/>
                      <a:pt x="69" y="66"/>
                    </a:cubicBezTo>
                    <a:cubicBezTo>
                      <a:pt x="72" y="69"/>
                      <a:pt x="74" y="73"/>
                      <a:pt x="77" y="76"/>
                    </a:cubicBezTo>
                    <a:cubicBezTo>
                      <a:pt x="79" y="79"/>
                      <a:pt x="77" y="82"/>
                      <a:pt x="75" y="84"/>
                    </a:cubicBezTo>
                    <a:cubicBezTo>
                      <a:pt x="74" y="86"/>
                      <a:pt x="74" y="87"/>
                      <a:pt x="73" y="89"/>
                    </a:cubicBezTo>
                    <a:close/>
                  </a:path>
                </a:pathLst>
              </a:custGeom>
              <a:solidFill>
                <a:srgbClr val="B4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7" name="Freeform 839"/>
              <p:cNvSpPr/>
              <p:nvPr/>
            </p:nvSpPr>
            <p:spPr bwMode="auto">
              <a:xfrm>
                <a:off x="841" y="2359"/>
                <a:ext cx="254" cy="269"/>
              </a:xfrm>
              <a:custGeom>
                <a:avLst/>
                <a:gdLst>
                  <a:gd name="T0" fmla="*/ 91 w 107"/>
                  <a:gd name="T1" fmla="*/ 70 h 113"/>
                  <a:gd name="T2" fmla="*/ 94 w 107"/>
                  <a:gd name="T3" fmla="*/ 72 h 113"/>
                  <a:gd name="T4" fmla="*/ 96 w 107"/>
                  <a:gd name="T5" fmla="*/ 76 h 113"/>
                  <a:gd name="T6" fmla="*/ 102 w 107"/>
                  <a:gd name="T7" fmla="*/ 85 h 113"/>
                  <a:gd name="T8" fmla="*/ 102 w 107"/>
                  <a:gd name="T9" fmla="*/ 86 h 113"/>
                  <a:gd name="T10" fmla="*/ 101 w 107"/>
                  <a:gd name="T11" fmla="*/ 92 h 113"/>
                  <a:gd name="T12" fmla="*/ 105 w 107"/>
                  <a:gd name="T13" fmla="*/ 97 h 113"/>
                  <a:gd name="T14" fmla="*/ 105 w 107"/>
                  <a:gd name="T15" fmla="*/ 105 h 113"/>
                  <a:gd name="T16" fmla="*/ 99 w 107"/>
                  <a:gd name="T17" fmla="*/ 108 h 113"/>
                  <a:gd name="T18" fmla="*/ 81 w 107"/>
                  <a:gd name="T19" fmla="*/ 107 h 113"/>
                  <a:gd name="T20" fmla="*/ 63 w 107"/>
                  <a:gd name="T21" fmla="*/ 101 h 113"/>
                  <a:gd name="T22" fmla="*/ 53 w 107"/>
                  <a:gd name="T23" fmla="*/ 95 h 113"/>
                  <a:gd name="T24" fmla="*/ 50 w 107"/>
                  <a:gd name="T25" fmla="*/ 90 h 113"/>
                  <a:gd name="T26" fmla="*/ 50 w 107"/>
                  <a:gd name="T27" fmla="*/ 89 h 113"/>
                  <a:gd name="T28" fmla="*/ 33 w 107"/>
                  <a:gd name="T29" fmla="*/ 75 h 113"/>
                  <a:gd name="T30" fmla="*/ 30 w 107"/>
                  <a:gd name="T31" fmla="*/ 73 h 113"/>
                  <a:gd name="T32" fmla="*/ 27 w 107"/>
                  <a:gd name="T33" fmla="*/ 69 h 113"/>
                  <a:gd name="T34" fmla="*/ 30 w 107"/>
                  <a:gd name="T35" fmla="*/ 67 h 113"/>
                  <a:gd name="T36" fmla="*/ 30 w 107"/>
                  <a:gd name="T37" fmla="*/ 67 h 113"/>
                  <a:gd name="T38" fmla="*/ 30 w 107"/>
                  <a:gd name="T39" fmla="*/ 67 h 113"/>
                  <a:gd name="T40" fmla="*/ 19 w 107"/>
                  <a:gd name="T41" fmla="*/ 55 h 113"/>
                  <a:gd name="T42" fmla="*/ 20 w 107"/>
                  <a:gd name="T43" fmla="*/ 52 h 113"/>
                  <a:gd name="T44" fmla="*/ 13 w 107"/>
                  <a:gd name="T45" fmla="*/ 49 h 113"/>
                  <a:gd name="T46" fmla="*/ 5 w 107"/>
                  <a:gd name="T47" fmla="*/ 30 h 113"/>
                  <a:gd name="T48" fmla="*/ 2 w 107"/>
                  <a:gd name="T49" fmla="*/ 14 h 113"/>
                  <a:gd name="T50" fmla="*/ 2 w 107"/>
                  <a:gd name="T51" fmla="*/ 8 h 113"/>
                  <a:gd name="T52" fmla="*/ 1 w 107"/>
                  <a:gd name="T53" fmla="*/ 6 h 113"/>
                  <a:gd name="T54" fmla="*/ 4 w 107"/>
                  <a:gd name="T55" fmla="*/ 2 h 113"/>
                  <a:gd name="T56" fmla="*/ 5 w 107"/>
                  <a:gd name="T57" fmla="*/ 2 h 113"/>
                  <a:gd name="T58" fmla="*/ 20 w 107"/>
                  <a:gd name="T59" fmla="*/ 9 h 113"/>
                  <a:gd name="T60" fmla="*/ 38 w 107"/>
                  <a:gd name="T61" fmla="*/ 30 h 113"/>
                  <a:gd name="T62" fmla="*/ 42 w 107"/>
                  <a:gd name="T63" fmla="*/ 33 h 113"/>
                  <a:gd name="T64" fmla="*/ 58 w 107"/>
                  <a:gd name="T65" fmla="*/ 41 h 113"/>
                  <a:gd name="T66" fmla="*/ 61 w 107"/>
                  <a:gd name="T67" fmla="*/ 43 h 113"/>
                  <a:gd name="T68" fmla="*/ 61 w 107"/>
                  <a:gd name="T69" fmla="*/ 43 h 113"/>
                  <a:gd name="T70" fmla="*/ 69 w 107"/>
                  <a:gd name="T71" fmla="*/ 52 h 113"/>
                  <a:gd name="T72" fmla="*/ 77 w 107"/>
                  <a:gd name="T73" fmla="*/ 59 h 113"/>
                  <a:gd name="T74" fmla="*/ 85 w 107"/>
                  <a:gd name="T75" fmla="*/ 65 h 113"/>
                  <a:gd name="T76" fmla="*/ 91 w 107"/>
                  <a:gd name="T77" fmla="*/ 7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7" h="113">
                    <a:moveTo>
                      <a:pt x="91" y="70"/>
                    </a:moveTo>
                    <a:cubicBezTo>
                      <a:pt x="92" y="71"/>
                      <a:pt x="93" y="72"/>
                      <a:pt x="94" y="72"/>
                    </a:cubicBezTo>
                    <a:cubicBezTo>
                      <a:pt x="94" y="73"/>
                      <a:pt x="95" y="75"/>
                      <a:pt x="96" y="76"/>
                    </a:cubicBezTo>
                    <a:cubicBezTo>
                      <a:pt x="101" y="77"/>
                      <a:pt x="100" y="82"/>
                      <a:pt x="102" y="85"/>
                    </a:cubicBezTo>
                    <a:cubicBezTo>
                      <a:pt x="102" y="86"/>
                      <a:pt x="102" y="86"/>
                      <a:pt x="102" y="86"/>
                    </a:cubicBezTo>
                    <a:cubicBezTo>
                      <a:pt x="104" y="89"/>
                      <a:pt x="98" y="90"/>
                      <a:pt x="101" y="92"/>
                    </a:cubicBezTo>
                    <a:cubicBezTo>
                      <a:pt x="102" y="94"/>
                      <a:pt x="105" y="95"/>
                      <a:pt x="105" y="97"/>
                    </a:cubicBezTo>
                    <a:cubicBezTo>
                      <a:pt x="107" y="100"/>
                      <a:pt x="104" y="102"/>
                      <a:pt x="105" y="105"/>
                    </a:cubicBezTo>
                    <a:cubicBezTo>
                      <a:pt x="107" y="113"/>
                      <a:pt x="102" y="109"/>
                      <a:pt x="99" y="108"/>
                    </a:cubicBezTo>
                    <a:cubicBezTo>
                      <a:pt x="93" y="108"/>
                      <a:pt x="87" y="108"/>
                      <a:pt x="81" y="107"/>
                    </a:cubicBezTo>
                    <a:cubicBezTo>
                      <a:pt x="75" y="107"/>
                      <a:pt x="68" y="105"/>
                      <a:pt x="63" y="101"/>
                    </a:cubicBezTo>
                    <a:cubicBezTo>
                      <a:pt x="61" y="98"/>
                      <a:pt x="56" y="98"/>
                      <a:pt x="53" y="95"/>
                    </a:cubicBezTo>
                    <a:cubicBezTo>
                      <a:pt x="52" y="94"/>
                      <a:pt x="51" y="92"/>
                      <a:pt x="50" y="90"/>
                    </a:cubicBezTo>
                    <a:cubicBezTo>
                      <a:pt x="50" y="90"/>
                      <a:pt x="50" y="90"/>
                      <a:pt x="50" y="89"/>
                    </a:cubicBezTo>
                    <a:cubicBezTo>
                      <a:pt x="43" y="87"/>
                      <a:pt x="39" y="80"/>
                      <a:pt x="33" y="75"/>
                    </a:cubicBezTo>
                    <a:cubicBezTo>
                      <a:pt x="32" y="74"/>
                      <a:pt x="31" y="74"/>
                      <a:pt x="30" y="73"/>
                    </a:cubicBezTo>
                    <a:cubicBezTo>
                      <a:pt x="28" y="72"/>
                      <a:pt x="27" y="71"/>
                      <a:pt x="27" y="69"/>
                    </a:cubicBezTo>
                    <a:cubicBezTo>
                      <a:pt x="27" y="67"/>
                      <a:pt x="29" y="68"/>
                      <a:pt x="30" y="67"/>
                    </a:cubicBezTo>
                    <a:cubicBezTo>
                      <a:pt x="31" y="67"/>
                      <a:pt x="30" y="66"/>
                      <a:pt x="30" y="67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5" y="68"/>
                      <a:pt x="18" y="60"/>
                      <a:pt x="19" y="55"/>
                    </a:cubicBezTo>
                    <a:cubicBezTo>
                      <a:pt x="19" y="54"/>
                      <a:pt x="19" y="53"/>
                      <a:pt x="20" y="52"/>
                    </a:cubicBezTo>
                    <a:cubicBezTo>
                      <a:pt x="16" y="53"/>
                      <a:pt x="14" y="52"/>
                      <a:pt x="13" y="49"/>
                    </a:cubicBezTo>
                    <a:cubicBezTo>
                      <a:pt x="11" y="42"/>
                      <a:pt x="8" y="36"/>
                      <a:pt x="5" y="30"/>
                    </a:cubicBezTo>
                    <a:cubicBezTo>
                      <a:pt x="3" y="25"/>
                      <a:pt x="2" y="19"/>
                      <a:pt x="2" y="14"/>
                    </a:cubicBezTo>
                    <a:cubicBezTo>
                      <a:pt x="1" y="12"/>
                      <a:pt x="4" y="10"/>
                      <a:pt x="2" y="8"/>
                    </a:cubicBezTo>
                    <a:cubicBezTo>
                      <a:pt x="1" y="8"/>
                      <a:pt x="0" y="7"/>
                      <a:pt x="1" y="6"/>
                    </a:cubicBezTo>
                    <a:cubicBezTo>
                      <a:pt x="3" y="6"/>
                      <a:pt x="2" y="3"/>
                      <a:pt x="4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12" y="0"/>
                      <a:pt x="16" y="5"/>
                      <a:pt x="20" y="9"/>
                    </a:cubicBezTo>
                    <a:cubicBezTo>
                      <a:pt x="27" y="15"/>
                      <a:pt x="31" y="24"/>
                      <a:pt x="38" y="30"/>
                    </a:cubicBezTo>
                    <a:cubicBezTo>
                      <a:pt x="39" y="31"/>
                      <a:pt x="40" y="33"/>
                      <a:pt x="42" y="33"/>
                    </a:cubicBezTo>
                    <a:cubicBezTo>
                      <a:pt x="47" y="36"/>
                      <a:pt x="54" y="36"/>
                      <a:pt x="58" y="41"/>
                    </a:cubicBezTo>
                    <a:cubicBezTo>
                      <a:pt x="58" y="42"/>
                      <a:pt x="60" y="42"/>
                      <a:pt x="61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3" y="47"/>
                      <a:pt x="65" y="50"/>
                      <a:pt x="69" y="52"/>
                    </a:cubicBezTo>
                    <a:cubicBezTo>
                      <a:pt x="72" y="54"/>
                      <a:pt x="75" y="56"/>
                      <a:pt x="77" y="59"/>
                    </a:cubicBezTo>
                    <a:cubicBezTo>
                      <a:pt x="79" y="62"/>
                      <a:pt x="82" y="63"/>
                      <a:pt x="85" y="65"/>
                    </a:cubicBezTo>
                    <a:cubicBezTo>
                      <a:pt x="88" y="66"/>
                      <a:pt x="89" y="68"/>
                      <a:pt x="91" y="70"/>
                    </a:cubicBezTo>
                    <a:close/>
                  </a:path>
                </a:pathLst>
              </a:custGeom>
              <a:solidFill>
                <a:srgbClr val="89B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8" name="Freeform 840"/>
              <p:cNvSpPr/>
              <p:nvPr/>
            </p:nvSpPr>
            <p:spPr bwMode="auto">
              <a:xfrm>
                <a:off x="716" y="2017"/>
                <a:ext cx="171" cy="109"/>
              </a:xfrm>
              <a:custGeom>
                <a:avLst/>
                <a:gdLst>
                  <a:gd name="T0" fmla="*/ 26 w 72"/>
                  <a:gd name="T1" fmla="*/ 39 h 46"/>
                  <a:gd name="T2" fmla="*/ 14 w 72"/>
                  <a:gd name="T3" fmla="*/ 44 h 46"/>
                  <a:gd name="T4" fmla="*/ 2 w 72"/>
                  <a:gd name="T5" fmla="*/ 44 h 46"/>
                  <a:gd name="T6" fmla="*/ 2 w 72"/>
                  <a:gd name="T7" fmla="*/ 39 h 46"/>
                  <a:gd name="T8" fmla="*/ 17 w 72"/>
                  <a:gd name="T9" fmla="*/ 21 h 46"/>
                  <a:gd name="T10" fmla="*/ 18 w 72"/>
                  <a:gd name="T11" fmla="*/ 19 h 46"/>
                  <a:gd name="T12" fmla="*/ 25 w 72"/>
                  <a:gd name="T13" fmla="*/ 15 h 46"/>
                  <a:gd name="T14" fmla="*/ 35 w 72"/>
                  <a:gd name="T15" fmla="*/ 15 h 46"/>
                  <a:gd name="T16" fmla="*/ 37 w 72"/>
                  <a:gd name="T17" fmla="*/ 16 h 46"/>
                  <a:gd name="T18" fmla="*/ 38 w 72"/>
                  <a:gd name="T19" fmla="*/ 14 h 46"/>
                  <a:gd name="T20" fmla="*/ 39 w 72"/>
                  <a:gd name="T21" fmla="*/ 13 h 46"/>
                  <a:gd name="T22" fmla="*/ 40 w 72"/>
                  <a:gd name="T23" fmla="*/ 11 h 46"/>
                  <a:gd name="T24" fmla="*/ 44 w 72"/>
                  <a:gd name="T25" fmla="*/ 9 h 46"/>
                  <a:gd name="T26" fmla="*/ 44 w 72"/>
                  <a:gd name="T27" fmla="*/ 8 h 46"/>
                  <a:gd name="T28" fmla="*/ 43 w 72"/>
                  <a:gd name="T29" fmla="*/ 2 h 46"/>
                  <a:gd name="T30" fmla="*/ 46 w 72"/>
                  <a:gd name="T31" fmla="*/ 0 h 46"/>
                  <a:gd name="T32" fmla="*/ 46 w 72"/>
                  <a:gd name="T33" fmla="*/ 0 h 46"/>
                  <a:gd name="T34" fmla="*/ 48 w 72"/>
                  <a:gd name="T35" fmla="*/ 2 h 46"/>
                  <a:gd name="T36" fmla="*/ 53 w 72"/>
                  <a:gd name="T37" fmla="*/ 4 h 46"/>
                  <a:gd name="T38" fmla="*/ 53 w 72"/>
                  <a:gd name="T39" fmla="*/ 5 h 46"/>
                  <a:gd name="T40" fmla="*/ 63 w 72"/>
                  <a:gd name="T41" fmla="*/ 8 h 46"/>
                  <a:gd name="T42" fmla="*/ 65 w 72"/>
                  <a:gd name="T43" fmla="*/ 8 h 46"/>
                  <a:gd name="T44" fmla="*/ 72 w 72"/>
                  <a:gd name="T45" fmla="*/ 11 h 46"/>
                  <a:gd name="T46" fmla="*/ 62 w 72"/>
                  <a:gd name="T47" fmla="*/ 18 h 46"/>
                  <a:gd name="T48" fmla="*/ 60 w 72"/>
                  <a:gd name="T49" fmla="*/ 21 h 46"/>
                  <a:gd name="T50" fmla="*/ 63 w 72"/>
                  <a:gd name="T51" fmla="*/ 22 h 46"/>
                  <a:gd name="T52" fmla="*/ 68 w 72"/>
                  <a:gd name="T53" fmla="*/ 23 h 46"/>
                  <a:gd name="T54" fmla="*/ 64 w 72"/>
                  <a:gd name="T55" fmla="*/ 26 h 46"/>
                  <a:gd name="T56" fmla="*/ 55 w 72"/>
                  <a:gd name="T57" fmla="*/ 28 h 46"/>
                  <a:gd name="T58" fmla="*/ 53 w 72"/>
                  <a:gd name="T59" fmla="*/ 30 h 46"/>
                  <a:gd name="T60" fmla="*/ 44 w 72"/>
                  <a:gd name="T61" fmla="*/ 33 h 46"/>
                  <a:gd name="T62" fmla="*/ 26 w 72"/>
                  <a:gd name="T63" fmla="*/ 3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2" h="46">
                    <a:moveTo>
                      <a:pt x="26" y="39"/>
                    </a:moveTo>
                    <a:cubicBezTo>
                      <a:pt x="22" y="41"/>
                      <a:pt x="18" y="43"/>
                      <a:pt x="14" y="44"/>
                    </a:cubicBezTo>
                    <a:cubicBezTo>
                      <a:pt x="10" y="46"/>
                      <a:pt x="6" y="44"/>
                      <a:pt x="2" y="44"/>
                    </a:cubicBezTo>
                    <a:cubicBezTo>
                      <a:pt x="0" y="44"/>
                      <a:pt x="1" y="40"/>
                      <a:pt x="2" y="39"/>
                    </a:cubicBezTo>
                    <a:cubicBezTo>
                      <a:pt x="7" y="33"/>
                      <a:pt x="10" y="25"/>
                      <a:pt x="17" y="21"/>
                    </a:cubicBezTo>
                    <a:cubicBezTo>
                      <a:pt x="18" y="20"/>
                      <a:pt x="18" y="20"/>
                      <a:pt x="18" y="19"/>
                    </a:cubicBezTo>
                    <a:cubicBezTo>
                      <a:pt x="21" y="19"/>
                      <a:pt x="23" y="17"/>
                      <a:pt x="25" y="15"/>
                    </a:cubicBezTo>
                    <a:cubicBezTo>
                      <a:pt x="29" y="12"/>
                      <a:pt x="32" y="14"/>
                      <a:pt x="35" y="15"/>
                    </a:cubicBezTo>
                    <a:cubicBezTo>
                      <a:pt x="36" y="15"/>
                      <a:pt x="35" y="17"/>
                      <a:pt x="37" y="16"/>
                    </a:cubicBezTo>
                    <a:cubicBezTo>
                      <a:pt x="38" y="16"/>
                      <a:pt x="38" y="15"/>
                      <a:pt x="38" y="14"/>
                    </a:cubicBezTo>
                    <a:cubicBezTo>
                      <a:pt x="36" y="12"/>
                      <a:pt x="36" y="11"/>
                      <a:pt x="39" y="13"/>
                    </a:cubicBezTo>
                    <a:cubicBezTo>
                      <a:pt x="40" y="13"/>
                      <a:pt x="40" y="12"/>
                      <a:pt x="40" y="11"/>
                    </a:cubicBezTo>
                    <a:cubicBezTo>
                      <a:pt x="41" y="9"/>
                      <a:pt x="41" y="7"/>
                      <a:pt x="44" y="9"/>
                    </a:cubicBezTo>
                    <a:cubicBezTo>
                      <a:pt x="44" y="10"/>
                      <a:pt x="44" y="8"/>
                      <a:pt x="44" y="8"/>
                    </a:cubicBezTo>
                    <a:cubicBezTo>
                      <a:pt x="40" y="6"/>
                      <a:pt x="43" y="4"/>
                      <a:pt x="43" y="2"/>
                    </a:cubicBezTo>
                    <a:cubicBezTo>
                      <a:pt x="44" y="1"/>
                      <a:pt x="45" y="0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7" y="1"/>
                      <a:pt x="46" y="3"/>
                      <a:pt x="48" y="2"/>
                    </a:cubicBezTo>
                    <a:cubicBezTo>
                      <a:pt x="50" y="1"/>
                      <a:pt x="52" y="0"/>
                      <a:pt x="53" y="4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8" y="5"/>
                      <a:pt x="58" y="5"/>
                      <a:pt x="63" y="8"/>
                    </a:cubicBezTo>
                    <a:cubicBezTo>
                      <a:pt x="63" y="8"/>
                      <a:pt x="64" y="8"/>
                      <a:pt x="65" y="8"/>
                    </a:cubicBezTo>
                    <a:cubicBezTo>
                      <a:pt x="69" y="5"/>
                      <a:pt x="71" y="8"/>
                      <a:pt x="72" y="11"/>
                    </a:cubicBezTo>
                    <a:cubicBezTo>
                      <a:pt x="69" y="14"/>
                      <a:pt x="67" y="18"/>
                      <a:pt x="62" y="18"/>
                    </a:cubicBezTo>
                    <a:cubicBezTo>
                      <a:pt x="60" y="18"/>
                      <a:pt x="60" y="19"/>
                      <a:pt x="60" y="21"/>
                    </a:cubicBezTo>
                    <a:cubicBezTo>
                      <a:pt x="61" y="22"/>
                      <a:pt x="61" y="23"/>
                      <a:pt x="63" y="22"/>
                    </a:cubicBezTo>
                    <a:cubicBezTo>
                      <a:pt x="64" y="21"/>
                      <a:pt x="66" y="22"/>
                      <a:pt x="68" y="23"/>
                    </a:cubicBezTo>
                    <a:cubicBezTo>
                      <a:pt x="68" y="26"/>
                      <a:pt x="66" y="26"/>
                      <a:pt x="64" y="26"/>
                    </a:cubicBezTo>
                    <a:cubicBezTo>
                      <a:pt x="61" y="27"/>
                      <a:pt x="58" y="27"/>
                      <a:pt x="55" y="28"/>
                    </a:cubicBezTo>
                    <a:cubicBezTo>
                      <a:pt x="55" y="29"/>
                      <a:pt x="54" y="30"/>
                      <a:pt x="53" y="30"/>
                    </a:cubicBezTo>
                    <a:cubicBezTo>
                      <a:pt x="51" y="33"/>
                      <a:pt x="47" y="30"/>
                      <a:pt x="44" y="33"/>
                    </a:cubicBezTo>
                    <a:cubicBezTo>
                      <a:pt x="39" y="36"/>
                      <a:pt x="33" y="39"/>
                      <a:pt x="26" y="39"/>
                    </a:cubicBezTo>
                    <a:close/>
                  </a:path>
                </a:pathLst>
              </a:custGeom>
              <a:solidFill>
                <a:srgbClr val="A8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89" name="Freeform 841"/>
              <p:cNvSpPr/>
              <p:nvPr/>
            </p:nvSpPr>
            <p:spPr bwMode="auto">
              <a:xfrm>
                <a:off x="673" y="2183"/>
                <a:ext cx="78" cy="195"/>
              </a:xfrm>
              <a:custGeom>
                <a:avLst/>
                <a:gdLst>
                  <a:gd name="T0" fmla="*/ 9 w 33"/>
                  <a:gd name="T1" fmla="*/ 5 h 82"/>
                  <a:gd name="T2" fmla="*/ 10 w 33"/>
                  <a:gd name="T3" fmla="*/ 5 h 82"/>
                  <a:gd name="T4" fmla="*/ 11 w 33"/>
                  <a:gd name="T5" fmla="*/ 9 h 82"/>
                  <a:gd name="T6" fmla="*/ 18 w 33"/>
                  <a:gd name="T7" fmla="*/ 30 h 82"/>
                  <a:gd name="T8" fmla="*/ 29 w 33"/>
                  <a:gd name="T9" fmla="*/ 62 h 82"/>
                  <a:gd name="T10" fmla="*/ 33 w 33"/>
                  <a:gd name="T11" fmla="*/ 81 h 82"/>
                  <a:gd name="T12" fmla="*/ 29 w 33"/>
                  <a:gd name="T13" fmla="*/ 80 h 82"/>
                  <a:gd name="T14" fmla="*/ 13 w 33"/>
                  <a:gd name="T15" fmla="*/ 57 h 82"/>
                  <a:gd name="T16" fmla="*/ 6 w 33"/>
                  <a:gd name="T17" fmla="*/ 39 h 82"/>
                  <a:gd name="T18" fmla="*/ 4 w 33"/>
                  <a:gd name="T19" fmla="*/ 28 h 82"/>
                  <a:gd name="T20" fmla="*/ 3 w 33"/>
                  <a:gd name="T21" fmla="*/ 20 h 82"/>
                  <a:gd name="T22" fmla="*/ 3 w 33"/>
                  <a:gd name="T23" fmla="*/ 20 h 82"/>
                  <a:gd name="T24" fmla="*/ 1 w 33"/>
                  <a:gd name="T25" fmla="*/ 10 h 82"/>
                  <a:gd name="T26" fmla="*/ 5 w 33"/>
                  <a:gd name="T27" fmla="*/ 6 h 82"/>
                  <a:gd name="T28" fmla="*/ 6 w 33"/>
                  <a:gd name="T29" fmla="*/ 4 h 82"/>
                  <a:gd name="T30" fmla="*/ 9 w 33"/>
                  <a:gd name="T31" fmla="*/ 5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82">
                    <a:moveTo>
                      <a:pt x="9" y="5"/>
                    </a:moveTo>
                    <a:cubicBezTo>
                      <a:pt x="10" y="5"/>
                      <a:pt x="10" y="5"/>
                      <a:pt x="10" y="5"/>
                    </a:cubicBezTo>
                    <a:cubicBezTo>
                      <a:pt x="11" y="6"/>
                      <a:pt x="10" y="8"/>
                      <a:pt x="11" y="9"/>
                    </a:cubicBezTo>
                    <a:cubicBezTo>
                      <a:pt x="15" y="15"/>
                      <a:pt x="16" y="23"/>
                      <a:pt x="18" y="30"/>
                    </a:cubicBezTo>
                    <a:cubicBezTo>
                      <a:pt x="21" y="41"/>
                      <a:pt x="25" y="51"/>
                      <a:pt x="29" y="62"/>
                    </a:cubicBezTo>
                    <a:cubicBezTo>
                      <a:pt x="32" y="68"/>
                      <a:pt x="32" y="74"/>
                      <a:pt x="33" y="81"/>
                    </a:cubicBezTo>
                    <a:cubicBezTo>
                      <a:pt x="31" y="82"/>
                      <a:pt x="30" y="81"/>
                      <a:pt x="29" y="80"/>
                    </a:cubicBezTo>
                    <a:cubicBezTo>
                      <a:pt x="22" y="74"/>
                      <a:pt x="17" y="66"/>
                      <a:pt x="13" y="57"/>
                    </a:cubicBezTo>
                    <a:cubicBezTo>
                      <a:pt x="10" y="51"/>
                      <a:pt x="8" y="45"/>
                      <a:pt x="6" y="39"/>
                    </a:cubicBezTo>
                    <a:cubicBezTo>
                      <a:pt x="4" y="35"/>
                      <a:pt x="4" y="31"/>
                      <a:pt x="4" y="28"/>
                    </a:cubicBezTo>
                    <a:cubicBezTo>
                      <a:pt x="4" y="25"/>
                      <a:pt x="2" y="23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8"/>
                      <a:pt x="0" y="5"/>
                      <a:pt x="5" y="6"/>
                    </a:cubicBezTo>
                    <a:cubicBezTo>
                      <a:pt x="5" y="6"/>
                      <a:pt x="6" y="5"/>
                      <a:pt x="6" y="4"/>
                    </a:cubicBezTo>
                    <a:cubicBezTo>
                      <a:pt x="8" y="0"/>
                      <a:pt x="9" y="4"/>
                      <a:pt x="9" y="5"/>
                    </a:cubicBezTo>
                    <a:close/>
                  </a:path>
                </a:pathLst>
              </a:custGeom>
              <a:solidFill>
                <a:srgbClr val="92B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0" name="Freeform 842"/>
              <p:cNvSpPr/>
              <p:nvPr/>
            </p:nvSpPr>
            <p:spPr bwMode="auto">
              <a:xfrm>
                <a:off x="756" y="2333"/>
                <a:ext cx="95" cy="135"/>
              </a:xfrm>
              <a:custGeom>
                <a:avLst/>
                <a:gdLst>
                  <a:gd name="T0" fmla="*/ 26 w 40"/>
                  <a:gd name="T1" fmla="*/ 4 h 57"/>
                  <a:gd name="T2" fmla="*/ 29 w 40"/>
                  <a:gd name="T3" fmla="*/ 19 h 57"/>
                  <a:gd name="T4" fmla="*/ 31 w 40"/>
                  <a:gd name="T5" fmla="*/ 24 h 57"/>
                  <a:gd name="T6" fmla="*/ 36 w 40"/>
                  <a:gd name="T7" fmla="*/ 40 h 57"/>
                  <a:gd name="T8" fmla="*/ 39 w 40"/>
                  <a:gd name="T9" fmla="*/ 56 h 57"/>
                  <a:gd name="T10" fmla="*/ 37 w 40"/>
                  <a:gd name="T11" fmla="*/ 56 h 57"/>
                  <a:gd name="T12" fmla="*/ 34 w 40"/>
                  <a:gd name="T13" fmla="*/ 53 h 57"/>
                  <a:gd name="T14" fmla="*/ 28 w 40"/>
                  <a:gd name="T15" fmla="*/ 45 h 57"/>
                  <a:gd name="T16" fmla="*/ 27 w 40"/>
                  <a:gd name="T17" fmla="*/ 44 h 57"/>
                  <a:gd name="T18" fmla="*/ 23 w 40"/>
                  <a:gd name="T19" fmla="*/ 43 h 57"/>
                  <a:gd name="T20" fmla="*/ 22 w 40"/>
                  <a:gd name="T21" fmla="*/ 42 h 57"/>
                  <a:gd name="T22" fmla="*/ 21 w 40"/>
                  <a:gd name="T23" fmla="*/ 40 h 57"/>
                  <a:gd name="T24" fmla="*/ 18 w 40"/>
                  <a:gd name="T25" fmla="*/ 39 h 57"/>
                  <a:gd name="T26" fmla="*/ 18 w 40"/>
                  <a:gd name="T27" fmla="*/ 41 h 57"/>
                  <a:gd name="T28" fmla="*/ 20 w 40"/>
                  <a:gd name="T29" fmla="*/ 49 h 57"/>
                  <a:gd name="T30" fmla="*/ 20 w 40"/>
                  <a:gd name="T31" fmla="*/ 53 h 57"/>
                  <a:gd name="T32" fmla="*/ 14 w 40"/>
                  <a:gd name="T33" fmla="*/ 44 h 57"/>
                  <a:gd name="T34" fmla="*/ 10 w 40"/>
                  <a:gd name="T35" fmla="*/ 32 h 57"/>
                  <a:gd name="T36" fmla="*/ 8 w 40"/>
                  <a:gd name="T37" fmla="*/ 27 h 57"/>
                  <a:gd name="T38" fmla="*/ 9 w 40"/>
                  <a:gd name="T39" fmla="*/ 23 h 57"/>
                  <a:gd name="T40" fmla="*/ 8 w 40"/>
                  <a:gd name="T41" fmla="*/ 16 h 57"/>
                  <a:gd name="T42" fmla="*/ 5 w 40"/>
                  <a:gd name="T43" fmla="*/ 15 h 57"/>
                  <a:gd name="T44" fmla="*/ 5 w 40"/>
                  <a:gd name="T45" fmla="*/ 10 h 57"/>
                  <a:gd name="T46" fmla="*/ 2 w 40"/>
                  <a:gd name="T47" fmla="*/ 7 h 57"/>
                  <a:gd name="T48" fmla="*/ 1 w 40"/>
                  <a:gd name="T49" fmla="*/ 1 h 57"/>
                  <a:gd name="T50" fmla="*/ 2 w 40"/>
                  <a:gd name="T51" fmla="*/ 0 h 57"/>
                  <a:gd name="T52" fmla="*/ 26 w 40"/>
                  <a:gd name="T53" fmla="*/ 4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" h="57">
                    <a:moveTo>
                      <a:pt x="26" y="4"/>
                    </a:moveTo>
                    <a:cubicBezTo>
                      <a:pt x="27" y="9"/>
                      <a:pt x="28" y="14"/>
                      <a:pt x="29" y="19"/>
                    </a:cubicBezTo>
                    <a:cubicBezTo>
                      <a:pt x="29" y="21"/>
                      <a:pt x="30" y="22"/>
                      <a:pt x="31" y="24"/>
                    </a:cubicBezTo>
                    <a:cubicBezTo>
                      <a:pt x="34" y="29"/>
                      <a:pt x="35" y="34"/>
                      <a:pt x="36" y="40"/>
                    </a:cubicBezTo>
                    <a:cubicBezTo>
                      <a:pt x="37" y="45"/>
                      <a:pt x="40" y="50"/>
                      <a:pt x="39" y="56"/>
                    </a:cubicBezTo>
                    <a:cubicBezTo>
                      <a:pt x="39" y="57"/>
                      <a:pt x="38" y="57"/>
                      <a:pt x="37" y="56"/>
                    </a:cubicBezTo>
                    <a:cubicBezTo>
                      <a:pt x="36" y="55"/>
                      <a:pt x="35" y="54"/>
                      <a:pt x="34" y="53"/>
                    </a:cubicBezTo>
                    <a:cubicBezTo>
                      <a:pt x="31" y="51"/>
                      <a:pt x="30" y="48"/>
                      <a:pt x="28" y="45"/>
                    </a:cubicBezTo>
                    <a:cubicBezTo>
                      <a:pt x="27" y="45"/>
                      <a:pt x="27" y="44"/>
                      <a:pt x="27" y="44"/>
                    </a:cubicBezTo>
                    <a:cubicBezTo>
                      <a:pt x="25" y="44"/>
                      <a:pt x="24" y="44"/>
                      <a:pt x="23" y="43"/>
                    </a:cubicBezTo>
                    <a:cubicBezTo>
                      <a:pt x="22" y="43"/>
                      <a:pt x="22" y="43"/>
                      <a:pt x="22" y="42"/>
                    </a:cubicBezTo>
                    <a:cubicBezTo>
                      <a:pt x="21" y="42"/>
                      <a:pt x="21" y="41"/>
                      <a:pt x="21" y="40"/>
                    </a:cubicBezTo>
                    <a:cubicBezTo>
                      <a:pt x="20" y="39"/>
                      <a:pt x="19" y="38"/>
                      <a:pt x="18" y="39"/>
                    </a:cubicBezTo>
                    <a:cubicBezTo>
                      <a:pt x="17" y="39"/>
                      <a:pt x="18" y="41"/>
                      <a:pt x="18" y="41"/>
                    </a:cubicBezTo>
                    <a:cubicBezTo>
                      <a:pt x="19" y="44"/>
                      <a:pt x="19" y="46"/>
                      <a:pt x="20" y="49"/>
                    </a:cubicBezTo>
                    <a:cubicBezTo>
                      <a:pt x="21" y="50"/>
                      <a:pt x="22" y="52"/>
                      <a:pt x="20" y="53"/>
                    </a:cubicBezTo>
                    <a:cubicBezTo>
                      <a:pt x="17" y="51"/>
                      <a:pt x="17" y="47"/>
                      <a:pt x="14" y="44"/>
                    </a:cubicBezTo>
                    <a:cubicBezTo>
                      <a:pt x="12" y="40"/>
                      <a:pt x="12" y="36"/>
                      <a:pt x="10" y="32"/>
                    </a:cubicBezTo>
                    <a:cubicBezTo>
                      <a:pt x="10" y="31"/>
                      <a:pt x="9" y="29"/>
                      <a:pt x="8" y="27"/>
                    </a:cubicBezTo>
                    <a:cubicBezTo>
                      <a:pt x="8" y="26"/>
                      <a:pt x="7" y="25"/>
                      <a:pt x="9" y="23"/>
                    </a:cubicBezTo>
                    <a:cubicBezTo>
                      <a:pt x="12" y="20"/>
                      <a:pt x="10" y="18"/>
                      <a:pt x="8" y="16"/>
                    </a:cubicBezTo>
                    <a:cubicBezTo>
                      <a:pt x="7" y="16"/>
                      <a:pt x="6" y="15"/>
                      <a:pt x="5" y="15"/>
                    </a:cubicBezTo>
                    <a:cubicBezTo>
                      <a:pt x="3" y="13"/>
                      <a:pt x="4" y="11"/>
                      <a:pt x="5" y="10"/>
                    </a:cubicBezTo>
                    <a:cubicBezTo>
                      <a:pt x="6" y="7"/>
                      <a:pt x="3" y="8"/>
                      <a:pt x="2" y="7"/>
                    </a:cubicBezTo>
                    <a:cubicBezTo>
                      <a:pt x="1" y="5"/>
                      <a:pt x="0" y="3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10" y="3"/>
                      <a:pt x="18" y="4"/>
                      <a:pt x="26" y="4"/>
                    </a:cubicBezTo>
                    <a:close/>
                  </a:path>
                </a:pathLst>
              </a:custGeom>
              <a:solidFill>
                <a:srgbClr val="FEE9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1" name="Freeform 843"/>
              <p:cNvSpPr/>
              <p:nvPr/>
            </p:nvSpPr>
            <p:spPr bwMode="auto">
              <a:xfrm>
                <a:off x="706" y="2423"/>
                <a:ext cx="117" cy="102"/>
              </a:xfrm>
              <a:custGeom>
                <a:avLst/>
                <a:gdLst>
                  <a:gd name="T0" fmla="*/ 17 w 49"/>
                  <a:gd name="T1" fmla="*/ 3 h 43"/>
                  <a:gd name="T2" fmla="*/ 23 w 49"/>
                  <a:gd name="T3" fmla="*/ 5 h 43"/>
                  <a:gd name="T4" fmla="*/ 34 w 49"/>
                  <a:gd name="T5" fmla="*/ 13 h 43"/>
                  <a:gd name="T6" fmla="*/ 41 w 49"/>
                  <a:gd name="T7" fmla="*/ 19 h 43"/>
                  <a:gd name="T8" fmla="*/ 44 w 49"/>
                  <a:gd name="T9" fmla="*/ 20 h 43"/>
                  <a:gd name="T10" fmla="*/ 45 w 49"/>
                  <a:gd name="T11" fmla="*/ 21 h 43"/>
                  <a:gd name="T12" fmla="*/ 49 w 49"/>
                  <a:gd name="T13" fmla="*/ 24 h 43"/>
                  <a:gd name="T14" fmla="*/ 49 w 49"/>
                  <a:gd name="T15" fmla="*/ 25 h 43"/>
                  <a:gd name="T16" fmla="*/ 48 w 49"/>
                  <a:gd name="T17" fmla="*/ 27 h 43"/>
                  <a:gd name="T18" fmla="*/ 43 w 49"/>
                  <a:gd name="T19" fmla="*/ 27 h 43"/>
                  <a:gd name="T20" fmla="*/ 45 w 49"/>
                  <a:gd name="T21" fmla="*/ 34 h 43"/>
                  <a:gd name="T22" fmla="*/ 45 w 49"/>
                  <a:gd name="T23" fmla="*/ 36 h 43"/>
                  <a:gd name="T24" fmla="*/ 41 w 49"/>
                  <a:gd name="T25" fmla="*/ 36 h 43"/>
                  <a:gd name="T26" fmla="*/ 39 w 49"/>
                  <a:gd name="T27" fmla="*/ 38 h 43"/>
                  <a:gd name="T28" fmla="*/ 37 w 49"/>
                  <a:gd name="T29" fmla="*/ 43 h 43"/>
                  <a:gd name="T30" fmla="*/ 32 w 49"/>
                  <a:gd name="T31" fmla="*/ 38 h 43"/>
                  <a:gd name="T32" fmla="*/ 23 w 49"/>
                  <a:gd name="T33" fmla="*/ 33 h 43"/>
                  <a:gd name="T34" fmla="*/ 16 w 49"/>
                  <a:gd name="T35" fmla="*/ 25 h 43"/>
                  <a:gd name="T36" fmla="*/ 15 w 49"/>
                  <a:gd name="T37" fmla="*/ 24 h 43"/>
                  <a:gd name="T38" fmla="*/ 17 w 49"/>
                  <a:gd name="T39" fmla="*/ 19 h 43"/>
                  <a:gd name="T40" fmla="*/ 14 w 49"/>
                  <a:gd name="T41" fmla="*/ 14 h 43"/>
                  <a:gd name="T42" fmla="*/ 13 w 49"/>
                  <a:gd name="T43" fmla="*/ 13 h 43"/>
                  <a:gd name="T44" fmla="*/ 13 w 49"/>
                  <a:gd name="T45" fmla="*/ 13 h 43"/>
                  <a:gd name="T46" fmla="*/ 13 w 49"/>
                  <a:gd name="T47" fmla="*/ 13 h 43"/>
                  <a:gd name="T48" fmla="*/ 6 w 49"/>
                  <a:gd name="T49" fmla="*/ 19 h 43"/>
                  <a:gd name="T50" fmla="*/ 4 w 49"/>
                  <a:gd name="T51" fmla="*/ 17 h 43"/>
                  <a:gd name="T52" fmla="*/ 1 w 49"/>
                  <a:gd name="T53" fmla="*/ 12 h 43"/>
                  <a:gd name="T54" fmla="*/ 0 w 49"/>
                  <a:gd name="T55" fmla="*/ 9 h 43"/>
                  <a:gd name="T56" fmla="*/ 3 w 49"/>
                  <a:gd name="T57" fmla="*/ 4 h 43"/>
                  <a:gd name="T58" fmla="*/ 10 w 49"/>
                  <a:gd name="T59" fmla="*/ 0 h 43"/>
                  <a:gd name="T60" fmla="*/ 10 w 49"/>
                  <a:gd name="T61" fmla="*/ 0 h 43"/>
                  <a:gd name="T62" fmla="*/ 17 w 49"/>
                  <a:gd name="T63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9" h="43">
                    <a:moveTo>
                      <a:pt x="17" y="3"/>
                    </a:moveTo>
                    <a:cubicBezTo>
                      <a:pt x="19" y="3"/>
                      <a:pt x="21" y="4"/>
                      <a:pt x="23" y="5"/>
                    </a:cubicBezTo>
                    <a:cubicBezTo>
                      <a:pt x="27" y="7"/>
                      <a:pt x="29" y="12"/>
                      <a:pt x="34" y="13"/>
                    </a:cubicBezTo>
                    <a:cubicBezTo>
                      <a:pt x="36" y="15"/>
                      <a:pt x="39" y="17"/>
                      <a:pt x="41" y="19"/>
                    </a:cubicBezTo>
                    <a:cubicBezTo>
                      <a:pt x="43" y="18"/>
                      <a:pt x="43" y="19"/>
                      <a:pt x="44" y="20"/>
                    </a:cubicBezTo>
                    <a:cubicBezTo>
                      <a:pt x="45" y="20"/>
                      <a:pt x="45" y="21"/>
                      <a:pt x="45" y="21"/>
                    </a:cubicBezTo>
                    <a:cubicBezTo>
                      <a:pt x="46" y="22"/>
                      <a:pt x="48" y="23"/>
                      <a:pt x="49" y="24"/>
                    </a:cubicBezTo>
                    <a:cubicBezTo>
                      <a:pt x="49" y="24"/>
                      <a:pt x="49" y="25"/>
                      <a:pt x="49" y="25"/>
                    </a:cubicBezTo>
                    <a:cubicBezTo>
                      <a:pt x="49" y="26"/>
                      <a:pt x="49" y="26"/>
                      <a:pt x="48" y="27"/>
                    </a:cubicBezTo>
                    <a:cubicBezTo>
                      <a:pt x="47" y="28"/>
                      <a:pt x="45" y="27"/>
                      <a:pt x="43" y="27"/>
                    </a:cubicBezTo>
                    <a:cubicBezTo>
                      <a:pt x="44" y="29"/>
                      <a:pt x="45" y="31"/>
                      <a:pt x="45" y="34"/>
                    </a:cubicBezTo>
                    <a:cubicBezTo>
                      <a:pt x="45" y="34"/>
                      <a:pt x="45" y="35"/>
                      <a:pt x="45" y="36"/>
                    </a:cubicBezTo>
                    <a:cubicBezTo>
                      <a:pt x="43" y="37"/>
                      <a:pt x="42" y="36"/>
                      <a:pt x="41" y="36"/>
                    </a:cubicBezTo>
                    <a:cubicBezTo>
                      <a:pt x="38" y="34"/>
                      <a:pt x="38" y="36"/>
                      <a:pt x="39" y="38"/>
                    </a:cubicBezTo>
                    <a:cubicBezTo>
                      <a:pt x="39" y="40"/>
                      <a:pt x="40" y="42"/>
                      <a:pt x="37" y="43"/>
                    </a:cubicBezTo>
                    <a:cubicBezTo>
                      <a:pt x="34" y="42"/>
                      <a:pt x="34" y="39"/>
                      <a:pt x="32" y="38"/>
                    </a:cubicBezTo>
                    <a:cubicBezTo>
                      <a:pt x="28" y="37"/>
                      <a:pt x="27" y="33"/>
                      <a:pt x="23" y="33"/>
                    </a:cubicBezTo>
                    <a:cubicBezTo>
                      <a:pt x="20" y="32"/>
                      <a:pt x="18" y="28"/>
                      <a:pt x="16" y="25"/>
                    </a:cubicBezTo>
                    <a:cubicBezTo>
                      <a:pt x="16" y="25"/>
                      <a:pt x="15" y="24"/>
                      <a:pt x="15" y="24"/>
                    </a:cubicBezTo>
                    <a:cubicBezTo>
                      <a:pt x="14" y="22"/>
                      <a:pt x="15" y="20"/>
                      <a:pt x="17" y="19"/>
                    </a:cubicBezTo>
                    <a:cubicBezTo>
                      <a:pt x="15" y="19"/>
                      <a:pt x="11" y="19"/>
                      <a:pt x="14" y="14"/>
                    </a:cubicBezTo>
                    <a:cubicBezTo>
                      <a:pt x="14" y="14"/>
                      <a:pt x="14" y="13"/>
                      <a:pt x="13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0" y="15"/>
                      <a:pt x="10" y="19"/>
                      <a:pt x="6" y="19"/>
                    </a:cubicBezTo>
                    <a:cubicBezTo>
                      <a:pt x="5" y="18"/>
                      <a:pt x="5" y="18"/>
                      <a:pt x="4" y="17"/>
                    </a:cubicBezTo>
                    <a:cubicBezTo>
                      <a:pt x="4" y="15"/>
                      <a:pt x="4" y="13"/>
                      <a:pt x="1" y="12"/>
                    </a:cubicBezTo>
                    <a:cubicBezTo>
                      <a:pt x="0" y="11"/>
                      <a:pt x="0" y="10"/>
                      <a:pt x="0" y="9"/>
                    </a:cubicBezTo>
                    <a:cubicBezTo>
                      <a:pt x="1" y="8"/>
                      <a:pt x="3" y="7"/>
                      <a:pt x="3" y="4"/>
                    </a:cubicBezTo>
                    <a:cubicBezTo>
                      <a:pt x="3" y="1"/>
                      <a:pt x="6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3" y="0"/>
                      <a:pt x="14" y="3"/>
                      <a:pt x="17" y="3"/>
                    </a:cubicBezTo>
                    <a:close/>
                  </a:path>
                </a:pathLst>
              </a:custGeom>
              <a:solidFill>
                <a:srgbClr val="FE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2" name="Freeform 844"/>
              <p:cNvSpPr/>
              <p:nvPr/>
            </p:nvSpPr>
            <p:spPr bwMode="auto">
              <a:xfrm>
                <a:off x="749" y="2257"/>
                <a:ext cx="74" cy="90"/>
              </a:xfrm>
              <a:custGeom>
                <a:avLst/>
                <a:gdLst>
                  <a:gd name="T0" fmla="*/ 29 w 31"/>
                  <a:gd name="T1" fmla="*/ 36 h 38"/>
                  <a:gd name="T2" fmla="*/ 4 w 31"/>
                  <a:gd name="T3" fmla="*/ 32 h 38"/>
                  <a:gd name="T4" fmla="*/ 3 w 31"/>
                  <a:gd name="T5" fmla="*/ 33 h 38"/>
                  <a:gd name="T6" fmla="*/ 2 w 31"/>
                  <a:gd name="T7" fmla="*/ 31 h 38"/>
                  <a:gd name="T8" fmla="*/ 3 w 31"/>
                  <a:gd name="T9" fmla="*/ 15 h 38"/>
                  <a:gd name="T10" fmla="*/ 2 w 31"/>
                  <a:gd name="T11" fmla="*/ 9 h 38"/>
                  <a:gd name="T12" fmla="*/ 2 w 31"/>
                  <a:gd name="T13" fmla="*/ 3 h 38"/>
                  <a:gd name="T14" fmla="*/ 3 w 31"/>
                  <a:gd name="T15" fmla="*/ 2 h 38"/>
                  <a:gd name="T16" fmla="*/ 9 w 31"/>
                  <a:gd name="T17" fmla="*/ 2 h 38"/>
                  <a:gd name="T18" fmla="*/ 14 w 31"/>
                  <a:gd name="T19" fmla="*/ 5 h 38"/>
                  <a:gd name="T20" fmla="*/ 18 w 31"/>
                  <a:gd name="T21" fmla="*/ 9 h 38"/>
                  <a:gd name="T22" fmla="*/ 27 w 31"/>
                  <a:gd name="T23" fmla="*/ 17 h 38"/>
                  <a:gd name="T24" fmla="*/ 27 w 31"/>
                  <a:gd name="T25" fmla="*/ 19 h 38"/>
                  <a:gd name="T26" fmla="*/ 19 w 31"/>
                  <a:gd name="T27" fmla="*/ 16 h 38"/>
                  <a:gd name="T28" fmla="*/ 25 w 31"/>
                  <a:gd name="T29" fmla="*/ 24 h 38"/>
                  <a:gd name="T30" fmla="*/ 28 w 31"/>
                  <a:gd name="T31" fmla="*/ 23 h 38"/>
                  <a:gd name="T32" fmla="*/ 31 w 31"/>
                  <a:gd name="T33" fmla="*/ 25 h 38"/>
                  <a:gd name="T34" fmla="*/ 31 w 31"/>
                  <a:gd name="T35" fmla="*/ 28 h 38"/>
                  <a:gd name="T36" fmla="*/ 29 w 31"/>
                  <a:gd name="T37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1" h="38">
                    <a:moveTo>
                      <a:pt x="29" y="36"/>
                    </a:moveTo>
                    <a:cubicBezTo>
                      <a:pt x="20" y="38"/>
                      <a:pt x="12" y="37"/>
                      <a:pt x="4" y="32"/>
                    </a:cubicBezTo>
                    <a:cubicBezTo>
                      <a:pt x="4" y="33"/>
                      <a:pt x="3" y="33"/>
                      <a:pt x="3" y="33"/>
                    </a:cubicBezTo>
                    <a:cubicBezTo>
                      <a:pt x="2" y="33"/>
                      <a:pt x="2" y="32"/>
                      <a:pt x="2" y="31"/>
                    </a:cubicBezTo>
                    <a:cubicBezTo>
                      <a:pt x="1" y="26"/>
                      <a:pt x="1" y="20"/>
                      <a:pt x="3" y="15"/>
                    </a:cubicBezTo>
                    <a:cubicBezTo>
                      <a:pt x="4" y="12"/>
                      <a:pt x="3" y="11"/>
                      <a:pt x="2" y="9"/>
                    </a:cubicBezTo>
                    <a:cubicBezTo>
                      <a:pt x="1" y="7"/>
                      <a:pt x="0" y="5"/>
                      <a:pt x="2" y="3"/>
                    </a:cubicBezTo>
                    <a:cubicBezTo>
                      <a:pt x="2" y="2"/>
                      <a:pt x="2" y="2"/>
                      <a:pt x="3" y="2"/>
                    </a:cubicBezTo>
                    <a:cubicBezTo>
                      <a:pt x="5" y="0"/>
                      <a:pt x="7" y="1"/>
                      <a:pt x="9" y="2"/>
                    </a:cubicBezTo>
                    <a:cubicBezTo>
                      <a:pt x="11" y="2"/>
                      <a:pt x="13" y="3"/>
                      <a:pt x="14" y="5"/>
                    </a:cubicBezTo>
                    <a:cubicBezTo>
                      <a:pt x="14" y="7"/>
                      <a:pt x="16" y="8"/>
                      <a:pt x="18" y="9"/>
                    </a:cubicBezTo>
                    <a:cubicBezTo>
                      <a:pt x="20" y="12"/>
                      <a:pt x="22" y="16"/>
                      <a:pt x="27" y="17"/>
                    </a:cubicBezTo>
                    <a:cubicBezTo>
                      <a:pt x="27" y="18"/>
                      <a:pt x="27" y="18"/>
                      <a:pt x="27" y="19"/>
                    </a:cubicBezTo>
                    <a:cubicBezTo>
                      <a:pt x="23" y="20"/>
                      <a:pt x="21" y="19"/>
                      <a:pt x="19" y="16"/>
                    </a:cubicBezTo>
                    <a:cubicBezTo>
                      <a:pt x="18" y="20"/>
                      <a:pt x="23" y="21"/>
                      <a:pt x="25" y="24"/>
                    </a:cubicBezTo>
                    <a:cubicBezTo>
                      <a:pt x="27" y="25"/>
                      <a:pt x="27" y="23"/>
                      <a:pt x="28" y="23"/>
                    </a:cubicBezTo>
                    <a:cubicBezTo>
                      <a:pt x="30" y="23"/>
                      <a:pt x="31" y="23"/>
                      <a:pt x="31" y="25"/>
                    </a:cubicBezTo>
                    <a:cubicBezTo>
                      <a:pt x="31" y="26"/>
                      <a:pt x="31" y="27"/>
                      <a:pt x="31" y="28"/>
                    </a:cubicBezTo>
                    <a:cubicBezTo>
                      <a:pt x="30" y="31"/>
                      <a:pt x="30" y="34"/>
                      <a:pt x="29" y="36"/>
                    </a:cubicBezTo>
                    <a:close/>
                  </a:path>
                </a:pathLst>
              </a:custGeom>
              <a:solidFill>
                <a:srgbClr val="FED8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3" name="Freeform 845"/>
              <p:cNvSpPr/>
              <p:nvPr/>
            </p:nvSpPr>
            <p:spPr bwMode="auto">
              <a:xfrm>
                <a:off x="825" y="2350"/>
                <a:ext cx="81" cy="187"/>
              </a:xfrm>
              <a:custGeom>
                <a:avLst/>
                <a:gdLst>
                  <a:gd name="T0" fmla="*/ 10 w 34"/>
                  <a:gd name="T1" fmla="*/ 50 h 79"/>
                  <a:gd name="T2" fmla="*/ 5 w 34"/>
                  <a:gd name="T3" fmla="*/ 30 h 79"/>
                  <a:gd name="T4" fmla="*/ 2 w 34"/>
                  <a:gd name="T5" fmla="*/ 17 h 79"/>
                  <a:gd name="T6" fmla="*/ 2 w 34"/>
                  <a:gd name="T7" fmla="*/ 15 h 79"/>
                  <a:gd name="T8" fmla="*/ 0 w 34"/>
                  <a:gd name="T9" fmla="*/ 10 h 79"/>
                  <a:gd name="T10" fmla="*/ 3 w 34"/>
                  <a:gd name="T11" fmla="*/ 9 h 79"/>
                  <a:gd name="T12" fmla="*/ 6 w 34"/>
                  <a:gd name="T13" fmla="*/ 8 h 79"/>
                  <a:gd name="T14" fmla="*/ 3 w 34"/>
                  <a:gd name="T15" fmla="*/ 7 h 79"/>
                  <a:gd name="T16" fmla="*/ 0 w 34"/>
                  <a:gd name="T17" fmla="*/ 5 h 79"/>
                  <a:gd name="T18" fmla="*/ 3 w 34"/>
                  <a:gd name="T19" fmla="*/ 1 h 79"/>
                  <a:gd name="T20" fmla="*/ 7 w 34"/>
                  <a:gd name="T21" fmla="*/ 3 h 79"/>
                  <a:gd name="T22" fmla="*/ 9 w 34"/>
                  <a:gd name="T23" fmla="*/ 6 h 79"/>
                  <a:gd name="T24" fmla="*/ 8 w 34"/>
                  <a:gd name="T25" fmla="*/ 10 h 79"/>
                  <a:gd name="T26" fmla="*/ 10 w 34"/>
                  <a:gd name="T27" fmla="*/ 12 h 79"/>
                  <a:gd name="T28" fmla="*/ 10 w 34"/>
                  <a:gd name="T29" fmla="*/ 16 h 79"/>
                  <a:gd name="T30" fmla="*/ 13 w 34"/>
                  <a:gd name="T31" fmla="*/ 35 h 79"/>
                  <a:gd name="T32" fmla="*/ 20 w 34"/>
                  <a:gd name="T33" fmla="*/ 53 h 79"/>
                  <a:gd name="T34" fmla="*/ 21 w 34"/>
                  <a:gd name="T35" fmla="*/ 55 h 79"/>
                  <a:gd name="T36" fmla="*/ 33 w 34"/>
                  <a:gd name="T37" fmla="*/ 75 h 79"/>
                  <a:gd name="T38" fmla="*/ 34 w 34"/>
                  <a:gd name="T39" fmla="*/ 78 h 79"/>
                  <a:gd name="T40" fmla="*/ 29 w 34"/>
                  <a:gd name="T41" fmla="*/ 77 h 79"/>
                  <a:gd name="T42" fmla="*/ 17 w 34"/>
                  <a:gd name="T43" fmla="*/ 67 h 79"/>
                  <a:gd name="T44" fmla="*/ 13 w 34"/>
                  <a:gd name="T45" fmla="*/ 60 h 79"/>
                  <a:gd name="T46" fmla="*/ 10 w 34"/>
                  <a:gd name="T47" fmla="*/ 51 h 79"/>
                  <a:gd name="T48" fmla="*/ 10 w 34"/>
                  <a:gd name="T49" fmla="*/ 5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79">
                    <a:moveTo>
                      <a:pt x="10" y="50"/>
                    </a:moveTo>
                    <a:cubicBezTo>
                      <a:pt x="9" y="43"/>
                      <a:pt x="6" y="37"/>
                      <a:pt x="5" y="30"/>
                    </a:cubicBezTo>
                    <a:cubicBezTo>
                      <a:pt x="4" y="25"/>
                      <a:pt x="2" y="21"/>
                      <a:pt x="2" y="17"/>
                    </a:cubicBezTo>
                    <a:cubicBezTo>
                      <a:pt x="2" y="16"/>
                      <a:pt x="2" y="15"/>
                      <a:pt x="2" y="15"/>
                    </a:cubicBezTo>
                    <a:cubicBezTo>
                      <a:pt x="5" y="13"/>
                      <a:pt x="4" y="11"/>
                      <a:pt x="0" y="10"/>
                    </a:cubicBezTo>
                    <a:cubicBezTo>
                      <a:pt x="2" y="9"/>
                      <a:pt x="3" y="9"/>
                      <a:pt x="3" y="9"/>
                    </a:cubicBezTo>
                    <a:cubicBezTo>
                      <a:pt x="4" y="8"/>
                      <a:pt x="6" y="10"/>
                      <a:pt x="6" y="8"/>
                    </a:cubicBezTo>
                    <a:cubicBezTo>
                      <a:pt x="6" y="7"/>
                      <a:pt x="4" y="7"/>
                      <a:pt x="3" y="7"/>
                    </a:cubicBezTo>
                    <a:cubicBezTo>
                      <a:pt x="2" y="8"/>
                      <a:pt x="0" y="7"/>
                      <a:pt x="0" y="5"/>
                    </a:cubicBezTo>
                    <a:cubicBezTo>
                      <a:pt x="1" y="4"/>
                      <a:pt x="2" y="2"/>
                      <a:pt x="3" y="1"/>
                    </a:cubicBezTo>
                    <a:cubicBezTo>
                      <a:pt x="4" y="1"/>
                      <a:pt x="7" y="0"/>
                      <a:pt x="7" y="3"/>
                    </a:cubicBezTo>
                    <a:cubicBezTo>
                      <a:pt x="8" y="4"/>
                      <a:pt x="8" y="5"/>
                      <a:pt x="9" y="6"/>
                    </a:cubicBezTo>
                    <a:cubicBezTo>
                      <a:pt x="10" y="8"/>
                      <a:pt x="9" y="9"/>
                      <a:pt x="8" y="10"/>
                    </a:cubicBezTo>
                    <a:cubicBezTo>
                      <a:pt x="8" y="11"/>
                      <a:pt x="9" y="11"/>
                      <a:pt x="10" y="12"/>
                    </a:cubicBezTo>
                    <a:cubicBezTo>
                      <a:pt x="11" y="13"/>
                      <a:pt x="8" y="15"/>
                      <a:pt x="10" y="16"/>
                    </a:cubicBezTo>
                    <a:cubicBezTo>
                      <a:pt x="11" y="23"/>
                      <a:pt x="12" y="29"/>
                      <a:pt x="13" y="35"/>
                    </a:cubicBezTo>
                    <a:cubicBezTo>
                      <a:pt x="16" y="40"/>
                      <a:pt x="18" y="47"/>
                      <a:pt x="20" y="53"/>
                    </a:cubicBezTo>
                    <a:cubicBezTo>
                      <a:pt x="20" y="54"/>
                      <a:pt x="20" y="55"/>
                      <a:pt x="21" y="55"/>
                    </a:cubicBezTo>
                    <a:cubicBezTo>
                      <a:pt x="26" y="61"/>
                      <a:pt x="26" y="70"/>
                      <a:pt x="33" y="75"/>
                    </a:cubicBezTo>
                    <a:cubicBezTo>
                      <a:pt x="34" y="75"/>
                      <a:pt x="34" y="77"/>
                      <a:pt x="34" y="78"/>
                    </a:cubicBezTo>
                    <a:cubicBezTo>
                      <a:pt x="32" y="79"/>
                      <a:pt x="31" y="78"/>
                      <a:pt x="29" y="77"/>
                    </a:cubicBezTo>
                    <a:cubicBezTo>
                      <a:pt x="25" y="74"/>
                      <a:pt x="21" y="71"/>
                      <a:pt x="17" y="67"/>
                    </a:cubicBezTo>
                    <a:cubicBezTo>
                      <a:pt x="15" y="65"/>
                      <a:pt x="15" y="62"/>
                      <a:pt x="13" y="60"/>
                    </a:cubicBezTo>
                    <a:cubicBezTo>
                      <a:pt x="11" y="57"/>
                      <a:pt x="10" y="54"/>
                      <a:pt x="10" y="51"/>
                    </a:cubicBezTo>
                    <a:cubicBezTo>
                      <a:pt x="10" y="50"/>
                      <a:pt x="10" y="50"/>
                      <a:pt x="10" y="50"/>
                    </a:cubicBezTo>
                    <a:close/>
                  </a:path>
                </a:pathLst>
              </a:custGeom>
              <a:solidFill>
                <a:srgbClr val="BB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4" name="Freeform 846"/>
              <p:cNvSpPr/>
              <p:nvPr/>
            </p:nvSpPr>
            <p:spPr bwMode="auto">
              <a:xfrm>
                <a:off x="858" y="2328"/>
                <a:ext cx="116" cy="95"/>
              </a:xfrm>
              <a:custGeom>
                <a:avLst/>
                <a:gdLst>
                  <a:gd name="T0" fmla="*/ 25 w 49"/>
                  <a:gd name="T1" fmla="*/ 20 h 40"/>
                  <a:gd name="T2" fmla="*/ 36 w 49"/>
                  <a:gd name="T3" fmla="*/ 29 h 40"/>
                  <a:gd name="T4" fmla="*/ 49 w 49"/>
                  <a:gd name="T5" fmla="*/ 40 h 40"/>
                  <a:gd name="T6" fmla="*/ 34 w 49"/>
                  <a:gd name="T7" fmla="*/ 32 h 40"/>
                  <a:gd name="T8" fmla="*/ 5 w 49"/>
                  <a:gd name="T9" fmla="*/ 6 h 40"/>
                  <a:gd name="T10" fmla="*/ 2 w 49"/>
                  <a:gd name="T11" fmla="*/ 4 h 40"/>
                  <a:gd name="T12" fmla="*/ 0 w 49"/>
                  <a:gd name="T13" fmla="*/ 2 h 40"/>
                  <a:gd name="T14" fmla="*/ 0 w 49"/>
                  <a:gd name="T15" fmla="*/ 2 h 40"/>
                  <a:gd name="T16" fmla="*/ 2 w 49"/>
                  <a:gd name="T17" fmla="*/ 2 h 40"/>
                  <a:gd name="T18" fmla="*/ 11 w 49"/>
                  <a:gd name="T19" fmla="*/ 8 h 40"/>
                  <a:gd name="T20" fmla="*/ 14 w 49"/>
                  <a:gd name="T21" fmla="*/ 10 h 40"/>
                  <a:gd name="T22" fmla="*/ 17 w 49"/>
                  <a:gd name="T23" fmla="*/ 14 h 40"/>
                  <a:gd name="T24" fmla="*/ 17 w 49"/>
                  <a:gd name="T25" fmla="*/ 14 h 40"/>
                  <a:gd name="T26" fmla="*/ 25 w 49"/>
                  <a:gd name="T27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40">
                    <a:moveTo>
                      <a:pt x="25" y="20"/>
                    </a:moveTo>
                    <a:cubicBezTo>
                      <a:pt x="27" y="24"/>
                      <a:pt x="32" y="27"/>
                      <a:pt x="36" y="29"/>
                    </a:cubicBezTo>
                    <a:cubicBezTo>
                      <a:pt x="41" y="32"/>
                      <a:pt x="45" y="35"/>
                      <a:pt x="49" y="40"/>
                    </a:cubicBezTo>
                    <a:cubicBezTo>
                      <a:pt x="44" y="37"/>
                      <a:pt x="39" y="34"/>
                      <a:pt x="34" y="32"/>
                    </a:cubicBezTo>
                    <a:cubicBezTo>
                      <a:pt x="22" y="26"/>
                      <a:pt x="14" y="16"/>
                      <a:pt x="5" y="6"/>
                    </a:cubicBezTo>
                    <a:cubicBezTo>
                      <a:pt x="4" y="5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5" y="3"/>
                      <a:pt x="8" y="6"/>
                      <a:pt x="11" y="8"/>
                    </a:cubicBezTo>
                    <a:cubicBezTo>
                      <a:pt x="12" y="9"/>
                      <a:pt x="13" y="10"/>
                      <a:pt x="14" y="10"/>
                    </a:cubicBezTo>
                    <a:cubicBezTo>
                      <a:pt x="15" y="11"/>
                      <a:pt x="16" y="13"/>
                      <a:pt x="17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20" y="15"/>
                      <a:pt x="22" y="17"/>
                      <a:pt x="25" y="20"/>
                    </a:cubicBezTo>
                    <a:close/>
                  </a:path>
                </a:pathLst>
              </a:custGeom>
              <a:solidFill>
                <a:srgbClr val="FDFD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5" name="Freeform 847"/>
              <p:cNvSpPr/>
              <p:nvPr/>
            </p:nvSpPr>
            <p:spPr bwMode="auto">
              <a:xfrm>
                <a:off x="789" y="2421"/>
                <a:ext cx="41" cy="59"/>
              </a:xfrm>
              <a:custGeom>
                <a:avLst/>
                <a:gdLst>
                  <a:gd name="T0" fmla="*/ 6 w 17"/>
                  <a:gd name="T1" fmla="*/ 16 h 25"/>
                  <a:gd name="T2" fmla="*/ 3 w 17"/>
                  <a:gd name="T3" fmla="*/ 4 h 25"/>
                  <a:gd name="T4" fmla="*/ 3 w 17"/>
                  <a:gd name="T5" fmla="*/ 0 h 25"/>
                  <a:gd name="T6" fmla="*/ 7 w 17"/>
                  <a:gd name="T7" fmla="*/ 2 h 25"/>
                  <a:gd name="T8" fmla="*/ 8 w 17"/>
                  <a:gd name="T9" fmla="*/ 6 h 25"/>
                  <a:gd name="T10" fmla="*/ 7 w 17"/>
                  <a:gd name="T11" fmla="*/ 8 h 25"/>
                  <a:gd name="T12" fmla="*/ 15 w 17"/>
                  <a:gd name="T13" fmla="*/ 20 h 25"/>
                  <a:gd name="T14" fmla="*/ 16 w 17"/>
                  <a:gd name="T15" fmla="*/ 24 h 25"/>
                  <a:gd name="T16" fmla="*/ 14 w 17"/>
                  <a:gd name="T17" fmla="*/ 24 h 25"/>
                  <a:gd name="T18" fmla="*/ 9 w 17"/>
                  <a:gd name="T19" fmla="*/ 22 h 25"/>
                  <a:gd name="T20" fmla="*/ 9 w 17"/>
                  <a:gd name="T21" fmla="*/ 22 h 25"/>
                  <a:gd name="T22" fmla="*/ 7 w 17"/>
                  <a:gd name="T23" fmla="*/ 17 h 25"/>
                  <a:gd name="T24" fmla="*/ 6 w 17"/>
                  <a:gd name="T25" fmla="*/ 1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" h="25">
                    <a:moveTo>
                      <a:pt x="6" y="16"/>
                    </a:moveTo>
                    <a:cubicBezTo>
                      <a:pt x="5" y="12"/>
                      <a:pt x="4" y="8"/>
                      <a:pt x="3" y="4"/>
                    </a:cubicBezTo>
                    <a:cubicBezTo>
                      <a:pt x="2" y="3"/>
                      <a:pt x="0" y="1"/>
                      <a:pt x="3" y="0"/>
                    </a:cubicBezTo>
                    <a:cubicBezTo>
                      <a:pt x="5" y="0"/>
                      <a:pt x="6" y="0"/>
                      <a:pt x="7" y="2"/>
                    </a:cubicBezTo>
                    <a:cubicBezTo>
                      <a:pt x="8" y="3"/>
                      <a:pt x="9" y="4"/>
                      <a:pt x="8" y="6"/>
                    </a:cubicBezTo>
                    <a:cubicBezTo>
                      <a:pt x="8" y="7"/>
                      <a:pt x="7" y="7"/>
                      <a:pt x="7" y="8"/>
                    </a:cubicBezTo>
                    <a:cubicBezTo>
                      <a:pt x="10" y="12"/>
                      <a:pt x="11" y="17"/>
                      <a:pt x="15" y="20"/>
                    </a:cubicBezTo>
                    <a:cubicBezTo>
                      <a:pt x="16" y="21"/>
                      <a:pt x="17" y="22"/>
                      <a:pt x="16" y="24"/>
                    </a:cubicBezTo>
                    <a:cubicBezTo>
                      <a:pt x="15" y="25"/>
                      <a:pt x="14" y="25"/>
                      <a:pt x="14" y="24"/>
                    </a:cubicBezTo>
                    <a:cubicBezTo>
                      <a:pt x="12" y="24"/>
                      <a:pt x="11" y="23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8" y="20"/>
                      <a:pt x="7" y="19"/>
                      <a:pt x="7" y="17"/>
                    </a:cubicBezTo>
                    <a:cubicBezTo>
                      <a:pt x="7" y="17"/>
                      <a:pt x="6" y="17"/>
                      <a:pt x="6" y="16"/>
                    </a:cubicBezTo>
                    <a:close/>
                  </a:path>
                </a:pathLst>
              </a:custGeom>
              <a:solidFill>
                <a:srgbClr val="FED8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6" name="Freeform 848"/>
              <p:cNvSpPr/>
              <p:nvPr/>
            </p:nvSpPr>
            <p:spPr bwMode="auto">
              <a:xfrm>
                <a:off x="673" y="2176"/>
                <a:ext cx="24" cy="55"/>
              </a:xfrm>
              <a:custGeom>
                <a:avLst/>
                <a:gdLst>
                  <a:gd name="T0" fmla="*/ 9 w 10"/>
                  <a:gd name="T1" fmla="*/ 8 h 23"/>
                  <a:gd name="T2" fmla="*/ 7 w 10"/>
                  <a:gd name="T3" fmla="*/ 7 h 23"/>
                  <a:gd name="T4" fmla="*/ 4 w 10"/>
                  <a:gd name="T5" fmla="*/ 10 h 23"/>
                  <a:gd name="T6" fmla="*/ 2 w 10"/>
                  <a:gd name="T7" fmla="*/ 12 h 23"/>
                  <a:gd name="T8" fmla="*/ 3 w 10"/>
                  <a:gd name="T9" fmla="*/ 19 h 23"/>
                  <a:gd name="T10" fmla="*/ 3 w 10"/>
                  <a:gd name="T11" fmla="*/ 23 h 23"/>
                  <a:gd name="T12" fmla="*/ 1 w 10"/>
                  <a:gd name="T13" fmla="*/ 7 h 23"/>
                  <a:gd name="T14" fmla="*/ 4 w 10"/>
                  <a:gd name="T15" fmla="*/ 1 h 23"/>
                  <a:gd name="T16" fmla="*/ 9 w 10"/>
                  <a:gd name="T17" fmla="*/ 6 h 23"/>
                  <a:gd name="T18" fmla="*/ 9 w 10"/>
                  <a:gd name="T19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23">
                    <a:moveTo>
                      <a:pt x="9" y="8"/>
                    </a:moveTo>
                    <a:cubicBezTo>
                      <a:pt x="9" y="8"/>
                      <a:pt x="7" y="5"/>
                      <a:pt x="7" y="7"/>
                    </a:cubicBezTo>
                    <a:cubicBezTo>
                      <a:pt x="8" y="12"/>
                      <a:pt x="5" y="10"/>
                      <a:pt x="4" y="10"/>
                    </a:cubicBezTo>
                    <a:cubicBezTo>
                      <a:pt x="2" y="9"/>
                      <a:pt x="2" y="10"/>
                      <a:pt x="2" y="12"/>
                    </a:cubicBezTo>
                    <a:cubicBezTo>
                      <a:pt x="2" y="14"/>
                      <a:pt x="2" y="17"/>
                      <a:pt x="3" y="19"/>
                    </a:cubicBezTo>
                    <a:cubicBezTo>
                      <a:pt x="3" y="20"/>
                      <a:pt x="4" y="22"/>
                      <a:pt x="3" y="23"/>
                    </a:cubicBezTo>
                    <a:cubicBezTo>
                      <a:pt x="1" y="18"/>
                      <a:pt x="0" y="12"/>
                      <a:pt x="1" y="7"/>
                    </a:cubicBezTo>
                    <a:cubicBezTo>
                      <a:pt x="1" y="4"/>
                      <a:pt x="0" y="1"/>
                      <a:pt x="4" y="1"/>
                    </a:cubicBezTo>
                    <a:cubicBezTo>
                      <a:pt x="8" y="0"/>
                      <a:pt x="8" y="4"/>
                      <a:pt x="9" y="6"/>
                    </a:cubicBezTo>
                    <a:cubicBezTo>
                      <a:pt x="10" y="6"/>
                      <a:pt x="9" y="7"/>
                      <a:pt x="9" y="8"/>
                    </a:cubicBezTo>
                    <a:close/>
                  </a:path>
                </a:pathLst>
              </a:custGeom>
              <a:solidFill>
                <a:srgbClr val="9CB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7" name="Freeform 849"/>
              <p:cNvSpPr/>
              <p:nvPr/>
            </p:nvSpPr>
            <p:spPr bwMode="auto">
              <a:xfrm>
                <a:off x="701" y="2183"/>
                <a:ext cx="53" cy="60"/>
              </a:xfrm>
              <a:custGeom>
                <a:avLst/>
                <a:gdLst>
                  <a:gd name="T0" fmla="*/ 0 w 22"/>
                  <a:gd name="T1" fmla="*/ 1 h 25"/>
                  <a:gd name="T2" fmla="*/ 7 w 22"/>
                  <a:gd name="T3" fmla="*/ 6 h 25"/>
                  <a:gd name="T4" fmla="*/ 22 w 22"/>
                  <a:gd name="T5" fmla="*/ 24 h 25"/>
                  <a:gd name="T6" fmla="*/ 17 w 22"/>
                  <a:gd name="T7" fmla="*/ 23 h 25"/>
                  <a:gd name="T8" fmla="*/ 3 w 22"/>
                  <a:gd name="T9" fmla="*/ 5 h 25"/>
                  <a:gd name="T10" fmla="*/ 0 w 22"/>
                  <a:gd name="T11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25">
                    <a:moveTo>
                      <a:pt x="0" y="1"/>
                    </a:moveTo>
                    <a:cubicBezTo>
                      <a:pt x="4" y="0"/>
                      <a:pt x="5" y="3"/>
                      <a:pt x="7" y="6"/>
                    </a:cubicBezTo>
                    <a:cubicBezTo>
                      <a:pt x="11" y="13"/>
                      <a:pt x="16" y="18"/>
                      <a:pt x="22" y="24"/>
                    </a:cubicBezTo>
                    <a:cubicBezTo>
                      <a:pt x="20" y="25"/>
                      <a:pt x="18" y="25"/>
                      <a:pt x="17" y="23"/>
                    </a:cubicBezTo>
                    <a:cubicBezTo>
                      <a:pt x="13" y="16"/>
                      <a:pt x="7" y="12"/>
                      <a:pt x="3" y="5"/>
                    </a:cubicBezTo>
                    <a:cubicBezTo>
                      <a:pt x="2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FAFB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8" name="Freeform 850"/>
              <p:cNvSpPr/>
              <p:nvPr/>
            </p:nvSpPr>
            <p:spPr bwMode="auto">
              <a:xfrm>
                <a:off x="749" y="2321"/>
                <a:ext cx="21" cy="67"/>
              </a:xfrm>
              <a:custGeom>
                <a:avLst/>
                <a:gdLst>
                  <a:gd name="T0" fmla="*/ 2 w 9"/>
                  <a:gd name="T1" fmla="*/ 4 h 28"/>
                  <a:gd name="T2" fmla="*/ 3 w 9"/>
                  <a:gd name="T3" fmla="*/ 6 h 28"/>
                  <a:gd name="T4" fmla="*/ 9 w 9"/>
                  <a:gd name="T5" fmla="*/ 24 h 28"/>
                  <a:gd name="T6" fmla="*/ 9 w 9"/>
                  <a:gd name="T7" fmla="*/ 27 h 28"/>
                  <a:gd name="T8" fmla="*/ 7 w 9"/>
                  <a:gd name="T9" fmla="*/ 27 h 28"/>
                  <a:gd name="T10" fmla="*/ 0 w 9"/>
                  <a:gd name="T11" fmla="*/ 0 h 28"/>
                  <a:gd name="T12" fmla="*/ 2 w 9"/>
                  <a:gd name="T13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8">
                    <a:moveTo>
                      <a:pt x="2" y="4"/>
                    </a:moveTo>
                    <a:cubicBezTo>
                      <a:pt x="3" y="5"/>
                      <a:pt x="3" y="5"/>
                      <a:pt x="3" y="6"/>
                    </a:cubicBezTo>
                    <a:cubicBezTo>
                      <a:pt x="5" y="11"/>
                      <a:pt x="6" y="18"/>
                      <a:pt x="9" y="24"/>
                    </a:cubicBezTo>
                    <a:cubicBezTo>
                      <a:pt x="9" y="25"/>
                      <a:pt x="9" y="26"/>
                      <a:pt x="9" y="27"/>
                    </a:cubicBezTo>
                    <a:cubicBezTo>
                      <a:pt x="8" y="28"/>
                      <a:pt x="8" y="28"/>
                      <a:pt x="7" y="27"/>
                    </a:cubicBezTo>
                    <a:cubicBezTo>
                      <a:pt x="2" y="19"/>
                      <a:pt x="1" y="9"/>
                      <a:pt x="0" y="0"/>
                    </a:cubicBezTo>
                    <a:cubicBezTo>
                      <a:pt x="4" y="0"/>
                      <a:pt x="1" y="3"/>
                      <a:pt x="2" y="4"/>
                    </a:cubicBezTo>
                    <a:close/>
                  </a:path>
                </a:pathLst>
              </a:custGeom>
              <a:solidFill>
                <a:srgbClr val="FCFA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99" name="Freeform 851"/>
              <p:cNvSpPr/>
              <p:nvPr/>
            </p:nvSpPr>
            <p:spPr bwMode="auto">
              <a:xfrm>
                <a:off x="747" y="2278"/>
                <a:ext cx="19" cy="53"/>
              </a:xfrm>
              <a:custGeom>
                <a:avLst/>
                <a:gdLst>
                  <a:gd name="T0" fmla="*/ 3 w 8"/>
                  <a:gd name="T1" fmla="*/ 22 h 22"/>
                  <a:gd name="T2" fmla="*/ 1 w 8"/>
                  <a:gd name="T3" fmla="*/ 18 h 22"/>
                  <a:gd name="T4" fmla="*/ 1 w 8"/>
                  <a:gd name="T5" fmla="*/ 13 h 22"/>
                  <a:gd name="T6" fmla="*/ 1 w 8"/>
                  <a:gd name="T7" fmla="*/ 6 h 22"/>
                  <a:gd name="T8" fmla="*/ 3 w 8"/>
                  <a:gd name="T9" fmla="*/ 0 h 22"/>
                  <a:gd name="T10" fmla="*/ 5 w 8"/>
                  <a:gd name="T11" fmla="*/ 8 h 22"/>
                  <a:gd name="T12" fmla="*/ 3 w 8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2">
                    <a:moveTo>
                      <a:pt x="3" y="22"/>
                    </a:moveTo>
                    <a:cubicBezTo>
                      <a:pt x="1" y="21"/>
                      <a:pt x="3" y="19"/>
                      <a:pt x="1" y="18"/>
                    </a:cubicBezTo>
                    <a:cubicBezTo>
                      <a:pt x="1" y="16"/>
                      <a:pt x="1" y="14"/>
                      <a:pt x="1" y="13"/>
                    </a:cubicBezTo>
                    <a:cubicBezTo>
                      <a:pt x="1" y="11"/>
                      <a:pt x="1" y="8"/>
                      <a:pt x="1" y="6"/>
                    </a:cubicBezTo>
                    <a:cubicBezTo>
                      <a:pt x="0" y="4"/>
                      <a:pt x="1" y="2"/>
                      <a:pt x="3" y="0"/>
                    </a:cubicBezTo>
                    <a:cubicBezTo>
                      <a:pt x="8" y="2"/>
                      <a:pt x="6" y="6"/>
                      <a:pt x="5" y="8"/>
                    </a:cubicBezTo>
                    <a:cubicBezTo>
                      <a:pt x="3" y="13"/>
                      <a:pt x="4" y="18"/>
                      <a:pt x="3" y="22"/>
                    </a:cubicBezTo>
                    <a:close/>
                  </a:path>
                </a:pathLst>
              </a:custGeom>
              <a:solidFill>
                <a:srgbClr val="FDEB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0" name="Freeform 852"/>
              <p:cNvSpPr/>
              <p:nvPr/>
            </p:nvSpPr>
            <p:spPr bwMode="auto">
              <a:xfrm>
                <a:off x="742" y="2264"/>
                <a:ext cx="12" cy="45"/>
              </a:xfrm>
              <a:custGeom>
                <a:avLst/>
                <a:gdLst>
                  <a:gd name="T0" fmla="*/ 5 w 5"/>
                  <a:gd name="T1" fmla="*/ 6 h 19"/>
                  <a:gd name="T2" fmla="*/ 3 w 5"/>
                  <a:gd name="T3" fmla="*/ 19 h 19"/>
                  <a:gd name="T4" fmla="*/ 1 w 5"/>
                  <a:gd name="T5" fmla="*/ 8 h 19"/>
                  <a:gd name="T6" fmla="*/ 5 w 5"/>
                  <a:gd name="T7" fmla="*/ 0 h 19"/>
                  <a:gd name="T8" fmla="*/ 5 w 5"/>
                  <a:gd name="T9" fmla="*/ 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9">
                    <a:moveTo>
                      <a:pt x="5" y="6"/>
                    </a:moveTo>
                    <a:cubicBezTo>
                      <a:pt x="2" y="10"/>
                      <a:pt x="4" y="15"/>
                      <a:pt x="3" y="19"/>
                    </a:cubicBezTo>
                    <a:cubicBezTo>
                      <a:pt x="2" y="15"/>
                      <a:pt x="1" y="11"/>
                      <a:pt x="1" y="8"/>
                    </a:cubicBezTo>
                    <a:cubicBezTo>
                      <a:pt x="0" y="4"/>
                      <a:pt x="1" y="1"/>
                      <a:pt x="5" y="0"/>
                    </a:cubicBezTo>
                    <a:cubicBezTo>
                      <a:pt x="5" y="2"/>
                      <a:pt x="5" y="4"/>
                      <a:pt x="5" y="6"/>
                    </a:cubicBezTo>
                    <a:close/>
                  </a:path>
                </a:pathLst>
              </a:custGeom>
              <a:solidFill>
                <a:srgbClr val="C1CC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1" name="Freeform 853"/>
              <p:cNvSpPr/>
              <p:nvPr/>
            </p:nvSpPr>
            <p:spPr bwMode="auto">
              <a:xfrm>
                <a:off x="766" y="2385"/>
                <a:ext cx="23" cy="52"/>
              </a:xfrm>
              <a:custGeom>
                <a:avLst/>
                <a:gdLst>
                  <a:gd name="T0" fmla="*/ 0 w 10"/>
                  <a:gd name="T1" fmla="*/ 0 h 22"/>
                  <a:gd name="T2" fmla="*/ 1 w 10"/>
                  <a:gd name="T3" fmla="*/ 0 h 22"/>
                  <a:gd name="T4" fmla="*/ 4 w 10"/>
                  <a:gd name="T5" fmla="*/ 5 h 22"/>
                  <a:gd name="T6" fmla="*/ 7 w 10"/>
                  <a:gd name="T7" fmla="*/ 10 h 22"/>
                  <a:gd name="T8" fmla="*/ 10 w 10"/>
                  <a:gd name="T9" fmla="*/ 22 h 22"/>
                  <a:gd name="T10" fmla="*/ 0 w 10"/>
                  <a:gd name="T11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2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4" y="0"/>
                      <a:pt x="3" y="3"/>
                      <a:pt x="4" y="5"/>
                    </a:cubicBezTo>
                    <a:cubicBezTo>
                      <a:pt x="6" y="7"/>
                      <a:pt x="6" y="8"/>
                      <a:pt x="7" y="10"/>
                    </a:cubicBezTo>
                    <a:cubicBezTo>
                      <a:pt x="10" y="13"/>
                      <a:pt x="9" y="18"/>
                      <a:pt x="10" y="22"/>
                    </a:cubicBezTo>
                    <a:cubicBezTo>
                      <a:pt x="6" y="15"/>
                      <a:pt x="3" y="8"/>
                      <a:pt x="0" y="0"/>
                    </a:cubicBezTo>
                    <a:close/>
                  </a:path>
                </a:pathLst>
              </a:custGeom>
              <a:solidFill>
                <a:srgbClr val="F7F7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2" name="Freeform 854"/>
              <p:cNvSpPr/>
              <p:nvPr/>
            </p:nvSpPr>
            <p:spPr bwMode="auto">
              <a:xfrm>
                <a:off x="761" y="2433"/>
                <a:ext cx="26" cy="23"/>
              </a:xfrm>
              <a:custGeom>
                <a:avLst/>
                <a:gdLst>
                  <a:gd name="T0" fmla="*/ 11 w 11"/>
                  <a:gd name="T1" fmla="*/ 9 h 10"/>
                  <a:gd name="T2" fmla="*/ 0 w 11"/>
                  <a:gd name="T3" fmla="*/ 1 h 10"/>
                  <a:gd name="T4" fmla="*/ 0 w 11"/>
                  <a:gd name="T5" fmla="*/ 0 h 10"/>
                  <a:gd name="T6" fmla="*/ 11 w 11"/>
                  <a:gd name="T7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0">
                    <a:moveTo>
                      <a:pt x="11" y="9"/>
                    </a:moveTo>
                    <a:cubicBezTo>
                      <a:pt x="5" y="10"/>
                      <a:pt x="3" y="4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4" y="3"/>
                      <a:pt x="9" y="4"/>
                      <a:pt x="11" y="9"/>
                    </a:cubicBezTo>
                    <a:close/>
                  </a:path>
                </a:pathLst>
              </a:custGeom>
              <a:solidFill>
                <a:srgbClr val="C47C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3" name="Freeform 855"/>
              <p:cNvSpPr/>
              <p:nvPr/>
            </p:nvSpPr>
            <p:spPr bwMode="auto">
              <a:xfrm>
                <a:off x="671" y="2150"/>
                <a:ext cx="19" cy="21"/>
              </a:xfrm>
              <a:custGeom>
                <a:avLst/>
                <a:gdLst>
                  <a:gd name="T0" fmla="*/ 6 w 8"/>
                  <a:gd name="T1" fmla="*/ 9 h 9"/>
                  <a:gd name="T2" fmla="*/ 2 w 8"/>
                  <a:gd name="T3" fmla="*/ 4 h 9"/>
                  <a:gd name="T4" fmla="*/ 2 w 8"/>
                  <a:gd name="T5" fmla="*/ 1 h 9"/>
                  <a:gd name="T6" fmla="*/ 3 w 8"/>
                  <a:gd name="T7" fmla="*/ 0 h 9"/>
                  <a:gd name="T8" fmla="*/ 6 w 8"/>
                  <a:gd name="T9" fmla="*/ 3 h 9"/>
                  <a:gd name="T10" fmla="*/ 8 w 8"/>
                  <a:gd name="T11" fmla="*/ 8 h 9"/>
                  <a:gd name="T12" fmla="*/ 6 w 8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9">
                    <a:moveTo>
                      <a:pt x="6" y="9"/>
                    </a:moveTo>
                    <a:cubicBezTo>
                      <a:pt x="5" y="7"/>
                      <a:pt x="3" y="6"/>
                      <a:pt x="2" y="4"/>
                    </a:cubicBezTo>
                    <a:cubicBezTo>
                      <a:pt x="1" y="3"/>
                      <a:pt x="0" y="2"/>
                      <a:pt x="2" y="1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ubicBezTo>
                      <a:pt x="5" y="5"/>
                      <a:pt x="6" y="7"/>
                      <a:pt x="8" y="8"/>
                    </a:cubicBezTo>
                    <a:cubicBezTo>
                      <a:pt x="7" y="8"/>
                      <a:pt x="7" y="9"/>
                      <a:pt x="6" y="9"/>
                    </a:cubicBezTo>
                    <a:close/>
                  </a:path>
                </a:pathLst>
              </a:custGeom>
              <a:solidFill>
                <a:srgbClr val="9CB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4" name="Freeform 856"/>
              <p:cNvSpPr/>
              <p:nvPr/>
            </p:nvSpPr>
            <p:spPr bwMode="auto">
              <a:xfrm>
                <a:off x="754" y="2247"/>
                <a:ext cx="16" cy="15"/>
              </a:xfrm>
              <a:custGeom>
                <a:avLst/>
                <a:gdLst>
                  <a:gd name="T0" fmla="*/ 7 w 7"/>
                  <a:gd name="T1" fmla="*/ 6 h 6"/>
                  <a:gd name="T2" fmla="*/ 1 w 7"/>
                  <a:gd name="T3" fmla="*/ 6 h 6"/>
                  <a:gd name="T4" fmla="*/ 2 w 7"/>
                  <a:gd name="T5" fmla="*/ 0 h 6"/>
                  <a:gd name="T6" fmla="*/ 7 w 7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6">
                    <a:moveTo>
                      <a:pt x="7" y="6"/>
                    </a:moveTo>
                    <a:cubicBezTo>
                      <a:pt x="5" y="6"/>
                      <a:pt x="3" y="6"/>
                      <a:pt x="1" y="6"/>
                    </a:cubicBezTo>
                    <a:cubicBezTo>
                      <a:pt x="0" y="4"/>
                      <a:pt x="1" y="2"/>
                      <a:pt x="2" y="0"/>
                    </a:cubicBezTo>
                    <a:cubicBezTo>
                      <a:pt x="5" y="1"/>
                      <a:pt x="5" y="4"/>
                      <a:pt x="7" y="6"/>
                    </a:cubicBezTo>
                    <a:close/>
                  </a:path>
                </a:pathLst>
              </a:custGeom>
              <a:solidFill>
                <a:srgbClr val="F9FA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5" name="Freeform 857"/>
              <p:cNvSpPr/>
              <p:nvPr/>
            </p:nvSpPr>
            <p:spPr bwMode="auto">
              <a:xfrm>
                <a:off x="792" y="2278"/>
                <a:ext cx="21" cy="22"/>
              </a:xfrm>
              <a:custGeom>
                <a:avLst/>
                <a:gdLst>
                  <a:gd name="T0" fmla="*/ 8 w 9"/>
                  <a:gd name="T1" fmla="*/ 8 h 9"/>
                  <a:gd name="T2" fmla="*/ 0 w 9"/>
                  <a:gd name="T3" fmla="*/ 0 h 9"/>
                  <a:gd name="T4" fmla="*/ 9 w 9"/>
                  <a:gd name="T5" fmla="*/ 8 h 9"/>
                  <a:gd name="T6" fmla="*/ 8 w 9"/>
                  <a:gd name="T7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9">
                    <a:moveTo>
                      <a:pt x="8" y="8"/>
                    </a:moveTo>
                    <a:cubicBezTo>
                      <a:pt x="4" y="7"/>
                      <a:pt x="1" y="4"/>
                      <a:pt x="0" y="0"/>
                    </a:cubicBezTo>
                    <a:cubicBezTo>
                      <a:pt x="3" y="3"/>
                      <a:pt x="6" y="6"/>
                      <a:pt x="9" y="8"/>
                    </a:cubicBezTo>
                    <a:cubicBezTo>
                      <a:pt x="9" y="9"/>
                      <a:pt x="9" y="9"/>
                      <a:pt x="8" y="8"/>
                    </a:cubicBezTo>
                    <a:close/>
                  </a:path>
                </a:pathLst>
              </a:custGeom>
              <a:solidFill>
                <a:srgbClr val="FDFB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6" name="Freeform 858"/>
              <p:cNvSpPr/>
              <p:nvPr/>
            </p:nvSpPr>
            <p:spPr bwMode="auto">
              <a:xfrm>
                <a:off x="811" y="2297"/>
                <a:ext cx="14" cy="19"/>
              </a:xfrm>
              <a:custGeom>
                <a:avLst/>
                <a:gdLst>
                  <a:gd name="T0" fmla="*/ 0 w 6"/>
                  <a:gd name="T1" fmla="*/ 0 h 8"/>
                  <a:gd name="T2" fmla="*/ 1 w 6"/>
                  <a:gd name="T3" fmla="*/ 0 h 8"/>
                  <a:gd name="T4" fmla="*/ 2 w 6"/>
                  <a:gd name="T5" fmla="*/ 1 h 8"/>
                  <a:gd name="T6" fmla="*/ 5 w 6"/>
                  <a:gd name="T7" fmla="*/ 7 h 8"/>
                  <a:gd name="T8" fmla="*/ 5 w 6"/>
                  <a:gd name="T9" fmla="*/ 8 h 8"/>
                  <a:gd name="T10" fmla="*/ 4 w 6"/>
                  <a:gd name="T11" fmla="*/ 8 h 8"/>
                  <a:gd name="T12" fmla="*/ 2 w 6"/>
                  <a:gd name="T13" fmla="*/ 6 h 8"/>
                  <a:gd name="T14" fmla="*/ 0 w 6"/>
                  <a:gd name="T15" fmla="*/ 2 h 8"/>
                  <a:gd name="T16" fmla="*/ 0 w 6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3"/>
                      <a:pt x="6" y="4"/>
                      <a:pt x="5" y="7"/>
                    </a:cubicBezTo>
                    <a:cubicBezTo>
                      <a:pt x="5" y="7"/>
                      <a:pt x="5" y="7"/>
                      <a:pt x="5" y="8"/>
                    </a:cubicBezTo>
                    <a:cubicBezTo>
                      <a:pt x="5" y="8"/>
                      <a:pt x="5" y="8"/>
                      <a:pt x="4" y="8"/>
                    </a:cubicBezTo>
                    <a:cubicBezTo>
                      <a:pt x="4" y="7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7" name="Freeform 859"/>
              <p:cNvSpPr/>
              <p:nvPr/>
            </p:nvSpPr>
            <p:spPr bwMode="auto">
              <a:xfrm>
                <a:off x="815" y="2300"/>
                <a:ext cx="19" cy="14"/>
              </a:xfrm>
              <a:custGeom>
                <a:avLst/>
                <a:gdLst>
                  <a:gd name="T0" fmla="*/ 3 w 8"/>
                  <a:gd name="T1" fmla="*/ 6 h 6"/>
                  <a:gd name="T2" fmla="*/ 0 w 8"/>
                  <a:gd name="T3" fmla="*/ 0 h 6"/>
                  <a:gd name="T4" fmla="*/ 8 w 8"/>
                  <a:gd name="T5" fmla="*/ 5 h 6"/>
                  <a:gd name="T6" fmla="*/ 3 w 8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3" y="6"/>
                    </a:moveTo>
                    <a:cubicBezTo>
                      <a:pt x="3" y="3"/>
                      <a:pt x="0" y="2"/>
                      <a:pt x="0" y="0"/>
                    </a:cubicBezTo>
                    <a:cubicBezTo>
                      <a:pt x="3" y="1"/>
                      <a:pt x="4" y="4"/>
                      <a:pt x="8" y="5"/>
                    </a:cubicBezTo>
                    <a:cubicBezTo>
                      <a:pt x="6" y="6"/>
                      <a:pt x="5" y="6"/>
                      <a:pt x="3" y="6"/>
                    </a:cubicBezTo>
                    <a:close/>
                  </a:path>
                </a:pathLst>
              </a:custGeom>
              <a:solidFill>
                <a:srgbClr val="F7FA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8" name="Freeform 860"/>
              <p:cNvSpPr/>
              <p:nvPr/>
            </p:nvSpPr>
            <p:spPr bwMode="auto">
              <a:xfrm>
                <a:off x="675" y="2231"/>
                <a:ext cx="12" cy="19"/>
              </a:xfrm>
              <a:custGeom>
                <a:avLst/>
                <a:gdLst>
                  <a:gd name="T0" fmla="*/ 2 w 5"/>
                  <a:gd name="T1" fmla="*/ 0 h 8"/>
                  <a:gd name="T2" fmla="*/ 3 w 5"/>
                  <a:gd name="T3" fmla="*/ 8 h 8"/>
                  <a:gd name="T4" fmla="*/ 2 w 5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2" y="0"/>
                    </a:moveTo>
                    <a:cubicBezTo>
                      <a:pt x="2" y="3"/>
                      <a:pt x="5" y="5"/>
                      <a:pt x="3" y="8"/>
                    </a:cubicBezTo>
                    <a:cubicBezTo>
                      <a:pt x="2" y="5"/>
                      <a:pt x="0" y="3"/>
                      <a:pt x="2" y="0"/>
                    </a:cubicBezTo>
                    <a:close/>
                  </a:path>
                </a:pathLst>
              </a:custGeom>
              <a:solidFill>
                <a:srgbClr val="9CB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09" name="Freeform 861"/>
              <p:cNvSpPr/>
              <p:nvPr/>
            </p:nvSpPr>
            <p:spPr bwMode="auto">
              <a:xfrm>
                <a:off x="825" y="2333"/>
                <a:ext cx="7" cy="9"/>
              </a:xfrm>
              <a:custGeom>
                <a:avLst/>
                <a:gdLst>
                  <a:gd name="T0" fmla="*/ 3 w 3"/>
                  <a:gd name="T1" fmla="*/ 1 h 4"/>
                  <a:gd name="T2" fmla="*/ 1 w 3"/>
                  <a:gd name="T3" fmla="*/ 4 h 4"/>
                  <a:gd name="T4" fmla="*/ 0 w 3"/>
                  <a:gd name="T5" fmla="*/ 3 h 4"/>
                  <a:gd name="T6" fmla="*/ 3 w 3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3" y="1"/>
                    </a:moveTo>
                    <a:cubicBezTo>
                      <a:pt x="3" y="2"/>
                      <a:pt x="3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0"/>
                      <a:pt x="3" y="1"/>
                    </a:cubicBezTo>
                    <a:close/>
                  </a:path>
                </a:pathLst>
              </a:custGeom>
              <a:solidFill>
                <a:srgbClr val="BB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0" name="Freeform 862"/>
              <p:cNvSpPr/>
              <p:nvPr/>
            </p:nvSpPr>
            <p:spPr bwMode="auto">
              <a:xfrm>
                <a:off x="711" y="2383"/>
                <a:ext cx="12" cy="14"/>
              </a:xfrm>
              <a:custGeom>
                <a:avLst/>
                <a:gdLst>
                  <a:gd name="T0" fmla="*/ 5 w 5"/>
                  <a:gd name="T1" fmla="*/ 6 h 6"/>
                  <a:gd name="T2" fmla="*/ 0 w 5"/>
                  <a:gd name="T3" fmla="*/ 0 h 6"/>
                  <a:gd name="T4" fmla="*/ 5 w 5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5" y="6"/>
                    </a:moveTo>
                    <a:cubicBezTo>
                      <a:pt x="2" y="5"/>
                      <a:pt x="1" y="2"/>
                      <a:pt x="0" y="0"/>
                    </a:cubicBezTo>
                    <a:cubicBezTo>
                      <a:pt x="3" y="0"/>
                      <a:pt x="4" y="3"/>
                      <a:pt x="5" y="6"/>
                    </a:cubicBezTo>
                    <a:close/>
                  </a:path>
                </a:pathLst>
              </a:custGeom>
              <a:solidFill>
                <a:srgbClr val="F8ED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1" name="Freeform 863"/>
              <p:cNvSpPr/>
              <p:nvPr/>
            </p:nvSpPr>
            <p:spPr bwMode="auto">
              <a:xfrm>
                <a:off x="804" y="2461"/>
                <a:ext cx="9" cy="12"/>
              </a:xfrm>
              <a:custGeom>
                <a:avLst/>
                <a:gdLst>
                  <a:gd name="T0" fmla="*/ 1 w 4"/>
                  <a:gd name="T1" fmla="*/ 0 h 5"/>
                  <a:gd name="T2" fmla="*/ 3 w 4"/>
                  <a:gd name="T3" fmla="*/ 5 h 5"/>
                  <a:gd name="T4" fmla="*/ 0 w 4"/>
                  <a:gd name="T5" fmla="*/ 3 h 5"/>
                  <a:gd name="T6" fmla="*/ 1 w 4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2" y="1"/>
                      <a:pt x="4" y="3"/>
                      <a:pt x="3" y="5"/>
                    </a:cubicBezTo>
                    <a:cubicBezTo>
                      <a:pt x="2" y="4"/>
                      <a:pt x="1" y="3"/>
                      <a:pt x="0" y="3"/>
                    </a:cubicBezTo>
                    <a:cubicBezTo>
                      <a:pt x="0" y="2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EDC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2" name="Freeform 864"/>
              <p:cNvSpPr/>
              <p:nvPr/>
            </p:nvSpPr>
            <p:spPr bwMode="auto">
              <a:xfrm>
                <a:off x="844" y="2364"/>
                <a:ext cx="7" cy="9"/>
              </a:xfrm>
              <a:custGeom>
                <a:avLst/>
                <a:gdLst>
                  <a:gd name="T0" fmla="*/ 0 w 3"/>
                  <a:gd name="T1" fmla="*/ 4 h 4"/>
                  <a:gd name="T2" fmla="*/ 1 w 3"/>
                  <a:gd name="T3" fmla="*/ 0 h 4"/>
                  <a:gd name="T4" fmla="*/ 3 w 3"/>
                  <a:gd name="T5" fmla="*/ 0 h 4"/>
                  <a:gd name="T6" fmla="*/ 0 w 3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4"/>
                    </a:move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" y="1"/>
                      <a:pt x="3" y="4"/>
                      <a:pt x="0" y="4"/>
                    </a:cubicBezTo>
                    <a:close/>
                  </a:path>
                </a:pathLst>
              </a:custGeom>
              <a:solidFill>
                <a:srgbClr val="98BC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3" name="Freeform 865"/>
              <p:cNvSpPr/>
              <p:nvPr/>
            </p:nvSpPr>
            <p:spPr bwMode="auto">
              <a:xfrm>
                <a:off x="751" y="2423"/>
                <a:ext cx="10" cy="10"/>
              </a:xfrm>
              <a:custGeom>
                <a:avLst/>
                <a:gdLst>
                  <a:gd name="T0" fmla="*/ 4 w 4"/>
                  <a:gd name="T1" fmla="*/ 4 h 4"/>
                  <a:gd name="T2" fmla="*/ 0 w 4"/>
                  <a:gd name="T3" fmla="*/ 0 h 4"/>
                  <a:gd name="T4" fmla="*/ 4 w 4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4" y="4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2" y="0"/>
                      <a:pt x="4" y="1"/>
                      <a:pt x="4" y="4"/>
                    </a:cubicBezTo>
                    <a:close/>
                  </a:path>
                </a:pathLst>
              </a:custGeom>
              <a:solidFill>
                <a:srgbClr val="EFE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4" name="Freeform 866"/>
              <p:cNvSpPr/>
              <p:nvPr/>
            </p:nvSpPr>
            <p:spPr bwMode="auto">
              <a:xfrm>
                <a:off x="728" y="2399"/>
                <a:ext cx="7" cy="10"/>
              </a:xfrm>
              <a:custGeom>
                <a:avLst/>
                <a:gdLst>
                  <a:gd name="T0" fmla="*/ 3 w 3"/>
                  <a:gd name="T1" fmla="*/ 4 h 4"/>
                  <a:gd name="T2" fmla="*/ 0 w 3"/>
                  <a:gd name="T3" fmla="*/ 0 h 4"/>
                  <a:gd name="T4" fmla="*/ 3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2" y="1"/>
                      <a:pt x="2" y="3"/>
                      <a:pt x="3" y="4"/>
                    </a:cubicBezTo>
                    <a:close/>
                  </a:path>
                </a:pathLst>
              </a:custGeom>
              <a:solidFill>
                <a:srgbClr val="F4EB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5" name="Freeform 867"/>
              <p:cNvSpPr/>
              <p:nvPr/>
            </p:nvSpPr>
            <p:spPr bwMode="auto">
              <a:xfrm>
                <a:off x="820" y="2316"/>
                <a:ext cx="5" cy="7"/>
              </a:xfrm>
              <a:custGeom>
                <a:avLst/>
                <a:gdLst>
                  <a:gd name="T0" fmla="*/ 0 w 2"/>
                  <a:gd name="T1" fmla="*/ 0 h 3"/>
                  <a:gd name="T2" fmla="*/ 1 w 2"/>
                  <a:gd name="T3" fmla="*/ 0 h 3"/>
                  <a:gd name="T4" fmla="*/ 1 w 2"/>
                  <a:gd name="T5" fmla="*/ 3 h 3"/>
                  <a:gd name="T6" fmla="*/ 0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1" y="2"/>
                      <a:pt x="1" y="3"/>
                    </a:cubicBezTo>
                    <a:cubicBezTo>
                      <a:pt x="1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BB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6" name="Freeform 868"/>
              <p:cNvSpPr/>
              <p:nvPr/>
            </p:nvSpPr>
            <p:spPr bwMode="auto">
              <a:xfrm>
                <a:off x="694" y="2195"/>
                <a:ext cx="7" cy="10"/>
              </a:xfrm>
              <a:custGeom>
                <a:avLst/>
                <a:gdLst>
                  <a:gd name="T0" fmla="*/ 2 w 3"/>
                  <a:gd name="T1" fmla="*/ 4 h 4"/>
                  <a:gd name="T2" fmla="*/ 1 w 3"/>
                  <a:gd name="T3" fmla="*/ 0 h 4"/>
                  <a:gd name="T4" fmla="*/ 2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2" y="4"/>
                    </a:moveTo>
                    <a:cubicBezTo>
                      <a:pt x="0" y="3"/>
                      <a:pt x="1" y="1"/>
                      <a:pt x="1" y="0"/>
                    </a:cubicBezTo>
                    <a:cubicBezTo>
                      <a:pt x="3" y="1"/>
                      <a:pt x="2" y="2"/>
                      <a:pt x="2" y="4"/>
                    </a:cubicBezTo>
                    <a:close/>
                  </a:path>
                </a:pathLst>
              </a:custGeom>
              <a:solidFill>
                <a:srgbClr val="9CB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7" name="Freeform 869"/>
              <p:cNvSpPr/>
              <p:nvPr/>
            </p:nvSpPr>
            <p:spPr bwMode="auto">
              <a:xfrm>
                <a:off x="1159" y="1953"/>
                <a:ext cx="276" cy="197"/>
              </a:xfrm>
              <a:custGeom>
                <a:avLst/>
                <a:gdLst>
                  <a:gd name="T0" fmla="*/ 1 w 116"/>
                  <a:gd name="T1" fmla="*/ 9 h 83"/>
                  <a:gd name="T2" fmla="*/ 5 w 116"/>
                  <a:gd name="T3" fmla="*/ 5 h 83"/>
                  <a:gd name="T4" fmla="*/ 8 w 116"/>
                  <a:gd name="T5" fmla="*/ 7 h 83"/>
                  <a:gd name="T6" fmla="*/ 5 w 116"/>
                  <a:gd name="T7" fmla="*/ 7 h 83"/>
                  <a:gd name="T8" fmla="*/ 5 w 116"/>
                  <a:gd name="T9" fmla="*/ 8 h 83"/>
                  <a:gd name="T10" fmla="*/ 11 w 116"/>
                  <a:gd name="T11" fmla="*/ 7 h 83"/>
                  <a:gd name="T12" fmla="*/ 17 w 116"/>
                  <a:gd name="T13" fmla="*/ 6 h 83"/>
                  <a:gd name="T14" fmla="*/ 20 w 116"/>
                  <a:gd name="T15" fmla="*/ 4 h 83"/>
                  <a:gd name="T16" fmla="*/ 25 w 116"/>
                  <a:gd name="T17" fmla="*/ 2 h 83"/>
                  <a:gd name="T18" fmla="*/ 31 w 116"/>
                  <a:gd name="T19" fmla="*/ 3 h 83"/>
                  <a:gd name="T20" fmla="*/ 28 w 116"/>
                  <a:gd name="T21" fmla="*/ 7 h 83"/>
                  <a:gd name="T22" fmla="*/ 33 w 116"/>
                  <a:gd name="T23" fmla="*/ 9 h 83"/>
                  <a:gd name="T24" fmla="*/ 29 w 116"/>
                  <a:gd name="T25" fmla="*/ 14 h 83"/>
                  <a:gd name="T26" fmla="*/ 27 w 116"/>
                  <a:gd name="T27" fmla="*/ 16 h 83"/>
                  <a:gd name="T28" fmla="*/ 29 w 116"/>
                  <a:gd name="T29" fmla="*/ 16 h 83"/>
                  <a:gd name="T30" fmla="*/ 42 w 116"/>
                  <a:gd name="T31" fmla="*/ 12 h 83"/>
                  <a:gd name="T32" fmla="*/ 51 w 116"/>
                  <a:gd name="T33" fmla="*/ 12 h 83"/>
                  <a:gd name="T34" fmla="*/ 57 w 116"/>
                  <a:gd name="T35" fmla="*/ 19 h 83"/>
                  <a:gd name="T36" fmla="*/ 59 w 116"/>
                  <a:gd name="T37" fmla="*/ 21 h 83"/>
                  <a:gd name="T38" fmla="*/ 62 w 116"/>
                  <a:gd name="T39" fmla="*/ 23 h 83"/>
                  <a:gd name="T40" fmla="*/ 68 w 116"/>
                  <a:gd name="T41" fmla="*/ 25 h 83"/>
                  <a:gd name="T42" fmla="*/ 68 w 116"/>
                  <a:gd name="T43" fmla="*/ 27 h 83"/>
                  <a:gd name="T44" fmla="*/ 65 w 116"/>
                  <a:gd name="T45" fmla="*/ 31 h 83"/>
                  <a:gd name="T46" fmla="*/ 71 w 116"/>
                  <a:gd name="T47" fmla="*/ 37 h 83"/>
                  <a:gd name="T48" fmla="*/ 71 w 116"/>
                  <a:gd name="T49" fmla="*/ 37 h 83"/>
                  <a:gd name="T50" fmla="*/ 71 w 116"/>
                  <a:gd name="T51" fmla="*/ 37 h 83"/>
                  <a:gd name="T52" fmla="*/ 71 w 116"/>
                  <a:gd name="T53" fmla="*/ 37 h 83"/>
                  <a:gd name="T54" fmla="*/ 71 w 116"/>
                  <a:gd name="T55" fmla="*/ 37 h 83"/>
                  <a:gd name="T56" fmla="*/ 74 w 116"/>
                  <a:gd name="T57" fmla="*/ 38 h 83"/>
                  <a:gd name="T58" fmla="*/ 73 w 116"/>
                  <a:gd name="T59" fmla="*/ 39 h 83"/>
                  <a:gd name="T60" fmla="*/ 72 w 116"/>
                  <a:gd name="T61" fmla="*/ 42 h 83"/>
                  <a:gd name="T62" fmla="*/ 74 w 116"/>
                  <a:gd name="T63" fmla="*/ 40 h 83"/>
                  <a:gd name="T64" fmla="*/ 78 w 116"/>
                  <a:gd name="T65" fmla="*/ 41 h 83"/>
                  <a:gd name="T66" fmla="*/ 79 w 116"/>
                  <a:gd name="T67" fmla="*/ 51 h 83"/>
                  <a:gd name="T68" fmla="*/ 78 w 116"/>
                  <a:gd name="T69" fmla="*/ 52 h 83"/>
                  <a:gd name="T70" fmla="*/ 89 w 116"/>
                  <a:gd name="T71" fmla="*/ 59 h 83"/>
                  <a:gd name="T72" fmla="*/ 95 w 116"/>
                  <a:gd name="T73" fmla="*/ 56 h 83"/>
                  <a:gd name="T74" fmla="*/ 97 w 116"/>
                  <a:gd name="T75" fmla="*/ 57 h 83"/>
                  <a:gd name="T76" fmla="*/ 97 w 116"/>
                  <a:gd name="T77" fmla="*/ 59 h 83"/>
                  <a:gd name="T78" fmla="*/ 91 w 116"/>
                  <a:gd name="T79" fmla="*/ 61 h 83"/>
                  <a:gd name="T80" fmla="*/ 100 w 116"/>
                  <a:gd name="T81" fmla="*/ 66 h 83"/>
                  <a:gd name="T82" fmla="*/ 99 w 116"/>
                  <a:gd name="T83" fmla="*/ 61 h 83"/>
                  <a:gd name="T84" fmla="*/ 104 w 116"/>
                  <a:gd name="T85" fmla="*/ 59 h 83"/>
                  <a:gd name="T86" fmla="*/ 109 w 116"/>
                  <a:gd name="T87" fmla="*/ 70 h 83"/>
                  <a:gd name="T88" fmla="*/ 114 w 116"/>
                  <a:gd name="T89" fmla="*/ 77 h 83"/>
                  <a:gd name="T90" fmla="*/ 114 w 116"/>
                  <a:gd name="T91" fmla="*/ 80 h 83"/>
                  <a:gd name="T92" fmla="*/ 103 w 116"/>
                  <a:gd name="T93" fmla="*/ 76 h 83"/>
                  <a:gd name="T94" fmla="*/ 73 w 116"/>
                  <a:gd name="T95" fmla="*/ 70 h 83"/>
                  <a:gd name="T96" fmla="*/ 63 w 116"/>
                  <a:gd name="T97" fmla="*/ 64 h 83"/>
                  <a:gd name="T98" fmla="*/ 56 w 116"/>
                  <a:gd name="T99" fmla="*/ 57 h 83"/>
                  <a:gd name="T100" fmla="*/ 54 w 116"/>
                  <a:gd name="T101" fmla="*/ 56 h 83"/>
                  <a:gd name="T102" fmla="*/ 50 w 116"/>
                  <a:gd name="T103" fmla="*/ 56 h 83"/>
                  <a:gd name="T104" fmla="*/ 47 w 116"/>
                  <a:gd name="T105" fmla="*/ 55 h 83"/>
                  <a:gd name="T106" fmla="*/ 39 w 116"/>
                  <a:gd name="T107" fmla="*/ 47 h 83"/>
                  <a:gd name="T108" fmla="*/ 33 w 116"/>
                  <a:gd name="T109" fmla="*/ 44 h 83"/>
                  <a:gd name="T110" fmla="*/ 28 w 116"/>
                  <a:gd name="T111" fmla="*/ 40 h 83"/>
                  <a:gd name="T112" fmla="*/ 18 w 116"/>
                  <a:gd name="T113" fmla="*/ 29 h 83"/>
                  <a:gd name="T114" fmla="*/ 16 w 116"/>
                  <a:gd name="T115" fmla="*/ 26 h 83"/>
                  <a:gd name="T116" fmla="*/ 12 w 116"/>
                  <a:gd name="T117" fmla="*/ 15 h 83"/>
                  <a:gd name="T118" fmla="*/ 3 w 116"/>
                  <a:gd name="T119" fmla="*/ 13 h 83"/>
                  <a:gd name="T120" fmla="*/ 1 w 116"/>
                  <a:gd name="T121" fmla="*/ 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6" h="83">
                    <a:moveTo>
                      <a:pt x="1" y="9"/>
                    </a:moveTo>
                    <a:cubicBezTo>
                      <a:pt x="1" y="6"/>
                      <a:pt x="3" y="5"/>
                      <a:pt x="5" y="5"/>
                    </a:cubicBezTo>
                    <a:cubicBezTo>
                      <a:pt x="7" y="4"/>
                      <a:pt x="7" y="5"/>
                      <a:pt x="8" y="7"/>
                    </a:cubicBezTo>
                    <a:cubicBezTo>
                      <a:pt x="7" y="7"/>
                      <a:pt x="6" y="7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7" y="8"/>
                      <a:pt x="10" y="10"/>
                      <a:pt x="11" y="7"/>
                    </a:cubicBezTo>
                    <a:cubicBezTo>
                      <a:pt x="12" y="3"/>
                      <a:pt x="13" y="2"/>
                      <a:pt x="17" y="6"/>
                    </a:cubicBezTo>
                    <a:cubicBezTo>
                      <a:pt x="18" y="7"/>
                      <a:pt x="20" y="7"/>
                      <a:pt x="20" y="4"/>
                    </a:cubicBezTo>
                    <a:cubicBezTo>
                      <a:pt x="20" y="1"/>
                      <a:pt x="22" y="0"/>
                      <a:pt x="25" y="2"/>
                    </a:cubicBezTo>
                    <a:cubicBezTo>
                      <a:pt x="27" y="4"/>
                      <a:pt x="29" y="4"/>
                      <a:pt x="31" y="3"/>
                    </a:cubicBezTo>
                    <a:cubicBezTo>
                      <a:pt x="32" y="6"/>
                      <a:pt x="29" y="5"/>
                      <a:pt x="28" y="7"/>
                    </a:cubicBezTo>
                    <a:cubicBezTo>
                      <a:pt x="30" y="8"/>
                      <a:pt x="34" y="7"/>
                      <a:pt x="33" y="9"/>
                    </a:cubicBezTo>
                    <a:cubicBezTo>
                      <a:pt x="32" y="10"/>
                      <a:pt x="33" y="14"/>
                      <a:pt x="29" y="14"/>
                    </a:cubicBezTo>
                    <a:cubicBezTo>
                      <a:pt x="27" y="14"/>
                      <a:pt x="27" y="15"/>
                      <a:pt x="27" y="16"/>
                    </a:cubicBezTo>
                    <a:cubicBezTo>
                      <a:pt x="28" y="18"/>
                      <a:pt x="29" y="16"/>
                      <a:pt x="29" y="16"/>
                    </a:cubicBezTo>
                    <a:cubicBezTo>
                      <a:pt x="33" y="14"/>
                      <a:pt x="37" y="12"/>
                      <a:pt x="42" y="12"/>
                    </a:cubicBezTo>
                    <a:cubicBezTo>
                      <a:pt x="45" y="12"/>
                      <a:pt x="48" y="12"/>
                      <a:pt x="51" y="12"/>
                    </a:cubicBezTo>
                    <a:cubicBezTo>
                      <a:pt x="50" y="17"/>
                      <a:pt x="55" y="17"/>
                      <a:pt x="57" y="19"/>
                    </a:cubicBezTo>
                    <a:cubicBezTo>
                      <a:pt x="58" y="20"/>
                      <a:pt x="60" y="19"/>
                      <a:pt x="59" y="21"/>
                    </a:cubicBezTo>
                    <a:cubicBezTo>
                      <a:pt x="59" y="23"/>
                      <a:pt x="58" y="26"/>
                      <a:pt x="62" y="23"/>
                    </a:cubicBezTo>
                    <a:cubicBezTo>
                      <a:pt x="62" y="23"/>
                      <a:pt x="65" y="26"/>
                      <a:pt x="68" y="25"/>
                    </a:cubicBezTo>
                    <a:cubicBezTo>
                      <a:pt x="68" y="25"/>
                      <a:pt x="68" y="26"/>
                      <a:pt x="68" y="27"/>
                    </a:cubicBezTo>
                    <a:cubicBezTo>
                      <a:pt x="67" y="28"/>
                      <a:pt x="66" y="30"/>
                      <a:pt x="65" y="31"/>
                    </a:cubicBezTo>
                    <a:cubicBezTo>
                      <a:pt x="67" y="33"/>
                      <a:pt x="73" y="30"/>
                      <a:pt x="71" y="37"/>
                    </a:cubicBezTo>
                    <a:cubicBezTo>
                      <a:pt x="70" y="37"/>
                      <a:pt x="71" y="36"/>
                      <a:pt x="71" y="37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71" y="36"/>
                      <a:pt x="71" y="36"/>
                      <a:pt x="71" y="37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2" y="37"/>
                      <a:pt x="74" y="36"/>
                      <a:pt x="74" y="38"/>
                    </a:cubicBezTo>
                    <a:cubicBezTo>
                      <a:pt x="75" y="39"/>
                      <a:pt x="73" y="38"/>
                      <a:pt x="73" y="39"/>
                    </a:cubicBezTo>
                    <a:cubicBezTo>
                      <a:pt x="71" y="40"/>
                      <a:pt x="72" y="41"/>
                      <a:pt x="72" y="42"/>
                    </a:cubicBezTo>
                    <a:cubicBezTo>
                      <a:pt x="74" y="43"/>
                      <a:pt x="74" y="41"/>
                      <a:pt x="74" y="40"/>
                    </a:cubicBezTo>
                    <a:cubicBezTo>
                      <a:pt x="76" y="40"/>
                      <a:pt x="78" y="40"/>
                      <a:pt x="78" y="41"/>
                    </a:cubicBezTo>
                    <a:cubicBezTo>
                      <a:pt x="76" y="45"/>
                      <a:pt x="82" y="48"/>
                      <a:pt x="79" y="51"/>
                    </a:cubicBezTo>
                    <a:cubicBezTo>
                      <a:pt x="79" y="51"/>
                      <a:pt x="78" y="52"/>
                      <a:pt x="78" y="52"/>
                    </a:cubicBezTo>
                    <a:cubicBezTo>
                      <a:pt x="82" y="54"/>
                      <a:pt x="86" y="57"/>
                      <a:pt x="89" y="59"/>
                    </a:cubicBezTo>
                    <a:cubicBezTo>
                      <a:pt x="90" y="56"/>
                      <a:pt x="93" y="57"/>
                      <a:pt x="95" y="56"/>
                    </a:cubicBezTo>
                    <a:cubicBezTo>
                      <a:pt x="96" y="56"/>
                      <a:pt x="97" y="56"/>
                      <a:pt x="97" y="57"/>
                    </a:cubicBezTo>
                    <a:cubicBezTo>
                      <a:pt x="97" y="58"/>
                      <a:pt x="99" y="60"/>
                      <a:pt x="97" y="59"/>
                    </a:cubicBezTo>
                    <a:cubicBezTo>
                      <a:pt x="94" y="59"/>
                      <a:pt x="101" y="67"/>
                      <a:pt x="91" y="61"/>
                    </a:cubicBezTo>
                    <a:cubicBezTo>
                      <a:pt x="95" y="65"/>
                      <a:pt x="97" y="67"/>
                      <a:pt x="100" y="66"/>
                    </a:cubicBezTo>
                    <a:cubicBezTo>
                      <a:pt x="102" y="64"/>
                      <a:pt x="99" y="63"/>
                      <a:pt x="99" y="61"/>
                    </a:cubicBezTo>
                    <a:cubicBezTo>
                      <a:pt x="101" y="61"/>
                      <a:pt x="103" y="61"/>
                      <a:pt x="104" y="59"/>
                    </a:cubicBezTo>
                    <a:cubicBezTo>
                      <a:pt x="108" y="62"/>
                      <a:pt x="107" y="66"/>
                      <a:pt x="109" y="70"/>
                    </a:cubicBezTo>
                    <a:cubicBezTo>
                      <a:pt x="111" y="73"/>
                      <a:pt x="111" y="75"/>
                      <a:pt x="114" y="77"/>
                    </a:cubicBezTo>
                    <a:cubicBezTo>
                      <a:pt x="115" y="77"/>
                      <a:pt x="116" y="78"/>
                      <a:pt x="114" y="80"/>
                    </a:cubicBezTo>
                    <a:cubicBezTo>
                      <a:pt x="109" y="83"/>
                      <a:pt x="106" y="78"/>
                      <a:pt x="103" y="76"/>
                    </a:cubicBezTo>
                    <a:cubicBezTo>
                      <a:pt x="93" y="73"/>
                      <a:pt x="83" y="72"/>
                      <a:pt x="73" y="70"/>
                    </a:cubicBezTo>
                    <a:cubicBezTo>
                      <a:pt x="68" y="70"/>
                      <a:pt x="65" y="67"/>
                      <a:pt x="63" y="64"/>
                    </a:cubicBezTo>
                    <a:cubicBezTo>
                      <a:pt x="59" y="63"/>
                      <a:pt x="56" y="61"/>
                      <a:pt x="56" y="57"/>
                    </a:cubicBezTo>
                    <a:cubicBezTo>
                      <a:pt x="56" y="56"/>
                      <a:pt x="56" y="55"/>
                      <a:pt x="54" y="56"/>
                    </a:cubicBezTo>
                    <a:cubicBezTo>
                      <a:pt x="53" y="57"/>
                      <a:pt x="51" y="56"/>
                      <a:pt x="50" y="56"/>
                    </a:cubicBezTo>
                    <a:cubicBezTo>
                      <a:pt x="49" y="57"/>
                      <a:pt x="47" y="56"/>
                      <a:pt x="47" y="55"/>
                    </a:cubicBezTo>
                    <a:cubicBezTo>
                      <a:pt x="46" y="51"/>
                      <a:pt x="41" y="50"/>
                      <a:pt x="39" y="47"/>
                    </a:cubicBezTo>
                    <a:cubicBezTo>
                      <a:pt x="37" y="45"/>
                      <a:pt x="35" y="44"/>
                      <a:pt x="33" y="44"/>
                    </a:cubicBezTo>
                    <a:cubicBezTo>
                      <a:pt x="31" y="44"/>
                      <a:pt x="29" y="43"/>
                      <a:pt x="28" y="40"/>
                    </a:cubicBezTo>
                    <a:cubicBezTo>
                      <a:pt x="26" y="36"/>
                      <a:pt x="22" y="32"/>
                      <a:pt x="18" y="29"/>
                    </a:cubicBezTo>
                    <a:cubicBezTo>
                      <a:pt x="17" y="28"/>
                      <a:pt x="16" y="27"/>
                      <a:pt x="16" y="26"/>
                    </a:cubicBezTo>
                    <a:cubicBezTo>
                      <a:pt x="15" y="22"/>
                      <a:pt x="14" y="18"/>
                      <a:pt x="12" y="15"/>
                    </a:cubicBezTo>
                    <a:cubicBezTo>
                      <a:pt x="11" y="12"/>
                      <a:pt x="7" y="11"/>
                      <a:pt x="3" y="13"/>
                    </a:cubicBezTo>
                    <a:cubicBezTo>
                      <a:pt x="1" y="13"/>
                      <a:pt x="0" y="11"/>
                      <a:pt x="1" y="9"/>
                    </a:cubicBezTo>
                    <a:close/>
                  </a:path>
                </a:pathLst>
              </a:custGeom>
              <a:solidFill>
                <a:srgbClr val="9BC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8" name="Freeform 870"/>
              <p:cNvSpPr/>
              <p:nvPr/>
            </p:nvSpPr>
            <p:spPr bwMode="auto">
              <a:xfrm>
                <a:off x="1390" y="2231"/>
                <a:ext cx="152" cy="100"/>
              </a:xfrm>
              <a:custGeom>
                <a:avLst/>
                <a:gdLst>
                  <a:gd name="T0" fmla="*/ 5 w 64"/>
                  <a:gd name="T1" fmla="*/ 8 h 42"/>
                  <a:gd name="T2" fmla="*/ 20 w 64"/>
                  <a:gd name="T3" fmla="*/ 3 h 42"/>
                  <a:gd name="T4" fmla="*/ 45 w 64"/>
                  <a:gd name="T5" fmla="*/ 0 h 42"/>
                  <a:gd name="T6" fmla="*/ 62 w 64"/>
                  <a:gd name="T7" fmla="*/ 5 h 42"/>
                  <a:gd name="T8" fmla="*/ 59 w 64"/>
                  <a:gd name="T9" fmla="*/ 22 h 42"/>
                  <a:gd name="T10" fmla="*/ 54 w 64"/>
                  <a:gd name="T11" fmla="*/ 28 h 42"/>
                  <a:gd name="T12" fmla="*/ 47 w 64"/>
                  <a:gd name="T13" fmla="*/ 33 h 42"/>
                  <a:gd name="T14" fmla="*/ 39 w 64"/>
                  <a:gd name="T15" fmla="*/ 30 h 42"/>
                  <a:gd name="T16" fmla="*/ 33 w 64"/>
                  <a:gd name="T17" fmla="*/ 31 h 42"/>
                  <a:gd name="T18" fmla="*/ 40 w 64"/>
                  <a:gd name="T19" fmla="*/ 35 h 42"/>
                  <a:gd name="T20" fmla="*/ 36 w 64"/>
                  <a:gd name="T21" fmla="*/ 36 h 42"/>
                  <a:gd name="T22" fmla="*/ 25 w 64"/>
                  <a:gd name="T23" fmla="*/ 36 h 42"/>
                  <a:gd name="T24" fmla="*/ 27 w 64"/>
                  <a:gd name="T25" fmla="*/ 40 h 42"/>
                  <a:gd name="T26" fmla="*/ 24 w 64"/>
                  <a:gd name="T27" fmla="*/ 41 h 42"/>
                  <a:gd name="T28" fmla="*/ 17 w 64"/>
                  <a:gd name="T29" fmla="*/ 37 h 42"/>
                  <a:gd name="T30" fmla="*/ 17 w 64"/>
                  <a:gd name="T31" fmla="*/ 31 h 42"/>
                  <a:gd name="T32" fmla="*/ 19 w 64"/>
                  <a:gd name="T33" fmla="*/ 26 h 42"/>
                  <a:gd name="T34" fmla="*/ 12 w 64"/>
                  <a:gd name="T35" fmla="*/ 25 h 42"/>
                  <a:gd name="T36" fmla="*/ 10 w 64"/>
                  <a:gd name="T37" fmla="*/ 25 h 42"/>
                  <a:gd name="T38" fmla="*/ 8 w 64"/>
                  <a:gd name="T39" fmla="*/ 24 h 42"/>
                  <a:gd name="T40" fmla="*/ 1 w 64"/>
                  <a:gd name="T41" fmla="*/ 15 h 42"/>
                  <a:gd name="T42" fmla="*/ 1 w 64"/>
                  <a:gd name="T43" fmla="*/ 11 h 42"/>
                  <a:gd name="T44" fmla="*/ 5 w 64"/>
                  <a:gd name="T45" fmla="*/ 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" h="42">
                    <a:moveTo>
                      <a:pt x="5" y="8"/>
                    </a:moveTo>
                    <a:cubicBezTo>
                      <a:pt x="10" y="6"/>
                      <a:pt x="15" y="5"/>
                      <a:pt x="20" y="3"/>
                    </a:cubicBezTo>
                    <a:cubicBezTo>
                      <a:pt x="28" y="0"/>
                      <a:pt x="37" y="1"/>
                      <a:pt x="45" y="0"/>
                    </a:cubicBezTo>
                    <a:cubicBezTo>
                      <a:pt x="51" y="0"/>
                      <a:pt x="57" y="1"/>
                      <a:pt x="62" y="5"/>
                    </a:cubicBezTo>
                    <a:cubicBezTo>
                      <a:pt x="64" y="11"/>
                      <a:pt x="62" y="17"/>
                      <a:pt x="59" y="22"/>
                    </a:cubicBezTo>
                    <a:cubicBezTo>
                      <a:pt x="57" y="24"/>
                      <a:pt x="55" y="26"/>
                      <a:pt x="54" y="28"/>
                    </a:cubicBezTo>
                    <a:cubicBezTo>
                      <a:pt x="53" y="31"/>
                      <a:pt x="52" y="34"/>
                      <a:pt x="47" y="33"/>
                    </a:cubicBezTo>
                    <a:cubicBezTo>
                      <a:pt x="44" y="34"/>
                      <a:pt x="41" y="34"/>
                      <a:pt x="39" y="30"/>
                    </a:cubicBezTo>
                    <a:cubicBezTo>
                      <a:pt x="38" y="30"/>
                      <a:pt x="35" y="29"/>
                      <a:pt x="33" y="31"/>
                    </a:cubicBezTo>
                    <a:cubicBezTo>
                      <a:pt x="37" y="29"/>
                      <a:pt x="39" y="31"/>
                      <a:pt x="40" y="35"/>
                    </a:cubicBezTo>
                    <a:cubicBezTo>
                      <a:pt x="39" y="36"/>
                      <a:pt x="37" y="37"/>
                      <a:pt x="36" y="36"/>
                    </a:cubicBezTo>
                    <a:cubicBezTo>
                      <a:pt x="32" y="35"/>
                      <a:pt x="29" y="36"/>
                      <a:pt x="25" y="36"/>
                    </a:cubicBezTo>
                    <a:cubicBezTo>
                      <a:pt x="27" y="37"/>
                      <a:pt x="28" y="38"/>
                      <a:pt x="27" y="40"/>
                    </a:cubicBezTo>
                    <a:cubicBezTo>
                      <a:pt x="26" y="41"/>
                      <a:pt x="25" y="42"/>
                      <a:pt x="24" y="41"/>
                    </a:cubicBezTo>
                    <a:cubicBezTo>
                      <a:pt x="21" y="39"/>
                      <a:pt x="19" y="39"/>
                      <a:pt x="17" y="37"/>
                    </a:cubicBezTo>
                    <a:cubicBezTo>
                      <a:pt x="15" y="36"/>
                      <a:pt x="15" y="33"/>
                      <a:pt x="17" y="31"/>
                    </a:cubicBezTo>
                    <a:cubicBezTo>
                      <a:pt x="18" y="30"/>
                      <a:pt x="20" y="29"/>
                      <a:pt x="19" y="26"/>
                    </a:cubicBezTo>
                    <a:cubicBezTo>
                      <a:pt x="17" y="24"/>
                      <a:pt x="15" y="23"/>
                      <a:pt x="12" y="25"/>
                    </a:cubicBezTo>
                    <a:cubicBezTo>
                      <a:pt x="11" y="25"/>
                      <a:pt x="11" y="25"/>
                      <a:pt x="10" y="25"/>
                    </a:cubicBezTo>
                    <a:cubicBezTo>
                      <a:pt x="9" y="25"/>
                      <a:pt x="9" y="24"/>
                      <a:pt x="8" y="24"/>
                    </a:cubicBezTo>
                    <a:cubicBezTo>
                      <a:pt x="6" y="21"/>
                      <a:pt x="5" y="17"/>
                      <a:pt x="1" y="15"/>
                    </a:cubicBezTo>
                    <a:cubicBezTo>
                      <a:pt x="0" y="15"/>
                      <a:pt x="0" y="12"/>
                      <a:pt x="1" y="11"/>
                    </a:cubicBezTo>
                    <a:cubicBezTo>
                      <a:pt x="2" y="9"/>
                      <a:pt x="3" y="7"/>
                      <a:pt x="5" y="8"/>
                    </a:cubicBezTo>
                    <a:close/>
                  </a:path>
                </a:pathLst>
              </a:custGeom>
              <a:solidFill>
                <a:srgbClr val="A3C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19" name="Freeform 871"/>
              <p:cNvSpPr/>
              <p:nvPr/>
            </p:nvSpPr>
            <p:spPr bwMode="auto">
              <a:xfrm>
                <a:off x="1359" y="2126"/>
                <a:ext cx="71" cy="100"/>
              </a:xfrm>
              <a:custGeom>
                <a:avLst/>
                <a:gdLst>
                  <a:gd name="T0" fmla="*/ 20 w 30"/>
                  <a:gd name="T1" fmla="*/ 2 h 42"/>
                  <a:gd name="T2" fmla="*/ 30 w 30"/>
                  <a:gd name="T3" fmla="*/ 7 h 42"/>
                  <a:gd name="T4" fmla="*/ 30 w 30"/>
                  <a:gd name="T5" fmla="*/ 10 h 42"/>
                  <a:gd name="T6" fmla="*/ 28 w 30"/>
                  <a:gd name="T7" fmla="*/ 11 h 42"/>
                  <a:gd name="T8" fmla="*/ 26 w 30"/>
                  <a:gd name="T9" fmla="*/ 11 h 42"/>
                  <a:gd name="T10" fmla="*/ 30 w 30"/>
                  <a:gd name="T11" fmla="*/ 17 h 42"/>
                  <a:gd name="T12" fmla="*/ 27 w 30"/>
                  <a:gd name="T13" fmla="*/ 21 h 42"/>
                  <a:gd name="T14" fmla="*/ 30 w 30"/>
                  <a:gd name="T15" fmla="*/ 22 h 42"/>
                  <a:gd name="T16" fmla="*/ 28 w 30"/>
                  <a:gd name="T17" fmla="*/ 25 h 42"/>
                  <a:gd name="T18" fmla="*/ 26 w 30"/>
                  <a:gd name="T19" fmla="*/ 32 h 42"/>
                  <a:gd name="T20" fmla="*/ 26 w 30"/>
                  <a:gd name="T21" fmla="*/ 36 h 42"/>
                  <a:gd name="T22" fmla="*/ 24 w 30"/>
                  <a:gd name="T23" fmla="*/ 35 h 42"/>
                  <a:gd name="T24" fmla="*/ 20 w 30"/>
                  <a:gd name="T25" fmla="*/ 36 h 42"/>
                  <a:gd name="T26" fmla="*/ 19 w 30"/>
                  <a:gd name="T27" fmla="*/ 40 h 42"/>
                  <a:gd name="T28" fmla="*/ 19 w 30"/>
                  <a:gd name="T29" fmla="*/ 41 h 42"/>
                  <a:gd name="T30" fmla="*/ 16 w 30"/>
                  <a:gd name="T31" fmla="*/ 42 h 42"/>
                  <a:gd name="T32" fmla="*/ 14 w 30"/>
                  <a:gd name="T33" fmla="*/ 41 h 42"/>
                  <a:gd name="T34" fmla="*/ 11 w 30"/>
                  <a:gd name="T35" fmla="*/ 37 h 42"/>
                  <a:gd name="T36" fmla="*/ 13 w 30"/>
                  <a:gd name="T37" fmla="*/ 37 h 42"/>
                  <a:gd name="T38" fmla="*/ 13 w 30"/>
                  <a:gd name="T39" fmla="*/ 37 h 42"/>
                  <a:gd name="T40" fmla="*/ 11 w 30"/>
                  <a:gd name="T41" fmla="*/ 38 h 42"/>
                  <a:gd name="T42" fmla="*/ 8 w 30"/>
                  <a:gd name="T43" fmla="*/ 37 h 42"/>
                  <a:gd name="T44" fmla="*/ 5 w 30"/>
                  <a:gd name="T45" fmla="*/ 37 h 42"/>
                  <a:gd name="T46" fmla="*/ 6 w 30"/>
                  <a:gd name="T47" fmla="*/ 32 h 42"/>
                  <a:gd name="T48" fmla="*/ 6 w 30"/>
                  <a:gd name="T49" fmla="*/ 28 h 42"/>
                  <a:gd name="T50" fmla="*/ 4 w 30"/>
                  <a:gd name="T51" fmla="*/ 23 h 42"/>
                  <a:gd name="T52" fmla="*/ 6 w 30"/>
                  <a:gd name="T53" fmla="*/ 21 h 42"/>
                  <a:gd name="T54" fmla="*/ 8 w 30"/>
                  <a:gd name="T55" fmla="*/ 21 h 42"/>
                  <a:gd name="T56" fmla="*/ 6 w 30"/>
                  <a:gd name="T57" fmla="*/ 19 h 42"/>
                  <a:gd name="T58" fmla="*/ 0 w 30"/>
                  <a:gd name="T59" fmla="*/ 16 h 42"/>
                  <a:gd name="T60" fmla="*/ 5 w 30"/>
                  <a:gd name="T61" fmla="*/ 9 h 42"/>
                  <a:gd name="T62" fmla="*/ 8 w 30"/>
                  <a:gd name="T63" fmla="*/ 7 h 42"/>
                  <a:gd name="T64" fmla="*/ 9 w 30"/>
                  <a:gd name="T65" fmla="*/ 10 h 42"/>
                  <a:gd name="T66" fmla="*/ 9 w 30"/>
                  <a:gd name="T67" fmla="*/ 11 h 42"/>
                  <a:gd name="T68" fmla="*/ 11 w 30"/>
                  <a:gd name="T69" fmla="*/ 6 h 42"/>
                  <a:gd name="T70" fmla="*/ 17 w 30"/>
                  <a:gd name="T71" fmla="*/ 6 h 42"/>
                  <a:gd name="T72" fmla="*/ 20 w 30"/>
                  <a:gd name="T73" fmla="*/ 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0" h="42">
                    <a:moveTo>
                      <a:pt x="20" y="2"/>
                    </a:moveTo>
                    <a:cubicBezTo>
                      <a:pt x="23" y="5"/>
                      <a:pt x="26" y="8"/>
                      <a:pt x="30" y="7"/>
                    </a:cubicBezTo>
                    <a:cubicBezTo>
                      <a:pt x="30" y="8"/>
                      <a:pt x="25" y="8"/>
                      <a:pt x="30" y="10"/>
                    </a:cubicBezTo>
                    <a:cubicBezTo>
                      <a:pt x="30" y="10"/>
                      <a:pt x="30" y="12"/>
                      <a:pt x="28" y="11"/>
                    </a:cubicBezTo>
                    <a:cubicBezTo>
                      <a:pt x="28" y="11"/>
                      <a:pt x="27" y="11"/>
                      <a:pt x="26" y="11"/>
                    </a:cubicBezTo>
                    <a:cubicBezTo>
                      <a:pt x="30" y="11"/>
                      <a:pt x="23" y="18"/>
                      <a:pt x="30" y="17"/>
                    </a:cubicBezTo>
                    <a:cubicBezTo>
                      <a:pt x="30" y="20"/>
                      <a:pt x="26" y="19"/>
                      <a:pt x="27" y="21"/>
                    </a:cubicBezTo>
                    <a:cubicBezTo>
                      <a:pt x="27" y="22"/>
                      <a:pt x="29" y="23"/>
                      <a:pt x="30" y="22"/>
                    </a:cubicBezTo>
                    <a:cubicBezTo>
                      <a:pt x="30" y="24"/>
                      <a:pt x="29" y="24"/>
                      <a:pt x="28" y="25"/>
                    </a:cubicBezTo>
                    <a:cubicBezTo>
                      <a:pt x="26" y="27"/>
                      <a:pt x="23" y="29"/>
                      <a:pt x="26" y="32"/>
                    </a:cubicBezTo>
                    <a:cubicBezTo>
                      <a:pt x="27" y="33"/>
                      <a:pt x="27" y="35"/>
                      <a:pt x="26" y="36"/>
                    </a:cubicBezTo>
                    <a:cubicBezTo>
                      <a:pt x="25" y="37"/>
                      <a:pt x="24" y="35"/>
                      <a:pt x="24" y="35"/>
                    </a:cubicBezTo>
                    <a:cubicBezTo>
                      <a:pt x="22" y="34"/>
                      <a:pt x="21" y="36"/>
                      <a:pt x="20" y="36"/>
                    </a:cubicBezTo>
                    <a:cubicBezTo>
                      <a:pt x="17" y="37"/>
                      <a:pt x="19" y="39"/>
                      <a:pt x="19" y="40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8" y="41"/>
                      <a:pt x="17" y="42"/>
                      <a:pt x="16" y="42"/>
                    </a:cubicBezTo>
                    <a:cubicBezTo>
                      <a:pt x="15" y="42"/>
                      <a:pt x="14" y="41"/>
                      <a:pt x="14" y="41"/>
                    </a:cubicBezTo>
                    <a:cubicBezTo>
                      <a:pt x="12" y="41"/>
                      <a:pt x="10" y="40"/>
                      <a:pt x="11" y="37"/>
                    </a:cubicBezTo>
                    <a:cubicBezTo>
                      <a:pt x="12" y="37"/>
                      <a:pt x="12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2" y="37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cubicBezTo>
                      <a:pt x="7" y="37"/>
                      <a:pt x="5" y="39"/>
                      <a:pt x="5" y="37"/>
                    </a:cubicBezTo>
                    <a:cubicBezTo>
                      <a:pt x="4" y="35"/>
                      <a:pt x="5" y="33"/>
                      <a:pt x="6" y="32"/>
                    </a:cubicBezTo>
                    <a:cubicBezTo>
                      <a:pt x="8" y="31"/>
                      <a:pt x="9" y="30"/>
                      <a:pt x="6" y="28"/>
                    </a:cubicBezTo>
                    <a:cubicBezTo>
                      <a:pt x="4" y="27"/>
                      <a:pt x="6" y="24"/>
                      <a:pt x="4" y="23"/>
                    </a:cubicBezTo>
                    <a:cubicBezTo>
                      <a:pt x="3" y="22"/>
                      <a:pt x="5" y="22"/>
                      <a:pt x="6" y="21"/>
                    </a:cubicBezTo>
                    <a:cubicBezTo>
                      <a:pt x="7" y="21"/>
                      <a:pt x="8" y="23"/>
                      <a:pt x="8" y="21"/>
                    </a:cubicBezTo>
                    <a:cubicBezTo>
                      <a:pt x="8" y="20"/>
                      <a:pt x="8" y="19"/>
                      <a:pt x="6" y="19"/>
                    </a:cubicBezTo>
                    <a:cubicBezTo>
                      <a:pt x="3" y="19"/>
                      <a:pt x="1" y="18"/>
                      <a:pt x="0" y="16"/>
                    </a:cubicBezTo>
                    <a:cubicBezTo>
                      <a:pt x="1" y="13"/>
                      <a:pt x="4" y="11"/>
                      <a:pt x="5" y="9"/>
                    </a:cubicBezTo>
                    <a:cubicBezTo>
                      <a:pt x="6" y="8"/>
                      <a:pt x="7" y="6"/>
                      <a:pt x="8" y="7"/>
                    </a:cubicBezTo>
                    <a:cubicBezTo>
                      <a:pt x="9" y="7"/>
                      <a:pt x="9" y="9"/>
                      <a:pt x="9" y="10"/>
                    </a:cubicBezTo>
                    <a:cubicBezTo>
                      <a:pt x="9" y="10"/>
                      <a:pt x="9" y="11"/>
                      <a:pt x="9" y="11"/>
                    </a:cubicBezTo>
                    <a:cubicBezTo>
                      <a:pt x="10" y="9"/>
                      <a:pt x="8" y="7"/>
                      <a:pt x="11" y="6"/>
                    </a:cubicBezTo>
                    <a:cubicBezTo>
                      <a:pt x="13" y="6"/>
                      <a:pt x="14" y="0"/>
                      <a:pt x="17" y="6"/>
                    </a:cubicBezTo>
                    <a:cubicBezTo>
                      <a:pt x="19" y="5"/>
                      <a:pt x="18" y="2"/>
                      <a:pt x="20" y="2"/>
                    </a:cubicBezTo>
                    <a:close/>
                  </a:path>
                </a:pathLst>
              </a:custGeom>
              <a:solidFill>
                <a:srgbClr val="AFD2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0" name="Freeform 872"/>
              <p:cNvSpPr/>
              <p:nvPr/>
            </p:nvSpPr>
            <p:spPr bwMode="auto">
              <a:xfrm>
                <a:off x="1473" y="2243"/>
                <a:ext cx="95" cy="85"/>
              </a:xfrm>
              <a:custGeom>
                <a:avLst/>
                <a:gdLst>
                  <a:gd name="T0" fmla="*/ 12 w 40"/>
                  <a:gd name="T1" fmla="*/ 27 h 36"/>
                  <a:gd name="T2" fmla="*/ 18 w 40"/>
                  <a:gd name="T3" fmla="*/ 22 h 36"/>
                  <a:gd name="T4" fmla="*/ 23 w 40"/>
                  <a:gd name="T5" fmla="*/ 16 h 36"/>
                  <a:gd name="T6" fmla="*/ 27 w 40"/>
                  <a:gd name="T7" fmla="*/ 4 h 36"/>
                  <a:gd name="T8" fmla="*/ 27 w 40"/>
                  <a:gd name="T9" fmla="*/ 0 h 36"/>
                  <a:gd name="T10" fmla="*/ 30 w 40"/>
                  <a:gd name="T11" fmla="*/ 3 h 36"/>
                  <a:gd name="T12" fmla="*/ 36 w 40"/>
                  <a:gd name="T13" fmla="*/ 10 h 36"/>
                  <a:gd name="T14" fmla="*/ 32 w 40"/>
                  <a:gd name="T15" fmla="*/ 9 h 36"/>
                  <a:gd name="T16" fmla="*/ 30 w 40"/>
                  <a:gd name="T17" fmla="*/ 5 h 36"/>
                  <a:gd name="T18" fmla="*/ 39 w 40"/>
                  <a:gd name="T19" fmla="*/ 13 h 36"/>
                  <a:gd name="T20" fmla="*/ 22 w 40"/>
                  <a:gd name="T21" fmla="*/ 28 h 36"/>
                  <a:gd name="T22" fmla="*/ 9 w 40"/>
                  <a:gd name="T23" fmla="*/ 35 h 36"/>
                  <a:gd name="T24" fmla="*/ 1 w 40"/>
                  <a:gd name="T25" fmla="*/ 34 h 36"/>
                  <a:gd name="T26" fmla="*/ 1 w 40"/>
                  <a:gd name="T27" fmla="*/ 31 h 36"/>
                  <a:gd name="T28" fmla="*/ 5 w 40"/>
                  <a:gd name="T29" fmla="*/ 30 h 36"/>
                  <a:gd name="T30" fmla="*/ 12 w 40"/>
                  <a:gd name="T31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36">
                    <a:moveTo>
                      <a:pt x="12" y="27"/>
                    </a:moveTo>
                    <a:cubicBezTo>
                      <a:pt x="16" y="28"/>
                      <a:pt x="18" y="25"/>
                      <a:pt x="18" y="22"/>
                    </a:cubicBezTo>
                    <a:cubicBezTo>
                      <a:pt x="19" y="20"/>
                      <a:pt x="21" y="18"/>
                      <a:pt x="23" y="16"/>
                    </a:cubicBezTo>
                    <a:cubicBezTo>
                      <a:pt x="25" y="13"/>
                      <a:pt x="26" y="8"/>
                      <a:pt x="27" y="4"/>
                    </a:cubicBezTo>
                    <a:cubicBezTo>
                      <a:pt x="27" y="3"/>
                      <a:pt x="27" y="1"/>
                      <a:pt x="27" y="0"/>
                    </a:cubicBezTo>
                    <a:cubicBezTo>
                      <a:pt x="29" y="0"/>
                      <a:pt x="30" y="1"/>
                      <a:pt x="30" y="3"/>
                    </a:cubicBezTo>
                    <a:cubicBezTo>
                      <a:pt x="28" y="9"/>
                      <a:pt x="30" y="12"/>
                      <a:pt x="36" y="10"/>
                    </a:cubicBezTo>
                    <a:cubicBezTo>
                      <a:pt x="35" y="8"/>
                      <a:pt x="33" y="10"/>
                      <a:pt x="32" y="9"/>
                    </a:cubicBezTo>
                    <a:cubicBezTo>
                      <a:pt x="31" y="8"/>
                      <a:pt x="33" y="6"/>
                      <a:pt x="30" y="5"/>
                    </a:cubicBezTo>
                    <a:cubicBezTo>
                      <a:pt x="37" y="6"/>
                      <a:pt x="40" y="8"/>
                      <a:pt x="39" y="13"/>
                    </a:cubicBezTo>
                    <a:cubicBezTo>
                      <a:pt x="34" y="19"/>
                      <a:pt x="29" y="24"/>
                      <a:pt x="22" y="28"/>
                    </a:cubicBezTo>
                    <a:cubicBezTo>
                      <a:pt x="19" y="33"/>
                      <a:pt x="13" y="32"/>
                      <a:pt x="9" y="35"/>
                    </a:cubicBezTo>
                    <a:cubicBezTo>
                      <a:pt x="7" y="36"/>
                      <a:pt x="4" y="34"/>
                      <a:pt x="1" y="34"/>
                    </a:cubicBezTo>
                    <a:cubicBezTo>
                      <a:pt x="0" y="33"/>
                      <a:pt x="0" y="32"/>
                      <a:pt x="1" y="31"/>
                    </a:cubicBezTo>
                    <a:cubicBezTo>
                      <a:pt x="2" y="30"/>
                      <a:pt x="3" y="30"/>
                      <a:pt x="5" y="30"/>
                    </a:cubicBezTo>
                    <a:cubicBezTo>
                      <a:pt x="7" y="29"/>
                      <a:pt x="10" y="29"/>
                      <a:pt x="12" y="27"/>
                    </a:cubicBezTo>
                    <a:close/>
                  </a:path>
                </a:pathLst>
              </a:custGeom>
              <a:solidFill>
                <a:srgbClr val="B9D3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1" name="Freeform 873"/>
              <p:cNvSpPr/>
              <p:nvPr/>
            </p:nvSpPr>
            <p:spPr bwMode="auto">
              <a:xfrm>
                <a:off x="1352" y="2214"/>
                <a:ext cx="69" cy="64"/>
              </a:xfrm>
              <a:custGeom>
                <a:avLst/>
                <a:gdLst>
                  <a:gd name="T0" fmla="*/ 17 w 29"/>
                  <a:gd name="T1" fmla="*/ 3 h 27"/>
                  <a:gd name="T2" fmla="*/ 19 w 29"/>
                  <a:gd name="T3" fmla="*/ 4 h 27"/>
                  <a:gd name="T4" fmla="*/ 22 w 29"/>
                  <a:gd name="T5" fmla="*/ 3 h 27"/>
                  <a:gd name="T6" fmla="*/ 25 w 29"/>
                  <a:gd name="T7" fmla="*/ 2 h 27"/>
                  <a:gd name="T8" fmla="*/ 27 w 29"/>
                  <a:gd name="T9" fmla="*/ 1 h 27"/>
                  <a:gd name="T10" fmla="*/ 29 w 29"/>
                  <a:gd name="T11" fmla="*/ 5 h 27"/>
                  <a:gd name="T12" fmla="*/ 26 w 29"/>
                  <a:gd name="T13" fmla="*/ 6 h 27"/>
                  <a:gd name="T14" fmla="*/ 23 w 29"/>
                  <a:gd name="T15" fmla="*/ 10 h 27"/>
                  <a:gd name="T16" fmla="*/ 21 w 29"/>
                  <a:gd name="T17" fmla="*/ 15 h 27"/>
                  <a:gd name="T18" fmla="*/ 17 w 29"/>
                  <a:gd name="T19" fmla="*/ 18 h 27"/>
                  <a:gd name="T20" fmla="*/ 12 w 29"/>
                  <a:gd name="T21" fmla="*/ 23 h 27"/>
                  <a:gd name="T22" fmla="*/ 2 w 29"/>
                  <a:gd name="T23" fmla="*/ 24 h 27"/>
                  <a:gd name="T24" fmla="*/ 4 w 29"/>
                  <a:gd name="T25" fmla="*/ 15 h 27"/>
                  <a:gd name="T26" fmla="*/ 10 w 29"/>
                  <a:gd name="T27" fmla="*/ 9 h 27"/>
                  <a:gd name="T28" fmla="*/ 10 w 29"/>
                  <a:gd name="T29" fmla="*/ 8 h 27"/>
                  <a:gd name="T30" fmla="*/ 17 w 29"/>
                  <a:gd name="T31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27">
                    <a:moveTo>
                      <a:pt x="17" y="3"/>
                    </a:moveTo>
                    <a:cubicBezTo>
                      <a:pt x="18" y="4"/>
                      <a:pt x="18" y="4"/>
                      <a:pt x="19" y="4"/>
                    </a:cubicBezTo>
                    <a:cubicBezTo>
                      <a:pt x="20" y="3"/>
                      <a:pt x="22" y="6"/>
                      <a:pt x="22" y="3"/>
                    </a:cubicBezTo>
                    <a:cubicBezTo>
                      <a:pt x="23" y="3"/>
                      <a:pt x="24" y="3"/>
                      <a:pt x="25" y="2"/>
                    </a:cubicBezTo>
                    <a:cubicBezTo>
                      <a:pt x="25" y="1"/>
                      <a:pt x="27" y="0"/>
                      <a:pt x="27" y="1"/>
                    </a:cubicBezTo>
                    <a:cubicBezTo>
                      <a:pt x="28" y="2"/>
                      <a:pt x="29" y="3"/>
                      <a:pt x="29" y="5"/>
                    </a:cubicBezTo>
                    <a:cubicBezTo>
                      <a:pt x="29" y="6"/>
                      <a:pt x="28" y="6"/>
                      <a:pt x="26" y="6"/>
                    </a:cubicBezTo>
                    <a:cubicBezTo>
                      <a:pt x="23" y="6"/>
                      <a:pt x="23" y="7"/>
                      <a:pt x="23" y="10"/>
                    </a:cubicBezTo>
                    <a:cubicBezTo>
                      <a:pt x="23" y="12"/>
                      <a:pt x="22" y="13"/>
                      <a:pt x="21" y="15"/>
                    </a:cubicBezTo>
                    <a:cubicBezTo>
                      <a:pt x="19" y="15"/>
                      <a:pt x="19" y="18"/>
                      <a:pt x="17" y="18"/>
                    </a:cubicBezTo>
                    <a:cubicBezTo>
                      <a:pt x="16" y="20"/>
                      <a:pt x="15" y="23"/>
                      <a:pt x="12" y="23"/>
                    </a:cubicBezTo>
                    <a:cubicBezTo>
                      <a:pt x="9" y="24"/>
                      <a:pt x="5" y="27"/>
                      <a:pt x="2" y="24"/>
                    </a:cubicBezTo>
                    <a:cubicBezTo>
                      <a:pt x="0" y="21"/>
                      <a:pt x="3" y="18"/>
                      <a:pt x="4" y="15"/>
                    </a:cubicBezTo>
                    <a:cubicBezTo>
                      <a:pt x="5" y="12"/>
                      <a:pt x="6" y="9"/>
                      <a:pt x="10" y="9"/>
                    </a:cubicBezTo>
                    <a:cubicBezTo>
                      <a:pt x="10" y="9"/>
                      <a:pt x="10" y="8"/>
                      <a:pt x="10" y="8"/>
                    </a:cubicBezTo>
                    <a:cubicBezTo>
                      <a:pt x="10" y="3"/>
                      <a:pt x="15" y="4"/>
                      <a:pt x="17" y="3"/>
                    </a:cubicBezTo>
                    <a:close/>
                  </a:path>
                </a:pathLst>
              </a:custGeom>
              <a:solidFill>
                <a:srgbClr val="BF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2" name="Freeform 874"/>
              <p:cNvSpPr/>
              <p:nvPr/>
            </p:nvSpPr>
            <p:spPr bwMode="auto">
              <a:xfrm>
                <a:off x="1337" y="2409"/>
                <a:ext cx="209" cy="93"/>
              </a:xfrm>
              <a:custGeom>
                <a:avLst/>
                <a:gdLst>
                  <a:gd name="T0" fmla="*/ 80 w 88"/>
                  <a:gd name="T1" fmla="*/ 20 h 39"/>
                  <a:gd name="T2" fmla="*/ 79 w 88"/>
                  <a:gd name="T3" fmla="*/ 21 h 39"/>
                  <a:gd name="T4" fmla="*/ 50 w 88"/>
                  <a:gd name="T5" fmla="*/ 37 h 39"/>
                  <a:gd name="T6" fmla="*/ 44 w 88"/>
                  <a:gd name="T7" fmla="*/ 39 h 39"/>
                  <a:gd name="T8" fmla="*/ 21 w 88"/>
                  <a:gd name="T9" fmla="*/ 37 h 39"/>
                  <a:gd name="T10" fmla="*/ 16 w 88"/>
                  <a:gd name="T11" fmla="*/ 33 h 39"/>
                  <a:gd name="T12" fmla="*/ 12 w 88"/>
                  <a:gd name="T13" fmla="*/ 28 h 39"/>
                  <a:gd name="T14" fmla="*/ 11 w 88"/>
                  <a:gd name="T15" fmla="*/ 26 h 39"/>
                  <a:gd name="T16" fmla="*/ 6 w 88"/>
                  <a:gd name="T17" fmla="*/ 22 h 39"/>
                  <a:gd name="T18" fmla="*/ 1 w 88"/>
                  <a:gd name="T19" fmla="*/ 22 h 39"/>
                  <a:gd name="T20" fmla="*/ 2 w 88"/>
                  <a:gd name="T21" fmla="*/ 19 h 39"/>
                  <a:gd name="T22" fmla="*/ 8 w 88"/>
                  <a:gd name="T23" fmla="*/ 14 h 39"/>
                  <a:gd name="T24" fmla="*/ 15 w 88"/>
                  <a:gd name="T25" fmla="*/ 13 h 39"/>
                  <a:gd name="T26" fmla="*/ 15 w 88"/>
                  <a:gd name="T27" fmla="*/ 11 h 39"/>
                  <a:gd name="T28" fmla="*/ 18 w 88"/>
                  <a:gd name="T29" fmla="*/ 10 h 39"/>
                  <a:gd name="T30" fmla="*/ 19 w 88"/>
                  <a:gd name="T31" fmla="*/ 12 h 39"/>
                  <a:gd name="T32" fmla="*/ 20 w 88"/>
                  <a:gd name="T33" fmla="*/ 16 h 39"/>
                  <a:gd name="T34" fmla="*/ 17 w 88"/>
                  <a:gd name="T35" fmla="*/ 22 h 39"/>
                  <a:gd name="T36" fmla="*/ 31 w 88"/>
                  <a:gd name="T37" fmla="*/ 17 h 39"/>
                  <a:gd name="T38" fmla="*/ 52 w 88"/>
                  <a:gd name="T39" fmla="*/ 8 h 39"/>
                  <a:gd name="T40" fmla="*/ 59 w 88"/>
                  <a:gd name="T41" fmla="*/ 4 h 39"/>
                  <a:gd name="T42" fmla="*/ 66 w 88"/>
                  <a:gd name="T43" fmla="*/ 4 h 39"/>
                  <a:gd name="T44" fmla="*/ 72 w 88"/>
                  <a:gd name="T45" fmla="*/ 2 h 39"/>
                  <a:gd name="T46" fmla="*/ 77 w 88"/>
                  <a:gd name="T47" fmla="*/ 0 h 39"/>
                  <a:gd name="T48" fmla="*/ 79 w 88"/>
                  <a:gd name="T49" fmla="*/ 1 h 39"/>
                  <a:gd name="T50" fmla="*/ 87 w 88"/>
                  <a:gd name="T51" fmla="*/ 3 h 39"/>
                  <a:gd name="T52" fmla="*/ 82 w 88"/>
                  <a:gd name="T53" fmla="*/ 17 h 39"/>
                  <a:gd name="T54" fmla="*/ 80 w 88"/>
                  <a:gd name="T55" fmla="*/ 2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8" h="39">
                    <a:moveTo>
                      <a:pt x="80" y="20"/>
                    </a:moveTo>
                    <a:cubicBezTo>
                      <a:pt x="79" y="21"/>
                      <a:pt x="79" y="21"/>
                      <a:pt x="79" y="21"/>
                    </a:cubicBezTo>
                    <a:cubicBezTo>
                      <a:pt x="69" y="26"/>
                      <a:pt x="59" y="32"/>
                      <a:pt x="50" y="37"/>
                    </a:cubicBezTo>
                    <a:cubicBezTo>
                      <a:pt x="48" y="38"/>
                      <a:pt x="46" y="39"/>
                      <a:pt x="44" y="39"/>
                    </a:cubicBezTo>
                    <a:cubicBezTo>
                      <a:pt x="37" y="37"/>
                      <a:pt x="29" y="37"/>
                      <a:pt x="21" y="37"/>
                    </a:cubicBezTo>
                    <a:cubicBezTo>
                      <a:pt x="18" y="37"/>
                      <a:pt x="17" y="35"/>
                      <a:pt x="16" y="33"/>
                    </a:cubicBezTo>
                    <a:cubicBezTo>
                      <a:pt x="16" y="31"/>
                      <a:pt x="15" y="28"/>
                      <a:pt x="12" y="28"/>
                    </a:cubicBezTo>
                    <a:cubicBezTo>
                      <a:pt x="11" y="28"/>
                      <a:pt x="10" y="27"/>
                      <a:pt x="11" y="26"/>
                    </a:cubicBezTo>
                    <a:cubicBezTo>
                      <a:pt x="11" y="21"/>
                      <a:pt x="8" y="22"/>
                      <a:pt x="6" y="22"/>
                    </a:cubicBezTo>
                    <a:cubicBezTo>
                      <a:pt x="4" y="22"/>
                      <a:pt x="3" y="22"/>
                      <a:pt x="1" y="22"/>
                    </a:cubicBezTo>
                    <a:cubicBezTo>
                      <a:pt x="0" y="20"/>
                      <a:pt x="1" y="19"/>
                      <a:pt x="2" y="19"/>
                    </a:cubicBezTo>
                    <a:cubicBezTo>
                      <a:pt x="5" y="18"/>
                      <a:pt x="6" y="15"/>
                      <a:pt x="8" y="14"/>
                    </a:cubicBezTo>
                    <a:cubicBezTo>
                      <a:pt x="10" y="13"/>
                      <a:pt x="12" y="9"/>
                      <a:pt x="15" y="13"/>
                    </a:cubicBezTo>
                    <a:cubicBezTo>
                      <a:pt x="15" y="13"/>
                      <a:pt x="15" y="12"/>
                      <a:pt x="15" y="11"/>
                    </a:cubicBezTo>
                    <a:cubicBezTo>
                      <a:pt x="15" y="10"/>
                      <a:pt x="16" y="10"/>
                      <a:pt x="18" y="10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4"/>
                      <a:pt x="21" y="15"/>
                      <a:pt x="20" y="16"/>
                    </a:cubicBezTo>
                    <a:cubicBezTo>
                      <a:pt x="21" y="19"/>
                      <a:pt x="19" y="21"/>
                      <a:pt x="17" y="22"/>
                    </a:cubicBezTo>
                    <a:cubicBezTo>
                      <a:pt x="22" y="20"/>
                      <a:pt x="26" y="19"/>
                      <a:pt x="31" y="17"/>
                    </a:cubicBezTo>
                    <a:cubicBezTo>
                      <a:pt x="38" y="14"/>
                      <a:pt x="45" y="10"/>
                      <a:pt x="52" y="8"/>
                    </a:cubicBezTo>
                    <a:cubicBezTo>
                      <a:pt x="55" y="8"/>
                      <a:pt x="57" y="5"/>
                      <a:pt x="59" y="4"/>
                    </a:cubicBezTo>
                    <a:cubicBezTo>
                      <a:pt x="61" y="4"/>
                      <a:pt x="63" y="4"/>
                      <a:pt x="66" y="4"/>
                    </a:cubicBezTo>
                    <a:cubicBezTo>
                      <a:pt x="68" y="4"/>
                      <a:pt x="71" y="6"/>
                      <a:pt x="72" y="2"/>
                    </a:cubicBezTo>
                    <a:cubicBezTo>
                      <a:pt x="72" y="0"/>
                      <a:pt x="75" y="0"/>
                      <a:pt x="77" y="0"/>
                    </a:cubicBezTo>
                    <a:cubicBezTo>
                      <a:pt x="78" y="0"/>
                      <a:pt x="78" y="1"/>
                      <a:pt x="79" y="1"/>
                    </a:cubicBezTo>
                    <a:cubicBezTo>
                      <a:pt x="81" y="2"/>
                      <a:pt x="84" y="1"/>
                      <a:pt x="87" y="3"/>
                    </a:cubicBezTo>
                    <a:cubicBezTo>
                      <a:pt x="88" y="9"/>
                      <a:pt x="85" y="13"/>
                      <a:pt x="82" y="17"/>
                    </a:cubicBezTo>
                    <a:cubicBezTo>
                      <a:pt x="81" y="18"/>
                      <a:pt x="79" y="18"/>
                      <a:pt x="80" y="20"/>
                    </a:cubicBezTo>
                    <a:close/>
                  </a:path>
                </a:pathLst>
              </a:custGeom>
              <a:solidFill>
                <a:srgbClr val="F5F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3" name="Freeform 875"/>
              <p:cNvSpPr/>
              <p:nvPr/>
            </p:nvSpPr>
            <p:spPr bwMode="auto">
              <a:xfrm>
                <a:off x="1478" y="2321"/>
                <a:ext cx="92" cy="112"/>
              </a:xfrm>
              <a:custGeom>
                <a:avLst/>
                <a:gdLst>
                  <a:gd name="T0" fmla="*/ 28 w 39"/>
                  <a:gd name="T1" fmla="*/ 40 h 47"/>
                  <a:gd name="T2" fmla="*/ 19 w 39"/>
                  <a:gd name="T3" fmla="*/ 39 h 47"/>
                  <a:gd name="T4" fmla="*/ 29 w 39"/>
                  <a:gd name="T5" fmla="*/ 29 h 47"/>
                  <a:gd name="T6" fmla="*/ 29 w 39"/>
                  <a:gd name="T7" fmla="*/ 25 h 47"/>
                  <a:gd name="T8" fmla="*/ 25 w 39"/>
                  <a:gd name="T9" fmla="*/ 24 h 47"/>
                  <a:gd name="T10" fmla="*/ 15 w 39"/>
                  <a:gd name="T11" fmla="*/ 23 h 47"/>
                  <a:gd name="T12" fmla="*/ 7 w 39"/>
                  <a:gd name="T13" fmla="*/ 25 h 47"/>
                  <a:gd name="T14" fmla="*/ 19 w 39"/>
                  <a:gd name="T15" fmla="*/ 24 h 47"/>
                  <a:gd name="T16" fmla="*/ 21 w 39"/>
                  <a:gd name="T17" fmla="*/ 27 h 47"/>
                  <a:gd name="T18" fmla="*/ 18 w 39"/>
                  <a:gd name="T19" fmla="*/ 37 h 47"/>
                  <a:gd name="T20" fmla="*/ 11 w 39"/>
                  <a:gd name="T21" fmla="*/ 43 h 47"/>
                  <a:gd name="T22" fmla="*/ 9 w 39"/>
                  <a:gd name="T23" fmla="*/ 42 h 47"/>
                  <a:gd name="T24" fmla="*/ 1 w 39"/>
                  <a:gd name="T25" fmla="*/ 42 h 47"/>
                  <a:gd name="T26" fmla="*/ 2 w 39"/>
                  <a:gd name="T27" fmla="*/ 36 h 47"/>
                  <a:gd name="T28" fmla="*/ 0 w 39"/>
                  <a:gd name="T29" fmla="*/ 26 h 47"/>
                  <a:gd name="T30" fmla="*/ 0 w 39"/>
                  <a:gd name="T31" fmla="*/ 26 h 47"/>
                  <a:gd name="T32" fmla="*/ 2 w 39"/>
                  <a:gd name="T33" fmla="*/ 22 h 47"/>
                  <a:gd name="T34" fmla="*/ 8 w 39"/>
                  <a:gd name="T35" fmla="*/ 14 h 47"/>
                  <a:gd name="T36" fmla="*/ 21 w 39"/>
                  <a:gd name="T37" fmla="*/ 1 h 47"/>
                  <a:gd name="T38" fmla="*/ 22 w 39"/>
                  <a:gd name="T39" fmla="*/ 0 h 47"/>
                  <a:gd name="T40" fmla="*/ 34 w 39"/>
                  <a:gd name="T41" fmla="*/ 3 h 47"/>
                  <a:gd name="T42" fmla="*/ 36 w 39"/>
                  <a:gd name="T43" fmla="*/ 6 h 47"/>
                  <a:gd name="T44" fmla="*/ 34 w 39"/>
                  <a:gd name="T45" fmla="*/ 22 h 47"/>
                  <a:gd name="T46" fmla="*/ 34 w 39"/>
                  <a:gd name="T47" fmla="*/ 29 h 47"/>
                  <a:gd name="T48" fmla="*/ 28 w 39"/>
                  <a:gd name="T49" fmla="*/ 4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9" h="47">
                    <a:moveTo>
                      <a:pt x="28" y="40"/>
                    </a:moveTo>
                    <a:cubicBezTo>
                      <a:pt x="25" y="40"/>
                      <a:pt x="22" y="41"/>
                      <a:pt x="19" y="39"/>
                    </a:cubicBezTo>
                    <a:cubicBezTo>
                      <a:pt x="24" y="38"/>
                      <a:pt x="28" y="35"/>
                      <a:pt x="29" y="29"/>
                    </a:cubicBezTo>
                    <a:cubicBezTo>
                      <a:pt x="29" y="28"/>
                      <a:pt x="31" y="27"/>
                      <a:pt x="29" y="25"/>
                    </a:cubicBezTo>
                    <a:cubicBezTo>
                      <a:pt x="28" y="24"/>
                      <a:pt x="27" y="24"/>
                      <a:pt x="25" y="24"/>
                    </a:cubicBezTo>
                    <a:cubicBezTo>
                      <a:pt x="22" y="24"/>
                      <a:pt x="19" y="23"/>
                      <a:pt x="15" y="23"/>
                    </a:cubicBezTo>
                    <a:cubicBezTo>
                      <a:pt x="12" y="23"/>
                      <a:pt x="9" y="23"/>
                      <a:pt x="7" y="25"/>
                    </a:cubicBezTo>
                    <a:cubicBezTo>
                      <a:pt x="11" y="24"/>
                      <a:pt x="15" y="24"/>
                      <a:pt x="19" y="24"/>
                    </a:cubicBezTo>
                    <a:cubicBezTo>
                      <a:pt x="21" y="24"/>
                      <a:pt x="22" y="25"/>
                      <a:pt x="21" y="27"/>
                    </a:cubicBezTo>
                    <a:cubicBezTo>
                      <a:pt x="19" y="30"/>
                      <a:pt x="19" y="34"/>
                      <a:pt x="18" y="37"/>
                    </a:cubicBezTo>
                    <a:cubicBezTo>
                      <a:pt x="15" y="39"/>
                      <a:pt x="13" y="40"/>
                      <a:pt x="11" y="43"/>
                    </a:cubicBezTo>
                    <a:cubicBezTo>
                      <a:pt x="9" y="47"/>
                      <a:pt x="11" y="41"/>
                      <a:pt x="9" y="42"/>
                    </a:cubicBezTo>
                    <a:cubicBezTo>
                      <a:pt x="6" y="43"/>
                      <a:pt x="3" y="42"/>
                      <a:pt x="1" y="42"/>
                    </a:cubicBezTo>
                    <a:cubicBezTo>
                      <a:pt x="0" y="40"/>
                      <a:pt x="2" y="38"/>
                      <a:pt x="2" y="36"/>
                    </a:cubicBezTo>
                    <a:cubicBezTo>
                      <a:pt x="3" y="33"/>
                      <a:pt x="3" y="29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4"/>
                      <a:pt x="2" y="24"/>
                      <a:pt x="2" y="22"/>
                    </a:cubicBezTo>
                    <a:cubicBezTo>
                      <a:pt x="2" y="18"/>
                      <a:pt x="6" y="16"/>
                      <a:pt x="8" y="14"/>
                    </a:cubicBezTo>
                    <a:cubicBezTo>
                      <a:pt x="13" y="10"/>
                      <a:pt x="19" y="8"/>
                      <a:pt x="21" y="1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26" y="3"/>
                      <a:pt x="30" y="2"/>
                      <a:pt x="34" y="3"/>
                    </a:cubicBezTo>
                    <a:cubicBezTo>
                      <a:pt x="36" y="3"/>
                      <a:pt x="36" y="5"/>
                      <a:pt x="36" y="6"/>
                    </a:cubicBezTo>
                    <a:cubicBezTo>
                      <a:pt x="36" y="11"/>
                      <a:pt x="39" y="17"/>
                      <a:pt x="34" y="22"/>
                    </a:cubicBezTo>
                    <a:cubicBezTo>
                      <a:pt x="33" y="22"/>
                      <a:pt x="33" y="27"/>
                      <a:pt x="34" y="29"/>
                    </a:cubicBezTo>
                    <a:cubicBezTo>
                      <a:pt x="38" y="37"/>
                      <a:pt x="36" y="40"/>
                      <a:pt x="28" y="40"/>
                    </a:cubicBezTo>
                    <a:close/>
                  </a:path>
                </a:pathLst>
              </a:custGeom>
              <a:solidFill>
                <a:srgbClr val="F3E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4" name="Freeform 876"/>
              <p:cNvSpPr/>
              <p:nvPr/>
            </p:nvSpPr>
            <p:spPr bwMode="auto">
              <a:xfrm>
                <a:off x="1340" y="2376"/>
                <a:ext cx="138" cy="71"/>
              </a:xfrm>
              <a:custGeom>
                <a:avLst/>
                <a:gdLst>
                  <a:gd name="T0" fmla="*/ 18 w 58"/>
                  <a:gd name="T1" fmla="*/ 30 h 30"/>
                  <a:gd name="T2" fmla="*/ 17 w 58"/>
                  <a:gd name="T3" fmla="*/ 26 h 30"/>
                  <a:gd name="T4" fmla="*/ 16 w 58"/>
                  <a:gd name="T5" fmla="*/ 25 h 30"/>
                  <a:gd name="T6" fmla="*/ 7 w 58"/>
                  <a:gd name="T7" fmla="*/ 28 h 30"/>
                  <a:gd name="T8" fmla="*/ 7 w 58"/>
                  <a:gd name="T9" fmla="*/ 22 h 30"/>
                  <a:gd name="T10" fmla="*/ 1 w 58"/>
                  <a:gd name="T11" fmla="*/ 19 h 30"/>
                  <a:gd name="T12" fmla="*/ 0 w 58"/>
                  <a:gd name="T13" fmla="*/ 19 h 30"/>
                  <a:gd name="T14" fmla="*/ 14 w 58"/>
                  <a:gd name="T15" fmla="*/ 12 h 30"/>
                  <a:gd name="T16" fmla="*/ 25 w 58"/>
                  <a:gd name="T17" fmla="*/ 8 h 30"/>
                  <a:gd name="T18" fmla="*/ 34 w 58"/>
                  <a:gd name="T19" fmla="*/ 2 h 30"/>
                  <a:gd name="T20" fmla="*/ 39 w 58"/>
                  <a:gd name="T21" fmla="*/ 0 h 30"/>
                  <a:gd name="T22" fmla="*/ 51 w 58"/>
                  <a:gd name="T23" fmla="*/ 1 h 30"/>
                  <a:gd name="T24" fmla="*/ 58 w 58"/>
                  <a:gd name="T25" fmla="*/ 3 h 30"/>
                  <a:gd name="T26" fmla="*/ 58 w 58"/>
                  <a:gd name="T27" fmla="*/ 3 h 30"/>
                  <a:gd name="T28" fmla="*/ 48 w 58"/>
                  <a:gd name="T29" fmla="*/ 10 h 30"/>
                  <a:gd name="T30" fmla="*/ 23 w 58"/>
                  <a:gd name="T31" fmla="*/ 26 h 30"/>
                  <a:gd name="T32" fmla="*/ 18 w 58"/>
                  <a:gd name="T3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8" h="30">
                    <a:moveTo>
                      <a:pt x="18" y="30"/>
                    </a:moveTo>
                    <a:cubicBezTo>
                      <a:pt x="18" y="29"/>
                      <a:pt x="15" y="28"/>
                      <a:pt x="17" y="26"/>
                    </a:cubicBezTo>
                    <a:cubicBezTo>
                      <a:pt x="17" y="25"/>
                      <a:pt x="16" y="25"/>
                      <a:pt x="16" y="25"/>
                    </a:cubicBezTo>
                    <a:cubicBezTo>
                      <a:pt x="14" y="28"/>
                      <a:pt x="9" y="26"/>
                      <a:pt x="7" y="28"/>
                    </a:cubicBezTo>
                    <a:cubicBezTo>
                      <a:pt x="5" y="26"/>
                      <a:pt x="10" y="24"/>
                      <a:pt x="7" y="22"/>
                    </a:cubicBezTo>
                    <a:cubicBezTo>
                      <a:pt x="5" y="20"/>
                      <a:pt x="3" y="20"/>
                      <a:pt x="1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5" y="17"/>
                      <a:pt x="9" y="15"/>
                      <a:pt x="14" y="12"/>
                    </a:cubicBezTo>
                    <a:cubicBezTo>
                      <a:pt x="17" y="10"/>
                      <a:pt x="21" y="10"/>
                      <a:pt x="25" y="8"/>
                    </a:cubicBezTo>
                    <a:cubicBezTo>
                      <a:pt x="28" y="7"/>
                      <a:pt x="32" y="5"/>
                      <a:pt x="34" y="2"/>
                    </a:cubicBezTo>
                    <a:cubicBezTo>
                      <a:pt x="36" y="1"/>
                      <a:pt x="38" y="0"/>
                      <a:pt x="39" y="0"/>
                    </a:cubicBezTo>
                    <a:cubicBezTo>
                      <a:pt x="43" y="2"/>
                      <a:pt x="47" y="0"/>
                      <a:pt x="51" y="1"/>
                    </a:cubicBezTo>
                    <a:cubicBezTo>
                      <a:pt x="53" y="1"/>
                      <a:pt x="55" y="2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5" y="6"/>
                      <a:pt x="51" y="8"/>
                      <a:pt x="48" y="10"/>
                    </a:cubicBezTo>
                    <a:cubicBezTo>
                      <a:pt x="39" y="14"/>
                      <a:pt x="31" y="20"/>
                      <a:pt x="23" y="26"/>
                    </a:cubicBezTo>
                    <a:cubicBezTo>
                      <a:pt x="21" y="27"/>
                      <a:pt x="21" y="30"/>
                      <a:pt x="18" y="30"/>
                    </a:cubicBezTo>
                    <a:close/>
                  </a:path>
                </a:pathLst>
              </a:custGeom>
              <a:solidFill>
                <a:srgbClr val="F3E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5" name="Freeform 877"/>
              <p:cNvSpPr/>
              <p:nvPr/>
            </p:nvSpPr>
            <p:spPr bwMode="auto">
              <a:xfrm>
                <a:off x="1212" y="2421"/>
                <a:ext cx="128" cy="69"/>
              </a:xfrm>
              <a:custGeom>
                <a:avLst/>
                <a:gdLst>
                  <a:gd name="T0" fmla="*/ 44 w 54"/>
                  <a:gd name="T1" fmla="*/ 0 h 29"/>
                  <a:gd name="T2" fmla="*/ 54 w 54"/>
                  <a:gd name="T3" fmla="*/ 0 h 29"/>
                  <a:gd name="T4" fmla="*/ 54 w 54"/>
                  <a:gd name="T5" fmla="*/ 0 h 29"/>
                  <a:gd name="T6" fmla="*/ 49 w 54"/>
                  <a:gd name="T7" fmla="*/ 5 h 29"/>
                  <a:gd name="T8" fmla="*/ 37 w 54"/>
                  <a:gd name="T9" fmla="*/ 22 h 29"/>
                  <a:gd name="T10" fmla="*/ 5 w 54"/>
                  <a:gd name="T11" fmla="*/ 29 h 29"/>
                  <a:gd name="T12" fmla="*/ 1 w 54"/>
                  <a:gd name="T13" fmla="*/ 27 h 29"/>
                  <a:gd name="T14" fmla="*/ 3 w 54"/>
                  <a:gd name="T15" fmla="*/ 23 h 29"/>
                  <a:gd name="T16" fmla="*/ 16 w 54"/>
                  <a:gd name="T17" fmla="*/ 12 h 29"/>
                  <a:gd name="T18" fmla="*/ 18 w 54"/>
                  <a:gd name="T19" fmla="*/ 11 h 29"/>
                  <a:gd name="T20" fmla="*/ 41 w 54"/>
                  <a:gd name="T21" fmla="*/ 1 h 29"/>
                  <a:gd name="T22" fmla="*/ 44 w 54"/>
                  <a:gd name="T2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29">
                    <a:moveTo>
                      <a:pt x="44" y="0"/>
                    </a:moveTo>
                    <a:cubicBezTo>
                      <a:pt x="48" y="0"/>
                      <a:pt x="51" y="0"/>
                      <a:pt x="54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3"/>
                      <a:pt x="52" y="4"/>
                      <a:pt x="49" y="5"/>
                    </a:cubicBezTo>
                    <a:cubicBezTo>
                      <a:pt x="40" y="7"/>
                      <a:pt x="39" y="14"/>
                      <a:pt x="37" y="22"/>
                    </a:cubicBezTo>
                    <a:cubicBezTo>
                      <a:pt x="27" y="27"/>
                      <a:pt x="16" y="28"/>
                      <a:pt x="5" y="29"/>
                    </a:cubicBezTo>
                    <a:cubicBezTo>
                      <a:pt x="4" y="29"/>
                      <a:pt x="2" y="29"/>
                      <a:pt x="1" y="27"/>
                    </a:cubicBezTo>
                    <a:cubicBezTo>
                      <a:pt x="0" y="26"/>
                      <a:pt x="2" y="24"/>
                      <a:pt x="3" y="23"/>
                    </a:cubicBezTo>
                    <a:cubicBezTo>
                      <a:pt x="7" y="19"/>
                      <a:pt x="12" y="16"/>
                      <a:pt x="16" y="12"/>
                    </a:cubicBezTo>
                    <a:cubicBezTo>
                      <a:pt x="17" y="11"/>
                      <a:pt x="17" y="11"/>
                      <a:pt x="18" y="11"/>
                    </a:cubicBezTo>
                    <a:cubicBezTo>
                      <a:pt x="27" y="10"/>
                      <a:pt x="34" y="6"/>
                      <a:pt x="41" y="1"/>
                    </a:cubicBezTo>
                    <a:cubicBezTo>
                      <a:pt x="42" y="1"/>
                      <a:pt x="43" y="0"/>
                      <a:pt x="44" y="0"/>
                    </a:cubicBezTo>
                    <a:close/>
                  </a:path>
                </a:pathLst>
              </a:custGeom>
              <a:solidFill>
                <a:srgbClr val="F3E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6" name="Freeform 878"/>
              <p:cNvSpPr/>
              <p:nvPr/>
            </p:nvSpPr>
            <p:spPr bwMode="auto">
              <a:xfrm>
                <a:off x="1383" y="2316"/>
                <a:ext cx="111" cy="55"/>
              </a:xfrm>
              <a:custGeom>
                <a:avLst/>
                <a:gdLst>
                  <a:gd name="T0" fmla="*/ 40 w 47"/>
                  <a:gd name="T1" fmla="*/ 3 h 23"/>
                  <a:gd name="T2" fmla="*/ 47 w 47"/>
                  <a:gd name="T3" fmla="*/ 4 h 23"/>
                  <a:gd name="T4" fmla="*/ 26 w 47"/>
                  <a:gd name="T5" fmla="*/ 15 h 23"/>
                  <a:gd name="T6" fmla="*/ 20 w 47"/>
                  <a:gd name="T7" fmla="*/ 17 h 23"/>
                  <a:gd name="T8" fmla="*/ 7 w 47"/>
                  <a:gd name="T9" fmla="*/ 21 h 23"/>
                  <a:gd name="T10" fmla="*/ 3 w 47"/>
                  <a:gd name="T11" fmla="*/ 23 h 23"/>
                  <a:gd name="T12" fmla="*/ 2 w 47"/>
                  <a:gd name="T13" fmla="*/ 18 h 23"/>
                  <a:gd name="T14" fmla="*/ 13 w 47"/>
                  <a:gd name="T15" fmla="*/ 12 h 23"/>
                  <a:gd name="T16" fmla="*/ 21 w 47"/>
                  <a:gd name="T17" fmla="*/ 7 h 23"/>
                  <a:gd name="T18" fmla="*/ 40 w 47"/>
                  <a:gd name="T1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23">
                    <a:moveTo>
                      <a:pt x="40" y="3"/>
                    </a:moveTo>
                    <a:cubicBezTo>
                      <a:pt x="43" y="0"/>
                      <a:pt x="45" y="3"/>
                      <a:pt x="47" y="4"/>
                    </a:cubicBezTo>
                    <a:cubicBezTo>
                      <a:pt x="41" y="9"/>
                      <a:pt x="33" y="12"/>
                      <a:pt x="26" y="15"/>
                    </a:cubicBezTo>
                    <a:cubicBezTo>
                      <a:pt x="24" y="16"/>
                      <a:pt x="23" y="17"/>
                      <a:pt x="20" y="17"/>
                    </a:cubicBezTo>
                    <a:cubicBezTo>
                      <a:pt x="16" y="18"/>
                      <a:pt x="12" y="20"/>
                      <a:pt x="7" y="21"/>
                    </a:cubicBezTo>
                    <a:cubicBezTo>
                      <a:pt x="5" y="22"/>
                      <a:pt x="4" y="23"/>
                      <a:pt x="3" y="23"/>
                    </a:cubicBezTo>
                    <a:cubicBezTo>
                      <a:pt x="0" y="22"/>
                      <a:pt x="0" y="20"/>
                      <a:pt x="2" y="18"/>
                    </a:cubicBezTo>
                    <a:cubicBezTo>
                      <a:pt x="5" y="15"/>
                      <a:pt x="9" y="13"/>
                      <a:pt x="13" y="12"/>
                    </a:cubicBezTo>
                    <a:cubicBezTo>
                      <a:pt x="16" y="11"/>
                      <a:pt x="18" y="9"/>
                      <a:pt x="21" y="7"/>
                    </a:cubicBezTo>
                    <a:cubicBezTo>
                      <a:pt x="27" y="6"/>
                      <a:pt x="33" y="1"/>
                      <a:pt x="40" y="3"/>
                    </a:cubicBezTo>
                    <a:close/>
                  </a:path>
                </a:pathLst>
              </a:custGeom>
              <a:solidFill>
                <a:srgbClr val="C2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7" name="Freeform 879"/>
              <p:cNvSpPr/>
              <p:nvPr/>
            </p:nvSpPr>
            <p:spPr bwMode="auto">
              <a:xfrm>
                <a:off x="1300" y="2354"/>
                <a:ext cx="130" cy="67"/>
              </a:xfrm>
              <a:custGeom>
                <a:avLst/>
                <a:gdLst>
                  <a:gd name="T0" fmla="*/ 37 w 55"/>
                  <a:gd name="T1" fmla="*/ 7 h 28"/>
                  <a:gd name="T2" fmla="*/ 53 w 55"/>
                  <a:gd name="T3" fmla="*/ 0 h 28"/>
                  <a:gd name="T4" fmla="*/ 55 w 55"/>
                  <a:gd name="T5" fmla="*/ 1 h 28"/>
                  <a:gd name="T6" fmla="*/ 22 w 55"/>
                  <a:gd name="T7" fmla="*/ 18 h 28"/>
                  <a:gd name="T8" fmla="*/ 17 w 55"/>
                  <a:gd name="T9" fmla="*/ 21 h 28"/>
                  <a:gd name="T10" fmla="*/ 3 w 55"/>
                  <a:gd name="T11" fmla="*/ 28 h 28"/>
                  <a:gd name="T12" fmla="*/ 4 w 55"/>
                  <a:gd name="T13" fmla="*/ 23 h 28"/>
                  <a:gd name="T14" fmla="*/ 9 w 55"/>
                  <a:gd name="T15" fmla="*/ 20 h 28"/>
                  <a:gd name="T16" fmla="*/ 21 w 55"/>
                  <a:gd name="T17" fmla="*/ 12 h 28"/>
                  <a:gd name="T18" fmla="*/ 28 w 55"/>
                  <a:gd name="T19" fmla="*/ 9 h 28"/>
                  <a:gd name="T20" fmla="*/ 37 w 55"/>
                  <a:gd name="T21" fmla="*/ 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5" h="28">
                    <a:moveTo>
                      <a:pt x="37" y="7"/>
                    </a:moveTo>
                    <a:cubicBezTo>
                      <a:pt x="42" y="3"/>
                      <a:pt x="48" y="3"/>
                      <a:pt x="53" y="0"/>
                    </a:cubicBezTo>
                    <a:cubicBezTo>
                      <a:pt x="54" y="0"/>
                      <a:pt x="55" y="0"/>
                      <a:pt x="55" y="1"/>
                    </a:cubicBezTo>
                    <a:cubicBezTo>
                      <a:pt x="45" y="8"/>
                      <a:pt x="33" y="13"/>
                      <a:pt x="22" y="18"/>
                    </a:cubicBezTo>
                    <a:cubicBezTo>
                      <a:pt x="20" y="19"/>
                      <a:pt x="19" y="20"/>
                      <a:pt x="17" y="21"/>
                    </a:cubicBezTo>
                    <a:cubicBezTo>
                      <a:pt x="13" y="24"/>
                      <a:pt x="8" y="27"/>
                      <a:pt x="3" y="28"/>
                    </a:cubicBezTo>
                    <a:cubicBezTo>
                      <a:pt x="0" y="25"/>
                      <a:pt x="2" y="24"/>
                      <a:pt x="4" y="23"/>
                    </a:cubicBezTo>
                    <a:cubicBezTo>
                      <a:pt x="6" y="22"/>
                      <a:pt x="8" y="22"/>
                      <a:pt x="9" y="20"/>
                    </a:cubicBezTo>
                    <a:cubicBezTo>
                      <a:pt x="12" y="16"/>
                      <a:pt x="16" y="13"/>
                      <a:pt x="21" y="12"/>
                    </a:cubicBezTo>
                    <a:cubicBezTo>
                      <a:pt x="23" y="11"/>
                      <a:pt x="25" y="10"/>
                      <a:pt x="28" y="9"/>
                    </a:cubicBezTo>
                    <a:cubicBezTo>
                      <a:pt x="31" y="8"/>
                      <a:pt x="33" y="5"/>
                      <a:pt x="37" y="7"/>
                    </a:cubicBezTo>
                    <a:close/>
                  </a:path>
                </a:pathLst>
              </a:custGeom>
              <a:solidFill>
                <a:srgbClr val="BED4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8" name="Freeform 880"/>
              <p:cNvSpPr/>
              <p:nvPr/>
            </p:nvSpPr>
            <p:spPr bwMode="auto">
              <a:xfrm>
                <a:off x="1171" y="2404"/>
                <a:ext cx="169" cy="95"/>
              </a:xfrm>
              <a:custGeom>
                <a:avLst/>
                <a:gdLst>
                  <a:gd name="T0" fmla="*/ 57 w 71"/>
                  <a:gd name="T1" fmla="*/ 6 h 40"/>
                  <a:gd name="T2" fmla="*/ 66 w 71"/>
                  <a:gd name="T3" fmla="*/ 2 h 40"/>
                  <a:gd name="T4" fmla="*/ 71 w 71"/>
                  <a:gd name="T5" fmla="*/ 0 h 40"/>
                  <a:gd name="T6" fmla="*/ 61 w 71"/>
                  <a:gd name="T7" fmla="*/ 6 h 40"/>
                  <a:gd name="T8" fmla="*/ 36 w 71"/>
                  <a:gd name="T9" fmla="*/ 18 h 40"/>
                  <a:gd name="T10" fmla="*/ 34 w 71"/>
                  <a:gd name="T11" fmla="*/ 19 h 40"/>
                  <a:gd name="T12" fmla="*/ 8 w 71"/>
                  <a:gd name="T13" fmla="*/ 38 h 40"/>
                  <a:gd name="T14" fmla="*/ 1 w 71"/>
                  <a:gd name="T15" fmla="*/ 39 h 40"/>
                  <a:gd name="T16" fmla="*/ 5 w 71"/>
                  <a:gd name="T17" fmla="*/ 31 h 40"/>
                  <a:gd name="T18" fmla="*/ 9 w 71"/>
                  <a:gd name="T19" fmla="*/ 28 h 40"/>
                  <a:gd name="T20" fmla="*/ 16 w 71"/>
                  <a:gd name="T21" fmla="*/ 23 h 40"/>
                  <a:gd name="T22" fmla="*/ 35 w 71"/>
                  <a:gd name="T23" fmla="*/ 14 h 40"/>
                  <a:gd name="T24" fmla="*/ 46 w 71"/>
                  <a:gd name="T25" fmla="*/ 9 h 40"/>
                  <a:gd name="T26" fmla="*/ 57 w 71"/>
                  <a:gd name="T27" fmla="*/ 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" h="40">
                    <a:moveTo>
                      <a:pt x="57" y="6"/>
                    </a:moveTo>
                    <a:cubicBezTo>
                      <a:pt x="60" y="6"/>
                      <a:pt x="63" y="3"/>
                      <a:pt x="66" y="2"/>
                    </a:cubicBezTo>
                    <a:cubicBezTo>
                      <a:pt x="68" y="1"/>
                      <a:pt x="69" y="0"/>
                      <a:pt x="71" y="0"/>
                    </a:cubicBezTo>
                    <a:cubicBezTo>
                      <a:pt x="69" y="4"/>
                      <a:pt x="65" y="5"/>
                      <a:pt x="61" y="6"/>
                    </a:cubicBezTo>
                    <a:cubicBezTo>
                      <a:pt x="53" y="11"/>
                      <a:pt x="45" y="16"/>
                      <a:pt x="36" y="18"/>
                    </a:cubicBezTo>
                    <a:cubicBezTo>
                      <a:pt x="35" y="19"/>
                      <a:pt x="34" y="19"/>
                      <a:pt x="34" y="19"/>
                    </a:cubicBezTo>
                    <a:cubicBezTo>
                      <a:pt x="25" y="26"/>
                      <a:pt x="15" y="31"/>
                      <a:pt x="8" y="38"/>
                    </a:cubicBezTo>
                    <a:cubicBezTo>
                      <a:pt x="5" y="39"/>
                      <a:pt x="3" y="40"/>
                      <a:pt x="1" y="39"/>
                    </a:cubicBezTo>
                    <a:cubicBezTo>
                      <a:pt x="0" y="35"/>
                      <a:pt x="3" y="33"/>
                      <a:pt x="5" y="31"/>
                    </a:cubicBezTo>
                    <a:cubicBezTo>
                      <a:pt x="6" y="30"/>
                      <a:pt x="8" y="29"/>
                      <a:pt x="9" y="28"/>
                    </a:cubicBezTo>
                    <a:cubicBezTo>
                      <a:pt x="12" y="27"/>
                      <a:pt x="14" y="25"/>
                      <a:pt x="16" y="23"/>
                    </a:cubicBezTo>
                    <a:cubicBezTo>
                      <a:pt x="22" y="19"/>
                      <a:pt x="28" y="15"/>
                      <a:pt x="35" y="14"/>
                    </a:cubicBezTo>
                    <a:cubicBezTo>
                      <a:pt x="39" y="14"/>
                      <a:pt x="43" y="11"/>
                      <a:pt x="46" y="9"/>
                    </a:cubicBezTo>
                    <a:cubicBezTo>
                      <a:pt x="50" y="7"/>
                      <a:pt x="53" y="6"/>
                      <a:pt x="57" y="6"/>
                    </a:cubicBezTo>
                    <a:close/>
                  </a:path>
                </a:pathLst>
              </a:custGeom>
              <a:solidFill>
                <a:srgbClr val="FAF9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29" name="Freeform 881"/>
              <p:cNvSpPr/>
              <p:nvPr/>
            </p:nvSpPr>
            <p:spPr bwMode="auto">
              <a:xfrm>
                <a:off x="1546" y="2414"/>
                <a:ext cx="43" cy="31"/>
              </a:xfrm>
              <a:custGeom>
                <a:avLst/>
                <a:gdLst>
                  <a:gd name="T0" fmla="*/ 18 w 18"/>
                  <a:gd name="T1" fmla="*/ 2 h 13"/>
                  <a:gd name="T2" fmla="*/ 0 w 18"/>
                  <a:gd name="T3" fmla="*/ 13 h 13"/>
                  <a:gd name="T4" fmla="*/ 5 w 18"/>
                  <a:gd name="T5" fmla="*/ 3 h 13"/>
                  <a:gd name="T6" fmla="*/ 18 w 18"/>
                  <a:gd name="T7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13">
                    <a:moveTo>
                      <a:pt x="18" y="2"/>
                    </a:moveTo>
                    <a:cubicBezTo>
                      <a:pt x="12" y="6"/>
                      <a:pt x="6" y="11"/>
                      <a:pt x="0" y="13"/>
                    </a:cubicBezTo>
                    <a:cubicBezTo>
                      <a:pt x="2" y="10"/>
                      <a:pt x="3" y="6"/>
                      <a:pt x="5" y="3"/>
                    </a:cubicBezTo>
                    <a:cubicBezTo>
                      <a:pt x="8" y="0"/>
                      <a:pt x="13" y="1"/>
                      <a:pt x="18" y="2"/>
                    </a:cubicBezTo>
                    <a:close/>
                  </a:path>
                </a:pathLst>
              </a:custGeom>
              <a:solidFill>
                <a:srgbClr val="F9F8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0" name="Freeform 882"/>
              <p:cNvSpPr/>
              <p:nvPr/>
            </p:nvSpPr>
            <p:spPr bwMode="auto">
              <a:xfrm>
                <a:off x="1594" y="2323"/>
                <a:ext cx="24" cy="41"/>
              </a:xfrm>
              <a:custGeom>
                <a:avLst/>
                <a:gdLst>
                  <a:gd name="T0" fmla="*/ 3 w 10"/>
                  <a:gd name="T1" fmla="*/ 0 h 17"/>
                  <a:gd name="T2" fmla="*/ 7 w 10"/>
                  <a:gd name="T3" fmla="*/ 5 h 17"/>
                  <a:gd name="T4" fmla="*/ 9 w 10"/>
                  <a:gd name="T5" fmla="*/ 9 h 17"/>
                  <a:gd name="T6" fmla="*/ 9 w 10"/>
                  <a:gd name="T7" fmla="*/ 17 h 17"/>
                  <a:gd name="T8" fmla="*/ 8 w 10"/>
                  <a:gd name="T9" fmla="*/ 17 h 17"/>
                  <a:gd name="T10" fmla="*/ 1 w 10"/>
                  <a:gd name="T11" fmla="*/ 3 h 17"/>
                  <a:gd name="T12" fmla="*/ 3 w 10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7">
                    <a:moveTo>
                      <a:pt x="3" y="0"/>
                    </a:moveTo>
                    <a:cubicBezTo>
                      <a:pt x="4" y="1"/>
                      <a:pt x="6" y="3"/>
                      <a:pt x="7" y="5"/>
                    </a:cubicBezTo>
                    <a:cubicBezTo>
                      <a:pt x="9" y="6"/>
                      <a:pt x="9" y="7"/>
                      <a:pt x="9" y="9"/>
                    </a:cubicBezTo>
                    <a:cubicBezTo>
                      <a:pt x="9" y="12"/>
                      <a:pt x="10" y="14"/>
                      <a:pt x="9" y="17"/>
                    </a:cubicBezTo>
                    <a:cubicBezTo>
                      <a:pt x="9" y="17"/>
                      <a:pt x="9" y="17"/>
                      <a:pt x="8" y="17"/>
                    </a:cubicBezTo>
                    <a:cubicBezTo>
                      <a:pt x="3" y="13"/>
                      <a:pt x="4" y="7"/>
                      <a:pt x="1" y="3"/>
                    </a:cubicBezTo>
                    <a:cubicBezTo>
                      <a:pt x="0" y="1"/>
                      <a:pt x="1" y="0"/>
                      <a:pt x="3" y="0"/>
                    </a:cubicBezTo>
                    <a:close/>
                  </a:path>
                </a:pathLst>
              </a:custGeom>
              <a:solidFill>
                <a:srgbClr val="BCD1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1" name="Freeform 883"/>
              <p:cNvSpPr/>
              <p:nvPr/>
            </p:nvSpPr>
            <p:spPr bwMode="auto">
              <a:xfrm>
                <a:off x="1525" y="2271"/>
                <a:ext cx="55" cy="38"/>
              </a:xfrm>
              <a:custGeom>
                <a:avLst/>
                <a:gdLst>
                  <a:gd name="T0" fmla="*/ 0 w 23"/>
                  <a:gd name="T1" fmla="*/ 16 h 16"/>
                  <a:gd name="T2" fmla="*/ 13 w 23"/>
                  <a:gd name="T3" fmla="*/ 3 h 16"/>
                  <a:gd name="T4" fmla="*/ 17 w 23"/>
                  <a:gd name="T5" fmla="*/ 1 h 16"/>
                  <a:gd name="T6" fmla="*/ 19 w 23"/>
                  <a:gd name="T7" fmla="*/ 1 h 16"/>
                  <a:gd name="T8" fmla="*/ 23 w 23"/>
                  <a:gd name="T9" fmla="*/ 1 h 16"/>
                  <a:gd name="T10" fmla="*/ 0 w 23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16">
                    <a:moveTo>
                      <a:pt x="0" y="16"/>
                    </a:moveTo>
                    <a:cubicBezTo>
                      <a:pt x="5" y="12"/>
                      <a:pt x="9" y="8"/>
                      <a:pt x="13" y="3"/>
                    </a:cubicBezTo>
                    <a:cubicBezTo>
                      <a:pt x="14" y="2"/>
                      <a:pt x="16" y="3"/>
                      <a:pt x="17" y="1"/>
                    </a:cubicBezTo>
                    <a:cubicBezTo>
                      <a:pt x="18" y="1"/>
                      <a:pt x="18" y="1"/>
                      <a:pt x="19" y="1"/>
                    </a:cubicBezTo>
                    <a:cubicBezTo>
                      <a:pt x="20" y="1"/>
                      <a:pt x="22" y="0"/>
                      <a:pt x="23" y="1"/>
                    </a:cubicBezTo>
                    <a:cubicBezTo>
                      <a:pt x="15" y="6"/>
                      <a:pt x="9" y="13"/>
                      <a:pt x="0" y="16"/>
                    </a:cubicBezTo>
                    <a:close/>
                  </a:path>
                </a:pathLst>
              </a:custGeom>
              <a:solidFill>
                <a:srgbClr val="BDD1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2" name="Freeform 884"/>
              <p:cNvSpPr/>
              <p:nvPr/>
            </p:nvSpPr>
            <p:spPr bwMode="auto">
              <a:xfrm>
                <a:off x="1257" y="2418"/>
                <a:ext cx="59" cy="29"/>
              </a:xfrm>
              <a:custGeom>
                <a:avLst/>
                <a:gdLst>
                  <a:gd name="T0" fmla="*/ 0 w 25"/>
                  <a:gd name="T1" fmla="*/ 12 h 12"/>
                  <a:gd name="T2" fmla="*/ 25 w 25"/>
                  <a:gd name="T3" fmla="*/ 0 h 12"/>
                  <a:gd name="T4" fmla="*/ 25 w 25"/>
                  <a:gd name="T5" fmla="*/ 1 h 12"/>
                  <a:gd name="T6" fmla="*/ 0 w 25"/>
                  <a:gd name="T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12">
                    <a:moveTo>
                      <a:pt x="0" y="12"/>
                    </a:moveTo>
                    <a:cubicBezTo>
                      <a:pt x="8" y="8"/>
                      <a:pt x="16" y="3"/>
                      <a:pt x="25" y="0"/>
                    </a:cubicBezTo>
                    <a:cubicBezTo>
                      <a:pt x="25" y="0"/>
                      <a:pt x="25" y="1"/>
                      <a:pt x="25" y="1"/>
                    </a:cubicBezTo>
                    <a:cubicBezTo>
                      <a:pt x="18" y="7"/>
                      <a:pt x="10" y="12"/>
                      <a:pt x="0" y="12"/>
                    </a:cubicBezTo>
                    <a:close/>
                  </a:path>
                </a:pathLst>
              </a:custGeom>
              <a:solidFill>
                <a:srgbClr val="F8F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3" name="Freeform 885"/>
              <p:cNvSpPr/>
              <p:nvPr/>
            </p:nvSpPr>
            <p:spPr bwMode="auto">
              <a:xfrm>
                <a:off x="1596" y="2376"/>
                <a:ext cx="36" cy="35"/>
              </a:xfrm>
              <a:custGeom>
                <a:avLst/>
                <a:gdLst>
                  <a:gd name="T0" fmla="*/ 13 w 15"/>
                  <a:gd name="T1" fmla="*/ 5 h 15"/>
                  <a:gd name="T2" fmla="*/ 11 w 15"/>
                  <a:gd name="T3" fmla="*/ 9 h 15"/>
                  <a:gd name="T4" fmla="*/ 7 w 15"/>
                  <a:gd name="T5" fmla="*/ 12 h 15"/>
                  <a:gd name="T6" fmla="*/ 0 w 15"/>
                  <a:gd name="T7" fmla="*/ 15 h 15"/>
                  <a:gd name="T8" fmla="*/ 4 w 15"/>
                  <a:gd name="T9" fmla="*/ 12 h 15"/>
                  <a:gd name="T10" fmla="*/ 11 w 15"/>
                  <a:gd name="T11" fmla="*/ 0 h 15"/>
                  <a:gd name="T12" fmla="*/ 13 w 15"/>
                  <a:gd name="T13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15">
                    <a:moveTo>
                      <a:pt x="13" y="5"/>
                    </a:moveTo>
                    <a:cubicBezTo>
                      <a:pt x="15" y="8"/>
                      <a:pt x="12" y="8"/>
                      <a:pt x="11" y="9"/>
                    </a:cubicBezTo>
                    <a:cubicBezTo>
                      <a:pt x="10" y="10"/>
                      <a:pt x="9" y="11"/>
                      <a:pt x="7" y="12"/>
                    </a:cubicBezTo>
                    <a:cubicBezTo>
                      <a:pt x="5" y="13"/>
                      <a:pt x="2" y="15"/>
                      <a:pt x="0" y="15"/>
                    </a:cubicBezTo>
                    <a:cubicBezTo>
                      <a:pt x="0" y="13"/>
                      <a:pt x="3" y="13"/>
                      <a:pt x="4" y="12"/>
                    </a:cubicBezTo>
                    <a:cubicBezTo>
                      <a:pt x="8" y="8"/>
                      <a:pt x="11" y="5"/>
                      <a:pt x="11" y="0"/>
                    </a:cubicBezTo>
                    <a:cubicBezTo>
                      <a:pt x="14" y="1"/>
                      <a:pt x="11" y="4"/>
                      <a:pt x="13" y="5"/>
                    </a:cubicBezTo>
                    <a:close/>
                  </a:path>
                </a:pathLst>
              </a:custGeom>
              <a:solidFill>
                <a:srgbClr val="F9F9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4" name="Freeform 886"/>
              <p:cNvSpPr/>
              <p:nvPr/>
            </p:nvSpPr>
            <p:spPr bwMode="auto">
              <a:xfrm>
                <a:off x="1570" y="2259"/>
                <a:ext cx="29" cy="15"/>
              </a:xfrm>
              <a:custGeom>
                <a:avLst/>
                <a:gdLst>
                  <a:gd name="T0" fmla="*/ 4 w 12"/>
                  <a:gd name="T1" fmla="*/ 6 h 6"/>
                  <a:gd name="T2" fmla="*/ 0 w 12"/>
                  <a:gd name="T3" fmla="*/ 6 h 6"/>
                  <a:gd name="T4" fmla="*/ 12 w 12"/>
                  <a:gd name="T5" fmla="*/ 1 h 6"/>
                  <a:gd name="T6" fmla="*/ 6 w 12"/>
                  <a:gd name="T7" fmla="*/ 6 h 6"/>
                  <a:gd name="T8" fmla="*/ 4 w 12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4" y="6"/>
                    </a:moveTo>
                    <a:cubicBezTo>
                      <a:pt x="3" y="6"/>
                      <a:pt x="1" y="6"/>
                      <a:pt x="0" y="6"/>
                    </a:cubicBezTo>
                    <a:cubicBezTo>
                      <a:pt x="2" y="2"/>
                      <a:pt x="6" y="0"/>
                      <a:pt x="12" y="1"/>
                    </a:cubicBezTo>
                    <a:cubicBezTo>
                      <a:pt x="10" y="3"/>
                      <a:pt x="7" y="4"/>
                      <a:pt x="6" y="6"/>
                    </a:cubicBezTo>
                    <a:cubicBezTo>
                      <a:pt x="5" y="6"/>
                      <a:pt x="5" y="6"/>
                      <a:pt x="4" y="6"/>
                    </a:cubicBezTo>
                    <a:close/>
                  </a:path>
                </a:pathLst>
              </a:custGeom>
              <a:solidFill>
                <a:srgbClr val="C0D5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5" name="Freeform 887"/>
              <p:cNvSpPr/>
              <p:nvPr/>
            </p:nvSpPr>
            <p:spPr bwMode="auto">
              <a:xfrm>
                <a:off x="1613" y="2361"/>
                <a:ext cx="16" cy="27"/>
              </a:xfrm>
              <a:custGeom>
                <a:avLst/>
                <a:gdLst>
                  <a:gd name="T0" fmla="*/ 6 w 7"/>
                  <a:gd name="T1" fmla="*/ 11 h 11"/>
                  <a:gd name="T2" fmla="*/ 4 w 7"/>
                  <a:gd name="T3" fmla="*/ 6 h 11"/>
                  <a:gd name="T4" fmla="*/ 0 w 7"/>
                  <a:gd name="T5" fmla="*/ 1 h 11"/>
                  <a:gd name="T6" fmla="*/ 1 w 7"/>
                  <a:gd name="T7" fmla="*/ 1 h 11"/>
                  <a:gd name="T8" fmla="*/ 5 w 7"/>
                  <a:gd name="T9" fmla="*/ 4 h 11"/>
                  <a:gd name="T10" fmla="*/ 6 w 7"/>
                  <a:gd name="T11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1">
                    <a:moveTo>
                      <a:pt x="6" y="11"/>
                    </a:moveTo>
                    <a:cubicBezTo>
                      <a:pt x="4" y="10"/>
                      <a:pt x="6" y="7"/>
                      <a:pt x="4" y="6"/>
                    </a:cubicBezTo>
                    <a:cubicBezTo>
                      <a:pt x="4" y="4"/>
                      <a:pt x="1" y="3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4" y="0"/>
                      <a:pt x="4" y="2"/>
                      <a:pt x="5" y="4"/>
                    </a:cubicBezTo>
                    <a:cubicBezTo>
                      <a:pt x="7" y="6"/>
                      <a:pt x="6" y="9"/>
                      <a:pt x="6" y="11"/>
                    </a:cubicBezTo>
                    <a:close/>
                  </a:path>
                </a:pathLst>
              </a:custGeom>
              <a:solidFill>
                <a:srgbClr val="CFD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6" name="Freeform 888"/>
              <p:cNvSpPr/>
              <p:nvPr/>
            </p:nvSpPr>
            <p:spPr bwMode="auto">
              <a:xfrm>
                <a:off x="678" y="2449"/>
                <a:ext cx="133" cy="124"/>
              </a:xfrm>
              <a:custGeom>
                <a:avLst/>
                <a:gdLst>
                  <a:gd name="T0" fmla="*/ 2 w 56"/>
                  <a:gd name="T1" fmla="*/ 2 h 52"/>
                  <a:gd name="T2" fmla="*/ 3 w 56"/>
                  <a:gd name="T3" fmla="*/ 1 h 52"/>
                  <a:gd name="T4" fmla="*/ 7 w 56"/>
                  <a:gd name="T5" fmla="*/ 2 h 52"/>
                  <a:gd name="T6" fmla="*/ 12 w 56"/>
                  <a:gd name="T7" fmla="*/ 3 h 52"/>
                  <a:gd name="T8" fmla="*/ 16 w 56"/>
                  <a:gd name="T9" fmla="*/ 6 h 52"/>
                  <a:gd name="T10" fmla="*/ 12 w 56"/>
                  <a:gd name="T11" fmla="*/ 9 h 52"/>
                  <a:gd name="T12" fmla="*/ 9 w 56"/>
                  <a:gd name="T13" fmla="*/ 8 h 52"/>
                  <a:gd name="T14" fmla="*/ 9 w 56"/>
                  <a:gd name="T15" fmla="*/ 8 h 52"/>
                  <a:gd name="T16" fmla="*/ 9 w 56"/>
                  <a:gd name="T17" fmla="*/ 8 h 52"/>
                  <a:gd name="T18" fmla="*/ 11 w 56"/>
                  <a:gd name="T19" fmla="*/ 10 h 52"/>
                  <a:gd name="T20" fmla="*/ 12 w 56"/>
                  <a:gd name="T21" fmla="*/ 18 h 52"/>
                  <a:gd name="T22" fmla="*/ 20 w 56"/>
                  <a:gd name="T23" fmla="*/ 20 h 52"/>
                  <a:gd name="T24" fmla="*/ 28 w 56"/>
                  <a:gd name="T25" fmla="*/ 21 h 52"/>
                  <a:gd name="T26" fmla="*/ 36 w 56"/>
                  <a:gd name="T27" fmla="*/ 23 h 52"/>
                  <a:gd name="T28" fmla="*/ 44 w 56"/>
                  <a:gd name="T29" fmla="*/ 29 h 52"/>
                  <a:gd name="T30" fmla="*/ 50 w 56"/>
                  <a:gd name="T31" fmla="*/ 32 h 52"/>
                  <a:gd name="T32" fmla="*/ 56 w 56"/>
                  <a:gd name="T33" fmla="*/ 37 h 52"/>
                  <a:gd name="T34" fmla="*/ 55 w 56"/>
                  <a:gd name="T35" fmla="*/ 42 h 52"/>
                  <a:gd name="T36" fmla="*/ 51 w 56"/>
                  <a:gd name="T37" fmla="*/ 41 h 52"/>
                  <a:gd name="T38" fmla="*/ 41 w 56"/>
                  <a:gd name="T39" fmla="*/ 39 h 52"/>
                  <a:gd name="T40" fmla="*/ 36 w 56"/>
                  <a:gd name="T41" fmla="*/ 37 h 52"/>
                  <a:gd name="T42" fmla="*/ 34 w 56"/>
                  <a:gd name="T43" fmla="*/ 42 h 52"/>
                  <a:gd name="T44" fmla="*/ 28 w 56"/>
                  <a:gd name="T45" fmla="*/ 40 h 52"/>
                  <a:gd name="T46" fmla="*/ 34 w 56"/>
                  <a:gd name="T47" fmla="*/ 50 h 52"/>
                  <a:gd name="T48" fmla="*/ 30 w 56"/>
                  <a:gd name="T49" fmla="*/ 49 h 52"/>
                  <a:gd name="T50" fmla="*/ 25 w 56"/>
                  <a:gd name="T51" fmla="*/ 44 h 52"/>
                  <a:gd name="T52" fmla="*/ 23 w 56"/>
                  <a:gd name="T53" fmla="*/ 44 h 52"/>
                  <a:gd name="T54" fmla="*/ 16 w 56"/>
                  <a:gd name="T55" fmla="*/ 39 h 52"/>
                  <a:gd name="T56" fmla="*/ 6 w 56"/>
                  <a:gd name="T57" fmla="*/ 28 h 52"/>
                  <a:gd name="T58" fmla="*/ 10 w 56"/>
                  <a:gd name="T59" fmla="*/ 25 h 52"/>
                  <a:gd name="T60" fmla="*/ 7 w 56"/>
                  <a:gd name="T61" fmla="*/ 19 h 52"/>
                  <a:gd name="T62" fmla="*/ 4 w 56"/>
                  <a:gd name="T63" fmla="*/ 18 h 52"/>
                  <a:gd name="T64" fmla="*/ 1 w 56"/>
                  <a:gd name="T65" fmla="*/ 21 h 52"/>
                  <a:gd name="T66" fmla="*/ 0 w 56"/>
                  <a:gd name="T67" fmla="*/ 16 h 52"/>
                  <a:gd name="T68" fmla="*/ 1 w 56"/>
                  <a:gd name="T69" fmla="*/ 15 h 52"/>
                  <a:gd name="T70" fmla="*/ 1 w 56"/>
                  <a:gd name="T71" fmla="*/ 15 h 52"/>
                  <a:gd name="T72" fmla="*/ 4 w 56"/>
                  <a:gd name="T73" fmla="*/ 14 h 52"/>
                  <a:gd name="T74" fmla="*/ 4 w 56"/>
                  <a:gd name="T75" fmla="*/ 14 h 52"/>
                  <a:gd name="T76" fmla="*/ 4 w 56"/>
                  <a:gd name="T77" fmla="*/ 14 h 52"/>
                  <a:gd name="T78" fmla="*/ 2 w 56"/>
                  <a:gd name="T79" fmla="*/ 11 h 52"/>
                  <a:gd name="T80" fmla="*/ 3 w 56"/>
                  <a:gd name="T81" fmla="*/ 7 h 52"/>
                  <a:gd name="T82" fmla="*/ 4 w 56"/>
                  <a:gd name="T83" fmla="*/ 6 h 52"/>
                  <a:gd name="T84" fmla="*/ 4 w 56"/>
                  <a:gd name="T85" fmla="*/ 6 h 52"/>
                  <a:gd name="T86" fmla="*/ 2 w 56"/>
                  <a:gd name="T87" fmla="*/ 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6" h="52">
                    <a:moveTo>
                      <a:pt x="2" y="2"/>
                    </a:moveTo>
                    <a:cubicBezTo>
                      <a:pt x="2" y="2"/>
                      <a:pt x="2" y="2"/>
                      <a:pt x="3" y="1"/>
                    </a:cubicBezTo>
                    <a:cubicBezTo>
                      <a:pt x="5" y="0"/>
                      <a:pt x="6" y="1"/>
                      <a:pt x="7" y="2"/>
                    </a:cubicBezTo>
                    <a:cubicBezTo>
                      <a:pt x="9" y="4"/>
                      <a:pt x="10" y="3"/>
                      <a:pt x="12" y="3"/>
                    </a:cubicBezTo>
                    <a:cubicBezTo>
                      <a:pt x="14" y="3"/>
                      <a:pt x="15" y="4"/>
                      <a:pt x="16" y="6"/>
                    </a:cubicBezTo>
                    <a:cubicBezTo>
                      <a:pt x="16" y="8"/>
                      <a:pt x="14" y="9"/>
                      <a:pt x="12" y="9"/>
                    </a:cubicBezTo>
                    <a:cubicBezTo>
                      <a:pt x="11" y="8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10" y="9"/>
                      <a:pt x="12" y="9"/>
                      <a:pt x="11" y="10"/>
                    </a:cubicBezTo>
                    <a:cubicBezTo>
                      <a:pt x="10" y="13"/>
                      <a:pt x="16" y="15"/>
                      <a:pt x="12" y="18"/>
                    </a:cubicBezTo>
                    <a:cubicBezTo>
                      <a:pt x="11" y="18"/>
                      <a:pt x="18" y="21"/>
                      <a:pt x="20" y="20"/>
                    </a:cubicBezTo>
                    <a:cubicBezTo>
                      <a:pt x="23" y="18"/>
                      <a:pt x="26" y="20"/>
                      <a:pt x="28" y="21"/>
                    </a:cubicBezTo>
                    <a:cubicBezTo>
                      <a:pt x="30" y="23"/>
                      <a:pt x="33" y="23"/>
                      <a:pt x="36" y="23"/>
                    </a:cubicBezTo>
                    <a:cubicBezTo>
                      <a:pt x="40" y="24"/>
                      <a:pt x="42" y="26"/>
                      <a:pt x="44" y="29"/>
                    </a:cubicBezTo>
                    <a:cubicBezTo>
                      <a:pt x="46" y="30"/>
                      <a:pt x="48" y="32"/>
                      <a:pt x="50" y="32"/>
                    </a:cubicBezTo>
                    <a:cubicBezTo>
                      <a:pt x="52" y="34"/>
                      <a:pt x="55" y="35"/>
                      <a:pt x="56" y="37"/>
                    </a:cubicBezTo>
                    <a:cubicBezTo>
                      <a:pt x="56" y="39"/>
                      <a:pt x="56" y="41"/>
                      <a:pt x="55" y="42"/>
                    </a:cubicBezTo>
                    <a:cubicBezTo>
                      <a:pt x="53" y="43"/>
                      <a:pt x="52" y="41"/>
                      <a:pt x="51" y="41"/>
                    </a:cubicBezTo>
                    <a:cubicBezTo>
                      <a:pt x="47" y="40"/>
                      <a:pt x="44" y="38"/>
                      <a:pt x="41" y="39"/>
                    </a:cubicBezTo>
                    <a:cubicBezTo>
                      <a:pt x="37" y="40"/>
                      <a:pt x="37" y="41"/>
                      <a:pt x="36" y="37"/>
                    </a:cubicBezTo>
                    <a:cubicBezTo>
                      <a:pt x="34" y="38"/>
                      <a:pt x="38" y="41"/>
                      <a:pt x="34" y="42"/>
                    </a:cubicBezTo>
                    <a:cubicBezTo>
                      <a:pt x="32" y="43"/>
                      <a:pt x="31" y="40"/>
                      <a:pt x="28" y="40"/>
                    </a:cubicBezTo>
                    <a:cubicBezTo>
                      <a:pt x="32" y="41"/>
                      <a:pt x="36" y="47"/>
                      <a:pt x="34" y="50"/>
                    </a:cubicBezTo>
                    <a:cubicBezTo>
                      <a:pt x="33" y="52"/>
                      <a:pt x="31" y="51"/>
                      <a:pt x="30" y="49"/>
                    </a:cubicBezTo>
                    <a:cubicBezTo>
                      <a:pt x="28" y="47"/>
                      <a:pt x="27" y="45"/>
                      <a:pt x="25" y="44"/>
                    </a:cubicBezTo>
                    <a:cubicBezTo>
                      <a:pt x="23" y="43"/>
                      <a:pt x="23" y="45"/>
                      <a:pt x="23" y="44"/>
                    </a:cubicBezTo>
                    <a:cubicBezTo>
                      <a:pt x="20" y="44"/>
                      <a:pt x="18" y="41"/>
                      <a:pt x="16" y="39"/>
                    </a:cubicBezTo>
                    <a:cubicBezTo>
                      <a:pt x="13" y="36"/>
                      <a:pt x="9" y="33"/>
                      <a:pt x="6" y="28"/>
                    </a:cubicBezTo>
                    <a:cubicBezTo>
                      <a:pt x="6" y="26"/>
                      <a:pt x="9" y="27"/>
                      <a:pt x="10" y="25"/>
                    </a:cubicBezTo>
                    <a:cubicBezTo>
                      <a:pt x="10" y="23"/>
                      <a:pt x="4" y="23"/>
                      <a:pt x="7" y="19"/>
                    </a:cubicBezTo>
                    <a:cubicBezTo>
                      <a:pt x="6" y="19"/>
                      <a:pt x="5" y="18"/>
                      <a:pt x="4" y="18"/>
                    </a:cubicBezTo>
                    <a:cubicBezTo>
                      <a:pt x="3" y="19"/>
                      <a:pt x="3" y="22"/>
                      <a:pt x="1" y="21"/>
                    </a:cubicBezTo>
                    <a:cubicBezTo>
                      <a:pt x="0" y="20"/>
                      <a:pt x="0" y="18"/>
                      <a:pt x="0" y="16"/>
                    </a:cubicBezTo>
                    <a:cubicBezTo>
                      <a:pt x="0" y="16"/>
                      <a:pt x="0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2" y="14"/>
                      <a:pt x="3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4"/>
                      <a:pt x="4" y="13"/>
                      <a:pt x="4" y="14"/>
                    </a:cubicBezTo>
                    <a:cubicBezTo>
                      <a:pt x="4" y="12"/>
                      <a:pt x="4" y="11"/>
                      <a:pt x="2" y="11"/>
                    </a:cubicBezTo>
                    <a:cubicBezTo>
                      <a:pt x="0" y="9"/>
                      <a:pt x="1" y="8"/>
                      <a:pt x="3" y="7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4" y="6"/>
                      <a:pt x="4" y="6"/>
                    </a:cubicBezTo>
                    <a:cubicBezTo>
                      <a:pt x="1" y="5"/>
                      <a:pt x="1" y="5"/>
                      <a:pt x="2" y="2"/>
                    </a:cubicBezTo>
                    <a:close/>
                  </a:path>
                </a:pathLst>
              </a:custGeom>
              <a:solidFill>
                <a:srgbClr val="FE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7" name="Freeform 889"/>
              <p:cNvSpPr/>
              <p:nvPr/>
            </p:nvSpPr>
            <p:spPr bwMode="auto">
              <a:xfrm>
                <a:off x="659" y="2369"/>
                <a:ext cx="71" cy="80"/>
              </a:xfrm>
              <a:custGeom>
                <a:avLst/>
                <a:gdLst>
                  <a:gd name="T0" fmla="*/ 30 w 30"/>
                  <a:gd name="T1" fmla="*/ 23 h 34"/>
                  <a:gd name="T2" fmla="*/ 24 w 30"/>
                  <a:gd name="T3" fmla="*/ 30 h 34"/>
                  <a:gd name="T4" fmla="*/ 20 w 30"/>
                  <a:gd name="T5" fmla="*/ 31 h 34"/>
                  <a:gd name="T6" fmla="*/ 20 w 30"/>
                  <a:gd name="T7" fmla="*/ 31 h 34"/>
                  <a:gd name="T8" fmla="*/ 13 w 30"/>
                  <a:gd name="T9" fmla="*/ 27 h 34"/>
                  <a:gd name="T10" fmla="*/ 16 w 30"/>
                  <a:gd name="T11" fmla="*/ 32 h 34"/>
                  <a:gd name="T12" fmla="*/ 16 w 30"/>
                  <a:gd name="T13" fmla="*/ 33 h 34"/>
                  <a:gd name="T14" fmla="*/ 14 w 30"/>
                  <a:gd name="T15" fmla="*/ 32 h 34"/>
                  <a:gd name="T16" fmla="*/ 14 w 30"/>
                  <a:gd name="T17" fmla="*/ 32 h 34"/>
                  <a:gd name="T18" fmla="*/ 10 w 30"/>
                  <a:gd name="T19" fmla="*/ 30 h 34"/>
                  <a:gd name="T20" fmla="*/ 1 w 30"/>
                  <a:gd name="T21" fmla="*/ 15 h 34"/>
                  <a:gd name="T22" fmla="*/ 0 w 30"/>
                  <a:gd name="T23" fmla="*/ 6 h 34"/>
                  <a:gd name="T24" fmla="*/ 13 w 30"/>
                  <a:gd name="T25" fmla="*/ 5 h 34"/>
                  <a:gd name="T26" fmla="*/ 28 w 30"/>
                  <a:gd name="T27" fmla="*/ 21 h 34"/>
                  <a:gd name="T28" fmla="*/ 30 w 30"/>
                  <a:gd name="T29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0" h="34">
                    <a:moveTo>
                      <a:pt x="30" y="23"/>
                    </a:moveTo>
                    <a:cubicBezTo>
                      <a:pt x="28" y="25"/>
                      <a:pt x="22" y="24"/>
                      <a:pt x="24" y="30"/>
                    </a:cubicBezTo>
                    <a:cubicBezTo>
                      <a:pt x="24" y="30"/>
                      <a:pt x="22" y="33"/>
                      <a:pt x="20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27"/>
                      <a:pt x="19" y="26"/>
                      <a:pt x="13" y="27"/>
                    </a:cubicBezTo>
                    <a:cubicBezTo>
                      <a:pt x="15" y="29"/>
                      <a:pt x="16" y="30"/>
                      <a:pt x="16" y="32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5" y="34"/>
                      <a:pt x="14" y="33"/>
                      <a:pt x="14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3" y="31"/>
                      <a:pt x="10" y="32"/>
                      <a:pt x="10" y="30"/>
                    </a:cubicBezTo>
                    <a:cubicBezTo>
                      <a:pt x="7" y="25"/>
                      <a:pt x="2" y="21"/>
                      <a:pt x="1" y="15"/>
                    </a:cubicBezTo>
                    <a:cubicBezTo>
                      <a:pt x="1" y="12"/>
                      <a:pt x="3" y="8"/>
                      <a:pt x="0" y="6"/>
                    </a:cubicBezTo>
                    <a:cubicBezTo>
                      <a:pt x="3" y="1"/>
                      <a:pt x="12" y="0"/>
                      <a:pt x="13" y="5"/>
                    </a:cubicBezTo>
                    <a:cubicBezTo>
                      <a:pt x="16" y="13"/>
                      <a:pt x="21" y="18"/>
                      <a:pt x="28" y="21"/>
                    </a:cubicBezTo>
                    <a:cubicBezTo>
                      <a:pt x="29" y="22"/>
                      <a:pt x="29" y="22"/>
                      <a:pt x="30" y="23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8" name="Freeform 890"/>
              <p:cNvSpPr/>
              <p:nvPr/>
            </p:nvSpPr>
            <p:spPr bwMode="auto">
              <a:xfrm>
                <a:off x="647" y="2478"/>
                <a:ext cx="90" cy="85"/>
              </a:xfrm>
              <a:custGeom>
                <a:avLst/>
                <a:gdLst>
                  <a:gd name="T0" fmla="*/ 19 w 38"/>
                  <a:gd name="T1" fmla="*/ 16 h 36"/>
                  <a:gd name="T2" fmla="*/ 36 w 38"/>
                  <a:gd name="T3" fmla="*/ 32 h 36"/>
                  <a:gd name="T4" fmla="*/ 38 w 38"/>
                  <a:gd name="T5" fmla="*/ 34 h 36"/>
                  <a:gd name="T6" fmla="*/ 26 w 38"/>
                  <a:gd name="T7" fmla="*/ 36 h 36"/>
                  <a:gd name="T8" fmla="*/ 10 w 38"/>
                  <a:gd name="T9" fmla="*/ 18 h 36"/>
                  <a:gd name="T10" fmla="*/ 1 w 38"/>
                  <a:gd name="T11" fmla="*/ 8 h 36"/>
                  <a:gd name="T12" fmla="*/ 0 w 38"/>
                  <a:gd name="T13" fmla="*/ 2 h 36"/>
                  <a:gd name="T14" fmla="*/ 2 w 38"/>
                  <a:gd name="T15" fmla="*/ 1 h 36"/>
                  <a:gd name="T16" fmla="*/ 3 w 38"/>
                  <a:gd name="T17" fmla="*/ 3 h 36"/>
                  <a:gd name="T18" fmla="*/ 5 w 38"/>
                  <a:gd name="T19" fmla="*/ 4 h 36"/>
                  <a:gd name="T20" fmla="*/ 7 w 38"/>
                  <a:gd name="T21" fmla="*/ 5 h 36"/>
                  <a:gd name="T22" fmla="*/ 19 w 38"/>
                  <a:gd name="T23" fmla="*/ 1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8" h="36">
                    <a:moveTo>
                      <a:pt x="19" y="16"/>
                    </a:moveTo>
                    <a:cubicBezTo>
                      <a:pt x="25" y="21"/>
                      <a:pt x="30" y="26"/>
                      <a:pt x="36" y="32"/>
                    </a:cubicBezTo>
                    <a:cubicBezTo>
                      <a:pt x="37" y="32"/>
                      <a:pt x="38" y="32"/>
                      <a:pt x="38" y="34"/>
                    </a:cubicBezTo>
                    <a:cubicBezTo>
                      <a:pt x="34" y="36"/>
                      <a:pt x="30" y="34"/>
                      <a:pt x="26" y="36"/>
                    </a:cubicBezTo>
                    <a:cubicBezTo>
                      <a:pt x="20" y="31"/>
                      <a:pt x="16" y="24"/>
                      <a:pt x="10" y="18"/>
                    </a:cubicBezTo>
                    <a:cubicBezTo>
                      <a:pt x="7" y="15"/>
                      <a:pt x="4" y="12"/>
                      <a:pt x="1" y="8"/>
                    </a:cubicBezTo>
                    <a:cubicBezTo>
                      <a:pt x="0" y="7"/>
                      <a:pt x="0" y="4"/>
                      <a:pt x="0" y="2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2" y="2"/>
                      <a:pt x="2" y="2"/>
                      <a:pt x="3" y="3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4"/>
                      <a:pt x="6" y="5"/>
                      <a:pt x="7" y="5"/>
                    </a:cubicBezTo>
                    <a:cubicBezTo>
                      <a:pt x="11" y="9"/>
                      <a:pt x="17" y="11"/>
                      <a:pt x="19" y="16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39" name="Freeform 891"/>
              <p:cNvSpPr/>
              <p:nvPr/>
            </p:nvSpPr>
            <p:spPr bwMode="auto">
              <a:xfrm>
                <a:off x="664" y="2478"/>
                <a:ext cx="45" cy="38"/>
              </a:xfrm>
              <a:custGeom>
                <a:avLst/>
                <a:gdLst>
                  <a:gd name="T0" fmla="*/ 12 w 19"/>
                  <a:gd name="T1" fmla="*/ 16 h 16"/>
                  <a:gd name="T2" fmla="*/ 0 w 19"/>
                  <a:gd name="T3" fmla="*/ 5 h 16"/>
                  <a:gd name="T4" fmla="*/ 3 w 19"/>
                  <a:gd name="T5" fmla="*/ 2 h 16"/>
                  <a:gd name="T6" fmla="*/ 7 w 19"/>
                  <a:gd name="T7" fmla="*/ 3 h 16"/>
                  <a:gd name="T8" fmla="*/ 8 w 19"/>
                  <a:gd name="T9" fmla="*/ 8 h 16"/>
                  <a:gd name="T10" fmla="*/ 9 w 19"/>
                  <a:gd name="T11" fmla="*/ 4 h 16"/>
                  <a:gd name="T12" fmla="*/ 12 w 19"/>
                  <a:gd name="T13" fmla="*/ 6 h 16"/>
                  <a:gd name="T14" fmla="*/ 13 w 19"/>
                  <a:gd name="T15" fmla="*/ 8 h 16"/>
                  <a:gd name="T16" fmla="*/ 15 w 19"/>
                  <a:gd name="T17" fmla="*/ 11 h 16"/>
                  <a:gd name="T18" fmla="*/ 18 w 19"/>
                  <a:gd name="T19" fmla="*/ 13 h 16"/>
                  <a:gd name="T20" fmla="*/ 14 w 19"/>
                  <a:gd name="T21" fmla="*/ 15 h 16"/>
                  <a:gd name="T22" fmla="*/ 12 w 19"/>
                  <a:gd name="T2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16">
                    <a:moveTo>
                      <a:pt x="12" y="16"/>
                    </a:moveTo>
                    <a:cubicBezTo>
                      <a:pt x="8" y="12"/>
                      <a:pt x="3" y="10"/>
                      <a:pt x="0" y="5"/>
                    </a:cubicBezTo>
                    <a:cubicBezTo>
                      <a:pt x="0" y="3"/>
                      <a:pt x="3" y="5"/>
                      <a:pt x="3" y="2"/>
                    </a:cubicBezTo>
                    <a:cubicBezTo>
                      <a:pt x="3" y="0"/>
                      <a:pt x="5" y="4"/>
                      <a:pt x="7" y="3"/>
                    </a:cubicBezTo>
                    <a:cubicBezTo>
                      <a:pt x="8" y="4"/>
                      <a:pt x="7" y="6"/>
                      <a:pt x="8" y="8"/>
                    </a:cubicBezTo>
                    <a:cubicBezTo>
                      <a:pt x="9" y="7"/>
                      <a:pt x="9" y="6"/>
                      <a:pt x="9" y="4"/>
                    </a:cubicBezTo>
                    <a:cubicBezTo>
                      <a:pt x="11" y="4"/>
                      <a:pt x="11" y="5"/>
                      <a:pt x="12" y="6"/>
                    </a:cubicBezTo>
                    <a:cubicBezTo>
                      <a:pt x="13" y="6"/>
                      <a:pt x="13" y="6"/>
                      <a:pt x="13" y="8"/>
                    </a:cubicBezTo>
                    <a:cubicBezTo>
                      <a:pt x="13" y="10"/>
                      <a:pt x="14" y="10"/>
                      <a:pt x="15" y="11"/>
                    </a:cubicBezTo>
                    <a:cubicBezTo>
                      <a:pt x="16" y="12"/>
                      <a:pt x="19" y="11"/>
                      <a:pt x="18" y="13"/>
                    </a:cubicBezTo>
                    <a:cubicBezTo>
                      <a:pt x="17" y="14"/>
                      <a:pt x="16" y="16"/>
                      <a:pt x="14" y="15"/>
                    </a:cubicBezTo>
                    <a:cubicBezTo>
                      <a:pt x="13" y="15"/>
                      <a:pt x="13" y="16"/>
                      <a:pt x="12" y="16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0" name="Freeform 892"/>
              <p:cNvSpPr/>
              <p:nvPr/>
            </p:nvSpPr>
            <p:spPr bwMode="auto">
              <a:xfrm>
                <a:off x="595" y="2459"/>
                <a:ext cx="31" cy="36"/>
              </a:xfrm>
              <a:custGeom>
                <a:avLst/>
                <a:gdLst>
                  <a:gd name="T0" fmla="*/ 0 w 13"/>
                  <a:gd name="T1" fmla="*/ 15 h 15"/>
                  <a:gd name="T2" fmla="*/ 0 w 13"/>
                  <a:gd name="T3" fmla="*/ 8 h 15"/>
                  <a:gd name="T4" fmla="*/ 10 w 13"/>
                  <a:gd name="T5" fmla="*/ 0 h 15"/>
                  <a:gd name="T6" fmla="*/ 12 w 13"/>
                  <a:gd name="T7" fmla="*/ 2 h 15"/>
                  <a:gd name="T8" fmla="*/ 8 w 13"/>
                  <a:gd name="T9" fmla="*/ 8 h 15"/>
                  <a:gd name="T10" fmla="*/ 13 w 13"/>
                  <a:gd name="T11" fmla="*/ 12 h 15"/>
                  <a:gd name="T12" fmla="*/ 11 w 13"/>
                  <a:gd name="T13" fmla="*/ 14 h 15"/>
                  <a:gd name="T14" fmla="*/ 10 w 13"/>
                  <a:gd name="T15" fmla="*/ 14 h 15"/>
                  <a:gd name="T16" fmla="*/ 5 w 13"/>
                  <a:gd name="T17" fmla="*/ 14 h 15"/>
                  <a:gd name="T18" fmla="*/ 4 w 13"/>
                  <a:gd name="T19" fmla="*/ 14 h 15"/>
                  <a:gd name="T20" fmla="*/ 0 w 13"/>
                  <a:gd name="T21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5">
                    <a:moveTo>
                      <a:pt x="0" y="15"/>
                    </a:moveTo>
                    <a:cubicBezTo>
                      <a:pt x="0" y="12"/>
                      <a:pt x="0" y="10"/>
                      <a:pt x="0" y="8"/>
                    </a:cubicBezTo>
                    <a:cubicBezTo>
                      <a:pt x="2" y="4"/>
                      <a:pt x="6" y="2"/>
                      <a:pt x="10" y="0"/>
                    </a:cubicBezTo>
                    <a:cubicBezTo>
                      <a:pt x="11" y="0"/>
                      <a:pt x="12" y="1"/>
                      <a:pt x="12" y="2"/>
                    </a:cubicBezTo>
                    <a:cubicBezTo>
                      <a:pt x="11" y="4"/>
                      <a:pt x="11" y="7"/>
                      <a:pt x="8" y="8"/>
                    </a:cubicBezTo>
                    <a:cubicBezTo>
                      <a:pt x="12" y="7"/>
                      <a:pt x="12" y="10"/>
                      <a:pt x="13" y="12"/>
                    </a:cubicBezTo>
                    <a:cubicBezTo>
                      <a:pt x="13" y="13"/>
                      <a:pt x="11" y="12"/>
                      <a:pt x="11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8" y="13"/>
                      <a:pt x="7" y="12"/>
                      <a:pt x="5" y="14"/>
                    </a:cubicBezTo>
                    <a:cubicBezTo>
                      <a:pt x="5" y="14"/>
                      <a:pt x="4" y="14"/>
                      <a:pt x="4" y="14"/>
                    </a:cubicBezTo>
                    <a:cubicBezTo>
                      <a:pt x="3" y="14"/>
                      <a:pt x="2" y="15"/>
                      <a:pt x="0" y="15"/>
                    </a:cubicBezTo>
                    <a:close/>
                  </a:path>
                </a:pathLst>
              </a:custGeom>
              <a:solidFill>
                <a:srgbClr val="FEB3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1" name="Freeform 893"/>
              <p:cNvSpPr/>
              <p:nvPr/>
            </p:nvSpPr>
            <p:spPr bwMode="auto">
              <a:xfrm>
                <a:off x="616" y="2452"/>
                <a:ext cx="36" cy="45"/>
              </a:xfrm>
              <a:custGeom>
                <a:avLst/>
                <a:gdLst>
                  <a:gd name="T0" fmla="*/ 3 w 15"/>
                  <a:gd name="T1" fmla="*/ 5 h 19"/>
                  <a:gd name="T2" fmla="*/ 1 w 15"/>
                  <a:gd name="T3" fmla="*/ 3 h 19"/>
                  <a:gd name="T4" fmla="*/ 4 w 15"/>
                  <a:gd name="T5" fmla="*/ 1 h 19"/>
                  <a:gd name="T6" fmla="*/ 15 w 15"/>
                  <a:gd name="T7" fmla="*/ 12 h 19"/>
                  <a:gd name="T8" fmla="*/ 14 w 15"/>
                  <a:gd name="T9" fmla="*/ 19 h 19"/>
                  <a:gd name="T10" fmla="*/ 6 w 15"/>
                  <a:gd name="T11" fmla="*/ 8 h 19"/>
                  <a:gd name="T12" fmla="*/ 3 w 15"/>
                  <a:gd name="T13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19">
                    <a:moveTo>
                      <a:pt x="3" y="5"/>
                    </a:moveTo>
                    <a:cubicBezTo>
                      <a:pt x="2" y="4"/>
                      <a:pt x="1" y="4"/>
                      <a:pt x="1" y="3"/>
                    </a:cubicBezTo>
                    <a:cubicBezTo>
                      <a:pt x="0" y="0"/>
                      <a:pt x="2" y="0"/>
                      <a:pt x="4" y="1"/>
                    </a:cubicBezTo>
                    <a:cubicBezTo>
                      <a:pt x="9" y="3"/>
                      <a:pt x="11" y="8"/>
                      <a:pt x="15" y="12"/>
                    </a:cubicBezTo>
                    <a:cubicBezTo>
                      <a:pt x="13" y="14"/>
                      <a:pt x="14" y="17"/>
                      <a:pt x="14" y="19"/>
                    </a:cubicBezTo>
                    <a:cubicBezTo>
                      <a:pt x="10" y="17"/>
                      <a:pt x="9" y="12"/>
                      <a:pt x="6" y="8"/>
                    </a:cubicBezTo>
                    <a:cubicBezTo>
                      <a:pt x="5" y="7"/>
                      <a:pt x="4" y="6"/>
                      <a:pt x="3" y="5"/>
                    </a:cubicBezTo>
                    <a:close/>
                  </a:path>
                </a:pathLst>
              </a:custGeom>
              <a:solidFill>
                <a:srgbClr val="FE90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2" name="Freeform 894"/>
              <p:cNvSpPr/>
              <p:nvPr/>
            </p:nvSpPr>
            <p:spPr bwMode="auto">
              <a:xfrm>
                <a:off x="659" y="2442"/>
                <a:ext cx="28" cy="34"/>
              </a:xfrm>
              <a:custGeom>
                <a:avLst/>
                <a:gdLst>
                  <a:gd name="T0" fmla="*/ 10 w 12"/>
                  <a:gd name="T1" fmla="*/ 5 h 14"/>
                  <a:gd name="T2" fmla="*/ 12 w 12"/>
                  <a:gd name="T3" fmla="*/ 8 h 14"/>
                  <a:gd name="T4" fmla="*/ 12 w 12"/>
                  <a:gd name="T5" fmla="*/ 10 h 14"/>
                  <a:gd name="T6" fmla="*/ 10 w 12"/>
                  <a:gd name="T7" fmla="*/ 14 h 14"/>
                  <a:gd name="T8" fmla="*/ 7 w 12"/>
                  <a:gd name="T9" fmla="*/ 13 h 14"/>
                  <a:gd name="T10" fmla="*/ 6 w 12"/>
                  <a:gd name="T11" fmla="*/ 9 h 14"/>
                  <a:gd name="T12" fmla="*/ 3 w 12"/>
                  <a:gd name="T13" fmla="*/ 8 h 14"/>
                  <a:gd name="T14" fmla="*/ 5 w 12"/>
                  <a:gd name="T15" fmla="*/ 6 h 14"/>
                  <a:gd name="T16" fmla="*/ 4 w 12"/>
                  <a:gd name="T17" fmla="*/ 5 h 14"/>
                  <a:gd name="T18" fmla="*/ 0 w 12"/>
                  <a:gd name="T19" fmla="*/ 2 h 14"/>
                  <a:gd name="T20" fmla="*/ 5 w 12"/>
                  <a:gd name="T21" fmla="*/ 1 h 14"/>
                  <a:gd name="T22" fmla="*/ 10 w 12"/>
                  <a:gd name="T23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" h="14">
                    <a:moveTo>
                      <a:pt x="10" y="5"/>
                    </a:moveTo>
                    <a:cubicBezTo>
                      <a:pt x="11" y="5"/>
                      <a:pt x="8" y="10"/>
                      <a:pt x="12" y="8"/>
                    </a:cubicBezTo>
                    <a:cubicBezTo>
                      <a:pt x="12" y="8"/>
                      <a:pt x="12" y="10"/>
                      <a:pt x="12" y="10"/>
                    </a:cubicBezTo>
                    <a:cubicBezTo>
                      <a:pt x="10" y="11"/>
                      <a:pt x="10" y="12"/>
                      <a:pt x="10" y="14"/>
                    </a:cubicBezTo>
                    <a:cubicBezTo>
                      <a:pt x="9" y="14"/>
                      <a:pt x="8" y="14"/>
                      <a:pt x="7" y="13"/>
                    </a:cubicBezTo>
                    <a:cubicBezTo>
                      <a:pt x="3" y="13"/>
                      <a:pt x="3" y="11"/>
                      <a:pt x="6" y="9"/>
                    </a:cubicBezTo>
                    <a:cubicBezTo>
                      <a:pt x="6" y="8"/>
                      <a:pt x="4" y="9"/>
                      <a:pt x="3" y="8"/>
                    </a:cubicBezTo>
                    <a:cubicBezTo>
                      <a:pt x="3" y="7"/>
                      <a:pt x="5" y="8"/>
                      <a:pt x="5" y="6"/>
                    </a:cubicBezTo>
                    <a:cubicBezTo>
                      <a:pt x="5" y="5"/>
                      <a:pt x="4" y="5"/>
                      <a:pt x="4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3" y="0"/>
                      <a:pt x="5" y="1"/>
                    </a:cubicBezTo>
                    <a:cubicBezTo>
                      <a:pt x="7" y="3"/>
                      <a:pt x="8" y="4"/>
                      <a:pt x="10" y="5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3" name="Freeform 895"/>
              <p:cNvSpPr/>
              <p:nvPr/>
            </p:nvSpPr>
            <p:spPr bwMode="auto">
              <a:xfrm>
                <a:off x="652" y="2461"/>
                <a:ext cx="19" cy="26"/>
              </a:xfrm>
              <a:custGeom>
                <a:avLst/>
                <a:gdLst>
                  <a:gd name="T0" fmla="*/ 3 w 8"/>
                  <a:gd name="T1" fmla="*/ 11 h 11"/>
                  <a:gd name="T2" fmla="*/ 1 w 8"/>
                  <a:gd name="T3" fmla="*/ 10 h 11"/>
                  <a:gd name="T4" fmla="*/ 3 w 8"/>
                  <a:gd name="T5" fmla="*/ 0 h 11"/>
                  <a:gd name="T6" fmla="*/ 8 w 8"/>
                  <a:gd name="T7" fmla="*/ 7 h 11"/>
                  <a:gd name="T8" fmla="*/ 3 w 8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1">
                    <a:moveTo>
                      <a:pt x="3" y="11"/>
                    </a:moveTo>
                    <a:cubicBezTo>
                      <a:pt x="2" y="10"/>
                      <a:pt x="2" y="10"/>
                      <a:pt x="1" y="10"/>
                    </a:cubicBezTo>
                    <a:cubicBezTo>
                      <a:pt x="1" y="6"/>
                      <a:pt x="0" y="3"/>
                      <a:pt x="3" y="0"/>
                    </a:cubicBezTo>
                    <a:cubicBezTo>
                      <a:pt x="5" y="1"/>
                      <a:pt x="4" y="6"/>
                      <a:pt x="8" y="7"/>
                    </a:cubicBezTo>
                    <a:cubicBezTo>
                      <a:pt x="4" y="6"/>
                      <a:pt x="2" y="7"/>
                      <a:pt x="3" y="11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4" name="Freeform 896"/>
              <p:cNvSpPr/>
              <p:nvPr/>
            </p:nvSpPr>
            <p:spPr bwMode="auto">
              <a:xfrm>
                <a:off x="685" y="2445"/>
                <a:ext cx="19" cy="19"/>
              </a:xfrm>
              <a:custGeom>
                <a:avLst/>
                <a:gdLst>
                  <a:gd name="T0" fmla="*/ 3 w 8"/>
                  <a:gd name="T1" fmla="*/ 0 h 8"/>
                  <a:gd name="T2" fmla="*/ 4 w 8"/>
                  <a:gd name="T3" fmla="*/ 1 h 8"/>
                  <a:gd name="T4" fmla="*/ 8 w 8"/>
                  <a:gd name="T5" fmla="*/ 5 h 8"/>
                  <a:gd name="T6" fmla="*/ 4 w 8"/>
                  <a:gd name="T7" fmla="*/ 6 h 8"/>
                  <a:gd name="T8" fmla="*/ 0 w 8"/>
                  <a:gd name="T9" fmla="*/ 3 h 8"/>
                  <a:gd name="T10" fmla="*/ 3 w 8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8">
                    <a:moveTo>
                      <a:pt x="3" y="0"/>
                    </a:moveTo>
                    <a:cubicBezTo>
                      <a:pt x="3" y="1"/>
                      <a:pt x="4" y="1"/>
                      <a:pt x="4" y="1"/>
                    </a:cubicBezTo>
                    <a:cubicBezTo>
                      <a:pt x="6" y="2"/>
                      <a:pt x="8" y="3"/>
                      <a:pt x="8" y="5"/>
                    </a:cubicBezTo>
                    <a:cubicBezTo>
                      <a:pt x="7" y="8"/>
                      <a:pt x="5" y="7"/>
                      <a:pt x="4" y="6"/>
                    </a:cubicBezTo>
                    <a:cubicBezTo>
                      <a:pt x="3" y="4"/>
                      <a:pt x="1" y="4"/>
                      <a:pt x="0" y="3"/>
                    </a:cubicBezTo>
                    <a:cubicBezTo>
                      <a:pt x="1" y="2"/>
                      <a:pt x="2" y="1"/>
                      <a:pt x="3" y="0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5" name="Freeform 897"/>
              <p:cNvSpPr/>
              <p:nvPr/>
            </p:nvSpPr>
            <p:spPr bwMode="auto">
              <a:xfrm>
                <a:off x="656" y="2383"/>
                <a:ext cx="15" cy="21"/>
              </a:xfrm>
              <a:custGeom>
                <a:avLst/>
                <a:gdLst>
                  <a:gd name="T0" fmla="*/ 1 w 6"/>
                  <a:gd name="T1" fmla="*/ 0 h 9"/>
                  <a:gd name="T2" fmla="*/ 2 w 6"/>
                  <a:gd name="T3" fmla="*/ 9 h 9"/>
                  <a:gd name="T4" fmla="*/ 1 w 6"/>
                  <a:gd name="T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cubicBezTo>
                      <a:pt x="6" y="2"/>
                      <a:pt x="4" y="6"/>
                      <a:pt x="2" y="9"/>
                    </a:cubicBezTo>
                    <a:cubicBezTo>
                      <a:pt x="0" y="6"/>
                      <a:pt x="3" y="3"/>
                      <a:pt x="1" y="0"/>
                    </a:cubicBezTo>
                    <a:close/>
                  </a:path>
                </a:pathLst>
              </a:custGeom>
              <a:solidFill>
                <a:srgbClr val="FE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6" name="Freeform 898"/>
              <p:cNvSpPr/>
              <p:nvPr/>
            </p:nvSpPr>
            <p:spPr bwMode="auto">
              <a:xfrm>
                <a:off x="730" y="2421"/>
                <a:ext cx="17" cy="14"/>
              </a:xfrm>
              <a:custGeom>
                <a:avLst/>
                <a:gdLst>
                  <a:gd name="T0" fmla="*/ 7 w 7"/>
                  <a:gd name="T1" fmla="*/ 4 h 6"/>
                  <a:gd name="T2" fmla="*/ 4 w 7"/>
                  <a:gd name="T3" fmla="*/ 4 h 6"/>
                  <a:gd name="T4" fmla="*/ 0 w 7"/>
                  <a:gd name="T5" fmla="*/ 1 h 6"/>
                  <a:gd name="T6" fmla="*/ 7 w 7"/>
                  <a:gd name="T7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6">
                    <a:moveTo>
                      <a:pt x="7" y="4"/>
                    </a:moveTo>
                    <a:cubicBezTo>
                      <a:pt x="6" y="4"/>
                      <a:pt x="6" y="6"/>
                      <a:pt x="4" y="4"/>
                    </a:cubicBezTo>
                    <a:cubicBezTo>
                      <a:pt x="3" y="3"/>
                      <a:pt x="1" y="2"/>
                      <a:pt x="0" y="1"/>
                    </a:cubicBezTo>
                    <a:cubicBezTo>
                      <a:pt x="3" y="0"/>
                      <a:pt x="5" y="2"/>
                      <a:pt x="7" y="4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7" name="Freeform 899"/>
              <p:cNvSpPr/>
              <p:nvPr/>
            </p:nvSpPr>
            <p:spPr bwMode="auto">
              <a:xfrm>
                <a:off x="680" y="2478"/>
                <a:ext cx="10" cy="7"/>
              </a:xfrm>
              <a:custGeom>
                <a:avLst/>
                <a:gdLst>
                  <a:gd name="T0" fmla="*/ 3 w 4"/>
                  <a:gd name="T1" fmla="*/ 2 h 3"/>
                  <a:gd name="T2" fmla="*/ 4 w 4"/>
                  <a:gd name="T3" fmla="*/ 2 h 3"/>
                  <a:gd name="T4" fmla="*/ 4 w 4"/>
                  <a:gd name="T5" fmla="*/ 3 h 3"/>
                  <a:gd name="T6" fmla="*/ 0 w 4"/>
                  <a:gd name="T7" fmla="*/ 3 h 3"/>
                  <a:gd name="T8" fmla="*/ 3 w 4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3" y="2"/>
                    </a:moveTo>
                    <a:cubicBezTo>
                      <a:pt x="3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3" y="3"/>
                      <a:pt x="1" y="3"/>
                      <a:pt x="0" y="3"/>
                    </a:cubicBezTo>
                    <a:cubicBezTo>
                      <a:pt x="0" y="0"/>
                      <a:pt x="1" y="1"/>
                      <a:pt x="3" y="2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8" name="Freeform 900"/>
              <p:cNvSpPr/>
              <p:nvPr/>
            </p:nvSpPr>
            <p:spPr bwMode="auto">
              <a:xfrm>
                <a:off x="682" y="2440"/>
                <a:ext cx="10" cy="7"/>
              </a:xfrm>
              <a:custGeom>
                <a:avLst/>
                <a:gdLst>
                  <a:gd name="T0" fmla="*/ 0 w 4"/>
                  <a:gd name="T1" fmla="*/ 0 h 3"/>
                  <a:gd name="T2" fmla="*/ 4 w 4"/>
                  <a:gd name="T3" fmla="*/ 2 h 3"/>
                  <a:gd name="T4" fmla="*/ 0 w 4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cubicBezTo>
                      <a:pt x="1" y="1"/>
                      <a:pt x="3" y="0"/>
                      <a:pt x="4" y="2"/>
                    </a:cubicBezTo>
                    <a:cubicBezTo>
                      <a:pt x="2" y="2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49" name="Freeform 901"/>
              <p:cNvSpPr/>
              <p:nvPr/>
            </p:nvSpPr>
            <p:spPr bwMode="auto">
              <a:xfrm>
                <a:off x="932" y="2801"/>
                <a:ext cx="54" cy="114"/>
              </a:xfrm>
              <a:custGeom>
                <a:avLst/>
                <a:gdLst>
                  <a:gd name="T0" fmla="*/ 3 w 23"/>
                  <a:gd name="T1" fmla="*/ 11 h 48"/>
                  <a:gd name="T2" fmla="*/ 3 w 23"/>
                  <a:gd name="T3" fmla="*/ 10 h 48"/>
                  <a:gd name="T4" fmla="*/ 4 w 23"/>
                  <a:gd name="T5" fmla="*/ 10 h 48"/>
                  <a:gd name="T6" fmla="*/ 16 w 23"/>
                  <a:gd name="T7" fmla="*/ 6 h 48"/>
                  <a:gd name="T8" fmla="*/ 17 w 23"/>
                  <a:gd name="T9" fmla="*/ 4 h 48"/>
                  <a:gd name="T10" fmla="*/ 21 w 23"/>
                  <a:gd name="T11" fmla="*/ 0 h 48"/>
                  <a:gd name="T12" fmla="*/ 22 w 23"/>
                  <a:gd name="T13" fmla="*/ 1 h 48"/>
                  <a:gd name="T14" fmla="*/ 23 w 23"/>
                  <a:gd name="T15" fmla="*/ 6 h 48"/>
                  <a:gd name="T16" fmla="*/ 19 w 23"/>
                  <a:gd name="T17" fmla="*/ 22 h 48"/>
                  <a:gd name="T18" fmla="*/ 19 w 23"/>
                  <a:gd name="T19" fmla="*/ 29 h 48"/>
                  <a:gd name="T20" fmla="*/ 18 w 23"/>
                  <a:gd name="T21" fmla="*/ 36 h 48"/>
                  <a:gd name="T22" fmla="*/ 17 w 23"/>
                  <a:gd name="T23" fmla="*/ 47 h 48"/>
                  <a:gd name="T24" fmla="*/ 16 w 23"/>
                  <a:gd name="T25" fmla="*/ 47 h 48"/>
                  <a:gd name="T26" fmla="*/ 4 w 23"/>
                  <a:gd name="T27" fmla="*/ 46 h 48"/>
                  <a:gd name="T28" fmla="*/ 2 w 23"/>
                  <a:gd name="T29" fmla="*/ 30 h 48"/>
                  <a:gd name="T30" fmla="*/ 1 w 23"/>
                  <a:gd name="T31" fmla="*/ 27 h 48"/>
                  <a:gd name="T32" fmla="*/ 1 w 23"/>
                  <a:gd name="T33" fmla="*/ 23 h 48"/>
                  <a:gd name="T34" fmla="*/ 2 w 23"/>
                  <a:gd name="T35" fmla="*/ 15 h 48"/>
                  <a:gd name="T36" fmla="*/ 2 w 23"/>
                  <a:gd name="T37" fmla="*/ 15 h 48"/>
                  <a:gd name="T38" fmla="*/ 3 w 23"/>
                  <a:gd name="T39" fmla="*/ 11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3" h="48">
                    <a:moveTo>
                      <a:pt x="3" y="11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4" y="10"/>
                      <a:pt x="4" y="10"/>
                    </a:cubicBezTo>
                    <a:cubicBezTo>
                      <a:pt x="11" y="13"/>
                      <a:pt x="11" y="13"/>
                      <a:pt x="16" y="6"/>
                    </a:cubicBezTo>
                    <a:cubicBezTo>
                      <a:pt x="17" y="5"/>
                      <a:pt x="17" y="5"/>
                      <a:pt x="17" y="4"/>
                    </a:cubicBezTo>
                    <a:cubicBezTo>
                      <a:pt x="18" y="3"/>
                      <a:pt x="18" y="0"/>
                      <a:pt x="21" y="0"/>
                    </a:cubicBezTo>
                    <a:cubicBezTo>
                      <a:pt x="22" y="0"/>
                      <a:pt x="22" y="1"/>
                      <a:pt x="22" y="1"/>
                    </a:cubicBezTo>
                    <a:cubicBezTo>
                      <a:pt x="23" y="3"/>
                      <a:pt x="23" y="5"/>
                      <a:pt x="23" y="6"/>
                    </a:cubicBezTo>
                    <a:cubicBezTo>
                      <a:pt x="21" y="11"/>
                      <a:pt x="20" y="17"/>
                      <a:pt x="19" y="22"/>
                    </a:cubicBezTo>
                    <a:cubicBezTo>
                      <a:pt x="19" y="24"/>
                      <a:pt x="19" y="27"/>
                      <a:pt x="19" y="29"/>
                    </a:cubicBezTo>
                    <a:cubicBezTo>
                      <a:pt x="18" y="31"/>
                      <a:pt x="18" y="34"/>
                      <a:pt x="18" y="36"/>
                    </a:cubicBezTo>
                    <a:cubicBezTo>
                      <a:pt x="17" y="40"/>
                      <a:pt x="18" y="43"/>
                      <a:pt x="17" y="47"/>
                    </a:cubicBezTo>
                    <a:cubicBezTo>
                      <a:pt x="17" y="47"/>
                      <a:pt x="16" y="48"/>
                      <a:pt x="16" y="47"/>
                    </a:cubicBezTo>
                    <a:cubicBezTo>
                      <a:pt x="12" y="44"/>
                      <a:pt x="8" y="45"/>
                      <a:pt x="4" y="46"/>
                    </a:cubicBezTo>
                    <a:cubicBezTo>
                      <a:pt x="2" y="41"/>
                      <a:pt x="3" y="35"/>
                      <a:pt x="2" y="30"/>
                    </a:cubicBezTo>
                    <a:cubicBezTo>
                      <a:pt x="2" y="29"/>
                      <a:pt x="2" y="28"/>
                      <a:pt x="1" y="27"/>
                    </a:cubicBezTo>
                    <a:cubicBezTo>
                      <a:pt x="2" y="26"/>
                      <a:pt x="0" y="24"/>
                      <a:pt x="1" y="23"/>
                    </a:cubicBezTo>
                    <a:cubicBezTo>
                      <a:pt x="3" y="21"/>
                      <a:pt x="1" y="18"/>
                      <a:pt x="2" y="15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3"/>
                      <a:pt x="2" y="12"/>
                      <a:pt x="3" y="11"/>
                    </a:cubicBezTo>
                    <a:close/>
                  </a:path>
                </a:pathLst>
              </a:custGeom>
              <a:solidFill>
                <a:srgbClr val="FEE8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0" name="Freeform 902"/>
              <p:cNvSpPr/>
              <p:nvPr/>
            </p:nvSpPr>
            <p:spPr bwMode="auto">
              <a:xfrm>
                <a:off x="865" y="2670"/>
                <a:ext cx="76" cy="69"/>
              </a:xfrm>
              <a:custGeom>
                <a:avLst/>
                <a:gdLst>
                  <a:gd name="T0" fmla="*/ 17 w 32"/>
                  <a:gd name="T1" fmla="*/ 23 h 29"/>
                  <a:gd name="T2" fmla="*/ 10 w 32"/>
                  <a:gd name="T3" fmla="*/ 18 h 29"/>
                  <a:gd name="T4" fmla="*/ 6 w 32"/>
                  <a:gd name="T5" fmla="*/ 15 h 29"/>
                  <a:gd name="T6" fmla="*/ 4 w 32"/>
                  <a:gd name="T7" fmla="*/ 13 h 29"/>
                  <a:gd name="T8" fmla="*/ 1 w 32"/>
                  <a:gd name="T9" fmla="*/ 10 h 29"/>
                  <a:gd name="T10" fmla="*/ 9 w 32"/>
                  <a:gd name="T11" fmla="*/ 6 h 29"/>
                  <a:gd name="T12" fmla="*/ 9 w 32"/>
                  <a:gd name="T13" fmla="*/ 1 h 29"/>
                  <a:gd name="T14" fmla="*/ 15 w 32"/>
                  <a:gd name="T15" fmla="*/ 3 h 29"/>
                  <a:gd name="T16" fmla="*/ 24 w 32"/>
                  <a:gd name="T17" fmla="*/ 11 h 29"/>
                  <a:gd name="T18" fmla="*/ 30 w 32"/>
                  <a:gd name="T19" fmla="*/ 19 h 29"/>
                  <a:gd name="T20" fmla="*/ 31 w 32"/>
                  <a:gd name="T21" fmla="*/ 24 h 29"/>
                  <a:gd name="T22" fmla="*/ 25 w 32"/>
                  <a:gd name="T23" fmla="*/ 29 h 29"/>
                  <a:gd name="T24" fmla="*/ 23 w 32"/>
                  <a:gd name="T25" fmla="*/ 28 h 29"/>
                  <a:gd name="T26" fmla="*/ 23 w 32"/>
                  <a:gd name="T27" fmla="*/ 28 h 29"/>
                  <a:gd name="T28" fmla="*/ 17 w 32"/>
                  <a:gd name="T29" fmla="*/ 2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2" h="29">
                    <a:moveTo>
                      <a:pt x="17" y="23"/>
                    </a:moveTo>
                    <a:cubicBezTo>
                      <a:pt x="15" y="22"/>
                      <a:pt x="12" y="20"/>
                      <a:pt x="10" y="18"/>
                    </a:cubicBezTo>
                    <a:cubicBezTo>
                      <a:pt x="9" y="16"/>
                      <a:pt x="7" y="16"/>
                      <a:pt x="6" y="15"/>
                    </a:cubicBezTo>
                    <a:cubicBezTo>
                      <a:pt x="5" y="14"/>
                      <a:pt x="5" y="14"/>
                      <a:pt x="4" y="13"/>
                    </a:cubicBezTo>
                    <a:cubicBezTo>
                      <a:pt x="2" y="12"/>
                      <a:pt x="0" y="12"/>
                      <a:pt x="1" y="10"/>
                    </a:cubicBezTo>
                    <a:cubicBezTo>
                      <a:pt x="2" y="7"/>
                      <a:pt x="6" y="5"/>
                      <a:pt x="9" y="6"/>
                    </a:cubicBezTo>
                    <a:cubicBezTo>
                      <a:pt x="9" y="5"/>
                      <a:pt x="6" y="2"/>
                      <a:pt x="9" y="1"/>
                    </a:cubicBezTo>
                    <a:cubicBezTo>
                      <a:pt x="11" y="0"/>
                      <a:pt x="13" y="2"/>
                      <a:pt x="15" y="3"/>
                    </a:cubicBezTo>
                    <a:cubicBezTo>
                      <a:pt x="18" y="5"/>
                      <a:pt x="22" y="7"/>
                      <a:pt x="24" y="11"/>
                    </a:cubicBezTo>
                    <a:cubicBezTo>
                      <a:pt x="25" y="14"/>
                      <a:pt x="28" y="16"/>
                      <a:pt x="30" y="19"/>
                    </a:cubicBezTo>
                    <a:cubicBezTo>
                      <a:pt x="31" y="21"/>
                      <a:pt x="32" y="22"/>
                      <a:pt x="31" y="24"/>
                    </a:cubicBezTo>
                    <a:cubicBezTo>
                      <a:pt x="29" y="26"/>
                      <a:pt x="26" y="26"/>
                      <a:pt x="25" y="29"/>
                    </a:cubicBezTo>
                    <a:cubicBezTo>
                      <a:pt x="25" y="29"/>
                      <a:pt x="23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4"/>
                      <a:pt x="18" y="26"/>
                      <a:pt x="17" y="23"/>
                    </a:cubicBezTo>
                    <a:close/>
                  </a:path>
                </a:pathLst>
              </a:custGeom>
              <a:solidFill>
                <a:srgbClr val="FE70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1" name="Freeform 903"/>
              <p:cNvSpPr/>
              <p:nvPr/>
            </p:nvSpPr>
            <p:spPr bwMode="auto">
              <a:xfrm>
                <a:off x="870" y="2844"/>
                <a:ext cx="57" cy="52"/>
              </a:xfrm>
              <a:custGeom>
                <a:avLst/>
                <a:gdLst>
                  <a:gd name="T0" fmla="*/ 4 w 24"/>
                  <a:gd name="T1" fmla="*/ 22 h 22"/>
                  <a:gd name="T2" fmla="*/ 1 w 24"/>
                  <a:gd name="T3" fmla="*/ 10 h 22"/>
                  <a:gd name="T4" fmla="*/ 3 w 24"/>
                  <a:gd name="T5" fmla="*/ 2 h 22"/>
                  <a:gd name="T6" fmla="*/ 12 w 24"/>
                  <a:gd name="T7" fmla="*/ 5 h 22"/>
                  <a:gd name="T8" fmla="*/ 21 w 24"/>
                  <a:gd name="T9" fmla="*/ 11 h 22"/>
                  <a:gd name="T10" fmla="*/ 23 w 24"/>
                  <a:gd name="T11" fmla="*/ 16 h 22"/>
                  <a:gd name="T12" fmla="*/ 9 w 24"/>
                  <a:gd name="T13" fmla="*/ 21 h 22"/>
                  <a:gd name="T14" fmla="*/ 4 w 24"/>
                  <a:gd name="T1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22">
                    <a:moveTo>
                      <a:pt x="4" y="22"/>
                    </a:moveTo>
                    <a:cubicBezTo>
                      <a:pt x="5" y="17"/>
                      <a:pt x="1" y="14"/>
                      <a:pt x="1" y="10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6" y="1"/>
                      <a:pt x="10" y="0"/>
                      <a:pt x="12" y="5"/>
                    </a:cubicBezTo>
                    <a:cubicBezTo>
                      <a:pt x="13" y="8"/>
                      <a:pt x="16" y="11"/>
                      <a:pt x="21" y="11"/>
                    </a:cubicBezTo>
                    <a:cubicBezTo>
                      <a:pt x="23" y="11"/>
                      <a:pt x="24" y="12"/>
                      <a:pt x="23" y="16"/>
                    </a:cubicBezTo>
                    <a:cubicBezTo>
                      <a:pt x="20" y="22"/>
                      <a:pt x="14" y="21"/>
                      <a:pt x="9" y="21"/>
                    </a:cubicBezTo>
                    <a:cubicBezTo>
                      <a:pt x="7" y="21"/>
                      <a:pt x="6" y="21"/>
                      <a:pt x="4" y="22"/>
                    </a:cubicBezTo>
                    <a:close/>
                  </a:path>
                </a:pathLst>
              </a:custGeom>
              <a:solidFill>
                <a:srgbClr val="FE77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2" name="Freeform 904"/>
              <p:cNvSpPr/>
              <p:nvPr/>
            </p:nvSpPr>
            <p:spPr bwMode="auto">
              <a:xfrm>
                <a:off x="830" y="2711"/>
                <a:ext cx="47" cy="59"/>
              </a:xfrm>
              <a:custGeom>
                <a:avLst/>
                <a:gdLst>
                  <a:gd name="T0" fmla="*/ 19 w 20"/>
                  <a:gd name="T1" fmla="*/ 4 h 25"/>
                  <a:gd name="T2" fmla="*/ 18 w 20"/>
                  <a:gd name="T3" fmla="*/ 5 h 25"/>
                  <a:gd name="T4" fmla="*/ 18 w 20"/>
                  <a:gd name="T5" fmla="*/ 12 h 25"/>
                  <a:gd name="T6" fmla="*/ 15 w 20"/>
                  <a:gd name="T7" fmla="*/ 21 h 25"/>
                  <a:gd name="T8" fmla="*/ 5 w 20"/>
                  <a:gd name="T9" fmla="*/ 24 h 25"/>
                  <a:gd name="T10" fmla="*/ 0 w 20"/>
                  <a:gd name="T11" fmla="*/ 15 h 25"/>
                  <a:gd name="T12" fmla="*/ 5 w 20"/>
                  <a:gd name="T13" fmla="*/ 1 h 25"/>
                  <a:gd name="T14" fmla="*/ 15 w 20"/>
                  <a:gd name="T15" fmla="*/ 1 h 25"/>
                  <a:gd name="T16" fmla="*/ 17 w 20"/>
                  <a:gd name="T17" fmla="*/ 2 h 25"/>
                  <a:gd name="T18" fmla="*/ 19 w 20"/>
                  <a:gd name="T19" fmla="*/ 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5">
                    <a:moveTo>
                      <a:pt x="19" y="4"/>
                    </a:moveTo>
                    <a:cubicBezTo>
                      <a:pt x="18" y="4"/>
                      <a:pt x="18" y="5"/>
                      <a:pt x="18" y="5"/>
                    </a:cubicBezTo>
                    <a:cubicBezTo>
                      <a:pt x="20" y="8"/>
                      <a:pt x="18" y="10"/>
                      <a:pt x="18" y="12"/>
                    </a:cubicBezTo>
                    <a:cubicBezTo>
                      <a:pt x="17" y="15"/>
                      <a:pt x="17" y="18"/>
                      <a:pt x="15" y="21"/>
                    </a:cubicBezTo>
                    <a:cubicBezTo>
                      <a:pt x="13" y="24"/>
                      <a:pt x="9" y="25"/>
                      <a:pt x="5" y="24"/>
                    </a:cubicBezTo>
                    <a:cubicBezTo>
                      <a:pt x="0" y="22"/>
                      <a:pt x="0" y="19"/>
                      <a:pt x="0" y="15"/>
                    </a:cubicBezTo>
                    <a:cubicBezTo>
                      <a:pt x="1" y="10"/>
                      <a:pt x="3" y="5"/>
                      <a:pt x="5" y="1"/>
                    </a:cubicBezTo>
                    <a:cubicBezTo>
                      <a:pt x="9" y="0"/>
                      <a:pt x="12" y="1"/>
                      <a:pt x="15" y="1"/>
                    </a:cubicBezTo>
                    <a:cubicBezTo>
                      <a:pt x="16" y="1"/>
                      <a:pt x="16" y="2"/>
                      <a:pt x="17" y="2"/>
                    </a:cubicBezTo>
                    <a:cubicBezTo>
                      <a:pt x="17" y="2"/>
                      <a:pt x="18" y="3"/>
                      <a:pt x="19" y="4"/>
                    </a:cubicBezTo>
                    <a:close/>
                  </a:path>
                </a:pathLst>
              </a:custGeom>
              <a:solidFill>
                <a:srgbClr val="FED3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3" name="Freeform 905"/>
              <p:cNvSpPr/>
              <p:nvPr/>
            </p:nvSpPr>
            <p:spPr bwMode="auto">
              <a:xfrm>
                <a:off x="875" y="2758"/>
                <a:ext cx="73" cy="60"/>
              </a:xfrm>
              <a:custGeom>
                <a:avLst/>
                <a:gdLst>
                  <a:gd name="T0" fmla="*/ 9 w 31"/>
                  <a:gd name="T1" fmla="*/ 0 h 25"/>
                  <a:gd name="T2" fmla="*/ 10 w 31"/>
                  <a:gd name="T3" fmla="*/ 0 h 25"/>
                  <a:gd name="T4" fmla="*/ 12 w 31"/>
                  <a:gd name="T5" fmla="*/ 6 h 25"/>
                  <a:gd name="T6" fmla="*/ 13 w 31"/>
                  <a:gd name="T7" fmla="*/ 7 h 25"/>
                  <a:gd name="T8" fmla="*/ 17 w 31"/>
                  <a:gd name="T9" fmla="*/ 11 h 25"/>
                  <a:gd name="T10" fmla="*/ 20 w 31"/>
                  <a:gd name="T11" fmla="*/ 15 h 25"/>
                  <a:gd name="T12" fmla="*/ 23 w 31"/>
                  <a:gd name="T13" fmla="*/ 10 h 25"/>
                  <a:gd name="T14" fmla="*/ 23 w 31"/>
                  <a:gd name="T15" fmla="*/ 10 h 25"/>
                  <a:gd name="T16" fmla="*/ 25 w 31"/>
                  <a:gd name="T17" fmla="*/ 10 h 25"/>
                  <a:gd name="T18" fmla="*/ 26 w 31"/>
                  <a:gd name="T19" fmla="*/ 11 h 25"/>
                  <a:gd name="T20" fmla="*/ 28 w 31"/>
                  <a:gd name="T21" fmla="*/ 13 h 25"/>
                  <a:gd name="T22" fmla="*/ 28 w 31"/>
                  <a:gd name="T23" fmla="*/ 15 h 25"/>
                  <a:gd name="T24" fmla="*/ 26 w 31"/>
                  <a:gd name="T25" fmla="*/ 25 h 25"/>
                  <a:gd name="T26" fmla="*/ 21 w 31"/>
                  <a:gd name="T27" fmla="*/ 22 h 25"/>
                  <a:gd name="T28" fmla="*/ 10 w 31"/>
                  <a:gd name="T29" fmla="*/ 22 h 25"/>
                  <a:gd name="T30" fmla="*/ 8 w 31"/>
                  <a:gd name="T31" fmla="*/ 17 h 25"/>
                  <a:gd name="T32" fmla="*/ 0 w 31"/>
                  <a:gd name="T33" fmla="*/ 14 h 25"/>
                  <a:gd name="T34" fmla="*/ 0 w 31"/>
                  <a:gd name="T35" fmla="*/ 12 h 25"/>
                  <a:gd name="T36" fmla="*/ 6 w 31"/>
                  <a:gd name="T37" fmla="*/ 10 h 25"/>
                  <a:gd name="T38" fmla="*/ 2 w 31"/>
                  <a:gd name="T39" fmla="*/ 5 h 25"/>
                  <a:gd name="T40" fmla="*/ 2 w 31"/>
                  <a:gd name="T41" fmla="*/ 5 h 25"/>
                  <a:gd name="T42" fmla="*/ 3 w 31"/>
                  <a:gd name="T43" fmla="*/ 5 h 25"/>
                  <a:gd name="T44" fmla="*/ 6 w 31"/>
                  <a:gd name="T45" fmla="*/ 5 h 25"/>
                  <a:gd name="T46" fmla="*/ 3 w 31"/>
                  <a:gd name="T47" fmla="*/ 5 h 25"/>
                  <a:gd name="T48" fmla="*/ 5 w 31"/>
                  <a:gd name="T49" fmla="*/ 2 h 25"/>
                  <a:gd name="T50" fmla="*/ 9 w 31"/>
                  <a:gd name="T5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1" h="25">
                    <a:moveTo>
                      <a:pt x="9" y="0"/>
                    </a:moveTo>
                    <a:cubicBezTo>
                      <a:pt x="9" y="0"/>
                      <a:pt x="10" y="0"/>
                      <a:pt x="10" y="0"/>
                    </a:cubicBezTo>
                    <a:cubicBezTo>
                      <a:pt x="11" y="2"/>
                      <a:pt x="13" y="3"/>
                      <a:pt x="12" y="6"/>
                    </a:cubicBezTo>
                    <a:cubicBezTo>
                      <a:pt x="11" y="8"/>
                      <a:pt x="12" y="6"/>
                      <a:pt x="13" y="7"/>
                    </a:cubicBezTo>
                    <a:cubicBezTo>
                      <a:pt x="14" y="8"/>
                      <a:pt x="17" y="8"/>
                      <a:pt x="17" y="11"/>
                    </a:cubicBezTo>
                    <a:cubicBezTo>
                      <a:pt x="18" y="13"/>
                      <a:pt x="17" y="15"/>
                      <a:pt x="20" y="15"/>
                    </a:cubicBezTo>
                    <a:cubicBezTo>
                      <a:pt x="24" y="15"/>
                      <a:pt x="23" y="12"/>
                      <a:pt x="23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4" y="10"/>
                      <a:pt x="25" y="10"/>
                      <a:pt x="25" y="10"/>
                    </a:cubicBezTo>
                    <a:cubicBezTo>
                      <a:pt x="26" y="10"/>
                      <a:pt x="26" y="10"/>
                      <a:pt x="26" y="11"/>
                    </a:cubicBezTo>
                    <a:cubicBezTo>
                      <a:pt x="27" y="11"/>
                      <a:pt x="28" y="12"/>
                      <a:pt x="28" y="13"/>
                    </a:cubicBezTo>
                    <a:cubicBezTo>
                      <a:pt x="28" y="14"/>
                      <a:pt x="28" y="15"/>
                      <a:pt x="28" y="15"/>
                    </a:cubicBezTo>
                    <a:cubicBezTo>
                      <a:pt x="31" y="19"/>
                      <a:pt x="28" y="22"/>
                      <a:pt x="26" y="25"/>
                    </a:cubicBezTo>
                    <a:cubicBezTo>
                      <a:pt x="25" y="22"/>
                      <a:pt x="25" y="20"/>
                      <a:pt x="21" y="22"/>
                    </a:cubicBezTo>
                    <a:cubicBezTo>
                      <a:pt x="18" y="23"/>
                      <a:pt x="14" y="22"/>
                      <a:pt x="10" y="22"/>
                    </a:cubicBezTo>
                    <a:cubicBezTo>
                      <a:pt x="8" y="21"/>
                      <a:pt x="7" y="19"/>
                      <a:pt x="8" y="17"/>
                    </a:cubicBezTo>
                    <a:cubicBezTo>
                      <a:pt x="2" y="18"/>
                      <a:pt x="1" y="18"/>
                      <a:pt x="0" y="14"/>
                    </a:cubicBezTo>
                    <a:cubicBezTo>
                      <a:pt x="0" y="14"/>
                      <a:pt x="0" y="13"/>
                      <a:pt x="0" y="12"/>
                    </a:cubicBezTo>
                    <a:cubicBezTo>
                      <a:pt x="3" y="13"/>
                      <a:pt x="4" y="11"/>
                      <a:pt x="6" y="10"/>
                    </a:cubicBezTo>
                    <a:cubicBezTo>
                      <a:pt x="4" y="9"/>
                      <a:pt x="1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4"/>
                      <a:pt x="3" y="4"/>
                      <a:pt x="3" y="5"/>
                    </a:cubicBezTo>
                    <a:cubicBezTo>
                      <a:pt x="4" y="5"/>
                      <a:pt x="5" y="6"/>
                      <a:pt x="6" y="5"/>
                    </a:cubicBezTo>
                    <a:cubicBezTo>
                      <a:pt x="5" y="5"/>
                      <a:pt x="4" y="5"/>
                      <a:pt x="3" y="5"/>
                    </a:cubicBezTo>
                    <a:cubicBezTo>
                      <a:pt x="2" y="3"/>
                      <a:pt x="3" y="1"/>
                      <a:pt x="5" y="2"/>
                    </a:cubicBezTo>
                    <a:cubicBezTo>
                      <a:pt x="7" y="2"/>
                      <a:pt x="7" y="0"/>
                      <a:pt x="9" y="0"/>
                    </a:cubicBezTo>
                    <a:close/>
                  </a:path>
                </a:pathLst>
              </a:custGeom>
              <a:solidFill>
                <a:srgbClr val="FE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4" name="Freeform 906"/>
              <p:cNvSpPr/>
              <p:nvPr/>
            </p:nvSpPr>
            <p:spPr bwMode="auto">
              <a:xfrm>
                <a:off x="920" y="2727"/>
                <a:ext cx="71" cy="65"/>
              </a:xfrm>
              <a:custGeom>
                <a:avLst/>
                <a:gdLst>
                  <a:gd name="T0" fmla="*/ 0 w 30"/>
                  <a:gd name="T1" fmla="*/ 4 h 27"/>
                  <a:gd name="T2" fmla="*/ 2 w 30"/>
                  <a:gd name="T3" fmla="*/ 4 h 27"/>
                  <a:gd name="T4" fmla="*/ 7 w 30"/>
                  <a:gd name="T5" fmla="*/ 0 h 27"/>
                  <a:gd name="T6" fmla="*/ 8 w 30"/>
                  <a:gd name="T7" fmla="*/ 1 h 27"/>
                  <a:gd name="T8" fmla="*/ 6 w 30"/>
                  <a:gd name="T9" fmla="*/ 5 h 27"/>
                  <a:gd name="T10" fmla="*/ 13 w 30"/>
                  <a:gd name="T11" fmla="*/ 10 h 27"/>
                  <a:gd name="T12" fmla="*/ 13 w 30"/>
                  <a:gd name="T13" fmla="*/ 9 h 27"/>
                  <a:gd name="T14" fmla="*/ 17 w 30"/>
                  <a:gd name="T15" fmla="*/ 7 h 27"/>
                  <a:gd name="T16" fmla="*/ 19 w 30"/>
                  <a:gd name="T17" fmla="*/ 11 h 27"/>
                  <a:gd name="T18" fmla="*/ 19 w 30"/>
                  <a:gd name="T19" fmla="*/ 17 h 27"/>
                  <a:gd name="T20" fmla="*/ 25 w 30"/>
                  <a:gd name="T21" fmla="*/ 19 h 27"/>
                  <a:gd name="T22" fmla="*/ 30 w 30"/>
                  <a:gd name="T23" fmla="*/ 21 h 27"/>
                  <a:gd name="T24" fmla="*/ 28 w 30"/>
                  <a:gd name="T25" fmla="*/ 26 h 27"/>
                  <a:gd name="T26" fmla="*/ 23 w 30"/>
                  <a:gd name="T27" fmla="*/ 25 h 27"/>
                  <a:gd name="T28" fmla="*/ 13 w 30"/>
                  <a:gd name="T29" fmla="*/ 17 h 27"/>
                  <a:gd name="T30" fmla="*/ 9 w 30"/>
                  <a:gd name="T31" fmla="*/ 12 h 27"/>
                  <a:gd name="T32" fmla="*/ 0 w 30"/>
                  <a:gd name="T33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0" h="27">
                    <a:moveTo>
                      <a:pt x="0" y="4"/>
                    </a:moveTo>
                    <a:cubicBezTo>
                      <a:pt x="0" y="4"/>
                      <a:pt x="2" y="4"/>
                      <a:pt x="2" y="4"/>
                    </a:cubicBezTo>
                    <a:cubicBezTo>
                      <a:pt x="2" y="0"/>
                      <a:pt x="5" y="0"/>
                      <a:pt x="7" y="0"/>
                    </a:cubicBezTo>
                    <a:cubicBezTo>
                      <a:pt x="7" y="1"/>
                      <a:pt x="8" y="1"/>
                      <a:pt x="8" y="1"/>
                    </a:cubicBezTo>
                    <a:cubicBezTo>
                      <a:pt x="10" y="3"/>
                      <a:pt x="8" y="4"/>
                      <a:pt x="6" y="5"/>
                    </a:cubicBezTo>
                    <a:cubicBezTo>
                      <a:pt x="7" y="8"/>
                      <a:pt x="12" y="6"/>
                      <a:pt x="13" y="10"/>
                    </a:cubicBezTo>
                    <a:cubicBezTo>
                      <a:pt x="13" y="9"/>
                      <a:pt x="12" y="9"/>
                      <a:pt x="13" y="9"/>
                    </a:cubicBezTo>
                    <a:cubicBezTo>
                      <a:pt x="14" y="7"/>
                      <a:pt x="15" y="6"/>
                      <a:pt x="17" y="7"/>
                    </a:cubicBezTo>
                    <a:cubicBezTo>
                      <a:pt x="18" y="8"/>
                      <a:pt x="20" y="9"/>
                      <a:pt x="19" y="11"/>
                    </a:cubicBezTo>
                    <a:cubicBezTo>
                      <a:pt x="18" y="13"/>
                      <a:pt x="19" y="15"/>
                      <a:pt x="19" y="17"/>
                    </a:cubicBezTo>
                    <a:cubicBezTo>
                      <a:pt x="21" y="19"/>
                      <a:pt x="23" y="19"/>
                      <a:pt x="25" y="19"/>
                    </a:cubicBezTo>
                    <a:cubicBezTo>
                      <a:pt x="27" y="19"/>
                      <a:pt x="29" y="19"/>
                      <a:pt x="30" y="21"/>
                    </a:cubicBezTo>
                    <a:cubicBezTo>
                      <a:pt x="30" y="23"/>
                      <a:pt x="30" y="25"/>
                      <a:pt x="28" y="26"/>
                    </a:cubicBezTo>
                    <a:cubicBezTo>
                      <a:pt x="26" y="27"/>
                      <a:pt x="25" y="26"/>
                      <a:pt x="23" y="25"/>
                    </a:cubicBezTo>
                    <a:cubicBezTo>
                      <a:pt x="20" y="22"/>
                      <a:pt x="16" y="20"/>
                      <a:pt x="13" y="17"/>
                    </a:cubicBezTo>
                    <a:cubicBezTo>
                      <a:pt x="11" y="15"/>
                      <a:pt x="10" y="14"/>
                      <a:pt x="9" y="12"/>
                    </a:cubicBezTo>
                    <a:cubicBezTo>
                      <a:pt x="7" y="9"/>
                      <a:pt x="1" y="9"/>
                      <a:pt x="0" y="4"/>
                    </a:cubicBezTo>
                    <a:close/>
                  </a:path>
                </a:pathLst>
              </a:custGeom>
              <a:solidFill>
                <a:srgbClr val="FE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5" name="Freeform 907"/>
              <p:cNvSpPr/>
              <p:nvPr/>
            </p:nvSpPr>
            <p:spPr bwMode="auto">
              <a:xfrm>
                <a:off x="936" y="2784"/>
                <a:ext cx="46" cy="50"/>
              </a:xfrm>
              <a:custGeom>
                <a:avLst/>
                <a:gdLst>
                  <a:gd name="T0" fmla="*/ 0 w 19"/>
                  <a:gd name="T1" fmla="*/ 14 h 21"/>
                  <a:gd name="T2" fmla="*/ 2 w 19"/>
                  <a:gd name="T3" fmla="*/ 4 h 21"/>
                  <a:gd name="T4" fmla="*/ 4 w 19"/>
                  <a:gd name="T5" fmla="*/ 3 h 21"/>
                  <a:gd name="T6" fmla="*/ 13 w 19"/>
                  <a:gd name="T7" fmla="*/ 1 h 21"/>
                  <a:gd name="T8" fmla="*/ 15 w 19"/>
                  <a:gd name="T9" fmla="*/ 1 h 21"/>
                  <a:gd name="T10" fmla="*/ 18 w 19"/>
                  <a:gd name="T11" fmla="*/ 7 h 21"/>
                  <a:gd name="T12" fmla="*/ 16 w 19"/>
                  <a:gd name="T13" fmla="*/ 12 h 21"/>
                  <a:gd name="T14" fmla="*/ 14 w 19"/>
                  <a:gd name="T15" fmla="*/ 9 h 21"/>
                  <a:gd name="T16" fmla="*/ 9 w 19"/>
                  <a:gd name="T17" fmla="*/ 6 h 21"/>
                  <a:gd name="T18" fmla="*/ 5 w 19"/>
                  <a:gd name="T19" fmla="*/ 14 h 21"/>
                  <a:gd name="T20" fmla="*/ 11 w 19"/>
                  <a:gd name="T21" fmla="*/ 15 h 21"/>
                  <a:gd name="T22" fmla="*/ 16 w 19"/>
                  <a:gd name="T23" fmla="*/ 12 h 21"/>
                  <a:gd name="T24" fmla="*/ 10 w 19"/>
                  <a:gd name="T25" fmla="*/ 20 h 21"/>
                  <a:gd name="T26" fmla="*/ 1 w 19"/>
                  <a:gd name="T27" fmla="*/ 17 h 21"/>
                  <a:gd name="T28" fmla="*/ 0 w 19"/>
                  <a:gd name="T29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21">
                    <a:moveTo>
                      <a:pt x="0" y="14"/>
                    </a:moveTo>
                    <a:cubicBezTo>
                      <a:pt x="1" y="11"/>
                      <a:pt x="3" y="8"/>
                      <a:pt x="2" y="4"/>
                    </a:cubicBezTo>
                    <a:cubicBezTo>
                      <a:pt x="3" y="4"/>
                      <a:pt x="4" y="4"/>
                      <a:pt x="4" y="3"/>
                    </a:cubicBezTo>
                    <a:cubicBezTo>
                      <a:pt x="6" y="0"/>
                      <a:pt x="10" y="1"/>
                      <a:pt x="13" y="1"/>
                    </a:cubicBezTo>
                    <a:cubicBezTo>
                      <a:pt x="14" y="1"/>
                      <a:pt x="14" y="1"/>
                      <a:pt x="15" y="1"/>
                    </a:cubicBezTo>
                    <a:cubicBezTo>
                      <a:pt x="18" y="2"/>
                      <a:pt x="19" y="4"/>
                      <a:pt x="18" y="7"/>
                    </a:cubicBezTo>
                    <a:cubicBezTo>
                      <a:pt x="16" y="8"/>
                      <a:pt x="18" y="11"/>
                      <a:pt x="16" y="12"/>
                    </a:cubicBezTo>
                    <a:cubicBezTo>
                      <a:pt x="14" y="11"/>
                      <a:pt x="14" y="10"/>
                      <a:pt x="14" y="9"/>
                    </a:cubicBezTo>
                    <a:cubicBezTo>
                      <a:pt x="14" y="5"/>
                      <a:pt x="11" y="6"/>
                      <a:pt x="9" y="6"/>
                    </a:cubicBezTo>
                    <a:cubicBezTo>
                      <a:pt x="7" y="7"/>
                      <a:pt x="4" y="12"/>
                      <a:pt x="5" y="14"/>
                    </a:cubicBezTo>
                    <a:cubicBezTo>
                      <a:pt x="6" y="17"/>
                      <a:pt x="8" y="17"/>
                      <a:pt x="11" y="15"/>
                    </a:cubicBezTo>
                    <a:cubicBezTo>
                      <a:pt x="12" y="13"/>
                      <a:pt x="13" y="11"/>
                      <a:pt x="16" y="12"/>
                    </a:cubicBezTo>
                    <a:cubicBezTo>
                      <a:pt x="15" y="16"/>
                      <a:pt x="12" y="19"/>
                      <a:pt x="10" y="20"/>
                    </a:cubicBezTo>
                    <a:cubicBezTo>
                      <a:pt x="7" y="21"/>
                      <a:pt x="3" y="20"/>
                      <a:pt x="1" y="17"/>
                    </a:cubicBezTo>
                    <a:cubicBezTo>
                      <a:pt x="1" y="16"/>
                      <a:pt x="0" y="15"/>
                      <a:pt x="0" y="14"/>
                    </a:cubicBezTo>
                    <a:close/>
                  </a:path>
                </a:pathLst>
              </a:custGeom>
              <a:solidFill>
                <a:srgbClr val="FED3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6" name="Freeform 908"/>
              <p:cNvSpPr/>
              <p:nvPr/>
            </p:nvSpPr>
            <p:spPr bwMode="auto">
              <a:xfrm>
                <a:off x="898" y="2758"/>
                <a:ext cx="38" cy="43"/>
              </a:xfrm>
              <a:custGeom>
                <a:avLst/>
                <a:gdLst>
                  <a:gd name="T0" fmla="*/ 13 w 16"/>
                  <a:gd name="T1" fmla="*/ 10 h 18"/>
                  <a:gd name="T2" fmla="*/ 16 w 16"/>
                  <a:gd name="T3" fmla="*/ 14 h 18"/>
                  <a:gd name="T4" fmla="*/ 12 w 16"/>
                  <a:gd name="T5" fmla="*/ 15 h 18"/>
                  <a:gd name="T6" fmla="*/ 7 w 16"/>
                  <a:gd name="T7" fmla="*/ 12 h 18"/>
                  <a:gd name="T8" fmla="*/ 3 w 16"/>
                  <a:gd name="T9" fmla="*/ 8 h 18"/>
                  <a:gd name="T10" fmla="*/ 0 w 16"/>
                  <a:gd name="T11" fmla="*/ 9 h 18"/>
                  <a:gd name="T12" fmla="*/ 0 w 16"/>
                  <a:gd name="T13" fmla="*/ 0 h 18"/>
                  <a:gd name="T14" fmla="*/ 10 w 16"/>
                  <a:gd name="T15" fmla="*/ 8 h 18"/>
                  <a:gd name="T16" fmla="*/ 13 w 16"/>
                  <a:gd name="T17" fmla="*/ 1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8">
                    <a:moveTo>
                      <a:pt x="13" y="10"/>
                    </a:moveTo>
                    <a:cubicBezTo>
                      <a:pt x="14" y="12"/>
                      <a:pt x="13" y="14"/>
                      <a:pt x="16" y="14"/>
                    </a:cubicBezTo>
                    <a:cubicBezTo>
                      <a:pt x="15" y="15"/>
                      <a:pt x="13" y="15"/>
                      <a:pt x="12" y="15"/>
                    </a:cubicBezTo>
                    <a:cubicBezTo>
                      <a:pt x="8" y="18"/>
                      <a:pt x="6" y="17"/>
                      <a:pt x="7" y="12"/>
                    </a:cubicBezTo>
                    <a:cubicBezTo>
                      <a:pt x="7" y="9"/>
                      <a:pt x="4" y="10"/>
                      <a:pt x="3" y="8"/>
                    </a:cubicBezTo>
                    <a:cubicBezTo>
                      <a:pt x="1" y="6"/>
                      <a:pt x="2" y="11"/>
                      <a:pt x="0" y="9"/>
                    </a:cubicBezTo>
                    <a:cubicBezTo>
                      <a:pt x="2" y="6"/>
                      <a:pt x="1" y="3"/>
                      <a:pt x="0" y="0"/>
                    </a:cubicBezTo>
                    <a:cubicBezTo>
                      <a:pt x="3" y="3"/>
                      <a:pt x="9" y="2"/>
                      <a:pt x="10" y="8"/>
                    </a:cubicBezTo>
                    <a:cubicBezTo>
                      <a:pt x="11" y="10"/>
                      <a:pt x="12" y="10"/>
                      <a:pt x="13" y="10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7" name="Freeform 909"/>
              <p:cNvSpPr/>
              <p:nvPr/>
            </p:nvSpPr>
            <p:spPr bwMode="auto">
              <a:xfrm>
                <a:off x="853" y="2723"/>
                <a:ext cx="36" cy="97"/>
              </a:xfrm>
              <a:custGeom>
                <a:avLst/>
                <a:gdLst>
                  <a:gd name="T0" fmla="*/ 5 w 15"/>
                  <a:gd name="T1" fmla="*/ 15 h 41"/>
                  <a:gd name="T2" fmla="*/ 8 w 15"/>
                  <a:gd name="T3" fmla="*/ 0 h 41"/>
                  <a:gd name="T4" fmla="*/ 15 w 15"/>
                  <a:gd name="T5" fmla="*/ 4 h 41"/>
                  <a:gd name="T6" fmla="*/ 8 w 15"/>
                  <a:gd name="T7" fmla="*/ 11 h 41"/>
                  <a:gd name="T8" fmla="*/ 3 w 15"/>
                  <a:gd name="T9" fmla="*/ 39 h 41"/>
                  <a:gd name="T10" fmla="*/ 1 w 15"/>
                  <a:gd name="T11" fmla="*/ 39 h 41"/>
                  <a:gd name="T12" fmla="*/ 5 w 15"/>
                  <a:gd name="T13" fmla="*/ 1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41">
                    <a:moveTo>
                      <a:pt x="5" y="15"/>
                    </a:moveTo>
                    <a:cubicBezTo>
                      <a:pt x="7" y="10"/>
                      <a:pt x="7" y="5"/>
                      <a:pt x="8" y="0"/>
                    </a:cubicBezTo>
                    <a:cubicBezTo>
                      <a:pt x="11" y="1"/>
                      <a:pt x="13" y="1"/>
                      <a:pt x="15" y="4"/>
                    </a:cubicBezTo>
                    <a:cubicBezTo>
                      <a:pt x="9" y="4"/>
                      <a:pt x="8" y="7"/>
                      <a:pt x="8" y="11"/>
                    </a:cubicBezTo>
                    <a:cubicBezTo>
                      <a:pt x="7" y="21"/>
                      <a:pt x="3" y="30"/>
                      <a:pt x="3" y="39"/>
                    </a:cubicBezTo>
                    <a:cubicBezTo>
                      <a:pt x="3" y="40"/>
                      <a:pt x="2" y="41"/>
                      <a:pt x="1" y="39"/>
                    </a:cubicBezTo>
                    <a:cubicBezTo>
                      <a:pt x="0" y="31"/>
                      <a:pt x="1" y="23"/>
                      <a:pt x="5" y="15"/>
                    </a:cubicBezTo>
                    <a:close/>
                  </a:path>
                </a:pathLst>
              </a:custGeom>
              <a:solidFill>
                <a:srgbClr val="FEF4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8" name="Freeform 910"/>
              <p:cNvSpPr/>
              <p:nvPr/>
            </p:nvSpPr>
            <p:spPr bwMode="auto">
              <a:xfrm>
                <a:off x="932" y="2756"/>
                <a:ext cx="45" cy="33"/>
              </a:xfrm>
              <a:custGeom>
                <a:avLst/>
                <a:gdLst>
                  <a:gd name="T0" fmla="*/ 17 w 19"/>
                  <a:gd name="T1" fmla="*/ 14 h 14"/>
                  <a:gd name="T2" fmla="*/ 16 w 19"/>
                  <a:gd name="T3" fmla="*/ 14 h 14"/>
                  <a:gd name="T4" fmla="*/ 7 w 19"/>
                  <a:gd name="T5" fmla="*/ 8 h 14"/>
                  <a:gd name="T6" fmla="*/ 0 w 19"/>
                  <a:gd name="T7" fmla="*/ 2 h 14"/>
                  <a:gd name="T8" fmla="*/ 4 w 19"/>
                  <a:gd name="T9" fmla="*/ 0 h 14"/>
                  <a:gd name="T10" fmla="*/ 17 w 19"/>
                  <a:gd name="T11" fmla="*/ 10 h 14"/>
                  <a:gd name="T12" fmla="*/ 19 w 19"/>
                  <a:gd name="T13" fmla="*/ 12 h 14"/>
                  <a:gd name="T14" fmla="*/ 17 w 19"/>
                  <a:gd name="T1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4">
                    <a:moveTo>
                      <a:pt x="17" y="14"/>
                    </a:moveTo>
                    <a:cubicBezTo>
                      <a:pt x="16" y="14"/>
                      <a:pt x="16" y="14"/>
                      <a:pt x="16" y="14"/>
                    </a:cubicBezTo>
                    <a:cubicBezTo>
                      <a:pt x="13" y="12"/>
                      <a:pt x="9" y="10"/>
                      <a:pt x="7" y="8"/>
                    </a:cubicBezTo>
                    <a:cubicBezTo>
                      <a:pt x="4" y="7"/>
                      <a:pt x="1" y="6"/>
                      <a:pt x="0" y="2"/>
                    </a:cubicBezTo>
                    <a:cubicBezTo>
                      <a:pt x="2" y="2"/>
                      <a:pt x="4" y="3"/>
                      <a:pt x="4" y="0"/>
                    </a:cubicBezTo>
                    <a:cubicBezTo>
                      <a:pt x="9" y="3"/>
                      <a:pt x="11" y="8"/>
                      <a:pt x="17" y="10"/>
                    </a:cubicBezTo>
                    <a:cubicBezTo>
                      <a:pt x="17" y="10"/>
                      <a:pt x="18" y="12"/>
                      <a:pt x="19" y="12"/>
                    </a:cubicBezTo>
                    <a:cubicBezTo>
                      <a:pt x="19" y="14"/>
                      <a:pt x="17" y="14"/>
                      <a:pt x="17" y="14"/>
                    </a:cubicBezTo>
                    <a:close/>
                  </a:path>
                </a:pathLst>
              </a:custGeom>
              <a:solidFill>
                <a:srgbClr val="FEA4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59" name="Freeform 911"/>
              <p:cNvSpPr/>
              <p:nvPr/>
            </p:nvSpPr>
            <p:spPr bwMode="auto">
              <a:xfrm>
                <a:off x="853" y="2696"/>
                <a:ext cx="36" cy="24"/>
              </a:xfrm>
              <a:custGeom>
                <a:avLst/>
                <a:gdLst>
                  <a:gd name="T0" fmla="*/ 9 w 15"/>
                  <a:gd name="T1" fmla="*/ 10 h 10"/>
                  <a:gd name="T2" fmla="*/ 6 w 15"/>
                  <a:gd name="T3" fmla="*/ 8 h 10"/>
                  <a:gd name="T4" fmla="*/ 3 w 15"/>
                  <a:gd name="T5" fmla="*/ 5 h 10"/>
                  <a:gd name="T6" fmla="*/ 3 w 15"/>
                  <a:gd name="T7" fmla="*/ 0 h 10"/>
                  <a:gd name="T8" fmla="*/ 11 w 15"/>
                  <a:gd name="T9" fmla="*/ 4 h 10"/>
                  <a:gd name="T10" fmla="*/ 15 w 15"/>
                  <a:gd name="T11" fmla="*/ 7 h 10"/>
                  <a:gd name="T12" fmla="*/ 9 w 15"/>
                  <a:gd name="T13" fmla="*/ 5 h 10"/>
                  <a:gd name="T14" fmla="*/ 13 w 15"/>
                  <a:gd name="T15" fmla="*/ 9 h 10"/>
                  <a:gd name="T16" fmla="*/ 9 w 15"/>
                  <a:gd name="T1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0">
                    <a:moveTo>
                      <a:pt x="9" y="10"/>
                    </a:moveTo>
                    <a:cubicBezTo>
                      <a:pt x="8" y="9"/>
                      <a:pt x="7" y="9"/>
                      <a:pt x="6" y="8"/>
                    </a:cubicBezTo>
                    <a:cubicBezTo>
                      <a:pt x="5" y="7"/>
                      <a:pt x="4" y="6"/>
                      <a:pt x="3" y="5"/>
                    </a:cubicBezTo>
                    <a:cubicBezTo>
                      <a:pt x="1" y="3"/>
                      <a:pt x="0" y="1"/>
                      <a:pt x="3" y="0"/>
                    </a:cubicBezTo>
                    <a:cubicBezTo>
                      <a:pt x="6" y="0"/>
                      <a:pt x="9" y="2"/>
                      <a:pt x="11" y="4"/>
                    </a:cubicBezTo>
                    <a:cubicBezTo>
                      <a:pt x="13" y="4"/>
                      <a:pt x="14" y="5"/>
                      <a:pt x="15" y="7"/>
                    </a:cubicBezTo>
                    <a:cubicBezTo>
                      <a:pt x="13" y="6"/>
                      <a:pt x="11" y="6"/>
                      <a:pt x="9" y="5"/>
                    </a:cubicBezTo>
                    <a:cubicBezTo>
                      <a:pt x="9" y="8"/>
                      <a:pt x="11" y="8"/>
                      <a:pt x="13" y="9"/>
                    </a:cubicBezTo>
                    <a:cubicBezTo>
                      <a:pt x="11" y="10"/>
                      <a:pt x="10" y="9"/>
                      <a:pt x="9" y="10"/>
                    </a:cubicBezTo>
                    <a:close/>
                  </a:path>
                </a:pathLst>
              </a:custGeom>
              <a:solidFill>
                <a:srgbClr val="FE93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0" name="Freeform 912"/>
              <p:cNvSpPr/>
              <p:nvPr/>
            </p:nvSpPr>
            <p:spPr bwMode="auto">
              <a:xfrm>
                <a:off x="901" y="2739"/>
                <a:ext cx="47" cy="36"/>
              </a:xfrm>
              <a:custGeom>
                <a:avLst/>
                <a:gdLst>
                  <a:gd name="T0" fmla="*/ 13 w 20"/>
                  <a:gd name="T1" fmla="*/ 9 h 15"/>
                  <a:gd name="T2" fmla="*/ 20 w 20"/>
                  <a:gd name="T3" fmla="*/ 15 h 15"/>
                  <a:gd name="T4" fmla="*/ 19 w 20"/>
                  <a:gd name="T5" fmla="*/ 15 h 15"/>
                  <a:gd name="T6" fmla="*/ 15 w 20"/>
                  <a:gd name="T7" fmla="*/ 15 h 15"/>
                  <a:gd name="T8" fmla="*/ 0 w 20"/>
                  <a:gd name="T9" fmla="*/ 0 h 15"/>
                  <a:gd name="T10" fmla="*/ 13 w 20"/>
                  <a:gd name="T11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15">
                    <a:moveTo>
                      <a:pt x="13" y="9"/>
                    </a:moveTo>
                    <a:cubicBezTo>
                      <a:pt x="15" y="11"/>
                      <a:pt x="18" y="13"/>
                      <a:pt x="20" y="15"/>
                    </a:cubicBezTo>
                    <a:cubicBezTo>
                      <a:pt x="20" y="15"/>
                      <a:pt x="20" y="15"/>
                      <a:pt x="19" y="15"/>
                    </a:cubicBezTo>
                    <a:cubicBezTo>
                      <a:pt x="18" y="15"/>
                      <a:pt x="17" y="15"/>
                      <a:pt x="15" y="15"/>
                    </a:cubicBezTo>
                    <a:cubicBezTo>
                      <a:pt x="12" y="8"/>
                      <a:pt x="3" y="8"/>
                      <a:pt x="0" y="0"/>
                    </a:cubicBezTo>
                    <a:cubicBezTo>
                      <a:pt x="4" y="4"/>
                      <a:pt x="8" y="7"/>
                      <a:pt x="13" y="9"/>
                    </a:cubicBezTo>
                    <a:close/>
                  </a:path>
                </a:pathLst>
              </a:custGeom>
              <a:solidFill>
                <a:srgbClr val="F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1" name="Freeform 913"/>
              <p:cNvSpPr/>
              <p:nvPr/>
            </p:nvSpPr>
            <p:spPr bwMode="auto">
              <a:xfrm>
                <a:off x="946" y="2775"/>
                <a:ext cx="24" cy="17"/>
              </a:xfrm>
              <a:custGeom>
                <a:avLst/>
                <a:gdLst>
                  <a:gd name="T0" fmla="*/ 1 w 10"/>
                  <a:gd name="T1" fmla="*/ 0 h 7"/>
                  <a:gd name="T2" fmla="*/ 10 w 10"/>
                  <a:gd name="T3" fmla="*/ 6 h 7"/>
                  <a:gd name="T4" fmla="*/ 0 w 10"/>
                  <a:gd name="T5" fmla="*/ 7 h 7"/>
                  <a:gd name="T6" fmla="*/ 1 w 10"/>
                  <a:gd name="T7" fmla="*/ 1 h 7"/>
                  <a:gd name="T8" fmla="*/ 1 w 10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1" y="0"/>
                    </a:moveTo>
                    <a:cubicBezTo>
                      <a:pt x="4" y="2"/>
                      <a:pt x="8" y="2"/>
                      <a:pt x="10" y="6"/>
                    </a:cubicBezTo>
                    <a:cubicBezTo>
                      <a:pt x="6" y="6"/>
                      <a:pt x="3" y="6"/>
                      <a:pt x="0" y="7"/>
                    </a:cubicBezTo>
                    <a:cubicBezTo>
                      <a:pt x="0" y="5"/>
                      <a:pt x="2" y="3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EF7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2" name="Freeform 914"/>
              <p:cNvSpPr/>
              <p:nvPr/>
            </p:nvSpPr>
            <p:spPr bwMode="auto">
              <a:xfrm>
                <a:off x="875" y="2770"/>
                <a:ext cx="21" cy="24"/>
              </a:xfrm>
              <a:custGeom>
                <a:avLst/>
                <a:gdLst>
                  <a:gd name="T0" fmla="*/ 2 w 9"/>
                  <a:gd name="T1" fmla="*/ 0 h 10"/>
                  <a:gd name="T2" fmla="*/ 6 w 9"/>
                  <a:gd name="T3" fmla="*/ 4 h 10"/>
                  <a:gd name="T4" fmla="*/ 8 w 9"/>
                  <a:gd name="T5" fmla="*/ 7 h 10"/>
                  <a:gd name="T6" fmla="*/ 5 w 9"/>
                  <a:gd name="T7" fmla="*/ 6 h 10"/>
                  <a:gd name="T8" fmla="*/ 5 w 9"/>
                  <a:gd name="T9" fmla="*/ 10 h 10"/>
                  <a:gd name="T10" fmla="*/ 0 w 9"/>
                  <a:gd name="T11" fmla="*/ 7 h 10"/>
                  <a:gd name="T12" fmla="*/ 2 w 9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2" y="0"/>
                    </a:moveTo>
                    <a:cubicBezTo>
                      <a:pt x="2" y="2"/>
                      <a:pt x="4" y="4"/>
                      <a:pt x="6" y="4"/>
                    </a:cubicBezTo>
                    <a:cubicBezTo>
                      <a:pt x="7" y="4"/>
                      <a:pt x="9" y="5"/>
                      <a:pt x="8" y="7"/>
                    </a:cubicBezTo>
                    <a:cubicBezTo>
                      <a:pt x="7" y="9"/>
                      <a:pt x="6" y="6"/>
                      <a:pt x="5" y="6"/>
                    </a:cubicBezTo>
                    <a:cubicBezTo>
                      <a:pt x="3" y="8"/>
                      <a:pt x="6" y="8"/>
                      <a:pt x="5" y="10"/>
                    </a:cubicBezTo>
                    <a:cubicBezTo>
                      <a:pt x="3" y="10"/>
                      <a:pt x="3" y="6"/>
                      <a:pt x="0" y="7"/>
                    </a:cubicBezTo>
                    <a:cubicBezTo>
                      <a:pt x="0" y="5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3" name="Freeform 915"/>
              <p:cNvSpPr/>
              <p:nvPr/>
            </p:nvSpPr>
            <p:spPr bwMode="auto">
              <a:xfrm>
                <a:off x="877" y="2749"/>
                <a:ext cx="24" cy="24"/>
              </a:xfrm>
              <a:custGeom>
                <a:avLst/>
                <a:gdLst>
                  <a:gd name="T0" fmla="*/ 2 w 10"/>
                  <a:gd name="T1" fmla="*/ 9 h 10"/>
                  <a:gd name="T2" fmla="*/ 1 w 10"/>
                  <a:gd name="T3" fmla="*/ 9 h 10"/>
                  <a:gd name="T4" fmla="*/ 3 w 10"/>
                  <a:gd name="T5" fmla="*/ 2 h 10"/>
                  <a:gd name="T6" fmla="*/ 8 w 10"/>
                  <a:gd name="T7" fmla="*/ 4 h 10"/>
                  <a:gd name="T8" fmla="*/ 5 w 10"/>
                  <a:gd name="T9" fmla="*/ 7 h 10"/>
                  <a:gd name="T10" fmla="*/ 2 w 10"/>
                  <a:gd name="T11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2" y="9"/>
                    </a:moveTo>
                    <a:cubicBezTo>
                      <a:pt x="2" y="9"/>
                      <a:pt x="2" y="9"/>
                      <a:pt x="1" y="9"/>
                    </a:cubicBezTo>
                    <a:cubicBezTo>
                      <a:pt x="0" y="6"/>
                      <a:pt x="0" y="3"/>
                      <a:pt x="3" y="2"/>
                    </a:cubicBezTo>
                    <a:cubicBezTo>
                      <a:pt x="5" y="0"/>
                      <a:pt x="7" y="2"/>
                      <a:pt x="8" y="4"/>
                    </a:cubicBezTo>
                    <a:cubicBezTo>
                      <a:pt x="7" y="5"/>
                      <a:pt x="10" y="10"/>
                      <a:pt x="5" y="7"/>
                    </a:cubicBezTo>
                    <a:cubicBezTo>
                      <a:pt x="3" y="5"/>
                      <a:pt x="2" y="7"/>
                      <a:pt x="2" y="9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4" name="Freeform 916"/>
              <p:cNvSpPr/>
              <p:nvPr/>
            </p:nvSpPr>
            <p:spPr bwMode="auto">
              <a:xfrm>
                <a:off x="934" y="2865"/>
                <a:ext cx="10" cy="50"/>
              </a:xfrm>
              <a:custGeom>
                <a:avLst/>
                <a:gdLst>
                  <a:gd name="T0" fmla="*/ 0 w 4"/>
                  <a:gd name="T1" fmla="*/ 0 h 21"/>
                  <a:gd name="T2" fmla="*/ 2 w 4"/>
                  <a:gd name="T3" fmla="*/ 7 h 21"/>
                  <a:gd name="T4" fmla="*/ 4 w 4"/>
                  <a:gd name="T5" fmla="*/ 19 h 21"/>
                  <a:gd name="T6" fmla="*/ 4 w 4"/>
                  <a:gd name="T7" fmla="*/ 20 h 21"/>
                  <a:gd name="T8" fmla="*/ 4 w 4"/>
                  <a:gd name="T9" fmla="*/ 20 h 21"/>
                  <a:gd name="T10" fmla="*/ 3 w 4"/>
                  <a:gd name="T11" fmla="*/ 21 h 21"/>
                  <a:gd name="T12" fmla="*/ 0 w 4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21">
                    <a:moveTo>
                      <a:pt x="0" y="0"/>
                    </a:moveTo>
                    <a:cubicBezTo>
                      <a:pt x="3" y="2"/>
                      <a:pt x="2" y="4"/>
                      <a:pt x="2" y="7"/>
                    </a:cubicBezTo>
                    <a:cubicBezTo>
                      <a:pt x="3" y="11"/>
                      <a:pt x="3" y="15"/>
                      <a:pt x="4" y="19"/>
                    </a:cubicBezTo>
                    <a:cubicBezTo>
                      <a:pt x="4" y="19"/>
                      <a:pt x="4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3" y="21"/>
                      <a:pt x="3" y="21"/>
                    </a:cubicBezTo>
                    <a:cubicBezTo>
                      <a:pt x="0" y="14"/>
                      <a:pt x="1" y="7"/>
                      <a:pt x="0" y="0"/>
                    </a:cubicBezTo>
                    <a:close/>
                  </a:path>
                </a:pathLst>
              </a:custGeom>
              <a:solidFill>
                <a:srgbClr val="FE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5" name="Freeform 917"/>
              <p:cNvSpPr/>
              <p:nvPr/>
            </p:nvSpPr>
            <p:spPr bwMode="auto">
              <a:xfrm>
                <a:off x="872" y="2792"/>
                <a:ext cx="26" cy="19"/>
              </a:xfrm>
              <a:custGeom>
                <a:avLst/>
                <a:gdLst>
                  <a:gd name="T0" fmla="*/ 1 w 11"/>
                  <a:gd name="T1" fmla="*/ 0 h 8"/>
                  <a:gd name="T2" fmla="*/ 10 w 11"/>
                  <a:gd name="T3" fmla="*/ 0 h 8"/>
                  <a:gd name="T4" fmla="*/ 11 w 11"/>
                  <a:gd name="T5" fmla="*/ 8 h 8"/>
                  <a:gd name="T6" fmla="*/ 2 w 11"/>
                  <a:gd name="T7" fmla="*/ 4 h 8"/>
                  <a:gd name="T8" fmla="*/ 1 w 11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8">
                    <a:moveTo>
                      <a:pt x="1" y="0"/>
                    </a:moveTo>
                    <a:cubicBezTo>
                      <a:pt x="4" y="4"/>
                      <a:pt x="5" y="4"/>
                      <a:pt x="10" y="0"/>
                    </a:cubicBezTo>
                    <a:cubicBezTo>
                      <a:pt x="10" y="3"/>
                      <a:pt x="11" y="5"/>
                      <a:pt x="11" y="8"/>
                    </a:cubicBezTo>
                    <a:cubicBezTo>
                      <a:pt x="8" y="7"/>
                      <a:pt x="6" y="3"/>
                      <a:pt x="2" y="4"/>
                    </a:cubicBezTo>
                    <a:cubicBezTo>
                      <a:pt x="1" y="4"/>
                      <a:pt x="0" y="2"/>
                      <a:pt x="1" y="0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6" name="Freeform 918"/>
              <p:cNvSpPr/>
              <p:nvPr/>
            </p:nvSpPr>
            <p:spPr bwMode="auto">
              <a:xfrm>
                <a:off x="853" y="2825"/>
                <a:ext cx="10" cy="31"/>
              </a:xfrm>
              <a:custGeom>
                <a:avLst/>
                <a:gdLst>
                  <a:gd name="T0" fmla="*/ 4 w 4"/>
                  <a:gd name="T1" fmla="*/ 13 h 13"/>
                  <a:gd name="T2" fmla="*/ 2 w 4"/>
                  <a:gd name="T3" fmla="*/ 10 h 13"/>
                  <a:gd name="T4" fmla="*/ 1 w 4"/>
                  <a:gd name="T5" fmla="*/ 4 h 13"/>
                  <a:gd name="T6" fmla="*/ 3 w 4"/>
                  <a:gd name="T7" fmla="*/ 0 h 13"/>
                  <a:gd name="T8" fmla="*/ 4 w 4"/>
                  <a:gd name="T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3">
                    <a:moveTo>
                      <a:pt x="4" y="13"/>
                    </a:moveTo>
                    <a:cubicBezTo>
                      <a:pt x="4" y="12"/>
                      <a:pt x="3" y="11"/>
                      <a:pt x="2" y="10"/>
                    </a:cubicBezTo>
                    <a:cubicBezTo>
                      <a:pt x="2" y="8"/>
                      <a:pt x="1" y="7"/>
                      <a:pt x="1" y="4"/>
                    </a:cubicBezTo>
                    <a:cubicBezTo>
                      <a:pt x="0" y="2"/>
                      <a:pt x="0" y="0"/>
                      <a:pt x="3" y="0"/>
                    </a:cubicBezTo>
                    <a:cubicBezTo>
                      <a:pt x="4" y="4"/>
                      <a:pt x="4" y="9"/>
                      <a:pt x="4" y="13"/>
                    </a:cubicBezTo>
                    <a:close/>
                  </a:path>
                </a:pathLst>
              </a:custGeom>
              <a:solidFill>
                <a:srgbClr val="FEE9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7" name="Freeform 919"/>
              <p:cNvSpPr/>
              <p:nvPr/>
            </p:nvSpPr>
            <p:spPr bwMode="auto">
              <a:xfrm>
                <a:off x="851" y="2815"/>
                <a:ext cx="9" cy="34"/>
              </a:xfrm>
              <a:custGeom>
                <a:avLst/>
                <a:gdLst>
                  <a:gd name="T0" fmla="*/ 4 w 4"/>
                  <a:gd name="T1" fmla="*/ 4 h 14"/>
                  <a:gd name="T2" fmla="*/ 3 w 4"/>
                  <a:gd name="T3" fmla="*/ 9 h 14"/>
                  <a:gd name="T4" fmla="*/ 3 w 4"/>
                  <a:gd name="T5" fmla="*/ 14 h 14"/>
                  <a:gd name="T6" fmla="*/ 2 w 4"/>
                  <a:gd name="T7" fmla="*/ 13 h 14"/>
                  <a:gd name="T8" fmla="*/ 0 w 4"/>
                  <a:gd name="T9" fmla="*/ 8 h 14"/>
                  <a:gd name="T10" fmla="*/ 3 w 4"/>
                  <a:gd name="T11" fmla="*/ 1 h 14"/>
                  <a:gd name="T12" fmla="*/ 4 w 4"/>
                  <a:gd name="T13" fmla="*/ 0 h 14"/>
                  <a:gd name="T14" fmla="*/ 4 w 4"/>
                  <a:gd name="T1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14">
                    <a:moveTo>
                      <a:pt x="4" y="4"/>
                    </a:moveTo>
                    <a:cubicBezTo>
                      <a:pt x="2" y="5"/>
                      <a:pt x="2" y="7"/>
                      <a:pt x="3" y="9"/>
                    </a:cubicBezTo>
                    <a:cubicBezTo>
                      <a:pt x="4" y="11"/>
                      <a:pt x="3" y="12"/>
                      <a:pt x="3" y="14"/>
                    </a:cubicBezTo>
                    <a:cubicBezTo>
                      <a:pt x="3" y="14"/>
                      <a:pt x="3" y="14"/>
                      <a:pt x="2" y="13"/>
                    </a:cubicBezTo>
                    <a:cubicBezTo>
                      <a:pt x="0" y="12"/>
                      <a:pt x="0" y="10"/>
                      <a:pt x="0" y="8"/>
                    </a:cubicBezTo>
                    <a:cubicBezTo>
                      <a:pt x="1" y="5"/>
                      <a:pt x="1" y="3"/>
                      <a:pt x="3" y="1"/>
                    </a:cubicBezTo>
                    <a:cubicBezTo>
                      <a:pt x="3" y="1"/>
                      <a:pt x="4" y="0"/>
                      <a:pt x="4" y="0"/>
                    </a:cubicBezTo>
                    <a:cubicBezTo>
                      <a:pt x="4" y="1"/>
                      <a:pt x="4" y="3"/>
                      <a:pt x="4" y="4"/>
                    </a:cubicBezTo>
                    <a:close/>
                  </a:path>
                </a:pathLst>
              </a:custGeom>
              <a:solidFill>
                <a:srgbClr val="FEED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8" name="Freeform 920"/>
              <p:cNvSpPr/>
              <p:nvPr/>
            </p:nvSpPr>
            <p:spPr bwMode="auto">
              <a:xfrm>
                <a:off x="906" y="2723"/>
                <a:ext cx="16" cy="14"/>
              </a:xfrm>
              <a:custGeom>
                <a:avLst/>
                <a:gdLst>
                  <a:gd name="T0" fmla="*/ 0 w 7"/>
                  <a:gd name="T1" fmla="*/ 1 h 6"/>
                  <a:gd name="T2" fmla="*/ 6 w 7"/>
                  <a:gd name="T3" fmla="*/ 3 h 6"/>
                  <a:gd name="T4" fmla="*/ 6 w 7"/>
                  <a:gd name="T5" fmla="*/ 6 h 6"/>
                  <a:gd name="T6" fmla="*/ 0 w 7"/>
                  <a:gd name="T7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6">
                    <a:moveTo>
                      <a:pt x="0" y="1"/>
                    </a:moveTo>
                    <a:cubicBezTo>
                      <a:pt x="2" y="0"/>
                      <a:pt x="3" y="4"/>
                      <a:pt x="6" y="3"/>
                    </a:cubicBezTo>
                    <a:cubicBezTo>
                      <a:pt x="7" y="2"/>
                      <a:pt x="5" y="5"/>
                      <a:pt x="6" y="6"/>
                    </a:cubicBezTo>
                    <a:cubicBezTo>
                      <a:pt x="4" y="5"/>
                      <a:pt x="1" y="4"/>
                      <a:pt x="0" y="1"/>
                    </a:cubicBezTo>
                    <a:close/>
                  </a:path>
                </a:pathLst>
              </a:custGeom>
              <a:solidFill>
                <a:srgbClr val="FE7E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69" name="Freeform 921"/>
              <p:cNvSpPr/>
              <p:nvPr/>
            </p:nvSpPr>
            <p:spPr bwMode="auto">
              <a:xfrm>
                <a:off x="932" y="2837"/>
                <a:ext cx="7" cy="19"/>
              </a:xfrm>
              <a:custGeom>
                <a:avLst/>
                <a:gdLst>
                  <a:gd name="T0" fmla="*/ 2 w 3"/>
                  <a:gd name="T1" fmla="*/ 0 h 8"/>
                  <a:gd name="T2" fmla="*/ 1 w 3"/>
                  <a:gd name="T3" fmla="*/ 8 h 8"/>
                  <a:gd name="T4" fmla="*/ 2 w 3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cubicBezTo>
                      <a:pt x="2" y="3"/>
                      <a:pt x="3" y="6"/>
                      <a:pt x="1" y="8"/>
                    </a:cubicBezTo>
                    <a:cubicBezTo>
                      <a:pt x="2" y="6"/>
                      <a:pt x="0" y="3"/>
                      <a:pt x="2" y="0"/>
                    </a:cubicBezTo>
                    <a:close/>
                  </a:path>
                </a:pathLst>
              </a:custGeom>
              <a:solidFill>
                <a:srgbClr val="FED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0" name="Freeform 922"/>
              <p:cNvSpPr/>
              <p:nvPr/>
            </p:nvSpPr>
            <p:spPr bwMode="auto">
              <a:xfrm>
                <a:off x="936" y="2784"/>
                <a:ext cx="8" cy="5"/>
              </a:xfrm>
              <a:custGeom>
                <a:avLst/>
                <a:gdLst>
                  <a:gd name="T0" fmla="*/ 2 w 3"/>
                  <a:gd name="T1" fmla="*/ 2 h 2"/>
                  <a:gd name="T2" fmla="*/ 0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1" y="2"/>
                      <a:pt x="0" y="1"/>
                      <a:pt x="0" y="0"/>
                    </a:cubicBezTo>
                    <a:cubicBezTo>
                      <a:pt x="2" y="0"/>
                      <a:pt x="3" y="0"/>
                      <a:pt x="2" y="2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1" name="Freeform 923"/>
              <p:cNvSpPr/>
              <p:nvPr/>
            </p:nvSpPr>
            <p:spPr bwMode="auto">
              <a:xfrm>
                <a:off x="932" y="2827"/>
                <a:ext cx="7" cy="10"/>
              </a:xfrm>
              <a:custGeom>
                <a:avLst/>
                <a:gdLst>
                  <a:gd name="T0" fmla="*/ 3 w 3"/>
                  <a:gd name="T1" fmla="*/ 0 h 4"/>
                  <a:gd name="T2" fmla="*/ 2 w 3"/>
                  <a:gd name="T3" fmla="*/ 4 h 4"/>
                  <a:gd name="T4" fmla="*/ 3 w 3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3" y="1"/>
                      <a:pt x="2" y="2"/>
                      <a:pt x="2" y="4"/>
                    </a:cubicBezTo>
                    <a:cubicBezTo>
                      <a:pt x="1" y="2"/>
                      <a:pt x="0" y="0"/>
                      <a:pt x="3" y="0"/>
                    </a:cubicBezTo>
                    <a:close/>
                  </a:path>
                </a:pathLst>
              </a:custGeom>
              <a:solidFill>
                <a:srgbClr val="FED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2" name="Freeform 924"/>
              <p:cNvSpPr/>
              <p:nvPr/>
            </p:nvSpPr>
            <p:spPr bwMode="auto">
              <a:xfrm>
                <a:off x="936" y="2775"/>
                <a:ext cx="12" cy="2"/>
              </a:xfrm>
              <a:custGeom>
                <a:avLst/>
                <a:gdLst>
                  <a:gd name="T0" fmla="*/ 5 w 5"/>
                  <a:gd name="T1" fmla="*/ 0 h 1"/>
                  <a:gd name="T2" fmla="*/ 5 w 5"/>
                  <a:gd name="T3" fmla="*/ 1 h 1"/>
                  <a:gd name="T4" fmla="*/ 0 w 5"/>
                  <a:gd name="T5" fmla="*/ 0 h 1"/>
                  <a:gd name="T6" fmla="*/ 5 w 5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5" y="0"/>
                      <a:pt x="5" y="0"/>
                      <a:pt x="5" y="1"/>
                    </a:cubicBezTo>
                    <a:cubicBezTo>
                      <a:pt x="3" y="0"/>
                      <a:pt x="2" y="1"/>
                      <a:pt x="0" y="0"/>
                    </a:cubicBezTo>
                    <a:cubicBezTo>
                      <a:pt x="2" y="0"/>
                      <a:pt x="3" y="0"/>
                      <a:pt x="5" y="0"/>
                    </a:cubicBezTo>
                    <a:close/>
                  </a:path>
                </a:pathLst>
              </a:custGeom>
              <a:solidFill>
                <a:srgbClr val="FEA4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3" name="Freeform 925"/>
              <p:cNvSpPr/>
              <p:nvPr/>
            </p:nvSpPr>
            <p:spPr bwMode="auto">
              <a:xfrm>
                <a:off x="929" y="2777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2 h 2"/>
                  <a:gd name="T4" fmla="*/ 1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1" y="0"/>
                      <a:pt x="1" y="0"/>
                    </a:cubicBezTo>
                    <a:cubicBezTo>
                      <a:pt x="2" y="0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4" name="Freeform 926"/>
              <p:cNvSpPr/>
              <p:nvPr/>
            </p:nvSpPr>
            <p:spPr bwMode="auto">
              <a:xfrm>
                <a:off x="1371" y="2549"/>
                <a:ext cx="121" cy="121"/>
              </a:xfrm>
              <a:custGeom>
                <a:avLst/>
                <a:gdLst>
                  <a:gd name="T0" fmla="*/ 49 w 51"/>
                  <a:gd name="T1" fmla="*/ 3 h 51"/>
                  <a:gd name="T2" fmla="*/ 46 w 51"/>
                  <a:gd name="T3" fmla="*/ 11 h 51"/>
                  <a:gd name="T4" fmla="*/ 45 w 51"/>
                  <a:gd name="T5" fmla="*/ 18 h 51"/>
                  <a:gd name="T6" fmla="*/ 45 w 51"/>
                  <a:gd name="T7" fmla="*/ 21 h 51"/>
                  <a:gd name="T8" fmla="*/ 50 w 51"/>
                  <a:gd name="T9" fmla="*/ 25 h 51"/>
                  <a:gd name="T10" fmla="*/ 50 w 51"/>
                  <a:gd name="T11" fmla="*/ 27 h 51"/>
                  <a:gd name="T12" fmla="*/ 42 w 51"/>
                  <a:gd name="T13" fmla="*/ 30 h 51"/>
                  <a:gd name="T14" fmla="*/ 39 w 51"/>
                  <a:gd name="T15" fmla="*/ 32 h 51"/>
                  <a:gd name="T16" fmla="*/ 38 w 51"/>
                  <a:gd name="T17" fmla="*/ 33 h 51"/>
                  <a:gd name="T18" fmla="*/ 35 w 51"/>
                  <a:gd name="T19" fmla="*/ 37 h 51"/>
                  <a:gd name="T20" fmla="*/ 22 w 51"/>
                  <a:gd name="T21" fmla="*/ 47 h 51"/>
                  <a:gd name="T22" fmla="*/ 20 w 51"/>
                  <a:gd name="T23" fmla="*/ 49 h 51"/>
                  <a:gd name="T24" fmla="*/ 18 w 51"/>
                  <a:gd name="T25" fmla="*/ 51 h 51"/>
                  <a:gd name="T26" fmla="*/ 10 w 51"/>
                  <a:gd name="T27" fmla="*/ 46 h 51"/>
                  <a:gd name="T28" fmla="*/ 7 w 51"/>
                  <a:gd name="T29" fmla="*/ 43 h 51"/>
                  <a:gd name="T30" fmla="*/ 11 w 51"/>
                  <a:gd name="T31" fmla="*/ 37 h 51"/>
                  <a:gd name="T32" fmla="*/ 11 w 51"/>
                  <a:gd name="T33" fmla="*/ 37 h 51"/>
                  <a:gd name="T34" fmla="*/ 10 w 51"/>
                  <a:gd name="T35" fmla="*/ 34 h 51"/>
                  <a:gd name="T36" fmla="*/ 13 w 51"/>
                  <a:gd name="T37" fmla="*/ 33 h 51"/>
                  <a:gd name="T38" fmla="*/ 15 w 51"/>
                  <a:gd name="T39" fmla="*/ 33 h 51"/>
                  <a:gd name="T40" fmla="*/ 17 w 51"/>
                  <a:gd name="T41" fmla="*/ 33 h 51"/>
                  <a:gd name="T42" fmla="*/ 16 w 51"/>
                  <a:gd name="T43" fmla="*/ 32 h 51"/>
                  <a:gd name="T44" fmla="*/ 13 w 51"/>
                  <a:gd name="T45" fmla="*/ 32 h 51"/>
                  <a:gd name="T46" fmla="*/ 1 w 51"/>
                  <a:gd name="T47" fmla="*/ 29 h 51"/>
                  <a:gd name="T48" fmla="*/ 1 w 51"/>
                  <a:gd name="T49" fmla="*/ 26 h 51"/>
                  <a:gd name="T50" fmla="*/ 6 w 51"/>
                  <a:gd name="T51" fmla="*/ 25 h 51"/>
                  <a:gd name="T52" fmla="*/ 8 w 51"/>
                  <a:gd name="T53" fmla="*/ 23 h 51"/>
                  <a:gd name="T54" fmla="*/ 12 w 51"/>
                  <a:gd name="T55" fmla="*/ 22 h 51"/>
                  <a:gd name="T56" fmla="*/ 13 w 51"/>
                  <a:gd name="T57" fmla="*/ 23 h 51"/>
                  <a:gd name="T58" fmla="*/ 17 w 51"/>
                  <a:gd name="T59" fmla="*/ 20 h 51"/>
                  <a:gd name="T60" fmla="*/ 17 w 51"/>
                  <a:gd name="T61" fmla="*/ 19 h 51"/>
                  <a:gd name="T62" fmla="*/ 17 w 51"/>
                  <a:gd name="T63" fmla="*/ 16 h 51"/>
                  <a:gd name="T64" fmla="*/ 19 w 51"/>
                  <a:gd name="T65" fmla="*/ 12 h 51"/>
                  <a:gd name="T66" fmla="*/ 21 w 51"/>
                  <a:gd name="T67" fmla="*/ 10 h 51"/>
                  <a:gd name="T68" fmla="*/ 36 w 51"/>
                  <a:gd name="T69" fmla="*/ 5 h 51"/>
                  <a:gd name="T70" fmla="*/ 37 w 51"/>
                  <a:gd name="T71" fmla="*/ 6 h 51"/>
                  <a:gd name="T72" fmla="*/ 36 w 51"/>
                  <a:gd name="T73" fmla="*/ 5 h 51"/>
                  <a:gd name="T74" fmla="*/ 39 w 51"/>
                  <a:gd name="T75" fmla="*/ 2 h 51"/>
                  <a:gd name="T76" fmla="*/ 49 w 51"/>
                  <a:gd name="T77" fmla="*/ 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1" h="51">
                    <a:moveTo>
                      <a:pt x="49" y="3"/>
                    </a:moveTo>
                    <a:cubicBezTo>
                      <a:pt x="48" y="5"/>
                      <a:pt x="49" y="9"/>
                      <a:pt x="46" y="11"/>
                    </a:cubicBezTo>
                    <a:cubicBezTo>
                      <a:pt x="45" y="12"/>
                      <a:pt x="42" y="15"/>
                      <a:pt x="45" y="18"/>
                    </a:cubicBezTo>
                    <a:cubicBezTo>
                      <a:pt x="45" y="19"/>
                      <a:pt x="45" y="20"/>
                      <a:pt x="45" y="21"/>
                    </a:cubicBezTo>
                    <a:cubicBezTo>
                      <a:pt x="43" y="27"/>
                      <a:pt x="47" y="24"/>
                      <a:pt x="50" y="25"/>
                    </a:cubicBezTo>
                    <a:cubicBezTo>
                      <a:pt x="51" y="25"/>
                      <a:pt x="51" y="26"/>
                      <a:pt x="50" y="27"/>
                    </a:cubicBezTo>
                    <a:cubicBezTo>
                      <a:pt x="48" y="29"/>
                      <a:pt x="45" y="30"/>
                      <a:pt x="42" y="30"/>
                    </a:cubicBezTo>
                    <a:cubicBezTo>
                      <a:pt x="41" y="31"/>
                      <a:pt x="40" y="31"/>
                      <a:pt x="39" y="32"/>
                    </a:cubicBezTo>
                    <a:cubicBezTo>
                      <a:pt x="39" y="33"/>
                      <a:pt x="38" y="33"/>
                      <a:pt x="38" y="33"/>
                    </a:cubicBezTo>
                    <a:cubicBezTo>
                      <a:pt x="37" y="34"/>
                      <a:pt x="36" y="35"/>
                      <a:pt x="35" y="37"/>
                    </a:cubicBezTo>
                    <a:cubicBezTo>
                      <a:pt x="31" y="41"/>
                      <a:pt x="27" y="45"/>
                      <a:pt x="22" y="47"/>
                    </a:cubicBezTo>
                    <a:cubicBezTo>
                      <a:pt x="21" y="47"/>
                      <a:pt x="20" y="48"/>
                      <a:pt x="20" y="49"/>
                    </a:cubicBezTo>
                    <a:cubicBezTo>
                      <a:pt x="20" y="50"/>
                      <a:pt x="19" y="51"/>
                      <a:pt x="18" y="51"/>
                    </a:cubicBezTo>
                    <a:cubicBezTo>
                      <a:pt x="16" y="48"/>
                      <a:pt x="13" y="47"/>
                      <a:pt x="10" y="46"/>
                    </a:cubicBezTo>
                    <a:cubicBezTo>
                      <a:pt x="8" y="46"/>
                      <a:pt x="6" y="44"/>
                      <a:pt x="7" y="43"/>
                    </a:cubicBezTo>
                    <a:cubicBezTo>
                      <a:pt x="9" y="41"/>
                      <a:pt x="7" y="37"/>
                      <a:pt x="11" y="37"/>
                    </a:cubicBezTo>
                    <a:cubicBezTo>
                      <a:pt x="11" y="37"/>
                      <a:pt x="12" y="37"/>
                      <a:pt x="11" y="37"/>
                    </a:cubicBezTo>
                    <a:cubicBezTo>
                      <a:pt x="10" y="36"/>
                      <a:pt x="10" y="36"/>
                      <a:pt x="10" y="34"/>
                    </a:cubicBezTo>
                    <a:cubicBezTo>
                      <a:pt x="11" y="33"/>
                      <a:pt x="12" y="33"/>
                      <a:pt x="13" y="33"/>
                    </a:cubicBezTo>
                    <a:cubicBezTo>
                      <a:pt x="14" y="33"/>
                      <a:pt x="15" y="33"/>
                      <a:pt x="15" y="33"/>
                    </a:cubicBezTo>
                    <a:cubicBezTo>
                      <a:pt x="16" y="34"/>
                      <a:pt x="17" y="34"/>
                      <a:pt x="17" y="33"/>
                    </a:cubicBezTo>
                    <a:cubicBezTo>
                      <a:pt x="17" y="32"/>
                      <a:pt x="16" y="32"/>
                      <a:pt x="16" y="32"/>
                    </a:cubicBezTo>
                    <a:cubicBezTo>
                      <a:pt x="15" y="31"/>
                      <a:pt x="14" y="32"/>
                      <a:pt x="13" y="32"/>
                    </a:cubicBezTo>
                    <a:cubicBezTo>
                      <a:pt x="9" y="34"/>
                      <a:pt x="5" y="32"/>
                      <a:pt x="1" y="29"/>
                    </a:cubicBezTo>
                    <a:cubicBezTo>
                      <a:pt x="0" y="28"/>
                      <a:pt x="0" y="27"/>
                      <a:pt x="1" y="26"/>
                    </a:cubicBezTo>
                    <a:cubicBezTo>
                      <a:pt x="3" y="25"/>
                      <a:pt x="4" y="24"/>
                      <a:pt x="6" y="25"/>
                    </a:cubicBezTo>
                    <a:cubicBezTo>
                      <a:pt x="8" y="26"/>
                      <a:pt x="8" y="24"/>
                      <a:pt x="8" y="23"/>
                    </a:cubicBezTo>
                    <a:cubicBezTo>
                      <a:pt x="9" y="21"/>
                      <a:pt x="10" y="19"/>
                      <a:pt x="12" y="22"/>
                    </a:cubicBezTo>
                    <a:cubicBezTo>
                      <a:pt x="12" y="23"/>
                      <a:pt x="12" y="24"/>
                      <a:pt x="13" y="23"/>
                    </a:cubicBezTo>
                    <a:cubicBezTo>
                      <a:pt x="14" y="21"/>
                      <a:pt x="16" y="22"/>
                      <a:pt x="17" y="20"/>
                    </a:cubicBezTo>
                    <a:cubicBezTo>
                      <a:pt x="17" y="20"/>
                      <a:pt x="18" y="19"/>
                      <a:pt x="17" y="19"/>
                    </a:cubicBezTo>
                    <a:cubicBezTo>
                      <a:pt x="16" y="18"/>
                      <a:pt x="17" y="17"/>
                      <a:pt x="17" y="16"/>
                    </a:cubicBezTo>
                    <a:cubicBezTo>
                      <a:pt x="17" y="15"/>
                      <a:pt x="19" y="14"/>
                      <a:pt x="19" y="12"/>
                    </a:cubicBezTo>
                    <a:cubicBezTo>
                      <a:pt x="19" y="11"/>
                      <a:pt x="20" y="10"/>
                      <a:pt x="21" y="10"/>
                    </a:cubicBezTo>
                    <a:cubicBezTo>
                      <a:pt x="26" y="8"/>
                      <a:pt x="30" y="5"/>
                      <a:pt x="36" y="5"/>
                    </a:cubicBezTo>
                    <a:cubicBezTo>
                      <a:pt x="36" y="5"/>
                      <a:pt x="37" y="6"/>
                      <a:pt x="37" y="6"/>
                    </a:cubicBezTo>
                    <a:cubicBezTo>
                      <a:pt x="37" y="6"/>
                      <a:pt x="36" y="5"/>
                      <a:pt x="36" y="5"/>
                    </a:cubicBezTo>
                    <a:cubicBezTo>
                      <a:pt x="37" y="3"/>
                      <a:pt x="38" y="3"/>
                      <a:pt x="39" y="2"/>
                    </a:cubicBezTo>
                    <a:cubicBezTo>
                      <a:pt x="42" y="2"/>
                      <a:pt x="46" y="0"/>
                      <a:pt x="49" y="3"/>
                    </a:cubicBezTo>
                    <a:close/>
                  </a:path>
                </a:pathLst>
              </a:custGeom>
              <a:solidFill>
                <a:srgbClr val="FE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5" name="Freeform 927"/>
              <p:cNvSpPr/>
              <p:nvPr/>
            </p:nvSpPr>
            <p:spPr bwMode="auto">
              <a:xfrm>
                <a:off x="1411" y="2604"/>
                <a:ext cx="121" cy="76"/>
              </a:xfrm>
              <a:custGeom>
                <a:avLst/>
                <a:gdLst>
                  <a:gd name="T0" fmla="*/ 1 w 51"/>
                  <a:gd name="T1" fmla="*/ 28 h 32"/>
                  <a:gd name="T2" fmla="*/ 3 w 51"/>
                  <a:gd name="T3" fmla="*/ 26 h 32"/>
                  <a:gd name="T4" fmla="*/ 5 w 51"/>
                  <a:gd name="T5" fmla="*/ 24 h 32"/>
                  <a:gd name="T6" fmla="*/ 18 w 51"/>
                  <a:gd name="T7" fmla="*/ 13 h 32"/>
                  <a:gd name="T8" fmla="*/ 21 w 51"/>
                  <a:gd name="T9" fmla="*/ 9 h 32"/>
                  <a:gd name="T10" fmla="*/ 21 w 51"/>
                  <a:gd name="T11" fmla="*/ 9 h 32"/>
                  <a:gd name="T12" fmla="*/ 25 w 51"/>
                  <a:gd name="T13" fmla="*/ 6 h 32"/>
                  <a:gd name="T14" fmla="*/ 33 w 51"/>
                  <a:gd name="T15" fmla="*/ 2 h 32"/>
                  <a:gd name="T16" fmla="*/ 36 w 51"/>
                  <a:gd name="T17" fmla="*/ 1 h 32"/>
                  <a:gd name="T18" fmla="*/ 46 w 51"/>
                  <a:gd name="T19" fmla="*/ 6 h 32"/>
                  <a:gd name="T20" fmla="*/ 51 w 51"/>
                  <a:gd name="T21" fmla="*/ 17 h 32"/>
                  <a:gd name="T22" fmla="*/ 50 w 51"/>
                  <a:gd name="T23" fmla="*/ 17 h 32"/>
                  <a:gd name="T24" fmla="*/ 40 w 51"/>
                  <a:gd name="T25" fmla="*/ 20 h 32"/>
                  <a:gd name="T26" fmla="*/ 37 w 51"/>
                  <a:gd name="T27" fmla="*/ 21 h 32"/>
                  <a:gd name="T28" fmla="*/ 34 w 51"/>
                  <a:gd name="T29" fmla="*/ 23 h 32"/>
                  <a:gd name="T30" fmla="*/ 32 w 51"/>
                  <a:gd name="T31" fmla="*/ 24 h 32"/>
                  <a:gd name="T32" fmla="*/ 13 w 51"/>
                  <a:gd name="T33" fmla="*/ 29 h 32"/>
                  <a:gd name="T34" fmla="*/ 0 w 51"/>
                  <a:gd name="T35" fmla="*/ 29 h 32"/>
                  <a:gd name="T36" fmla="*/ 1 w 51"/>
                  <a:gd name="T37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1" h="32">
                    <a:moveTo>
                      <a:pt x="1" y="28"/>
                    </a:moveTo>
                    <a:cubicBezTo>
                      <a:pt x="2" y="27"/>
                      <a:pt x="2" y="26"/>
                      <a:pt x="3" y="26"/>
                    </a:cubicBezTo>
                    <a:cubicBezTo>
                      <a:pt x="3" y="24"/>
                      <a:pt x="4" y="24"/>
                      <a:pt x="5" y="24"/>
                    </a:cubicBezTo>
                    <a:cubicBezTo>
                      <a:pt x="9" y="20"/>
                      <a:pt x="14" y="17"/>
                      <a:pt x="18" y="13"/>
                    </a:cubicBezTo>
                    <a:cubicBezTo>
                      <a:pt x="20" y="13"/>
                      <a:pt x="20" y="11"/>
                      <a:pt x="21" y="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2" y="8"/>
                      <a:pt x="24" y="8"/>
                      <a:pt x="25" y="6"/>
                    </a:cubicBezTo>
                    <a:cubicBezTo>
                      <a:pt x="28" y="6"/>
                      <a:pt x="32" y="6"/>
                      <a:pt x="33" y="2"/>
                    </a:cubicBezTo>
                    <a:cubicBezTo>
                      <a:pt x="34" y="1"/>
                      <a:pt x="35" y="0"/>
                      <a:pt x="36" y="1"/>
                    </a:cubicBezTo>
                    <a:cubicBezTo>
                      <a:pt x="41" y="0"/>
                      <a:pt x="42" y="5"/>
                      <a:pt x="46" y="6"/>
                    </a:cubicBezTo>
                    <a:cubicBezTo>
                      <a:pt x="46" y="10"/>
                      <a:pt x="50" y="12"/>
                      <a:pt x="51" y="17"/>
                    </a:cubicBezTo>
                    <a:cubicBezTo>
                      <a:pt x="51" y="17"/>
                      <a:pt x="51" y="17"/>
                      <a:pt x="50" y="17"/>
                    </a:cubicBezTo>
                    <a:cubicBezTo>
                      <a:pt x="47" y="18"/>
                      <a:pt x="43" y="19"/>
                      <a:pt x="40" y="20"/>
                    </a:cubicBezTo>
                    <a:cubicBezTo>
                      <a:pt x="39" y="20"/>
                      <a:pt x="38" y="20"/>
                      <a:pt x="37" y="21"/>
                    </a:cubicBezTo>
                    <a:cubicBezTo>
                      <a:pt x="36" y="21"/>
                      <a:pt x="35" y="22"/>
                      <a:pt x="34" y="23"/>
                    </a:cubicBezTo>
                    <a:cubicBezTo>
                      <a:pt x="33" y="23"/>
                      <a:pt x="33" y="24"/>
                      <a:pt x="32" y="24"/>
                    </a:cubicBezTo>
                    <a:cubicBezTo>
                      <a:pt x="26" y="25"/>
                      <a:pt x="20" y="27"/>
                      <a:pt x="13" y="29"/>
                    </a:cubicBezTo>
                    <a:cubicBezTo>
                      <a:pt x="9" y="31"/>
                      <a:pt x="4" y="32"/>
                      <a:pt x="0" y="29"/>
                    </a:cubicBezTo>
                    <a:cubicBezTo>
                      <a:pt x="0" y="28"/>
                      <a:pt x="0" y="28"/>
                      <a:pt x="1" y="28"/>
                    </a:cubicBezTo>
                    <a:close/>
                  </a:path>
                </a:pathLst>
              </a:custGeom>
              <a:solidFill>
                <a:srgbClr val="FD7C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6" name="Freeform 928"/>
              <p:cNvSpPr/>
              <p:nvPr/>
            </p:nvSpPr>
            <p:spPr bwMode="auto">
              <a:xfrm>
                <a:off x="1504" y="2485"/>
                <a:ext cx="59" cy="59"/>
              </a:xfrm>
              <a:custGeom>
                <a:avLst/>
                <a:gdLst>
                  <a:gd name="T0" fmla="*/ 4 w 25"/>
                  <a:gd name="T1" fmla="*/ 1 h 25"/>
                  <a:gd name="T2" fmla="*/ 7 w 25"/>
                  <a:gd name="T3" fmla="*/ 0 h 25"/>
                  <a:gd name="T4" fmla="*/ 16 w 25"/>
                  <a:gd name="T5" fmla="*/ 1 h 25"/>
                  <a:gd name="T6" fmla="*/ 24 w 25"/>
                  <a:gd name="T7" fmla="*/ 6 h 25"/>
                  <a:gd name="T8" fmla="*/ 20 w 25"/>
                  <a:gd name="T9" fmla="*/ 15 h 25"/>
                  <a:gd name="T10" fmla="*/ 8 w 25"/>
                  <a:gd name="T11" fmla="*/ 23 h 25"/>
                  <a:gd name="T12" fmla="*/ 1 w 25"/>
                  <a:gd name="T13" fmla="*/ 25 h 25"/>
                  <a:gd name="T14" fmla="*/ 6 w 25"/>
                  <a:gd name="T15" fmla="*/ 20 h 25"/>
                  <a:gd name="T16" fmla="*/ 2 w 25"/>
                  <a:gd name="T17" fmla="*/ 18 h 25"/>
                  <a:gd name="T18" fmla="*/ 5 w 25"/>
                  <a:gd name="T19" fmla="*/ 14 h 25"/>
                  <a:gd name="T20" fmla="*/ 0 w 25"/>
                  <a:gd name="T21" fmla="*/ 7 h 25"/>
                  <a:gd name="T22" fmla="*/ 4 w 25"/>
                  <a:gd name="T23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25">
                    <a:moveTo>
                      <a:pt x="4" y="1"/>
                    </a:moveTo>
                    <a:cubicBezTo>
                      <a:pt x="5" y="1"/>
                      <a:pt x="6" y="0"/>
                      <a:pt x="7" y="0"/>
                    </a:cubicBezTo>
                    <a:cubicBezTo>
                      <a:pt x="10" y="2"/>
                      <a:pt x="13" y="1"/>
                      <a:pt x="16" y="1"/>
                    </a:cubicBezTo>
                    <a:cubicBezTo>
                      <a:pt x="20" y="0"/>
                      <a:pt x="23" y="2"/>
                      <a:pt x="24" y="6"/>
                    </a:cubicBezTo>
                    <a:cubicBezTo>
                      <a:pt x="25" y="10"/>
                      <a:pt x="24" y="13"/>
                      <a:pt x="20" y="15"/>
                    </a:cubicBezTo>
                    <a:cubicBezTo>
                      <a:pt x="16" y="18"/>
                      <a:pt x="12" y="21"/>
                      <a:pt x="8" y="23"/>
                    </a:cubicBezTo>
                    <a:cubicBezTo>
                      <a:pt x="6" y="24"/>
                      <a:pt x="3" y="25"/>
                      <a:pt x="1" y="25"/>
                    </a:cubicBezTo>
                    <a:cubicBezTo>
                      <a:pt x="2" y="22"/>
                      <a:pt x="4" y="22"/>
                      <a:pt x="6" y="20"/>
                    </a:cubicBezTo>
                    <a:cubicBezTo>
                      <a:pt x="4" y="21"/>
                      <a:pt x="3" y="19"/>
                      <a:pt x="2" y="18"/>
                    </a:cubicBezTo>
                    <a:cubicBezTo>
                      <a:pt x="2" y="16"/>
                      <a:pt x="4" y="16"/>
                      <a:pt x="5" y="14"/>
                    </a:cubicBezTo>
                    <a:cubicBezTo>
                      <a:pt x="4" y="12"/>
                      <a:pt x="0" y="10"/>
                      <a:pt x="0" y="7"/>
                    </a:cubicBezTo>
                    <a:cubicBezTo>
                      <a:pt x="0" y="4"/>
                      <a:pt x="2" y="2"/>
                      <a:pt x="4" y="1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7" name="Freeform 929"/>
              <p:cNvSpPr/>
              <p:nvPr/>
            </p:nvSpPr>
            <p:spPr bwMode="auto">
              <a:xfrm>
                <a:off x="1549" y="2547"/>
                <a:ext cx="59" cy="59"/>
              </a:xfrm>
              <a:custGeom>
                <a:avLst/>
                <a:gdLst>
                  <a:gd name="T0" fmla="*/ 23 w 25"/>
                  <a:gd name="T1" fmla="*/ 23 h 25"/>
                  <a:gd name="T2" fmla="*/ 21 w 25"/>
                  <a:gd name="T3" fmla="*/ 25 h 25"/>
                  <a:gd name="T4" fmla="*/ 20 w 25"/>
                  <a:gd name="T5" fmla="*/ 25 h 25"/>
                  <a:gd name="T6" fmla="*/ 14 w 25"/>
                  <a:gd name="T7" fmla="*/ 21 h 25"/>
                  <a:gd name="T8" fmla="*/ 10 w 25"/>
                  <a:gd name="T9" fmla="*/ 21 h 25"/>
                  <a:gd name="T10" fmla="*/ 6 w 25"/>
                  <a:gd name="T11" fmla="*/ 21 h 25"/>
                  <a:gd name="T12" fmla="*/ 4 w 25"/>
                  <a:gd name="T13" fmla="*/ 20 h 25"/>
                  <a:gd name="T14" fmla="*/ 0 w 25"/>
                  <a:gd name="T15" fmla="*/ 16 h 25"/>
                  <a:gd name="T16" fmla="*/ 6 w 25"/>
                  <a:gd name="T17" fmla="*/ 18 h 25"/>
                  <a:gd name="T18" fmla="*/ 5 w 25"/>
                  <a:gd name="T19" fmla="*/ 13 h 25"/>
                  <a:gd name="T20" fmla="*/ 4 w 25"/>
                  <a:gd name="T21" fmla="*/ 0 h 25"/>
                  <a:gd name="T22" fmla="*/ 5 w 25"/>
                  <a:gd name="T23" fmla="*/ 0 h 25"/>
                  <a:gd name="T24" fmla="*/ 11 w 25"/>
                  <a:gd name="T25" fmla="*/ 0 h 25"/>
                  <a:gd name="T26" fmla="*/ 12 w 25"/>
                  <a:gd name="T27" fmla="*/ 1 h 25"/>
                  <a:gd name="T28" fmla="*/ 13 w 25"/>
                  <a:gd name="T29" fmla="*/ 6 h 25"/>
                  <a:gd name="T30" fmla="*/ 19 w 25"/>
                  <a:gd name="T31" fmla="*/ 12 h 25"/>
                  <a:gd name="T32" fmla="*/ 24 w 25"/>
                  <a:gd name="T33" fmla="*/ 16 h 25"/>
                  <a:gd name="T34" fmla="*/ 16 w 25"/>
                  <a:gd name="T35" fmla="*/ 14 h 25"/>
                  <a:gd name="T36" fmla="*/ 22 w 25"/>
                  <a:gd name="T37" fmla="*/ 19 h 25"/>
                  <a:gd name="T38" fmla="*/ 23 w 25"/>
                  <a:gd name="T39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5" h="25">
                    <a:moveTo>
                      <a:pt x="23" y="23"/>
                    </a:moveTo>
                    <a:cubicBezTo>
                      <a:pt x="23" y="24"/>
                      <a:pt x="22" y="24"/>
                      <a:pt x="21" y="25"/>
                    </a:cubicBezTo>
                    <a:cubicBezTo>
                      <a:pt x="21" y="25"/>
                      <a:pt x="21" y="25"/>
                      <a:pt x="20" y="25"/>
                    </a:cubicBezTo>
                    <a:cubicBezTo>
                      <a:pt x="19" y="23"/>
                      <a:pt x="16" y="24"/>
                      <a:pt x="14" y="21"/>
                    </a:cubicBezTo>
                    <a:cubicBezTo>
                      <a:pt x="13" y="20"/>
                      <a:pt x="11" y="21"/>
                      <a:pt x="10" y="21"/>
                    </a:cubicBezTo>
                    <a:cubicBezTo>
                      <a:pt x="8" y="21"/>
                      <a:pt x="7" y="21"/>
                      <a:pt x="6" y="21"/>
                    </a:cubicBezTo>
                    <a:cubicBezTo>
                      <a:pt x="5" y="21"/>
                      <a:pt x="5" y="20"/>
                      <a:pt x="4" y="20"/>
                    </a:cubicBezTo>
                    <a:cubicBezTo>
                      <a:pt x="5" y="17"/>
                      <a:pt x="2" y="16"/>
                      <a:pt x="0" y="16"/>
                    </a:cubicBezTo>
                    <a:cubicBezTo>
                      <a:pt x="3" y="13"/>
                      <a:pt x="4" y="16"/>
                      <a:pt x="6" y="18"/>
                    </a:cubicBezTo>
                    <a:cubicBezTo>
                      <a:pt x="7" y="16"/>
                      <a:pt x="9" y="14"/>
                      <a:pt x="5" y="13"/>
                    </a:cubicBezTo>
                    <a:cubicBezTo>
                      <a:pt x="1" y="12"/>
                      <a:pt x="0" y="4"/>
                      <a:pt x="4" y="0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12" y="0"/>
                      <a:pt x="12" y="1"/>
                      <a:pt x="12" y="1"/>
                    </a:cubicBezTo>
                    <a:cubicBezTo>
                      <a:pt x="9" y="3"/>
                      <a:pt x="13" y="4"/>
                      <a:pt x="13" y="6"/>
                    </a:cubicBezTo>
                    <a:cubicBezTo>
                      <a:pt x="12" y="12"/>
                      <a:pt x="13" y="12"/>
                      <a:pt x="19" y="12"/>
                    </a:cubicBezTo>
                    <a:cubicBezTo>
                      <a:pt x="21" y="12"/>
                      <a:pt x="25" y="11"/>
                      <a:pt x="24" y="16"/>
                    </a:cubicBezTo>
                    <a:cubicBezTo>
                      <a:pt x="21" y="16"/>
                      <a:pt x="19" y="15"/>
                      <a:pt x="16" y="14"/>
                    </a:cubicBezTo>
                    <a:cubicBezTo>
                      <a:pt x="17" y="17"/>
                      <a:pt x="17" y="20"/>
                      <a:pt x="22" y="19"/>
                    </a:cubicBezTo>
                    <a:cubicBezTo>
                      <a:pt x="24" y="19"/>
                      <a:pt x="24" y="21"/>
                      <a:pt x="23" y="23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8" name="Freeform 930"/>
              <p:cNvSpPr/>
              <p:nvPr/>
            </p:nvSpPr>
            <p:spPr bwMode="auto">
              <a:xfrm>
                <a:off x="1496" y="2592"/>
                <a:ext cx="74" cy="38"/>
              </a:xfrm>
              <a:custGeom>
                <a:avLst/>
                <a:gdLst>
                  <a:gd name="T0" fmla="*/ 26 w 31"/>
                  <a:gd name="T1" fmla="*/ 1 h 16"/>
                  <a:gd name="T2" fmla="*/ 28 w 31"/>
                  <a:gd name="T3" fmla="*/ 1 h 16"/>
                  <a:gd name="T4" fmla="*/ 24 w 31"/>
                  <a:gd name="T5" fmla="*/ 13 h 16"/>
                  <a:gd name="T6" fmla="*/ 13 w 31"/>
                  <a:gd name="T7" fmla="*/ 12 h 16"/>
                  <a:gd name="T8" fmla="*/ 10 w 31"/>
                  <a:gd name="T9" fmla="*/ 11 h 16"/>
                  <a:gd name="T10" fmla="*/ 0 w 31"/>
                  <a:gd name="T11" fmla="*/ 6 h 16"/>
                  <a:gd name="T12" fmla="*/ 12 w 31"/>
                  <a:gd name="T13" fmla="*/ 1 h 16"/>
                  <a:gd name="T14" fmla="*/ 21 w 31"/>
                  <a:gd name="T15" fmla="*/ 1 h 16"/>
                  <a:gd name="T16" fmla="*/ 25 w 31"/>
                  <a:gd name="T17" fmla="*/ 1 h 16"/>
                  <a:gd name="T18" fmla="*/ 26 w 31"/>
                  <a:gd name="T19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6">
                    <a:moveTo>
                      <a:pt x="26" y="1"/>
                    </a:moveTo>
                    <a:cubicBezTo>
                      <a:pt x="27" y="1"/>
                      <a:pt x="28" y="1"/>
                      <a:pt x="28" y="1"/>
                    </a:cubicBezTo>
                    <a:cubicBezTo>
                      <a:pt x="31" y="4"/>
                      <a:pt x="29" y="10"/>
                      <a:pt x="24" y="13"/>
                    </a:cubicBezTo>
                    <a:cubicBezTo>
                      <a:pt x="19" y="16"/>
                      <a:pt x="18" y="16"/>
                      <a:pt x="13" y="12"/>
                    </a:cubicBezTo>
                    <a:cubicBezTo>
                      <a:pt x="12" y="12"/>
                      <a:pt x="11" y="12"/>
                      <a:pt x="10" y="11"/>
                    </a:cubicBezTo>
                    <a:cubicBezTo>
                      <a:pt x="6" y="11"/>
                      <a:pt x="4" y="6"/>
                      <a:pt x="0" y="6"/>
                    </a:cubicBezTo>
                    <a:cubicBezTo>
                      <a:pt x="3" y="2"/>
                      <a:pt x="8" y="2"/>
                      <a:pt x="12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3" y="0"/>
                      <a:pt x="24" y="0"/>
                      <a:pt x="25" y="1"/>
                    </a:cubicBezTo>
                    <a:cubicBezTo>
                      <a:pt x="26" y="1"/>
                      <a:pt x="26" y="1"/>
                      <a:pt x="26" y="1"/>
                    </a:cubicBezTo>
                    <a:close/>
                  </a:path>
                </a:pathLst>
              </a:custGeom>
              <a:solidFill>
                <a:srgbClr val="FE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79" name="Freeform 931"/>
              <p:cNvSpPr/>
              <p:nvPr/>
            </p:nvSpPr>
            <p:spPr bwMode="auto">
              <a:xfrm>
                <a:off x="1454" y="2523"/>
                <a:ext cx="69" cy="38"/>
              </a:xfrm>
              <a:custGeom>
                <a:avLst/>
                <a:gdLst>
                  <a:gd name="T0" fmla="*/ 23 w 29"/>
                  <a:gd name="T1" fmla="*/ 2 h 16"/>
                  <a:gd name="T2" fmla="*/ 28 w 29"/>
                  <a:gd name="T3" fmla="*/ 4 h 16"/>
                  <a:gd name="T4" fmla="*/ 22 w 29"/>
                  <a:gd name="T5" fmla="*/ 9 h 16"/>
                  <a:gd name="T6" fmla="*/ 14 w 29"/>
                  <a:gd name="T7" fmla="*/ 14 h 16"/>
                  <a:gd name="T8" fmla="*/ 4 w 29"/>
                  <a:gd name="T9" fmla="*/ 14 h 16"/>
                  <a:gd name="T10" fmla="*/ 1 w 29"/>
                  <a:gd name="T11" fmla="*/ 14 h 16"/>
                  <a:gd name="T12" fmla="*/ 2 w 29"/>
                  <a:gd name="T13" fmla="*/ 11 h 16"/>
                  <a:gd name="T14" fmla="*/ 6 w 29"/>
                  <a:gd name="T15" fmla="*/ 6 h 16"/>
                  <a:gd name="T16" fmla="*/ 10 w 29"/>
                  <a:gd name="T17" fmla="*/ 5 h 16"/>
                  <a:gd name="T18" fmla="*/ 15 w 29"/>
                  <a:gd name="T19" fmla="*/ 7 h 16"/>
                  <a:gd name="T20" fmla="*/ 17 w 29"/>
                  <a:gd name="T21" fmla="*/ 3 h 16"/>
                  <a:gd name="T22" fmla="*/ 23 w 29"/>
                  <a:gd name="T23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16">
                    <a:moveTo>
                      <a:pt x="23" y="2"/>
                    </a:moveTo>
                    <a:cubicBezTo>
                      <a:pt x="25" y="4"/>
                      <a:pt x="29" y="2"/>
                      <a:pt x="28" y="4"/>
                    </a:cubicBezTo>
                    <a:cubicBezTo>
                      <a:pt x="28" y="6"/>
                      <a:pt x="25" y="8"/>
                      <a:pt x="22" y="9"/>
                    </a:cubicBezTo>
                    <a:cubicBezTo>
                      <a:pt x="20" y="11"/>
                      <a:pt x="16" y="12"/>
                      <a:pt x="14" y="14"/>
                    </a:cubicBezTo>
                    <a:cubicBezTo>
                      <a:pt x="10" y="13"/>
                      <a:pt x="7" y="15"/>
                      <a:pt x="4" y="14"/>
                    </a:cubicBezTo>
                    <a:cubicBezTo>
                      <a:pt x="3" y="15"/>
                      <a:pt x="1" y="16"/>
                      <a:pt x="1" y="14"/>
                    </a:cubicBezTo>
                    <a:cubicBezTo>
                      <a:pt x="0" y="12"/>
                      <a:pt x="1" y="11"/>
                      <a:pt x="2" y="11"/>
                    </a:cubicBezTo>
                    <a:cubicBezTo>
                      <a:pt x="5" y="10"/>
                      <a:pt x="6" y="8"/>
                      <a:pt x="6" y="6"/>
                    </a:cubicBezTo>
                    <a:cubicBezTo>
                      <a:pt x="7" y="4"/>
                      <a:pt x="7" y="1"/>
                      <a:pt x="10" y="5"/>
                    </a:cubicBezTo>
                    <a:cubicBezTo>
                      <a:pt x="11" y="6"/>
                      <a:pt x="13" y="6"/>
                      <a:pt x="15" y="7"/>
                    </a:cubicBezTo>
                    <a:cubicBezTo>
                      <a:pt x="15" y="6"/>
                      <a:pt x="16" y="5"/>
                      <a:pt x="17" y="3"/>
                    </a:cubicBezTo>
                    <a:cubicBezTo>
                      <a:pt x="18" y="0"/>
                      <a:pt x="20" y="0"/>
                      <a:pt x="23" y="2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0" name="Freeform 932"/>
              <p:cNvSpPr/>
              <p:nvPr/>
            </p:nvSpPr>
            <p:spPr bwMode="auto">
              <a:xfrm>
                <a:off x="1589" y="2563"/>
                <a:ext cx="40" cy="29"/>
              </a:xfrm>
              <a:custGeom>
                <a:avLst/>
                <a:gdLst>
                  <a:gd name="T0" fmla="*/ 17 w 17"/>
                  <a:gd name="T1" fmla="*/ 9 h 12"/>
                  <a:gd name="T2" fmla="*/ 10 w 17"/>
                  <a:gd name="T3" fmla="*/ 12 h 12"/>
                  <a:gd name="T4" fmla="*/ 9 w 17"/>
                  <a:gd name="T5" fmla="*/ 10 h 12"/>
                  <a:gd name="T6" fmla="*/ 6 w 17"/>
                  <a:gd name="T7" fmla="*/ 4 h 12"/>
                  <a:gd name="T8" fmla="*/ 4 w 17"/>
                  <a:gd name="T9" fmla="*/ 4 h 12"/>
                  <a:gd name="T10" fmla="*/ 0 w 17"/>
                  <a:gd name="T11" fmla="*/ 3 h 12"/>
                  <a:gd name="T12" fmla="*/ 1 w 17"/>
                  <a:gd name="T13" fmla="*/ 0 h 12"/>
                  <a:gd name="T14" fmla="*/ 6 w 17"/>
                  <a:gd name="T15" fmla="*/ 1 h 12"/>
                  <a:gd name="T16" fmla="*/ 15 w 17"/>
                  <a:gd name="T17" fmla="*/ 5 h 12"/>
                  <a:gd name="T18" fmla="*/ 17 w 17"/>
                  <a:gd name="T19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2">
                    <a:moveTo>
                      <a:pt x="17" y="9"/>
                    </a:moveTo>
                    <a:cubicBezTo>
                      <a:pt x="12" y="5"/>
                      <a:pt x="11" y="9"/>
                      <a:pt x="10" y="12"/>
                    </a:cubicBezTo>
                    <a:cubicBezTo>
                      <a:pt x="8" y="12"/>
                      <a:pt x="9" y="11"/>
                      <a:pt x="9" y="10"/>
                    </a:cubicBezTo>
                    <a:cubicBezTo>
                      <a:pt x="11" y="6"/>
                      <a:pt x="9" y="4"/>
                      <a:pt x="6" y="4"/>
                    </a:cubicBezTo>
                    <a:cubicBezTo>
                      <a:pt x="5" y="4"/>
                      <a:pt x="5" y="4"/>
                      <a:pt x="4" y="4"/>
                    </a:cubicBezTo>
                    <a:cubicBezTo>
                      <a:pt x="3" y="4"/>
                      <a:pt x="1" y="4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9" y="2"/>
                      <a:pt x="11" y="6"/>
                      <a:pt x="15" y="5"/>
                    </a:cubicBezTo>
                    <a:cubicBezTo>
                      <a:pt x="17" y="5"/>
                      <a:pt x="15" y="8"/>
                      <a:pt x="17" y="9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1" name="Freeform 933"/>
              <p:cNvSpPr/>
              <p:nvPr/>
            </p:nvSpPr>
            <p:spPr bwMode="auto">
              <a:xfrm>
                <a:off x="1549" y="2535"/>
                <a:ext cx="40" cy="21"/>
              </a:xfrm>
              <a:custGeom>
                <a:avLst/>
                <a:gdLst>
                  <a:gd name="T0" fmla="*/ 4 w 17"/>
                  <a:gd name="T1" fmla="*/ 5 h 9"/>
                  <a:gd name="T2" fmla="*/ 1 w 17"/>
                  <a:gd name="T3" fmla="*/ 0 h 9"/>
                  <a:gd name="T4" fmla="*/ 13 w 17"/>
                  <a:gd name="T5" fmla="*/ 4 h 9"/>
                  <a:gd name="T6" fmla="*/ 16 w 17"/>
                  <a:gd name="T7" fmla="*/ 9 h 9"/>
                  <a:gd name="T8" fmla="*/ 12 w 17"/>
                  <a:gd name="T9" fmla="*/ 6 h 9"/>
                  <a:gd name="T10" fmla="*/ 4 w 17"/>
                  <a:gd name="T11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9">
                    <a:moveTo>
                      <a:pt x="4" y="5"/>
                    </a:moveTo>
                    <a:cubicBezTo>
                      <a:pt x="3" y="4"/>
                      <a:pt x="0" y="4"/>
                      <a:pt x="1" y="0"/>
                    </a:cubicBezTo>
                    <a:cubicBezTo>
                      <a:pt x="4" y="4"/>
                      <a:pt x="9" y="2"/>
                      <a:pt x="13" y="4"/>
                    </a:cubicBezTo>
                    <a:cubicBezTo>
                      <a:pt x="15" y="5"/>
                      <a:pt x="17" y="5"/>
                      <a:pt x="16" y="9"/>
                    </a:cubicBezTo>
                    <a:cubicBezTo>
                      <a:pt x="14" y="8"/>
                      <a:pt x="14" y="5"/>
                      <a:pt x="12" y="6"/>
                    </a:cubicBezTo>
                    <a:cubicBezTo>
                      <a:pt x="9" y="6"/>
                      <a:pt x="7" y="7"/>
                      <a:pt x="4" y="5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2" name="Freeform 934"/>
              <p:cNvSpPr/>
              <p:nvPr/>
            </p:nvSpPr>
            <p:spPr bwMode="auto">
              <a:xfrm>
                <a:off x="1546" y="2590"/>
                <a:ext cx="10" cy="4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2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2"/>
                      <a:pt x="2" y="2"/>
                      <a:pt x="0" y="2"/>
                    </a:cubicBezTo>
                    <a:cubicBezTo>
                      <a:pt x="2" y="0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3" name="Freeform 935"/>
              <p:cNvSpPr/>
              <p:nvPr/>
            </p:nvSpPr>
            <p:spPr bwMode="auto">
              <a:xfrm>
                <a:off x="1591" y="2544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1 w 2"/>
                  <a:gd name="T3" fmla="*/ 2 h 2"/>
                  <a:gd name="T4" fmla="*/ 0 w 2"/>
                  <a:gd name="T5" fmla="*/ 1 h 2"/>
                  <a:gd name="T6" fmla="*/ 1 w 2"/>
                  <a:gd name="T7" fmla="*/ 1 h 2"/>
                  <a:gd name="T8" fmla="*/ 2 w 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4" name="Freeform 936"/>
              <p:cNvSpPr/>
              <p:nvPr/>
            </p:nvSpPr>
            <p:spPr bwMode="auto">
              <a:xfrm>
                <a:off x="939" y="1872"/>
                <a:ext cx="178" cy="154"/>
              </a:xfrm>
              <a:custGeom>
                <a:avLst/>
                <a:gdLst>
                  <a:gd name="T0" fmla="*/ 48 w 75"/>
                  <a:gd name="T1" fmla="*/ 3 h 65"/>
                  <a:gd name="T2" fmla="*/ 58 w 75"/>
                  <a:gd name="T3" fmla="*/ 1 h 65"/>
                  <a:gd name="T4" fmla="*/ 71 w 75"/>
                  <a:gd name="T5" fmla="*/ 10 h 65"/>
                  <a:gd name="T6" fmla="*/ 73 w 75"/>
                  <a:gd name="T7" fmla="*/ 15 h 65"/>
                  <a:gd name="T8" fmla="*/ 72 w 75"/>
                  <a:gd name="T9" fmla="*/ 18 h 65"/>
                  <a:gd name="T10" fmla="*/ 53 w 75"/>
                  <a:gd name="T11" fmla="*/ 18 h 65"/>
                  <a:gd name="T12" fmla="*/ 52 w 75"/>
                  <a:gd name="T13" fmla="*/ 26 h 65"/>
                  <a:gd name="T14" fmla="*/ 48 w 75"/>
                  <a:gd name="T15" fmla="*/ 34 h 65"/>
                  <a:gd name="T16" fmla="*/ 43 w 75"/>
                  <a:gd name="T17" fmla="*/ 33 h 65"/>
                  <a:gd name="T18" fmla="*/ 40 w 75"/>
                  <a:gd name="T19" fmla="*/ 33 h 65"/>
                  <a:gd name="T20" fmla="*/ 42 w 75"/>
                  <a:gd name="T21" fmla="*/ 34 h 65"/>
                  <a:gd name="T22" fmla="*/ 40 w 75"/>
                  <a:gd name="T23" fmla="*/ 38 h 65"/>
                  <a:gd name="T24" fmla="*/ 36 w 75"/>
                  <a:gd name="T25" fmla="*/ 45 h 65"/>
                  <a:gd name="T26" fmla="*/ 35 w 75"/>
                  <a:gd name="T27" fmla="*/ 51 h 65"/>
                  <a:gd name="T28" fmla="*/ 30 w 75"/>
                  <a:gd name="T29" fmla="*/ 60 h 65"/>
                  <a:gd name="T30" fmla="*/ 25 w 75"/>
                  <a:gd name="T31" fmla="*/ 63 h 65"/>
                  <a:gd name="T32" fmla="*/ 22 w 75"/>
                  <a:gd name="T33" fmla="*/ 60 h 65"/>
                  <a:gd name="T34" fmla="*/ 19 w 75"/>
                  <a:gd name="T35" fmla="*/ 64 h 65"/>
                  <a:gd name="T36" fmla="*/ 16 w 75"/>
                  <a:gd name="T37" fmla="*/ 62 h 65"/>
                  <a:gd name="T38" fmla="*/ 15 w 75"/>
                  <a:gd name="T39" fmla="*/ 60 h 65"/>
                  <a:gd name="T40" fmla="*/ 14 w 75"/>
                  <a:gd name="T41" fmla="*/ 55 h 65"/>
                  <a:gd name="T42" fmla="*/ 10 w 75"/>
                  <a:gd name="T43" fmla="*/ 63 h 65"/>
                  <a:gd name="T44" fmla="*/ 10 w 75"/>
                  <a:gd name="T45" fmla="*/ 58 h 65"/>
                  <a:gd name="T46" fmla="*/ 5 w 75"/>
                  <a:gd name="T47" fmla="*/ 60 h 65"/>
                  <a:gd name="T48" fmla="*/ 3 w 75"/>
                  <a:gd name="T49" fmla="*/ 51 h 65"/>
                  <a:gd name="T50" fmla="*/ 2 w 75"/>
                  <a:gd name="T51" fmla="*/ 49 h 65"/>
                  <a:gd name="T52" fmla="*/ 4 w 75"/>
                  <a:gd name="T53" fmla="*/ 48 h 65"/>
                  <a:gd name="T54" fmla="*/ 7 w 75"/>
                  <a:gd name="T55" fmla="*/ 53 h 65"/>
                  <a:gd name="T56" fmla="*/ 8 w 75"/>
                  <a:gd name="T57" fmla="*/ 56 h 65"/>
                  <a:gd name="T58" fmla="*/ 10 w 75"/>
                  <a:gd name="T59" fmla="*/ 55 h 65"/>
                  <a:gd name="T60" fmla="*/ 10 w 75"/>
                  <a:gd name="T61" fmla="*/ 53 h 65"/>
                  <a:gd name="T62" fmla="*/ 9 w 75"/>
                  <a:gd name="T63" fmla="*/ 50 h 65"/>
                  <a:gd name="T64" fmla="*/ 9 w 75"/>
                  <a:gd name="T65" fmla="*/ 40 h 65"/>
                  <a:gd name="T66" fmla="*/ 10 w 75"/>
                  <a:gd name="T67" fmla="*/ 40 h 65"/>
                  <a:gd name="T68" fmla="*/ 17 w 75"/>
                  <a:gd name="T69" fmla="*/ 38 h 65"/>
                  <a:gd name="T70" fmla="*/ 17 w 75"/>
                  <a:gd name="T71" fmla="*/ 37 h 65"/>
                  <a:gd name="T72" fmla="*/ 13 w 75"/>
                  <a:gd name="T73" fmla="*/ 33 h 65"/>
                  <a:gd name="T74" fmla="*/ 13 w 75"/>
                  <a:gd name="T75" fmla="*/ 35 h 65"/>
                  <a:gd name="T76" fmla="*/ 10 w 75"/>
                  <a:gd name="T77" fmla="*/ 37 h 65"/>
                  <a:gd name="T78" fmla="*/ 10 w 75"/>
                  <a:gd name="T79" fmla="*/ 35 h 65"/>
                  <a:gd name="T80" fmla="*/ 5 w 75"/>
                  <a:gd name="T81" fmla="*/ 30 h 65"/>
                  <a:gd name="T82" fmla="*/ 7 w 75"/>
                  <a:gd name="T83" fmla="*/ 36 h 65"/>
                  <a:gd name="T84" fmla="*/ 3 w 75"/>
                  <a:gd name="T85" fmla="*/ 33 h 65"/>
                  <a:gd name="T86" fmla="*/ 0 w 75"/>
                  <a:gd name="T87" fmla="*/ 30 h 65"/>
                  <a:gd name="T88" fmla="*/ 22 w 75"/>
                  <a:gd name="T89" fmla="*/ 17 h 65"/>
                  <a:gd name="T90" fmla="*/ 38 w 75"/>
                  <a:gd name="T91" fmla="*/ 11 h 65"/>
                  <a:gd name="T92" fmla="*/ 48 w 75"/>
                  <a:gd name="T93" fmla="*/ 3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5" h="65">
                    <a:moveTo>
                      <a:pt x="48" y="3"/>
                    </a:moveTo>
                    <a:cubicBezTo>
                      <a:pt x="51" y="3"/>
                      <a:pt x="53" y="0"/>
                      <a:pt x="58" y="1"/>
                    </a:cubicBezTo>
                    <a:cubicBezTo>
                      <a:pt x="64" y="3"/>
                      <a:pt x="68" y="6"/>
                      <a:pt x="71" y="10"/>
                    </a:cubicBezTo>
                    <a:cubicBezTo>
                      <a:pt x="72" y="12"/>
                      <a:pt x="72" y="13"/>
                      <a:pt x="73" y="15"/>
                    </a:cubicBezTo>
                    <a:cubicBezTo>
                      <a:pt x="75" y="16"/>
                      <a:pt x="74" y="17"/>
                      <a:pt x="72" y="18"/>
                    </a:cubicBezTo>
                    <a:cubicBezTo>
                      <a:pt x="67" y="12"/>
                      <a:pt x="58" y="12"/>
                      <a:pt x="53" y="18"/>
                    </a:cubicBezTo>
                    <a:cubicBezTo>
                      <a:pt x="51" y="21"/>
                      <a:pt x="52" y="23"/>
                      <a:pt x="52" y="26"/>
                    </a:cubicBezTo>
                    <a:cubicBezTo>
                      <a:pt x="53" y="30"/>
                      <a:pt x="51" y="33"/>
                      <a:pt x="48" y="34"/>
                    </a:cubicBezTo>
                    <a:cubicBezTo>
                      <a:pt x="46" y="35"/>
                      <a:pt x="44" y="36"/>
                      <a:pt x="43" y="33"/>
                    </a:cubicBezTo>
                    <a:cubicBezTo>
                      <a:pt x="42" y="32"/>
                      <a:pt x="41" y="32"/>
                      <a:pt x="40" y="33"/>
                    </a:cubicBezTo>
                    <a:cubicBezTo>
                      <a:pt x="40" y="33"/>
                      <a:pt x="41" y="33"/>
                      <a:pt x="42" y="34"/>
                    </a:cubicBezTo>
                    <a:cubicBezTo>
                      <a:pt x="42" y="36"/>
                      <a:pt x="42" y="37"/>
                      <a:pt x="40" y="38"/>
                    </a:cubicBezTo>
                    <a:cubicBezTo>
                      <a:pt x="36" y="39"/>
                      <a:pt x="34" y="41"/>
                      <a:pt x="36" y="45"/>
                    </a:cubicBezTo>
                    <a:cubicBezTo>
                      <a:pt x="37" y="47"/>
                      <a:pt x="37" y="50"/>
                      <a:pt x="35" y="51"/>
                    </a:cubicBezTo>
                    <a:cubicBezTo>
                      <a:pt x="32" y="53"/>
                      <a:pt x="31" y="56"/>
                      <a:pt x="30" y="60"/>
                    </a:cubicBezTo>
                    <a:cubicBezTo>
                      <a:pt x="30" y="65"/>
                      <a:pt x="28" y="64"/>
                      <a:pt x="25" y="63"/>
                    </a:cubicBezTo>
                    <a:cubicBezTo>
                      <a:pt x="24" y="62"/>
                      <a:pt x="24" y="61"/>
                      <a:pt x="22" y="60"/>
                    </a:cubicBezTo>
                    <a:cubicBezTo>
                      <a:pt x="21" y="62"/>
                      <a:pt x="21" y="63"/>
                      <a:pt x="19" y="64"/>
                    </a:cubicBezTo>
                    <a:cubicBezTo>
                      <a:pt x="18" y="63"/>
                      <a:pt x="17" y="63"/>
                      <a:pt x="16" y="62"/>
                    </a:cubicBezTo>
                    <a:cubicBezTo>
                      <a:pt x="15" y="62"/>
                      <a:pt x="14" y="61"/>
                      <a:pt x="15" y="60"/>
                    </a:cubicBezTo>
                    <a:cubicBezTo>
                      <a:pt x="21" y="58"/>
                      <a:pt x="13" y="56"/>
                      <a:pt x="14" y="55"/>
                    </a:cubicBezTo>
                    <a:cubicBezTo>
                      <a:pt x="15" y="58"/>
                      <a:pt x="13" y="60"/>
                      <a:pt x="10" y="63"/>
                    </a:cubicBezTo>
                    <a:cubicBezTo>
                      <a:pt x="9" y="61"/>
                      <a:pt x="12" y="59"/>
                      <a:pt x="10" y="58"/>
                    </a:cubicBezTo>
                    <a:cubicBezTo>
                      <a:pt x="8" y="57"/>
                      <a:pt x="7" y="60"/>
                      <a:pt x="5" y="60"/>
                    </a:cubicBezTo>
                    <a:cubicBezTo>
                      <a:pt x="6" y="57"/>
                      <a:pt x="8" y="53"/>
                      <a:pt x="3" y="51"/>
                    </a:cubicBezTo>
                    <a:cubicBezTo>
                      <a:pt x="2" y="51"/>
                      <a:pt x="2" y="50"/>
                      <a:pt x="2" y="49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7" y="49"/>
                      <a:pt x="8" y="51"/>
                      <a:pt x="7" y="53"/>
                    </a:cubicBezTo>
                    <a:cubicBezTo>
                      <a:pt x="7" y="54"/>
                      <a:pt x="7" y="55"/>
                      <a:pt x="8" y="56"/>
                    </a:cubicBezTo>
                    <a:cubicBezTo>
                      <a:pt x="8" y="56"/>
                      <a:pt x="9" y="56"/>
                      <a:pt x="10" y="55"/>
                    </a:cubicBezTo>
                    <a:cubicBezTo>
                      <a:pt x="12" y="54"/>
                      <a:pt x="10" y="54"/>
                      <a:pt x="10" y="53"/>
                    </a:cubicBezTo>
                    <a:cubicBezTo>
                      <a:pt x="10" y="52"/>
                      <a:pt x="11" y="50"/>
                      <a:pt x="9" y="50"/>
                    </a:cubicBezTo>
                    <a:cubicBezTo>
                      <a:pt x="3" y="47"/>
                      <a:pt x="9" y="43"/>
                      <a:pt x="9" y="40"/>
                    </a:cubicBezTo>
                    <a:cubicBezTo>
                      <a:pt x="9" y="39"/>
                      <a:pt x="10" y="39"/>
                      <a:pt x="10" y="40"/>
                    </a:cubicBezTo>
                    <a:cubicBezTo>
                      <a:pt x="13" y="43"/>
                      <a:pt x="14" y="37"/>
                      <a:pt x="17" y="38"/>
                    </a:cubicBezTo>
                    <a:cubicBezTo>
                      <a:pt x="17" y="38"/>
                      <a:pt x="17" y="37"/>
                      <a:pt x="17" y="37"/>
                    </a:cubicBezTo>
                    <a:cubicBezTo>
                      <a:pt x="15" y="36"/>
                      <a:pt x="15" y="33"/>
                      <a:pt x="13" y="33"/>
                    </a:cubicBezTo>
                    <a:cubicBezTo>
                      <a:pt x="12" y="32"/>
                      <a:pt x="13" y="34"/>
                      <a:pt x="13" y="35"/>
                    </a:cubicBezTo>
                    <a:cubicBezTo>
                      <a:pt x="13" y="36"/>
                      <a:pt x="11" y="37"/>
                      <a:pt x="10" y="37"/>
                    </a:cubicBezTo>
                    <a:cubicBezTo>
                      <a:pt x="7" y="36"/>
                      <a:pt x="10" y="35"/>
                      <a:pt x="10" y="35"/>
                    </a:cubicBezTo>
                    <a:cubicBezTo>
                      <a:pt x="9" y="33"/>
                      <a:pt x="7" y="31"/>
                      <a:pt x="5" y="30"/>
                    </a:cubicBezTo>
                    <a:cubicBezTo>
                      <a:pt x="4" y="33"/>
                      <a:pt x="7" y="34"/>
                      <a:pt x="7" y="36"/>
                    </a:cubicBezTo>
                    <a:cubicBezTo>
                      <a:pt x="4" y="37"/>
                      <a:pt x="3" y="35"/>
                      <a:pt x="3" y="33"/>
                    </a:cubicBezTo>
                    <a:cubicBezTo>
                      <a:pt x="3" y="31"/>
                      <a:pt x="2" y="30"/>
                      <a:pt x="0" y="30"/>
                    </a:cubicBezTo>
                    <a:cubicBezTo>
                      <a:pt x="6" y="24"/>
                      <a:pt x="14" y="21"/>
                      <a:pt x="22" y="17"/>
                    </a:cubicBezTo>
                    <a:cubicBezTo>
                      <a:pt x="27" y="14"/>
                      <a:pt x="32" y="13"/>
                      <a:pt x="38" y="11"/>
                    </a:cubicBezTo>
                    <a:cubicBezTo>
                      <a:pt x="42" y="9"/>
                      <a:pt x="45" y="7"/>
                      <a:pt x="48" y="3"/>
                    </a:cubicBezTo>
                    <a:close/>
                  </a:path>
                </a:pathLst>
              </a:custGeom>
              <a:solidFill>
                <a:srgbClr val="ABC9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5" name="Freeform 937"/>
              <p:cNvSpPr/>
              <p:nvPr/>
            </p:nvSpPr>
            <p:spPr bwMode="auto">
              <a:xfrm>
                <a:off x="917" y="2003"/>
                <a:ext cx="140" cy="109"/>
              </a:xfrm>
              <a:custGeom>
                <a:avLst/>
                <a:gdLst>
                  <a:gd name="T0" fmla="*/ 34 w 59"/>
                  <a:gd name="T1" fmla="*/ 8 h 46"/>
                  <a:gd name="T2" fmla="*/ 38 w 59"/>
                  <a:gd name="T3" fmla="*/ 5 h 46"/>
                  <a:gd name="T4" fmla="*/ 51 w 59"/>
                  <a:gd name="T5" fmla="*/ 1 h 46"/>
                  <a:gd name="T6" fmla="*/ 52 w 59"/>
                  <a:gd name="T7" fmla="*/ 1 h 46"/>
                  <a:gd name="T8" fmla="*/ 55 w 59"/>
                  <a:gd name="T9" fmla="*/ 2 h 46"/>
                  <a:gd name="T10" fmla="*/ 53 w 59"/>
                  <a:gd name="T11" fmla="*/ 5 h 46"/>
                  <a:gd name="T12" fmla="*/ 52 w 59"/>
                  <a:gd name="T13" fmla="*/ 6 h 46"/>
                  <a:gd name="T14" fmla="*/ 57 w 59"/>
                  <a:gd name="T15" fmla="*/ 9 h 46"/>
                  <a:gd name="T16" fmla="*/ 59 w 59"/>
                  <a:gd name="T17" fmla="*/ 16 h 46"/>
                  <a:gd name="T18" fmla="*/ 48 w 59"/>
                  <a:gd name="T19" fmla="*/ 43 h 46"/>
                  <a:gd name="T20" fmla="*/ 47 w 59"/>
                  <a:gd name="T21" fmla="*/ 44 h 46"/>
                  <a:gd name="T22" fmla="*/ 34 w 59"/>
                  <a:gd name="T23" fmla="*/ 46 h 46"/>
                  <a:gd name="T24" fmla="*/ 33 w 59"/>
                  <a:gd name="T25" fmla="*/ 46 h 46"/>
                  <a:gd name="T26" fmla="*/ 19 w 59"/>
                  <a:gd name="T27" fmla="*/ 43 h 46"/>
                  <a:gd name="T28" fmla="*/ 18 w 59"/>
                  <a:gd name="T29" fmla="*/ 38 h 46"/>
                  <a:gd name="T30" fmla="*/ 16 w 59"/>
                  <a:gd name="T31" fmla="*/ 38 h 46"/>
                  <a:gd name="T32" fmla="*/ 12 w 59"/>
                  <a:gd name="T33" fmla="*/ 35 h 46"/>
                  <a:gd name="T34" fmla="*/ 13 w 59"/>
                  <a:gd name="T35" fmla="*/ 28 h 46"/>
                  <a:gd name="T36" fmla="*/ 14 w 59"/>
                  <a:gd name="T37" fmla="*/ 27 h 46"/>
                  <a:gd name="T38" fmla="*/ 22 w 59"/>
                  <a:gd name="T39" fmla="*/ 24 h 46"/>
                  <a:gd name="T40" fmla="*/ 25 w 59"/>
                  <a:gd name="T41" fmla="*/ 25 h 46"/>
                  <a:gd name="T42" fmla="*/ 29 w 59"/>
                  <a:gd name="T43" fmla="*/ 31 h 46"/>
                  <a:gd name="T44" fmla="*/ 25 w 59"/>
                  <a:gd name="T45" fmla="*/ 22 h 46"/>
                  <a:gd name="T46" fmla="*/ 23 w 59"/>
                  <a:gd name="T47" fmla="*/ 21 h 46"/>
                  <a:gd name="T48" fmla="*/ 13 w 59"/>
                  <a:gd name="T49" fmla="*/ 23 h 46"/>
                  <a:gd name="T50" fmla="*/ 11 w 59"/>
                  <a:gd name="T51" fmla="*/ 22 h 46"/>
                  <a:gd name="T52" fmla="*/ 8 w 59"/>
                  <a:gd name="T53" fmla="*/ 33 h 46"/>
                  <a:gd name="T54" fmla="*/ 4 w 59"/>
                  <a:gd name="T55" fmla="*/ 32 h 46"/>
                  <a:gd name="T56" fmla="*/ 2 w 59"/>
                  <a:gd name="T57" fmla="*/ 27 h 46"/>
                  <a:gd name="T58" fmla="*/ 3 w 59"/>
                  <a:gd name="T59" fmla="*/ 25 h 46"/>
                  <a:gd name="T60" fmla="*/ 7 w 59"/>
                  <a:gd name="T61" fmla="*/ 19 h 46"/>
                  <a:gd name="T62" fmla="*/ 13 w 59"/>
                  <a:gd name="T63" fmla="*/ 17 h 46"/>
                  <a:gd name="T64" fmla="*/ 30 w 59"/>
                  <a:gd name="T65" fmla="*/ 13 h 46"/>
                  <a:gd name="T66" fmla="*/ 34 w 59"/>
                  <a:gd name="T67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9" h="46">
                    <a:moveTo>
                      <a:pt x="34" y="8"/>
                    </a:moveTo>
                    <a:cubicBezTo>
                      <a:pt x="38" y="8"/>
                      <a:pt x="38" y="7"/>
                      <a:pt x="38" y="5"/>
                    </a:cubicBezTo>
                    <a:cubicBezTo>
                      <a:pt x="42" y="4"/>
                      <a:pt x="46" y="1"/>
                      <a:pt x="51" y="1"/>
                    </a:cubicBezTo>
                    <a:cubicBezTo>
                      <a:pt x="51" y="1"/>
                      <a:pt x="52" y="1"/>
                      <a:pt x="52" y="1"/>
                    </a:cubicBezTo>
                    <a:cubicBezTo>
                      <a:pt x="53" y="1"/>
                      <a:pt x="55" y="0"/>
                      <a:pt x="55" y="2"/>
                    </a:cubicBezTo>
                    <a:cubicBezTo>
                      <a:pt x="56" y="3"/>
                      <a:pt x="55" y="4"/>
                      <a:pt x="53" y="5"/>
                    </a:cubicBezTo>
                    <a:cubicBezTo>
                      <a:pt x="53" y="5"/>
                      <a:pt x="53" y="6"/>
                      <a:pt x="52" y="6"/>
                    </a:cubicBezTo>
                    <a:cubicBezTo>
                      <a:pt x="55" y="5"/>
                      <a:pt x="56" y="8"/>
                      <a:pt x="57" y="9"/>
                    </a:cubicBezTo>
                    <a:cubicBezTo>
                      <a:pt x="59" y="11"/>
                      <a:pt x="59" y="13"/>
                      <a:pt x="59" y="16"/>
                    </a:cubicBezTo>
                    <a:cubicBezTo>
                      <a:pt x="56" y="25"/>
                      <a:pt x="52" y="34"/>
                      <a:pt x="48" y="43"/>
                    </a:cubicBezTo>
                    <a:cubicBezTo>
                      <a:pt x="48" y="44"/>
                      <a:pt x="47" y="44"/>
                      <a:pt x="47" y="44"/>
                    </a:cubicBezTo>
                    <a:cubicBezTo>
                      <a:pt x="42" y="42"/>
                      <a:pt x="39" y="45"/>
                      <a:pt x="34" y="46"/>
                    </a:cubicBezTo>
                    <a:cubicBezTo>
                      <a:pt x="34" y="46"/>
                      <a:pt x="33" y="46"/>
                      <a:pt x="33" y="46"/>
                    </a:cubicBezTo>
                    <a:cubicBezTo>
                      <a:pt x="29" y="42"/>
                      <a:pt x="24" y="45"/>
                      <a:pt x="19" y="43"/>
                    </a:cubicBezTo>
                    <a:cubicBezTo>
                      <a:pt x="17" y="42"/>
                      <a:pt x="18" y="39"/>
                      <a:pt x="18" y="38"/>
                    </a:cubicBezTo>
                    <a:cubicBezTo>
                      <a:pt x="17" y="37"/>
                      <a:pt x="17" y="37"/>
                      <a:pt x="16" y="38"/>
                    </a:cubicBezTo>
                    <a:cubicBezTo>
                      <a:pt x="12" y="40"/>
                      <a:pt x="12" y="39"/>
                      <a:pt x="12" y="35"/>
                    </a:cubicBezTo>
                    <a:cubicBezTo>
                      <a:pt x="11" y="32"/>
                      <a:pt x="14" y="30"/>
                      <a:pt x="13" y="28"/>
                    </a:cubicBezTo>
                    <a:cubicBezTo>
                      <a:pt x="12" y="27"/>
                      <a:pt x="13" y="27"/>
                      <a:pt x="14" y="27"/>
                    </a:cubicBezTo>
                    <a:cubicBezTo>
                      <a:pt x="17" y="27"/>
                      <a:pt x="20" y="25"/>
                      <a:pt x="22" y="24"/>
                    </a:cubicBezTo>
                    <a:cubicBezTo>
                      <a:pt x="24" y="23"/>
                      <a:pt x="25" y="24"/>
                      <a:pt x="25" y="25"/>
                    </a:cubicBezTo>
                    <a:cubicBezTo>
                      <a:pt x="24" y="29"/>
                      <a:pt x="27" y="30"/>
                      <a:pt x="29" y="31"/>
                    </a:cubicBezTo>
                    <a:cubicBezTo>
                      <a:pt x="28" y="28"/>
                      <a:pt x="25" y="25"/>
                      <a:pt x="25" y="22"/>
                    </a:cubicBezTo>
                    <a:cubicBezTo>
                      <a:pt x="24" y="20"/>
                      <a:pt x="23" y="20"/>
                      <a:pt x="23" y="21"/>
                    </a:cubicBezTo>
                    <a:cubicBezTo>
                      <a:pt x="20" y="26"/>
                      <a:pt x="17" y="24"/>
                      <a:pt x="13" y="23"/>
                    </a:cubicBezTo>
                    <a:cubicBezTo>
                      <a:pt x="13" y="23"/>
                      <a:pt x="12" y="23"/>
                      <a:pt x="11" y="22"/>
                    </a:cubicBezTo>
                    <a:cubicBezTo>
                      <a:pt x="13" y="26"/>
                      <a:pt x="12" y="31"/>
                      <a:pt x="8" y="33"/>
                    </a:cubicBezTo>
                    <a:cubicBezTo>
                      <a:pt x="7" y="33"/>
                      <a:pt x="5" y="33"/>
                      <a:pt x="4" y="32"/>
                    </a:cubicBezTo>
                    <a:cubicBezTo>
                      <a:pt x="3" y="31"/>
                      <a:pt x="0" y="30"/>
                      <a:pt x="2" y="27"/>
                    </a:cubicBezTo>
                    <a:cubicBezTo>
                      <a:pt x="3" y="27"/>
                      <a:pt x="3" y="26"/>
                      <a:pt x="3" y="25"/>
                    </a:cubicBezTo>
                    <a:cubicBezTo>
                      <a:pt x="1" y="21"/>
                      <a:pt x="5" y="21"/>
                      <a:pt x="7" y="19"/>
                    </a:cubicBezTo>
                    <a:cubicBezTo>
                      <a:pt x="9" y="17"/>
                      <a:pt x="11" y="18"/>
                      <a:pt x="13" y="17"/>
                    </a:cubicBezTo>
                    <a:cubicBezTo>
                      <a:pt x="19" y="14"/>
                      <a:pt x="25" y="14"/>
                      <a:pt x="30" y="13"/>
                    </a:cubicBezTo>
                    <a:cubicBezTo>
                      <a:pt x="30" y="10"/>
                      <a:pt x="31" y="8"/>
                      <a:pt x="34" y="8"/>
                    </a:cubicBezTo>
                    <a:close/>
                  </a:path>
                </a:pathLst>
              </a:custGeom>
              <a:solidFill>
                <a:srgbClr val="B7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6" name="Freeform 938"/>
              <p:cNvSpPr/>
              <p:nvPr/>
            </p:nvSpPr>
            <p:spPr bwMode="auto">
              <a:xfrm>
                <a:off x="844" y="2048"/>
                <a:ext cx="149" cy="83"/>
              </a:xfrm>
              <a:custGeom>
                <a:avLst/>
                <a:gdLst>
                  <a:gd name="T0" fmla="*/ 38 w 63"/>
                  <a:gd name="T1" fmla="*/ 0 h 35"/>
                  <a:gd name="T2" fmla="*/ 38 w 63"/>
                  <a:gd name="T3" fmla="*/ 2 h 35"/>
                  <a:gd name="T4" fmla="*/ 36 w 63"/>
                  <a:gd name="T5" fmla="*/ 8 h 35"/>
                  <a:gd name="T6" fmla="*/ 33 w 63"/>
                  <a:gd name="T7" fmla="*/ 9 h 35"/>
                  <a:gd name="T8" fmla="*/ 41 w 63"/>
                  <a:gd name="T9" fmla="*/ 11 h 35"/>
                  <a:gd name="T10" fmla="*/ 40 w 63"/>
                  <a:gd name="T11" fmla="*/ 3 h 35"/>
                  <a:gd name="T12" fmla="*/ 47 w 63"/>
                  <a:gd name="T13" fmla="*/ 4 h 35"/>
                  <a:gd name="T14" fmla="*/ 51 w 63"/>
                  <a:gd name="T15" fmla="*/ 2 h 35"/>
                  <a:gd name="T16" fmla="*/ 57 w 63"/>
                  <a:gd name="T17" fmla="*/ 0 h 35"/>
                  <a:gd name="T18" fmla="*/ 61 w 63"/>
                  <a:gd name="T19" fmla="*/ 11 h 35"/>
                  <a:gd name="T20" fmla="*/ 62 w 63"/>
                  <a:gd name="T21" fmla="*/ 12 h 35"/>
                  <a:gd name="T22" fmla="*/ 59 w 63"/>
                  <a:gd name="T23" fmla="*/ 13 h 35"/>
                  <a:gd name="T24" fmla="*/ 55 w 63"/>
                  <a:gd name="T25" fmla="*/ 5 h 35"/>
                  <a:gd name="T26" fmla="*/ 44 w 63"/>
                  <a:gd name="T27" fmla="*/ 8 h 35"/>
                  <a:gd name="T28" fmla="*/ 44 w 63"/>
                  <a:gd name="T29" fmla="*/ 14 h 35"/>
                  <a:gd name="T30" fmla="*/ 44 w 63"/>
                  <a:gd name="T31" fmla="*/ 19 h 35"/>
                  <a:gd name="T32" fmla="*/ 48 w 63"/>
                  <a:gd name="T33" fmla="*/ 17 h 35"/>
                  <a:gd name="T34" fmla="*/ 51 w 63"/>
                  <a:gd name="T35" fmla="*/ 23 h 35"/>
                  <a:gd name="T36" fmla="*/ 50 w 63"/>
                  <a:gd name="T37" fmla="*/ 28 h 35"/>
                  <a:gd name="T38" fmla="*/ 46 w 63"/>
                  <a:gd name="T39" fmla="*/ 27 h 35"/>
                  <a:gd name="T40" fmla="*/ 43 w 63"/>
                  <a:gd name="T41" fmla="*/ 28 h 35"/>
                  <a:gd name="T42" fmla="*/ 36 w 63"/>
                  <a:gd name="T43" fmla="*/ 24 h 35"/>
                  <a:gd name="T44" fmla="*/ 35 w 63"/>
                  <a:gd name="T45" fmla="*/ 31 h 35"/>
                  <a:gd name="T46" fmla="*/ 31 w 63"/>
                  <a:gd name="T47" fmla="*/ 32 h 35"/>
                  <a:gd name="T48" fmla="*/ 31 w 63"/>
                  <a:gd name="T49" fmla="*/ 29 h 35"/>
                  <a:gd name="T50" fmla="*/ 30 w 63"/>
                  <a:gd name="T51" fmla="*/ 33 h 35"/>
                  <a:gd name="T52" fmla="*/ 28 w 63"/>
                  <a:gd name="T53" fmla="*/ 34 h 35"/>
                  <a:gd name="T54" fmla="*/ 18 w 63"/>
                  <a:gd name="T55" fmla="*/ 34 h 35"/>
                  <a:gd name="T56" fmla="*/ 13 w 63"/>
                  <a:gd name="T57" fmla="*/ 32 h 35"/>
                  <a:gd name="T58" fmla="*/ 4 w 63"/>
                  <a:gd name="T59" fmla="*/ 29 h 35"/>
                  <a:gd name="T60" fmla="*/ 1 w 63"/>
                  <a:gd name="T61" fmla="*/ 25 h 35"/>
                  <a:gd name="T62" fmla="*/ 2 w 63"/>
                  <a:gd name="T63" fmla="*/ 24 h 35"/>
                  <a:gd name="T64" fmla="*/ 0 w 63"/>
                  <a:gd name="T65" fmla="*/ 15 h 35"/>
                  <a:gd name="T66" fmla="*/ 11 w 63"/>
                  <a:gd name="T67" fmla="*/ 12 h 35"/>
                  <a:gd name="T68" fmla="*/ 13 w 63"/>
                  <a:gd name="T69" fmla="*/ 10 h 35"/>
                  <a:gd name="T70" fmla="*/ 24 w 63"/>
                  <a:gd name="T71" fmla="*/ 5 h 35"/>
                  <a:gd name="T72" fmla="*/ 34 w 63"/>
                  <a:gd name="T73" fmla="*/ 2 h 35"/>
                  <a:gd name="T74" fmla="*/ 38 w 63"/>
                  <a:gd name="T7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3" h="35">
                    <a:moveTo>
                      <a:pt x="38" y="0"/>
                    </a:moveTo>
                    <a:cubicBezTo>
                      <a:pt x="38" y="1"/>
                      <a:pt x="38" y="2"/>
                      <a:pt x="38" y="2"/>
                    </a:cubicBezTo>
                    <a:cubicBezTo>
                      <a:pt x="37" y="3"/>
                      <a:pt x="36" y="6"/>
                      <a:pt x="36" y="8"/>
                    </a:cubicBezTo>
                    <a:cubicBezTo>
                      <a:pt x="36" y="10"/>
                      <a:pt x="34" y="8"/>
                      <a:pt x="33" y="9"/>
                    </a:cubicBezTo>
                    <a:cubicBezTo>
                      <a:pt x="36" y="10"/>
                      <a:pt x="37" y="16"/>
                      <a:pt x="41" y="11"/>
                    </a:cubicBezTo>
                    <a:cubicBezTo>
                      <a:pt x="43" y="8"/>
                      <a:pt x="45" y="6"/>
                      <a:pt x="40" y="3"/>
                    </a:cubicBezTo>
                    <a:cubicBezTo>
                      <a:pt x="43" y="2"/>
                      <a:pt x="45" y="3"/>
                      <a:pt x="47" y="4"/>
                    </a:cubicBezTo>
                    <a:cubicBezTo>
                      <a:pt x="50" y="5"/>
                      <a:pt x="50" y="5"/>
                      <a:pt x="51" y="2"/>
                    </a:cubicBezTo>
                    <a:cubicBezTo>
                      <a:pt x="52" y="0"/>
                      <a:pt x="55" y="2"/>
                      <a:pt x="57" y="0"/>
                    </a:cubicBezTo>
                    <a:cubicBezTo>
                      <a:pt x="54" y="5"/>
                      <a:pt x="60" y="7"/>
                      <a:pt x="61" y="11"/>
                    </a:cubicBezTo>
                    <a:cubicBezTo>
                      <a:pt x="61" y="11"/>
                      <a:pt x="63" y="11"/>
                      <a:pt x="62" y="12"/>
                    </a:cubicBezTo>
                    <a:cubicBezTo>
                      <a:pt x="61" y="13"/>
                      <a:pt x="61" y="14"/>
                      <a:pt x="59" y="13"/>
                    </a:cubicBezTo>
                    <a:cubicBezTo>
                      <a:pt x="57" y="11"/>
                      <a:pt x="52" y="11"/>
                      <a:pt x="55" y="5"/>
                    </a:cubicBezTo>
                    <a:cubicBezTo>
                      <a:pt x="52" y="8"/>
                      <a:pt x="49" y="10"/>
                      <a:pt x="44" y="8"/>
                    </a:cubicBezTo>
                    <a:cubicBezTo>
                      <a:pt x="46" y="11"/>
                      <a:pt x="47" y="12"/>
                      <a:pt x="44" y="14"/>
                    </a:cubicBezTo>
                    <a:cubicBezTo>
                      <a:pt x="42" y="15"/>
                      <a:pt x="46" y="17"/>
                      <a:pt x="44" y="19"/>
                    </a:cubicBezTo>
                    <a:cubicBezTo>
                      <a:pt x="46" y="21"/>
                      <a:pt x="45" y="15"/>
                      <a:pt x="48" y="17"/>
                    </a:cubicBezTo>
                    <a:cubicBezTo>
                      <a:pt x="51" y="19"/>
                      <a:pt x="49" y="22"/>
                      <a:pt x="51" y="23"/>
                    </a:cubicBezTo>
                    <a:cubicBezTo>
                      <a:pt x="52" y="25"/>
                      <a:pt x="51" y="27"/>
                      <a:pt x="50" y="28"/>
                    </a:cubicBezTo>
                    <a:cubicBezTo>
                      <a:pt x="48" y="29"/>
                      <a:pt x="47" y="28"/>
                      <a:pt x="46" y="27"/>
                    </a:cubicBezTo>
                    <a:cubicBezTo>
                      <a:pt x="45" y="26"/>
                      <a:pt x="44" y="27"/>
                      <a:pt x="43" y="28"/>
                    </a:cubicBezTo>
                    <a:cubicBezTo>
                      <a:pt x="38" y="31"/>
                      <a:pt x="37" y="30"/>
                      <a:pt x="36" y="24"/>
                    </a:cubicBezTo>
                    <a:cubicBezTo>
                      <a:pt x="35" y="26"/>
                      <a:pt x="36" y="29"/>
                      <a:pt x="35" y="31"/>
                    </a:cubicBezTo>
                    <a:cubicBezTo>
                      <a:pt x="34" y="32"/>
                      <a:pt x="33" y="33"/>
                      <a:pt x="31" y="32"/>
                    </a:cubicBezTo>
                    <a:cubicBezTo>
                      <a:pt x="29" y="32"/>
                      <a:pt x="31" y="30"/>
                      <a:pt x="31" y="29"/>
                    </a:cubicBezTo>
                    <a:cubicBezTo>
                      <a:pt x="30" y="30"/>
                      <a:pt x="30" y="32"/>
                      <a:pt x="30" y="33"/>
                    </a:cubicBezTo>
                    <a:cubicBezTo>
                      <a:pt x="30" y="34"/>
                      <a:pt x="29" y="35"/>
                      <a:pt x="28" y="34"/>
                    </a:cubicBezTo>
                    <a:cubicBezTo>
                      <a:pt x="24" y="31"/>
                      <a:pt x="21" y="34"/>
                      <a:pt x="18" y="34"/>
                    </a:cubicBezTo>
                    <a:cubicBezTo>
                      <a:pt x="15" y="35"/>
                      <a:pt x="14" y="34"/>
                      <a:pt x="13" y="32"/>
                    </a:cubicBezTo>
                    <a:cubicBezTo>
                      <a:pt x="10" y="27"/>
                      <a:pt x="10" y="27"/>
                      <a:pt x="4" y="29"/>
                    </a:cubicBezTo>
                    <a:cubicBezTo>
                      <a:pt x="1" y="29"/>
                      <a:pt x="0" y="28"/>
                      <a:pt x="1" y="25"/>
                    </a:cubicBezTo>
                    <a:cubicBezTo>
                      <a:pt x="1" y="25"/>
                      <a:pt x="1" y="24"/>
                      <a:pt x="2" y="24"/>
                    </a:cubicBezTo>
                    <a:cubicBezTo>
                      <a:pt x="3" y="21"/>
                      <a:pt x="3" y="17"/>
                      <a:pt x="0" y="15"/>
                    </a:cubicBezTo>
                    <a:cubicBezTo>
                      <a:pt x="3" y="13"/>
                      <a:pt x="7" y="13"/>
                      <a:pt x="11" y="12"/>
                    </a:cubicBezTo>
                    <a:cubicBezTo>
                      <a:pt x="12" y="12"/>
                      <a:pt x="13" y="12"/>
                      <a:pt x="13" y="10"/>
                    </a:cubicBezTo>
                    <a:cubicBezTo>
                      <a:pt x="16" y="7"/>
                      <a:pt x="19" y="5"/>
                      <a:pt x="24" y="5"/>
                    </a:cubicBezTo>
                    <a:cubicBezTo>
                      <a:pt x="28" y="5"/>
                      <a:pt x="31" y="4"/>
                      <a:pt x="34" y="2"/>
                    </a:cubicBezTo>
                    <a:cubicBezTo>
                      <a:pt x="35" y="0"/>
                      <a:pt x="37" y="0"/>
                      <a:pt x="38" y="0"/>
                    </a:cubicBezTo>
                    <a:close/>
                  </a:path>
                </a:pathLst>
              </a:custGeom>
              <a:solidFill>
                <a:srgbClr val="B3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7" name="Freeform 939"/>
              <p:cNvSpPr/>
              <p:nvPr/>
            </p:nvSpPr>
            <p:spPr bwMode="auto">
              <a:xfrm>
                <a:off x="820" y="1988"/>
                <a:ext cx="102" cy="57"/>
              </a:xfrm>
              <a:custGeom>
                <a:avLst/>
                <a:gdLst>
                  <a:gd name="T0" fmla="*/ 28 w 43"/>
                  <a:gd name="T1" fmla="*/ 24 h 24"/>
                  <a:gd name="T2" fmla="*/ 26 w 43"/>
                  <a:gd name="T3" fmla="*/ 21 h 24"/>
                  <a:gd name="T4" fmla="*/ 23 w 43"/>
                  <a:gd name="T5" fmla="*/ 20 h 24"/>
                  <a:gd name="T6" fmla="*/ 17 w 43"/>
                  <a:gd name="T7" fmla="*/ 19 h 24"/>
                  <a:gd name="T8" fmla="*/ 16 w 43"/>
                  <a:gd name="T9" fmla="*/ 18 h 24"/>
                  <a:gd name="T10" fmla="*/ 11 w 43"/>
                  <a:gd name="T11" fmla="*/ 16 h 24"/>
                  <a:gd name="T12" fmla="*/ 9 w 43"/>
                  <a:gd name="T13" fmla="*/ 19 h 24"/>
                  <a:gd name="T14" fmla="*/ 7 w 43"/>
                  <a:gd name="T15" fmla="*/ 16 h 24"/>
                  <a:gd name="T16" fmla="*/ 5 w 43"/>
                  <a:gd name="T17" fmla="*/ 15 h 24"/>
                  <a:gd name="T18" fmla="*/ 2 w 43"/>
                  <a:gd name="T19" fmla="*/ 15 h 24"/>
                  <a:gd name="T20" fmla="*/ 2 w 43"/>
                  <a:gd name="T21" fmla="*/ 12 h 24"/>
                  <a:gd name="T22" fmla="*/ 9 w 43"/>
                  <a:gd name="T23" fmla="*/ 8 h 24"/>
                  <a:gd name="T24" fmla="*/ 12 w 43"/>
                  <a:gd name="T25" fmla="*/ 11 h 24"/>
                  <a:gd name="T26" fmla="*/ 12 w 43"/>
                  <a:gd name="T27" fmla="*/ 9 h 24"/>
                  <a:gd name="T28" fmla="*/ 14 w 43"/>
                  <a:gd name="T29" fmla="*/ 6 h 24"/>
                  <a:gd name="T30" fmla="*/ 17 w 43"/>
                  <a:gd name="T31" fmla="*/ 5 h 24"/>
                  <a:gd name="T32" fmla="*/ 26 w 43"/>
                  <a:gd name="T33" fmla="*/ 2 h 24"/>
                  <a:gd name="T34" fmla="*/ 22 w 43"/>
                  <a:gd name="T35" fmla="*/ 9 h 24"/>
                  <a:gd name="T36" fmla="*/ 24 w 43"/>
                  <a:gd name="T37" fmla="*/ 7 h 24"/>
                  <a:gd name="T38" fmla="*/ 26 w 43"/>
                  <a:gd name="T39" fmla="*/ 7 h 24"/>
                  <a:gd name="T40" fmla="*/ 30 w 43"/>
                  <a:gd name="T41" fmla="*/ 12 h 24"/>
                  <a:gd name="T42" fmla="*/ 31 w 43"/>
                  <a:gd name="T43" fmla="*/ 11 h 24"/>
                  <a:gd name="T44" fmla="*/ 31 w 43"/>
                  <a:gd name="T45" fmla="*/ 5 h 24"/>
                  <a:gd name="T46" fmla="*/ 35 w 43"/>
                  <a:gd name="T47" fmla="*/ 8 h 24"/>
                  <a:gd name="T48" fmla="*/ 41 w 43"/>
                  <a:gd name="T49" fmla="*/ 11 h 24"/>
                  <a:gd name="T50" fmla="*/ 42 w 43"/>
                  <a:gd name="T51" fmla="*/ 13 h 24"/>
                  <a:gd name="T52" fmla="*/ 40 w 43"/>
                  <a:gd name="T53" fmla="*/ 14 h 24"/>
                  <a:gd name="T54" fmla="*/ 31 w 43"/>
                  <a:gd name="T55" fmla="*/ 15 h 24"/>
                  <a:gd name="T56" fmla="*/ 34 w 43"/>
                  <a:gd name="T57" fmla="*/ 19 h 24"/>
                  <a:gd name="T58" fmla="*/ 29 w 43"/>
                  <a:gd name="T59" fmla="*/ 24 h 24"/>
                  <a:gd name="T60" fmla="*/ 28 w 43"/>
                  <a:gd name="T6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24">
                    <a:moveTo>
                      <a:pt x="28" y="24"/>
                    </a:moveTo>
                    <a:cubicBezTo>
                      <a:pt x="28" y="22"/>
                      <a:pt x="26" y="23"/>
                      <a:pt x="26" y="21"/>
                    </a:cubicBezTo>
                    <a:cubicBezTo>
                      <a:pt x="26" y="19"/>
                      <a:pt x="25" y="19"/>
                      <a:pt x="23" y="20"/>
                    </a:cubicBezTo>
                    <a:cubicBezTo>
                      <a:pt x="22" y="21"/>
                      <a:pt x="18" y="24"/>
                      <a:pt x="17" y="19"/>
                    </a:cubicBezTo>
                    <a:cubicBezTo>
                      <a:pt x="17" y="19"/>
                      <a:pt x="17" y="18"/>
                      <a:pt x="16" y="18"/>
                    </a:cubicBezTo>
                    <a:cubicBezTo>
                      <a:pt x="14" y="18"/>
                      <a:pt x="12" y="17"/>
                      <a:pt x="11" y="16"/>
                    </a:cubicBezTo>
                    <a:cubicBezTo>
                      <a:pt x="9" y="16"/>
                      <a:pt x="11" y="18"/>
                      <a:pt x="9" y="19"/>
                    </a:cubicBezTo>
                    <a:cubicBezTo>
                      <a:pt x="8" y="19"/>
                      <a:pt x="9" y="16"/>
                      <a:pt x="7" y="16"/>
                    </a:cubicBezTo>
                    <a:cubicBezTo>
                      <a:pt x="9" y="12"/>
                      <a:pt x="6" y="14"/>
                      <a:pt x="5" y="15"/>
                    </a:cubicBezTo>
                    <a:cubicBezTo>
                      <a:pt x="4" y="16"/>
                      <a:pt x="3" y="16"/>
                      <a:pt x="2" y="15"/>
                    </a:cubicBezTo>
                    <a:cubicBezTo>
                      <a:pt x="0" y="14"/>
                      <a:pt x="3" y="13"/>
                      <a:pt x="2" y="12"/>
                    </a:cubicBezTo>
                    <a:cubicBezTo>
                      <a:pt x="7" y="15"/>
                      <a:pt x="6" y="9"/>
                      <a:pt x="9" y="8"/>
                    </a:cubicBezTo>
                    <a:cubicBezTo>
                      <a:pt x="9" y="10"/>
                      <a:pt x="9" y="12"/>
                      <a:pt x="12" y="11"/>
                    </a:cubicBezTo>
                    <a:cubicBezTo>
                      <a:pt x="13" y="10"/>
                      <a:pt x="14" y="10"/>
                      <a:pt x="12" y="9"/>
                    </a:cubicBezTo>
                    <a:cubicBezTo>
                      <a:pt x="8" y="5"/>
                      <a:pt x="14" y="7"/>
                      <a:pt x="14" y="6"/>
                    </a:cubicBezTo>
                    <a:cubicBezTo>
                      <a:pt x="16" y="7"/>
                      <a:pt x="17" y="6"/>
                      <a:pt x="17" y="5"/>
                    </a:cubicBezTo>
                    <a:cubicBezTo>
                      <a:pt x="19" y="0"/>
                      <a:pt x="22" y="1"/>
                      <a:pt x="26" y="2"/>
                    </a:cubicBezTo>
                    <a:cubicBezTo>
                      <a:pt x="24" y="4"/>
                      <a:pt x="21" y="6"/>
                      <a:pt x="22" y="9"/>
                    </a:cubicBezTo>
                    <a:cubicBezTo>
                      <a:pt x="23" y="9"/>
                      <a:pt x="23" y="8"/>
                      <a:pt x="24" y="7"/>
                    </a:cubicBezTo>
                    <a:cubicBezTo>
                      <a:pt x="24" y="6"/>
                      <a:pt x="26" y="6"/>
                      <a:pt x="26" y="7"/>
                    </a:cubicBezTo>
                    <a:cubicBezTo>
                      <a:pt x="25" y="11"/>
                      <a:pt x="30" y="9"/>
                      <a:pt x="30" y="12"/>
                    </a:cubicBezTo>
                    <a:cubicBezTo>
                      <a:pt x="31" y="12"/>
                      <a:pt x="31" y="11"/>
                      <a:pt x="31" y="11"/>
                    </a:cubicBezTo>
                    <a:cubicBezTo>
                      <a:pt x="30" y="9"/>
                      <a:pt x="29" y="6"/>
                      <a:pt x="31" y="5"/>
                    </a:cubicBezTo>
                    <a:cubicBezTo>
                      <a:pt x="33" y="4"/>
                      <a:pt x="34" y="7"/>
                      <a:pt x="35" y="8"/>
                    </a:cubicBezTo>
                    <a:cubicBezTo>
                      <a:pt x="37" y="9"/>
                      <a:pt x="39" y="10"/>
                      <a:pt x="41" y="11"/>
                    </a:cubicBezTo>
                    <a:cubicBezTo>
                      <a:pt x="42" y="11"/>
                      <a:pt x="43" y="12"/>
                      <a:pt x="42" y="13"/>
                    </a:cubicBezTo>
                    <a:cubicBezTo>
                      <a:pt x="42" y="15"/>
                      <a:pt x="41" y="14"/>
                      <a:pt x="40" y="14"/>
                    </a:cubicBezTo>
                    <a:cubicBezTo>
                      <a:pt x="37" y="14"/>
                      <a:pt x="34" y="14"/>
                      <a:pt x="31" y="15"/>
                    </a:cubicBezTo>
                    <a:cubicBezTo>
                      <a:pt x="31" y="17"/>
                      <a:pt x="34" y="17"/>
                      <a:pt x="34" y="19"/>
                    </a:cubicBezTo>
                    <a:cubicBezTo>
                      <a:pt x="33" y="21"/>
                      <a:pt x="26" y="17"/>
                      <a:pt x="29" y="24"/>
                    </a:cubicBezTo>
                    <a:cubicBezTo>
                      <a:pt x="29" y="24"/>
                      <a:pt x="28" y="24"/>
                      <a:pt x="28" y="24"/>
                    </a:cubicBezTo>
                    <a:close/>
                  </a:path>
                </a:pathLst>
              </a:custGeom>
              <a:solidFill>
                <a:srgbClr val="A1C2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8" name="Freeform 940"/>
              <p:cNvSpPr/>
              <p:nvPr/>
            </p:nvSpPr>
            <p:spPr bwMode="auto">
              <a:xfrm>
                <a:off x="853" y="2045"/>
                <a:ext cx="48" cy="29"/>
              </a:xfrm>
              <a:custGeom>
                <a:avLst/>
                <a:gdLst>
                  <a:gd name="T0" fmla="*/ 14 w 20"/>
                  <a:gd name="T1" fmla="*/ 0 h 12"/>
                  <a:gd name="T2" fmla="*/ 15 w 20"/>
                  <a:gd name="T3" fmla="*/ 0 h 12"/>
                  <a:gd name="T4" fmla="*/ 20 w 20"/>
                  <a:gd name="T5" fmla="*/ 6 h 12"/>
                  <a:gd name="T6" fmla="*/ 9 w 20"/>
                  <a:gd name="T7" fmla="*/ 11 h 12"/>
                  <a:gd name="T8" fmla="*/ 3 w 20"/>
                  <a:gd name="T9" fmla="*/ 12 h 12"/>
                  <a:gd name="T10" fmla="*/ 0 w 20"/>
                  <a:gd name="T11" fmla="*/ 7 h 12"/>
                  <a:gd name="T12" fmla="*/ 4 w 20"/>
                  <a:gd name="T13" fmla="*/ 4 h 12"/>
                  <a:gd name="T14" fmla="*/ 9 w 20"/>
                  <a:gd name="T15" fmla="*/ 2 h 12"/>
                  <a:gd name="T16" fmla="*/ 14 w 20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12">
                    <a:moveTo>
                      <a:pt x="14" y="0"/>
                    </a:moveTo>
                    <a:cubicBezTo>
                      <a:pt x="14" y="0"/>
                      <a:pt x="15" y="0"/>
                      <a:pt x="15" y="0"/>
                    </a:cubicBezTo>
                    <a:cubicBezTo>
                      <a:pt x="17" y="1"/>
                      <a:pt x="20" y="5"/>
                      <a:pt x="20" y="6"/>
                    </a:cubicBezTo>
                    <a:cubicBezTo>
                      <a:pt x="16" y="8"/>
                      <a:pt x="13" y="9"/>
                      <a:pt x="9" y="11"/>
                    </a:cubicBezTo>
                    <a:cubicBezTo>
                      <a:pt x="7" y="12"/>
                      <a:pt x="5" y="9"/>
                      <a:pt x="3" y="12"/>
                    </a:cubicBezTo>
                    <a:cubicBezTo>
                      <a:pt x="2" y="10"/>
                      <a:pt x="1" y="9"/>
                      <a:pt x="0" y="7"/>
                    </a:cubicBezTo>
                    <a:cubicBezTo>
                      <a:pt x="0" y="6"/>
                      <a:pt x="2" y="3"/>
                      <a:pt x="4" y="4"/>
                    </a:cubicBezTo>
                    <a:cubicBezTo>
                      <a:pt x="7" y="5"/>
                      <a:pt x="8" y="4"/>
                      <a:pt x="9" y="2"/>
                    </a:cubicBezTo>
                    <a:cubicBezTo>
                      <a:pt x="10" y="0"/>
                      <a:pt x="13" y="1"/>
                      <a:pt x="14" y="0"/>
                    </a:cubicBezTo>
                    <a:close/>
                  </a:path>
                </a:pathLst>
              </a:custGeom>
              <a:solidFill>
                <a:srgbClr val="9DC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89" name="Freeform 941"/>
              <p:cNvSpPr/>
              <p:nvPr/>
            </p:nvSpPr>
            <p:spPr bwMode="auto">
              <a:xfrm>
                <a:off x="984" y="2012"/>
                <a:ext cx="14" cy="22"/>
              </a:xfrm>
              <a:custGeom>
                <a:avLst/>
                <a:gdLst>
                  <a:gd name="T0" fmla="*/ 6 w 6"/>
                  <a:gd name="T1" fmla="*/ 4 h 9"/>
                  <a:gd name="T2" fmla="*/ 2 w 6"/>
                  <a:gd name="T3" fmla="*/ 9 h 9"/>
                  <a:gd name="T4" fmla="*/ 0 w 6"/>
                  <a:gd name="T5" fmla="*/ 5 h 9"/>
                  <a:gd name="T6" fmla="*/ 1 w 6"/>
                  <a:gd name="T7" fmla="*/ 3 h 9"/>
                  <a:gd name="T8" fmla="*/ 3 w 6"/>
                  <a:gd name="T9" fmla="*/ 0 h 9"/>
                  <a:gd name="T10" fmla="*/ 6 w 6"/>
                  <a:gd name="T11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6" y="4"/>
                    </a:moveTo>
                    <a:cubicBezTo>
                      <a:pt x="4" y="5"/>
                      <a:pt x="3" y="7"/>
                      <a:pt x="2" y="9"/>
                    </a:cubicBezTo>
                    <a:cubicBezTo>
                      <a:pt x="2" y="7"/>
                      <a:pt x="1" y="6"/>
                      <a:pt x="0" y="5"/>
                    </a:cubicBezTo>
                    <a:cubicBezTo>
                      <a:pt x="1" y="4"/>
                      <a:pt x="1" y="4"/>
                      <a:pt x="1" y="3"/>
                    </a:cubicBezTo>
                    <a:cubicBezTo>
                      <a:pt x="2" y="2"/>
                      <a:pt x="0" y="0"/>
                      <a:pt x="3" y="0"/>
                    </a:cubicBezTo>
                    <a:cubicBezTo>
                      <a:pt x="4" y="0"/>
                      <a:pt x="6" y="2"/>
                      <a:pt x="6" y="4"/>
                    </a:cubicBezTo>
                    <a:close/>
                  </a:path>
                </a:pathLst>
              </a:custGeom>
              <a:solidFill>
                <a:srgbClr val="A1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0" name="Freeform 942"/>
              <p:cNvSpPr/>
              <p:nvPr/>
            </p:nvSpPr>
            <p:spPr bwMode="auto">
              <a:xfrm>
                <a:off x="1364" y="2654"/>
                <a:ext cx="270" cy="242"/>
              </a:xfrm>
              <a:custGeom>
                <a:avLst/>
                <a:gdLst>
                  <a:gd name="T0" fmla="*/ 105 w 114"/>
                  <a:gd name="T1" fmla="*/ 33 h 102"/>
                  <a:gd name="T2" fmla="*/ 109 w 114"/>
                  <a:gd name="T3" fmla="*/ 42 h 102"/>
                  <a:gd name="T4" fmla="*/ 114 w 114"/>
                  <a:gd name="T5" fmla="*/ 51 h 102"/>
                  <a:gd name="T6" fmla="*/ 101 w 114"/>
                  <a:gd name="T7" fmla="*/ 57 h 102"/>
                  <a:gd name="T8" fmla="*/ 64 w 114"/>
                  <a:gd name="T9" fmla="*/ 77 h 102"/>
                  <a:gd name="T10" fmla="*/ 42 w 114"/>
                  <a:gd name="T11" fmla="*/ 89 h 102"/>
                  <a:gd name="T12" fmla="*/ 24 w 114"/>
                  <a:gd name="T13" fmla="*/ 93 h 102"/>
                  <a:gd name="T14" fmla="*/ 13 w 114"/>
                  <a:gd name="T15" fmla="*/ 98 h 102"/>
                  <a:gd name="T16" fmla="*/ 3 w 114"/>
                  <a:gd name="T17" fmla="*/ 102 h 102"/>
                  <a:gd name="T18" fmla="*/ 0 w 114"/>
                  <a:gd name="T19" fmla="*/ 102 h 102"/>
                  <a:gd name="T20" fmla="*/ 0 w 114"/>
                  <a:gd name="T21" fmla="*/ 99 h 102"/>
                  <a:gd name="T22" fmla="*/ 10 w 114"/>
                  <a:gd name="T23" fmla="*/ 85 h 102"/>
                  <a:gd name="T24" fmla="*/ 12 w 114"/>
                  <a:gd name="T25" fmla="*/ 78 h 102"/>
                  <a:gd name="T26" fmla="*/ 8 w 114"/>
                  <a:gd name="T27" fmla="*/ 72 h 102"/>
                  <a:gd name="T28" fmla="*/ 4 w 114"/>
                  <a:gd name="T29" fmla="*/ 63 h 102"/>
                  <a:gd name="T30" fmla="*/ 2 w 114"/>
                  <a:gd name="T31" fmla="*/ 61 h 102"/>
                  <a:gd name="T32" fmla="*/ 3 w 114"/>
                  <a:gd name="T33" fmla="*/ 60 h 102"/>
                  <a:gd name="T34" fmla="*/ 15 w 114"/>
                  <a:gd name="T35" fmla="*/ 58 h 102"/>
                  <a:gd name="T36" fmla="*/ 17 w 114"/>
                  <a:gd name="T37" fmla="*/ 56 h 102"/>
                  <a:gd name="T38" fmla="*/ 30 w 114"/>
                  <a:gd name="T39" fmla="*/ 47 h 102"/>
                  <a:gd name="T40" fmla="*/ 31 w 114"/>
                  <a:gd name="T41" fmla="*/ 46 h 102"/>
                  <a:gd name="T42" fmla="*/ 42 w 114"/>
                  <a:gd name="T43" fmla="*/ 28 h 102"/>
                  <a:gd name="T44" fmla="*/ 48 w 114"/>
                  <a:gd name="T45" fmla="*/ 25 h 102"/>
                  <a:gd name="T46" fmla="*/ 34 w 114"/>
                  <a:gd name="T47" fmla="*/ 25 h 102"/>
                  <a:gd name="T48" fmla="*/ 25 w 114"/>
                  <a:gd name="T49" fmla="*/ 23 h 102"/>
                  <a:gd name="T50" fmla="*/ 19 w 114"/>
                  <a:gd name="T51" fmla="*/ 20 h 102"/>
                  <a:gd name="T52" fmla="*/ 28 w 114"/>
                  <a:gd name="T53" fmla="*/ 14 h 102"/>
                  <a:gd name="T54" fmla="*/ 53 w 114"/>
                  <a:gd name="T55" fmla="*/ 2 h 102"/>
                  <a:gd name="T56" fmla="*/ 53 w 114"/>
                  <a:gd name="T57" fmla="*/ 2 h 102"/>
                  <a:gd name="T58" fmla="*/ 56 w 114"/>
                  <a:gd name="T59" fmla="*/ 1 h 102"/>
                  <a:gd name="T60" fmla="*/ 63 w 114"/>
                  <a:gd name="T61" fmla="*/ 2 h 102"/>
                  <a:gd name="T62" fmla="*/ 74 w 114"/>
                  <a:gd name="T63" fmla="*/ 7 h 102"/>
                  <a:gd name="T64" fmla="*/ 75 w 114"/>
                  <a:gd name="T65" fmla="*/ 15 h 102"/>
                  <a:gd name="T66" fmla="*/ 78 w 114"/>
                  <a:gd name="T67" fmla="*/ 19 h 102"/>
                  <a:gd name="T68" fmla="*/ 99 w 114"/>
                  <a:gd name="T69" fmla="*/ 18 h 102"/>
                  <a:gd name="T70" fmla="*/ 106 w 114"/>
                  <a:gd name="T71" fmla="*/ 27 h 102"/>
                  <a:gd name="T72" fmla="*/ 105 w 114"/>
                  <a:gd name="T73" fmla="*/ 33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14" h="102">
                    <a:moveTo>
                      <a:pt x="105" y="33"/>
                    </a:moveTo>
                    <a:cubicBezTo>
                      <a:pt x="104" y="36"/>
                      <a:pt x="107" y="39"/>
                      <a:pt x="109" y="42"/>
                    </a:cubicBezTo>
                    <a:cubicBezTo>
                      <a:pt x="111" y="44"/>
                      <a:pt x="112" y="48"/>
                      <a:pt x="114" y="51"/>
                    </a:cubicBezTo>
                    <a:cubicBezTo>
                      <a:pt x="110" y="53"/>
                      <a:pt x="105" y="55"/>
                      <a:pt x="101" y="57"/>
                    </a:cubicBezTo>
                    <a:cubicBezTo>
                      <a:pt x="88" y="63"/>
                      <a:pt x="77" y="72"/>
                      <a:pt x="64" y="77"/>
                    </a:cubicBezTo>
                    <a:cubicBezTo>
                      <a:pt x="56" y="80"/>
                      <a:pt x="50" y="86"/>
                      <a:pt x="42" y="89"/>
                    </a:cubicBezTo>
                    <a:cubicBezTo>
                      <a:pt x="35" y="89"/>
                      <a:pt x="29" y="89"/>
                      <a:pt x="24" y="93"/>
                    </a:cubicBezTo>
                    <a:cubicBezTo>
                      <a:pt x="21" y="95"/>
                      <a:pt x="17" y="97"/>
                      <a:pt x="13" y="98"/>
                    </a:cubicBezTo>
                    <a:cubicBezTo>
                      <a:pt x="10" y="99"/>
                      <a:pt x="6" y="99"/>
                      <a:pt x="3" y="102"/>
                    </a:cubicBezTo>
                    <a:cubicBezTo>
                      <a:pt x="2" y="102"/>
                      <a:pt x="1" y="102"/>
                      <a:pt x="0" y="102"/>
                    </a:cubicBezTo>
                    <a:cubicBezTo>
                      <a:pt x="0" y="101"/>
                      <a:pt x="0" y="100"/>
                      <a:pt x="0" y="99"/>
                    </a:cubicBezTo>
                    <a:cubicBezTo>
                      <a:pt x="3" y="94"/>
                      <a:pt x="7" y="90"/>
                      <a:pt x="10" y="85"/>
                    </a:cubicBezTo>
                    <a:cubicBezTo>
                      <a:pt x="11" y="83"/>
                      <a:pt x="12" y="81"/>
                      <a:pt x="12" y="78"/>
                    </a:cubicBezTo>
                    <a:cubicBezTo>
                      <a:pt x="14" y="74"/>
                      <a:pt x="9" y="74"/>
                      <a:pt x="8" y="72"/>
                    </a:cubicBezTo>
                    <a:cubicBezTo>
                      <a:pt x="10" y="66"/>
                      <a:pt x="10" y="66"/>
                      <a:pt x="4" y="63"/>
                    </a:cubicBezTo>
                    <a:cubicBezTo>
                      <a:pt x="3" y="63"/>
                      <a:pt x="2" y="62"/>
                      <a:pt x="2" y="61"/>
                    </a:cubicBezTo>
                    <a:cubicBezTo>
                      <a:pt x="3" y="61"/>
                      <a:pt x="3" y="61"/>
                      <a:pt x="3" y="60"/>
                    </a:cubicBezTo>
                    <a:cubicBezTo>
                      <a:pt x="7" y="60"/>
                      <a:pt x="11" y="58"/>
                      <a:pt x="15" y="58"/>
                    </a:cubicBezTo>
                    <a:cubicBezTo>
                      <a:pt x="16" y="58"/>
                      <a:pt x="16" y="56"/>
                      <a:pt x="17" y="56"/>
                    </a:cubicBezTo>
                    <a:cubicBezTo>
                      <a:pt x="23" y="56"/>
                      <a:pt x="28" y="53"/>
                      <a:pt x="30" y="47"/>
                    </a:cubicBezTo>
                    <a:cubicBezTo>
                      <a:pt x="30" y="46"/>
                      <a:pt x="30" y="46"/>
                      <a:pt x="31" y="46"/>
                    </a:cubicBezTo>
                    <a:cubicBezTo>
                      <a:pt x="36" y="41"/>
                      <a:pt x="39" y="34"/>
                      <a:pt x="42" y="28"/>
                    </a:cubicBezTo>
                    <a:cubicBezTo>
                      <a:pt x="43" y="26"/>
                      <a:pt x="46" y="26"/>
                      <a:pt x="48" y="25"/>
                    </a:cubicBezTo>
                    <a:cubicBezTo>
                      <a:pt x="43" y="27"/>
                      <a:pt x="39" y="28"/>
                      <a:pt x="34" y="25"/>
                    </a:cubicBezTo>
                    <a:cubicBezTo>
                      <a:pt x="31" y="23"/>
                      <a:pt x="28" y="23"/>
                      <a:pt x="25" y="23"/>
                    </a:cubicBezTo>
                    <a:cubicBezTo>
                      <a:pt x="22" y="23"/>
                      <a:pt x="20" y="23"/>
                      <a:pt x="19" y="20"/>
                    </a:cubicBezTo>
                    <a:cubicBezTo>
                      <a:pt x="21" y="17"/>
                      <a:pt x="25" y="15"/>
                      <a:pt x="28" y="14"/>
                    </a:cubicBezTo>
                    <a:cubicBezTo>
                      <a:pt x="36" y="10"/>
                      <a:pt x="44" y="4"/>
                      <a:pt x="53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4" y="1"/>
                      <a:pt x="55" y="0"/>
                      <a:pt x="56" y="1"/>
                    </a:cubicBezTo>
                    <a:cubicBezTo>
                      <a:pt x="58" y="3"/>
                      <a:pt x="61" y="1"/>
                      <a:pt x="63" y="2"/>
                    </a:cubicBezTo>
                    <a:cubicBezTo>
                      <a:pt x="68" y="2"/>
                      <a:pt x="72" y="3"/>
                      <a:pt x="74" y="7"/>
                    </a:cubicBezTo>
                    <a:cubicBezTo>
                      <a:pt x="76" y="10"/>
                      <a:pt x="77" y="12"/>
                      <a:pt x="75" y="15"/>
                    </a:cubicBezTo>
                    <a:cubicBezTo>
                      <a:pt x="73" y="19"/>
                      <a:pt x="75" y="20"/>
                      <a:pt x="78" y="19"/>
                    </a:cubicBezTo>
                    <a:cubicBezTo>
                      <a:pt x="85" y="18"/>
                      <a:pt x="92" y="18"/>
                      <a:pt x="99" y="18"/>
                    </a:cubicBezTo>
                    <a:cubicBezTo>
                      <a:pt x="105" y="18"/>
                      <a:pt x="107" y="21"/>
                      <a:pt x="106" y="27"/>
                    </a:cubicBezTo>
                    <a:cubicBezTo>
                      <a:pt x="105" y="29"/>
                      <a:pt x="105" y="31"/>
                      <a:pt x="105" y="33"/>
                    </a:cubicBezTo>
                    <a:close/>
                  </a:path>
                </a:pathLst>
              </a:custGeom>
              <a:solidFill>
                <a:srgbClr val="F7F4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1" name="Freeform 943"/>
              <p:cNvSpPr/>
              <p:nvPr/>
            </p:nvSpPr>
            <p:spPr bwMode="auto">
              <a:xfrm>
                <a:off x="1553" y="2601"/>
                <a:ext cx="46" cy="36"/>
              </a:xfrm>
              <a:custGeom>
                <a:avLst/>
                <a:gdLst>
                  <a:gd name="T0" fmla="*/ 19 w 19"/>
                  <a:gd name="T1" fmla="*/ 2 h 15"/>
                  <a:gd name="T2" fmla="*/ 19 w 19"/>
                  <a:gd name="T3" fmla="*/ 2 h 15"/>
                  <a:gd name="T4" fmla="*/ 0 w 19"/>
                  <a:gd name="T5" fmla="*/ 15 h 15"/>
                  <a:gd name="T6" fmla="*/ 0 w 19"/>
                  <a:gd name="T7" fmla="*/ 14 h 15"/>
                  <a:gd name="T8" fmla="*/ 4 w 19"/>
                  <a:gd name="T9" fmla="*/ 9 h 15"/>
                  <a:gd name="T10" fmla="*/ 7 w 19"/>
                  <a:gd name="T11" fmla="*/ 6 h 15"/>
                  <a:gd name="T12" fmla="*/ 9 w 19"/>
                  <a:gd name="T13" fmla="*/ 2 h 15"/>
                  <a:gd name="T14" fmla="*/ 11 w 19"/>
                  <a:gd name="T15" fmla="*/ 0 h 15"/>
                  <a:gd name="T16" fmla="*/ 19 w 19"/>
                  <a:gd name="T17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15">
                    <a:moveTo>
                      <a:pt x="19" y="2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14" y="7"/>
                      <a:pt x="7" y="12"/>
                      <a:pt x="0" y="15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0" y="11"/>
                      <a:pt x="3" y="11"/>
                      <a:pt x="4" y="9"/>
                    </a:cubicBezTo>
                    <a:cubicBezTo>
                      <a:pt x="5" y="7"/>
                      <a:pt x="6" y="6"/>
                      <a:pt x="7" y="6"/>
                    </a:cubicBezTo>
                    <a:cubicBezTo>
                      <a:pt x="8" y="5"/>
                      <a:pt x="9" y="3"/>
                      <a:pt x="9" y="2"/>
                    </a:cubicBezTo>
                    <a:cubicBezTo>
                      <a:pt x="10" y="1"/>
                      <a:pt x="10" y="1"/>
                      <a:pt x="11" y="0"/>
                    </a:cubicBezTo>
                    <a:cubicBezTo>
                      <a:pt x="13" y="1"/>
                      <a:pt x="16" y="1"/>
                      <a:pt x="19" y="2"/>
                    </a:cubicBezTo>
                    <a:close/>
                  </a:path>
                </a:pathLst>
              </a:custGeom>
              <a:solidFill>
                <a:srgbClr val="FAAA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2" name="Freeform 944"/>
              <p:cNvSpPr/>
              <p:nvPr/>
            </p:nvSpPr>
            <p:spPr bwMode="auto">
              <a:xfrm>
                <a:off x="1530" y="2630"/>
                <a:ext cx="23" cy="17"/>
              </a:xfrm>
              <a:custGeom>
                <a:avLst/>
                <a:gdLst>
                  <a:gd name="T0" fmla="*/ 10 w 10"/>
                  <a:gd name="T1" fmla="*/ 2 h 7"/>
                  <a:gd name="T2" fmla="*/ 10 w 10"/>
                  <a:gd name="T3" fmla="*/ 3 h 7"/>
                  <a:gd name="T4" fmla="*/ 1 w 10"/>
                  <a:gd name="T5" fmla="*/ 7 h 7"/>
                  <a:gd name="T6" fmla="*/ 0 w 10"/>
                  <a:gd name="T7" fmla="*/ 6 h 7"/>
                  <a:gd name="T8" fmla="*/ 1 w 10"/>
                  <a:gd name="T9" fmla="*/ 6 h 7"/>
                  <a:gd name="T10" fmla="*/ 1 w 10"/>
                  <a:gd name="T11" fmla="*/ 6 h 7"/>
                  <a:gd name="T12" fmla="*/ 10 w 10"/>
                  <a:gd name="T13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7">
                    <a:moveTo>
                      <a:pt x="10" y="2"/>
                    </a:moveTo>
                    <a:cubicBezTo>
                      <a:pt x="10" y="2"/>
                      <a:pt x="10" y="3"/>
                      <a:pt x="10" y="3"/>
                    </a:cubicBezTo>
                    <a:cubicBezTo>
                      <a:pt x="7" y="5"/>
                      <a:pt x="4" y="6"/>
                      <a:pt x="1" y="7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4"/>
                      <a:pt x="6" y="0"/>
                      <a:pt x="10" y="2"/>
                    </a:cubicBezTo>
                    <a:close/>
                  </a:path>
                </a:pathLst>
              </a:custGeom>
              <a:solidFill>
                <a:srgbClr val="FAAA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3" name="Freeform 945"/>
              <p:cNvSpPr/>
              <p:nvPr/>
            </p:nvSpPr>
            <p:spPr bwMode="auto">
              <a:xfrm>
                <a:off x="1506" y="2644"/>
                <a:ext cx="26" cy="7"/>
              </a:xfrm>
              <a:custGeom>
                <a:avLst/>
                <a:gdLst>
                  <a:gd name="T0" fmla="*/ 11 w 11"/>
                  <a:gd name="T1" fmla="*/ 0 h 3"/>
                  <a:gd name="T2" fmla="*/ 11 w 11"/>
                  <a:gd name="T3" fmla="*/ 1 h 3"/>
                  <a:gd name="T4" fmla="*/ 0 w 11"/>
                  <a:gd name="T5" fmla="*/ 3 h 3"/>
                  <a:gd name="T6" fmla="*/ 11 w 1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3">
                    <a:moveTo>
                      <a:pt x="11" y="0"/>
                    </a:moveTo>
                    <a:cubicBezTo>
                      <a:pt x="11" y="0"/>
                      <a:pt x="11" y="1"/>
                      <a:pt x="11" y="1"/>
                    </a:cubicBezTo>
                    <a:cubicBezTo>
                      <a:pt x="7" y="2"/>
                      <a:pt x="4" y="3"/>
                      <a:pt x="0" y="3"/>
                    </a:cubicBezTo>
                    <a:cubicBezTo>
                      <a:pt x="3" y="1"/>
                      <a:pt x="7" y="0"/>
                      <a:pt x="11" y="0"/>
                    </a:cubicBezTo>
                    <a:close/>
                  </a:path>
                </a:pathLst>
              </a:custGeom>
              <a:solidFill>
                <a:srgbClr val="FB88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4" name="Freeform 946"/>
              <p:cNvSpPr/>
              <p:nvPr/>
            </p:nvSpPr>
            <p:spPr bwMode="auto">
              <a:xfrm>
                <a:off x="1489" y="2654"/>
                <a:ext cx="10" cy="4"/>
              </a:xfrm>
              <a:custGeom>
                <a:avLst/>
                <a:gdLst>
                  <a:gd name="T0" fmla="*/ 3 w 4"/>
                  <a:gd name="T1" fmla="*/ 1 h 2"/>
                  <a:gd name="T2" fmla="*/ 0 w 4"/>
                  <a:gd name="T3" fmla="*/ 2 h 2"/>
                  <a:gd name="T4" fmla="*/ 4 w 4"/>
                  <a:gd name="T5" fmla="*/ 0 h 2"/>
                  <a:gd name="T6" fmla="*/ 3 w 4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3" y="1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4" y="0"/>
                      <a:pt x="4" y="0"/>
                      <a:pt x="3" y="1"/>
                    </a:cubicBezTo>
                    <a:close/>
                  </a:path>
                </a:pathLst>
              </a:custGeom>
              <a:solidFill>
                <a:srgbClr val="FBA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5" name="Freeform 947"/>
              <p:cNvSpPr/>
              <p:nvPr/>
            </p:nvSpPr>
            <p:spPr bwMode="auto">
              <a:xfrm>
                <a:off x="970" y="2784"/>
                <a:ext cx="106" cy="150"/>
              </a:xfrm>
              <a:custGeom>
                <a:avLst/>
                <a:gdLst>
                  <a:gd name="T0" fmla="*/ 1 w 45"/>
                  <a:gd name="T1" fmla="*/ 2 h 63"/>
                  <a:gd name="T2" fmla="*/ 3 w 45"/>
                  <a:gd name="T3" fmla="*/ 0 h 63"/>
                  <a:gd name="T4" fmla="*/ 7 w 45"/>
                  <a:gd name="T5" fmla="*/ 1 h 63"/>
                  <a:gd name="T6" fmla="*/ 25 w 45"/>
                  <a:gd name="T7" fmla="*/ 14 h 63"/>
                  <a:gd name="T8" fmla="*/ 39 w 45"/>
                  <a:gd name="T9" fmla="*/ 19 h 63"/>
                  <a:gd name="T10" fmla="*/ 41 w 45"/>
                  <a:gd name="T11" fmla="*/ 22 h 63"/>
                  <a:gd name="T12" fmla="*/ 42 w 45"/>
                  <a:gd name="T13" fmla="*/ 23 h 63"/>
                  <a:gd name="T14" fmla="*/ 42 w 45"/>
                  <a:gd name="T15" fmla="*/ 24 h 63"/>
                  <a:gd name="T16" fmla="*/ 44 w 45"/>
                  <a:gd name="T17" fmla="*/ 45 h 63"/>
                  <a:gd name="T18" fmla="*/ 45 w 45"/>
                  <a:gd name="T19" fmla="*/ 47 h 63"/>
                  <a:gd name="T20" fmla="*/ 43 w 45"/>
                  <a:gd name="T21" fmla="*/ 51 h 63"/>
                  <a:gd name="T22" fmla="*/ 36 w 45"/>
                  <a:gd name="T23" fmla="*/ 46 h 63"/>
                  <a:gd name="T24" fmla="*/ 39 w 45"/>
                  <a:gd name="T25" fmla="*/ 42 h 63"/>
                  <a:gd name="T26" fmla="*/ 38 w 45"/>
                  <a:gd name="T27" fmla="*/ 33 h 63"/>
                  <a:gd name="T28" fmla="*/ 38 w 45"/>
                  <a:gd name="T29" fmla="*/ 37 h 63"/>
                  <a:gd name="T30" fmla="*/ 35 w 45"/>
                  <a:gd name="T31" fmla="*/ 37 h 63"/>
                  <a:gd name="T32" fmla="*/ 21 w 45"/>
                  <a:gd name="T33" fmla="*/ 29 h 63"/>
                  <a:gd name="T34" fmla="*/ 19 w 45"/>
                  <a:gd name="T35" fmla="*/ 27 h 63"/>
                  <a:gd name="T36" fmla="*/ 17 w 45"/>
                  <a:gd name="T37" fmla="*/ 23 h 63"/>
                  <a:gd name="T38" fmla="*/ 13 w 45"/>
                  <a:gd name="T39" fmla="*/ 19 h 63"/>
                  <a:gd name="T40" fmla="*/ 9 w 45"/>
                  <a:gd name="T41" fmla="*/ 23 h 63"/>
                  <a:gd name="T42" fmla="*/ 9 w 45"/>
                  <a:gd name="T43" fmla="*/ 31 h 63"/>
                  <a:gd name="T44" fmla="*/ 10 w 45"/>
                  <a:gd name="T45" fmla="*/ 34 h 63"/>
                  <a:gd name="T46" fmla="*/ 16 w 45"/>
                  <a:gd name="T47" fmla="*/ 43 h 63"/>
                  <a:gd name="T48" fmla="*/ 7 w 45"/>
                  <a:gd name="T49" fmla="*/ 49 h 63"/>
                  <a:gd name="T50" fmla="*/ 4 w 45"/>
                  <a:gd name="T51" fmla="*/ 54 h 63"/>
                  <a:gd name="T52" fmla="*/ 6 w 45"/>
                  <a:gd name="T53" fmla="*/ 56 h 63"/>
                  <a:gd name="T54" fmla="*/ 6 w 45"/>
                  <a:gd name="T55" fmla="*/ 59 h 63"/>
                  <a:gd name="T56" fmla="*/ 4 w 45"/>
                  <a:gd name="T57" fmla="*/ 63 h 63"/>
                  <a:gd name="T58" fmla="*/ 2 w 45"/>
                  <a:gd name="T59" fmla="*/ 61 h 63"/>
                  <a:gd name="T60" fmla="*/ 1 w 45"/>
                  <a:gd name="T61" fmla="*/ 58 h 63"/>
                  <a:gd name="T62" fmla="*/ 1 w 45"/>
                  <a:gd name="T63" fmla="*/ 43 h 63"/>
                  <a:gd name="T64" fmla="*/ 2 w 45"/>
                  <a:gd name="T65" fmla="*/ 36 h 63"/>
                  <a:gd name="T66" fmla="*/ 2 w 45"/>
                  <a:gd name="T67" fmla="*/ 29 h 63"/>
                  <a:gd name="T68" fmla="*/ 6 w 45"/>
                  <a:gd name="T69" fmla="*/ 13 h 63"/>
                  <a:gd name="T70" fmla="*/ 5 w 45"/>
                  <a:gd name="T71" fmla="*/ 8 h 63"/>
                  <a:gd name="T72" fmla="*/ 4 w 45"/>
                  <a:gd name="T73" fmla="*/ 7 h 63"/>
                  <a:gd name="T74" fmla="*/ 1 w 45"/>
                  <a:gd name="T75" fmla="*/ 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" h="63">
                    <a:moveTo>
                      <a:pt x="1" y="2"/>
                    </a:moveTo>
                    <a:cubicBezTo>
                      <a:pt x="1" y="2"/>
                      <a:pt x="2" y="1"/>
                      <a:pt x="3" y="0"/>
                    </a:cubicBezTo>
                    <a:cubicBezTo>
                      <a:pt x="4" y="1"/>
                      <a:pt x="6" y="1"/>
                      <a:pt x="7" y="1"/>
                    </a:cubicBezTo>
                    <a:cubicBezTo>
                      <a:pt x="12" y="7"/>
                      <a:pt x="18" y="11"/>
                      <a:pt x="25" y="14"/>
                    </a:cubicBezTo>
                    <a:cubicBezTo>
                      <a:pt x="30" y="16"/>
                      <a:pt x="34" y="17"/>
                      <a:pt x="39" y="19"/>
                    </a:cubicBezTo>
                    <a:cubicBezTo>
                      <a:pt x="40" y="20"/>
                      <a:pt x="40" y="21"/>
                      <a:pt x="41" y="22"/>
                    </a:cubicBezTo>
                    <a:cubicBezTo>
                      <a:pt x="41" y="22"/>
                      <a:pt x="41" y="23"/>
                      <a:pt x="42" y="23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9" y="31"/>
                      <a:pt x="45" y="38"/>
                      <a:pt x="44" y="45"/>
                    </a:cubicBezTo>
                    <a:cubicBezTo>
                      <a:pt x="44" y="45"/>
                      <a:pt x="45" y="46"/>
                      <a:pt x="45" y="47"/>
                    </a:cubicBezTo>
                    <a:cubicBezTo>
                      <a:pt x="45" y="49"/>
                      <a:pt x="45" y="51"/>
                      <a:pt x="43" y="51"/>
                    </a:cubicBezTo>
                    <a:cubicBezTo>
                      <a:pt x="44" y="46"/>
                      <a:pt x="39" y="47"/>
                      <a:pt x="36" y="46"/>
                    </a:cubicBezTo>
                    <a:cubicBezTo>
                      <a:pt x="36" y="43"/>
                      <a:pt x="38" y="43"/>
                      <a:pt x="39" y="42"/>
                    </a:cubicBezTo>
                    <a:cubicBezTo>
                      <a:pt x="40" y="38"/>
                      <a:pt x="40" y="38"/>
                      <a:pt x="38" y="33"/>
                    </a:cubicBezTo>
                    <a:cubicBezTo>
                      <a:pt x="38" y="35"/>
                      <a:pt x="39" y="36"/>
                      <a:pt x="38" y="37"/>
                    </a:cubicBezTo>
                    <a:cubicBezTo>
                      <a:pt x="37" y="38"/>
                      <a:pt x="35" y="38"/>
                      <a:pt x="35" y="37"/>
                    </a:cubicBezTo>
                    <a:cubicBezTo>
                      <a:pt x="31" y="33"/>
                      <a:pt x="24" y="34"/>
                      <a:pt x="21" y="29"/>
                    </a:cubicBezTo>
                    <a:cubicBezTo>
                      <a:pt x="21" y="28"/>
                      <a:pt x="20" y="28"/>
                      <a:pt x="19" y="27"/>
                    </a:cubicBezTo>
                    <a:cubicBezTo>
                      <a:pt x="18" y="26"/>
                      <a:pt x="17" y="25"/>
                      <a:pt x="17" y="23"/>
                    </a:cubicBezTo>
                    <a:cubicBezTo>
                      <a:pt x="17" y="21"/>
                      <a:pt x="16" y="19"/>
                      <a:pt x="13" y="19"/>
                    </a:cubicBezTo>
                    <a:cubicBezTo>
                      <a:pt x="10" y="19"/>
                      <a:pt x="9" y="20"/>
                      <a:pt x="9" y="23"/>
                    </a:cubicBezTo>
                    <a:cubicBezTo>
                      <a:pt x="9" y="26"/>
                      <a:pt x="9" y="28"/>
                      <a:pt x="9" y="31"/>
                    </a:cubicBezTo>
                    <a:cubicBezTo>
                      <a:pt x="8" y="32"/>
                      <a:pt x="9" y="33"/>
                      <a:pt x="10" y="34"/>
                    </a:cubicBezTo>
                    <a:cubicBezTo>
                      <a:pt x="13" y="36"/>
                      <a:pt x="14" y="40"/>
                      <a:pt x="16" y="43"/>
                    </a:cubicBezTo>
                    <a:cubicBezTo>
                      <a:pt x="13" y="45"/>
                      <a:pt x="11" y="48"/>
                      <a:pt x="7" y="49"/>
                    </a:cubicBezTo>
                    <a:cubicBezTo>
                      <a:pt x="4" y="49"/>
                      <a:pt x="5" y="52"/>
                      <a:pt x="4" y="54"/>
                    </a:cubicBezTo>
                    <a:cubicBezTo>
                      <a:pt x="3" y="55"/>
                      <a:pt x="5" y="55"/>
                      <a:pt x="6" y="56"/>
                    </a:cubicBezTo>
                    <a:cubicBezTo>
                      <a:pt x="7" y="57"/>
                      <a:pt x="6" y="58"/>
                      <a:pt x="6" y="59"/>
                    </a:cubicBezTo>
                    <a:cubicBezTo>
                      <a:pt x="5" y="60"/>
                      <a:pt x="6" y="62"/>
                      <a:pt x="4" y="63"/>
                    </a:cubicBezTo>
                    <a:cubicBezTo>
                      <a:pt x="3" y="63"/>
                      <a:pt x="3" y="62"/>
                      <a:pt x="2" y="61"/>
                    </a:cubicBezTo>
                    <a:cubicBezTo>
                      <a:pt x="2" y="60"/>
                      <a:pt x="1" y="59"/>
                      <a:pt x="1" y="58"/>
                    </a:cubicBezTo>
                    <a:cubicBezTo>
                      <a:pt x="1" y="53"/>
                      <a:pt x="1" y="48"/>
                      <a:pt x="1" y="43"/>
                    </a:cubicBezTo>
                    <a:cubicBezTo>
                      <a:pt x="1" y="41"/>
                      <a:pt x="0" y="38"/>
                      <a:pt x="2" y="36"/>
                    </a:cubicBezTo>
                    <a:cubicBezTo>
                      <a:pt x="3" y="34"/>
                      <a:pt x="2" y="31"/>
                      <a:pt x="2" y="29"/>
                    </a:cubicBezTo>
                    <a:cubicBezTo>
                      <a:pt x="3" y="24"/>
                      <a:pt x="3" y="18"/>
                      <a:pt x="6" y="13"/>
                    </a:cubicBezTo>
                    <a:cubicBezTo>
                      <a:pt x="8" y="11"/>
                      <a:pt x="6" y="10"/>
                      <a:pt x="5" y="8"/>
                    </a:cubicBezTo>
                    <a:cubicBezTo>
                      <a:pt x="5" y="8"/>
                      <a:pt x="5" y="7"/>
                      <a:pt x="4" y="7"/>
                    </a:cubicBezTo>
                    <a:cubicBezTo>
                      <a:pt x="3" y="5"/>
                      <a:pt x="4" y="3"/>
                      <a:pt x="1" y="2"/>
                    </a:cubicBezTo>
                    <a:close/>
                  </a:path>
                </a:pathLst>
              </a:custGeom>
              <a:solidFill>
                <a:srgbClr val="F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6" name="Freeform 948"/>
              <p:cNvSpPr/>
              <p:nvPr/>
            </p:nvSpPr>
            <p:spPr bwMode="auto">
              <a:xfrm>
                <a:off x="986" y="2830"/>
                <a:ext cx="83" cy="68"/>
              </a:xfrm>
              <a:custGeom>
                <a:avLst/>
                <a:gdLst>
                  <a:gd name="T0" fmla="*/ 9 w 35"/>
                  <a:gd name="T1" fmla="*/ 24 h 29"/>
                  <a:gd name="T2" fmla="*/ 5 w 35"/>
                  <a:gd name="T3" fmla="*/ 19 h 29"/>
                  <a:gd name="T4" fmla="*/ 3 w 35"/>
                  <a:gd name="T5" fmla="*/ 17 h 29"/>
                  <a:gd name="T6" fmla="*/ 0 w 35"/>
                  <a:gd name="T7" fmla="*/ 12 h 29"/>
                  <a:gd name="T8" fmla="*/ 0 w 35"/>
                  <a:gd name="T9" fmla="*/ 4 h 29"/>
                  <a:gd name="T10" fmla="*/ 8 w 35"/>
                  <a:gd name="T11" fmla="*/ 3 h 29"/>
                  <a:gd name="T12" fmla="*/ 12 w 35"/>
                  <a:gd name="T13" fmla="*/ 7 h 29"/>
                  <a:gd name="T14" fmla="*/ 13 w 35"/>
                  <a:gd name="T15" fmla="*/ 7 h 29"/>
                  <a:gd name="T16" fmla="*/ 26 w 35"/>
                  <a:gd name="T17" fmla="*/ 16 h 29"/>
                  <a:gd name="T18" fmla="*/ 31 w 35"/>
                  <a:gd name="T19" fmla="*/ 18 h 29"/>
                  <a:gd name="T20" fmla="*/ 33 w 35"/>
                  <a:gd name="T21" fmla="*/ 24 h 29"/>
                  <a:gd name="T22" fmla="*/ 29 w 35"/>
                  <a:gd name="T23" fmla="*/ 27 h 29"/>
                  <a:gd name="T24" fmla="*/ 14 w 35"/>
                  <a:gd name="T25" fmla="*/ 24 h 29"/>
                  <a:gd name="T26" fmla="*/ 9 w 35"/>
                  <a:gd name="T27" fmla="*/ 2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29">
                    <a:moveTo>
                      <a:pt x="9" y="24"/>
                    </a:moveTo>
                    <a:cubicBezTo>
                      <a:pt x="7" y="23"/>
                      <a:pt x="4" y="22"/>
                      <a:pt x="5" y="19"/>
                    </a:cubicBezTo>
                    <a:cubicBezTo>
                      <a:pt x="5" y="17"/>
                      <a:pt x="4" y="17"/>
                      <a:pt x="3" y="17"/>
                    </a:cubicBezTo>
                    <a:cubicBezTo>
                      <a:pt x="1" y="16"/>
                      <a:pt x="0" y="14"/>
                      <a:pt x="0" y="12"/>
                    </a:cubicBezTo>
                    <a:cubicBezTo>
                      <a:pt x="1" y="10"/>
                      <a:pt x="1" y="7"/>
                      <a:pt x="0" y="4"/>
                    </a:cubicBezTo>
                    <a:cubicBezTo>
                      <a:pt x="2" y="0"/>
                      <a:pt x="5" y="0"/>
                      <a:pt x="8" y="3"/>
                    </a:cubicBezTo>
                    <a:cubicBezTo>
                      <a:pt x="9" y="5"/>
                      <a:pt x="10" y="6"/>
                      <a:pt x="12" y="7"/>
                    </a:cubicBezTo>
                    <a:cubicBezTo>
                      <a:pt x="12" y="7"/>
                      <a:pt x="13" y="7"/>
                      <a:pt x="13" y="7"/>
                    </a:cubicBezTo>
                    <a:cubicBezTo>
                      <a:pt x="16" y="12"/>
                      <a:pt x="23" y="12"/>
                      <a:pt x="26" y="16"/>
                    </a:cubicBezTo>
                    <a:cubicBezTo>
                      <a:pt x="28" y="17"/>
                      <a:pt x="29" y="18"/>
                      <a:pt x="31" y="18"/>
                    </a:cubicBezTo>
                    <a:cubicBezTo>
                      <a:pt x="35" y="19"/>
                      <a:pt x="33" y="21"/>
                      <a:pt x="33" y="24"/>
                    </a:cubicBezTo>
                    <a:cubicBezTo>
                      <a:pt x="32" y="25"/>
                      <a:pt x="30" y="26"/>
                      <a:pt x="29" y="27"/>
                    </a:cubicBezTo>
                    <a:cubicBezTo>
                      <a:pt x="24" y="27"/>
                      <a:pt x="18" y="29"/>
                      <a:pt x="14" y="24"/>
                    </a:cubicBezTo>
                    <a:cubicBezTo>
                      <a:pt x="12" y="23"/>
                      <a:pt x="10" y="24"/>
                      <a:pt x="9" y="24"/>
                    </a:cubicBezTo>
                    <a:close/>
                  </a:path>
                </a:pathLst>
              </a:custGeom>
              <a:solidFill>
                <a:srgbClr val="FE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7" name="Freeform 949"/>
              <p:cNvSpPr/>
              <p:nvPr/>
            </p:nvSpPr>
            <p:spPr bwMode="auto">
              <a:xfrm>
                <a:off x="998" y="2929"/>
                <a:ext cx="40" cy="50"/>
              </a:xfrm>
              <a:custGeom>
                <a:avLst/>
                <a:gdLst>
                  <a:gd name="T0" fmla="*/ 9 w 17"/>
                  <a:gd name="T1" fmla="*/ 4 h 21"/>
                  <a:gd name="T2" fmla="*/ 16 w 17"/>
                  <a:gd name="T3" fmla="*/ 10 h 21"/>
                  <a:gd name="T4" fmla="*/ 14 w 17"/>
                  <a:gd name="T5" fmla="*/ 21 h 21"/>
                  <a:gd name="T6" fmla="*/ 9 w 17"/>
                  <a:gd name="T7" fmla="*/ 21 h 21"/>
                  <a:gd name="T8" fmla="*/ 5 w 17"/>
                  <a:gd name="T9" fmla="*/ 18 h 21"/>
                  <a:gd name="T10" fmla="*/ 7 w 17"/>
                  <a:gd name="T11" fmla="*/ 13 h 21"/>
                  <a:gd name="T12" fmla="*/ 9 w 17"/>
                  <a:gd name="T13" fmla="*/ 9 h 21"/>
                  <a:gd name="T14" fmla="*/ 5 w 17"/>
                  <a:gd name="T15" fmla="*/ 14 h 21"/>
                  <a:gd name="T16" fmla="*/ 2 w 17"/>
                  <a:gd name="T17" fmla="*/ 15 h 21"/>
                  <a:gd name="T18" fmla="*/ 1 w 17"/>
                  <a:gd name="T19" fmla="*/ 12 h 21"/>
                  <a:gd name="T20" fmla="*/ 1 w 17"/>
                  <a:gd name="T21" fmla="*/ 4 h 21"/>
                  <a:gd name="T22" fmla="*/ 2 w 17"/>
                  <a:gd name="T23" fmla="*/ 1 h 21"/>
                  <a:gd name="T24" fmla="*/ 6 w 17"/>
                  <a:gd name="T25" fmla="*/ 2 h 21"/>
                  <a:gd name="T26" fmla="*/ 9 w 17"/>
                  <a:gd name="T27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1">
                    <a:moveTo>
                      <a:pt x="9" y="4"/>
                    </a:moveTo>
                    <a:cubicBezTo>
                      <a:pt x="13" y="3"/>
                      <a:pt x="16" y="5"/>
                      <a:pt x="16" y="10"/>
                    </a:cubicBezTo>
                    <a:cubicBezTo>
                      <a:pt x="16" y="13"/>
                      <a:pt x="17" y="17"/>
                      <a:pt x="14" y="21"/>
                    </a:cubicBezTo>
                    <a:cubicBezTo>
                      <a:pt x="13" y="20"/>
                      <a:pt x="11" y="20"/>
                      <a:pt x="9" y="21"/>
                    </a:cubicBezTo>
                    <a:cubicBezTo>
                      <a:pt x="7" y="21"/>
                      <a:pt x="6" y="20"/>
                      <a:pt x="5" y="18"/>
                    </a:cubicBezTo>
                    <a:cubicBezTo>
                      <a:pt x="6" y="17"/>
                      <a:pt x="3" y="13"/>
                      <a:pt x="7" y="13"/>
                    </a:cubicBezTo>
                    <a:cubicBezTo>
                      <a:pt x="6" y="11"/>
                      <a:pt x="9" y="11"/>
                      <a:pt x="9" y="9"/>
                    </a:cubicBezTo>
                    <a:cubicBezTo>
                      <a:pt x="8" y="11"/>
                      <a:pt x="6" y="12"/>
                      <a:pt x="5" y="14"/>
                    </a:cubicBezTo>
                    <a:cubicBezTo>
                      <a:pt x="4" y="15"/>
                      <a:pt x="3" y="15"/>
                      <a:pt x="2" y="15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2" y="10"/>
                      <a:pt x="1" y="7"/>
                      <a:pt x="1" y="4"/>
                    </a:cubicBezTo>
                    <a:cubicBezTo>
                      <a:pt x="1" y="3"/>
                      <a:pt x="0" y="1"/>
                      <a:pt x="2" y="1"/>
                    </a:cubicBezTo>
                    <a:cubicBezTo>
                      <a:pt x="4" y="0"/>
                      <a:pt x="5" y="1"/>
                      <a:pt x="6" y="2"/>
                    </a:cubicBezTo>
                    <a:cubicBezTo>
                      <a:pt x="7" y="3"/>
                      <a:pt x="8" y="4"/>
                      <a:pt x="9" y="4"/>
                    </a:cubicBezTo>
                    <a:close/>
                  </a:path>
                </a:pathLst>
              </a:custGeom>
              <a:solidFill>
                <a:srgbClr val="FE7B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8" name="Freeform 950"/>
              <p:cNvSpPr/>
              <p:nvPr/>
            </p:nvSpPr>
            <p:spPr bwMode="auto">
              <a:xfrm>
                <a:off x="1072" y="2915"/>
                <a:ext cx="23" cy="79"/>
              </a:xfrm>
              <a:custGeom>
                <a:avLst/>
                <a:gdLst>
                  <a:gd name="T0" fmla="*/ 8 w 10"/>
                  <a:gd name="T1" fmla="*/ 18 h 33"/>
                  <a:gd name="T2" fmla="*/ 9 w 10"/>
                  <a:gd name="T3" fmla="*/ 28 h 33"/>
                  <a:gd name="T4" fmla="*/ 3 w 10"/>
                  <a:gd name="T5" fmla="*/ 33 h 33"/>
                  <a:gd name="T6" fmla="*/ 2 w 10"/>
                  <a:gd name="T7" fmla="*/ 33 h 33"/>
                  <a:gd name="T8" fmla="*/ 1 w 10"/>
                  <a:gd name="T9" fmla="*/ 29 h 33"/>
                  <a:gd name="T10" fmla="*/ 1 w 10"/>
                  <a:gd name="T11" fmla="*/ 21 h 33"/>
                  <a:gd name="T12" fmla="*/ 1 w 10"/>
                  <a:gd name="T13" fmla="*/ 5 h 33"/>
                  <a:gd name="T14" fmla="*/ 7 w 10"/>
                  <a:gd name="T15" fmla="*/ 0 h 33"/>
                  <a:gd name="T16" fmla="*/ 9 w 10"/>
                  <a:gd name="T17" fmla="*/ 7 h 33"/>
                  <a:gd name="T18" fmla="*/ 8 w 10"/>
                  <a:gd name="T19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33">
                    <a:moveTo>
                      <a:pt x="8" y="18"/>
                    </a:moveTo>
                    <a:cubicBezTo>
                      <a:pt x="9" y="22"/>
                      <a:pt x="9" y="25"/>
                      <a:pt x="9" y="28"/>
                    </a:cubicBezTo>
                    <a:cubicBezTo>
                      <a:pt x="7" y="29"/>
                      <a:pt x="5" y="31"/>
                      <a:pt x="3" y="33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0" y="32"/>
                      <a:pt x="1" y="30"/>
                      <a:pt x="1" y="29"/>
                    </a:cubicBezTo>
                    <a:cubicBezTo>
                      <a:pt x="1" y="26"/>
                      <a:pt x="0" y="23"/>
                      <a:pt x="1" y="21"/>
                    </a:cubicBezTo>
                    <a:cubicBezTo>
                      <a:pt x="1" y="15"/>
                      <a:pt x="0" y="10"/>
                      <a:pt x="1" y="5"/>
                    </a:cubicBezTo>
                    <a:cubicBezTo>
                      <a:pt x="3" y="3"/>
                      <a:pt x="5" y="0"/>
                      <a:pt x="7" y="0"/>
                    </a:cubicBezTo>
                    <a:cubicBezTo>
                      <a:pt x="10" y="1"/>
                      <a:pt x="9" y="5"/>
                      <a:pt x="9" y="7"/>
                    </a:cubicBezTo>
                    <a:cubicBezTo>
                      <a:pt x="9" y="11"/>
                      <a:pt x="9" y="15"/>
                      <a:pt x="8" y="18"/>
                    </a:cubicBezTo>
                    <a:close/>
                  </a:path>
                </a:pathLst>
              </a:custGeom>
              <a:solidFill>
                <a:srgbClr val="FB74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699" name="Freeform 951"/>
              <p:cNvSpPr/>
              <p:nvPr/>
            </p:nvSpPr>
            <p:spPr bwMode="auto">
              <a:xfrm>
                <a:off x="982" y="2917"/>
                <a:ext cx="42" cy="55"/>
              </a:xfrm>
              <a:custGeom>
                <a:avLst/>
                <a:gdLst>
                  <a:gd name="T0" fmla="*/ 16 w 18"/>
                  <a:gd name="T1" fmla="*/ 9 h 23"/>
                  <a:gd name="T2" fmla="*/ 12 w 18"/>
                  <a:gd name="T3" fmla="*/ 8 h 23"/>
                  <a:gd name="T4" fmla="*/ 9 w 18"/>
                  <a:gd name="T5" fmla="*/ 6 h 23"/>
                  <a:gd name="T6" fmla="*/ 9 w 18"/>
                  <a:gd name="T7" fmla="*/ 9 h 23"/>
                  <a:gd name="T8" fmla="*/ 9 w 18"/>
                  <a:gd name="T9" fmla="*/ 19 h 23"/>
                  <a:gd name="T10" fmla="*/ 15 w 18"/>
                  <a:gd name="T11" fmla="*/ 12 h 23"/>
                  <a:gd name="T12" fmla="*/ 16 w 18"/>
                  <a:gd name="T13" fmla="*/ 15 h 23"/>
                  <a:gd name="T14" fmla="*/ 18 w 18"/>
                  <a:gd name="T15" fmla="*/ 19 h 23"/>
                  <a:gd name="T16" fmla="*/ 13 w 18"/>
                  <a:gd name="T17" fmla="*/ 19 h 23"/>
                  <a:gd name="T18" fmla="*/ 12 w 18"/>
                  <a:gd name="T19" fmla="*/ 23 h 23"/>
                  <a:gd name="T20" fmla="*/ 4 w 18"/>
                  <a:gd name="T21" fmla="*/ 15 h 23"/>
                  <a:gd name="T22" fmla="*/ 4 w 18"/>
                  <a:gd name="T23" fmla="*/ 15 h 23"/>
                  <a:gd name="T24" fmla="*/ 3 w 18"/>
                  <a:gd name="T25" fmla="*/ 13 h 23"/>
                  <a:gd name="T26" fmla="*/ 3 w 18"/>
                  <a:gd name="T27" fmla="*/ 5 h 23"/>
                  <a:gd name="T28" fmla="*/ 12 w 18"/>
                  <a:gd name="T29" fmla="*/ 3 h 23"/>
                  <a:gd name="T30" fmla="*/ 16 w 18"/>
                  <a:gd name="T31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" h="23">
                    <a:moveTo>
                      <a:pt x="16" y="9"/>
                    </a:moveTo>
                    <a:cubicBezTo>
                      <a:pt x="14" y="11"/>
                      <a:pt x="13" y="9"/>
                      <a:pt x="12" y="8"/>
                    </a:cubicBezTo>
                    <a:cubicBezTo>
                      <a:pt x="11" y="7"/>
                      <a:pt x="11" y="6"/>
                      <a:pt x="9" y="6"/>
                    </a:cubicBezTo>
                    <a:cubicBezTo>
                      <a:pt x="8" y="7"/>
                      <a:pt x="10" y="8"/>
                      <a:pt x="9" y="9"/>
                    </a:cubicBezTo>
                    <a:cubicBezTo>
                      <a:pt x="8" y="12"/>
                      <a:pt x="12" y="16"/>
                      <a:pt x="9" y="19"/>
                    </a:cubicBezTo>
                    <a:cubicBezTo>
                      <a:pt x="11" y="17"/>
                      <a:pt x="15" y="16"/>
                      <a:pt x="15" y="12"/>
                    </a:cubicBezTo>
                    <a:cubicBezTo>
                      <a:pt x="17" y="12"/>
                      <a:pt x="18" y="14"/>
                      <a:pt x="16" y="15"/>
                    </a:cubicBezTo>
                    <a:cubicBezTo>
                      <a:pt x="13" y="17"/>
                      <a:pt x="16" y="18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cubicBezTo>
                      <a:pt x="14" y="21"/>
                      <a:pt x="17" y="23"/>
                      <a:pt x="12" y="23"/>
                    </a:cubicBezTo>
                    <a:cubicBezTo>
                      <a:pt x="8" y="22"/>
                      <a:pt x="3" y="21"/>
                      <a:pt x="4" y="15"/>
                    </a:cubicBezTo>
                    <a:cubicBezTo>
                      <a:pt x="5" y="15"/>
                      <a:pt x="5" y="15"/>
                      <a:pt x="4" y="15"/>
                    </a:cubicBezTo>
                    <a:cubicBezTo>
                      <a:pt x="3" y="14"/>
                      <a:pt x="3" y="13"/>
                      <a:pt x="3" y="13"/>
                    </a:cubicBezTo>
                    <a:cubicBezTo>
                      <a:pt x="1" y="10"/>
                      <a:pt x="0" y="7"/>
                      <a:pt x="3" y="5"/>
                    </a:cubicBezTo>
                    <a:cubicBezTo>
                      <a:pt x="5" y="3"/>
                      <a:pt x="8" y="0"/>
                      <a:pt x="12" y="3"/>
                    </a:cubicBezTo>
                    <a:cubicBezTo>
                      <a:pt x="13" y="5"/>
                      <a:pt x="14" y="7"/>
                      <a:pt x="16" y="9"/>
                    </a:cubicBezTo>
                    <a:close/>
                  </a:path>
                </a:pathLst>
              </a:custGeom>
              <a:solidFill>
                <a:srgbClr val="FE74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0" name="Freeform 952"/>
              <p:cNvSpPr/>
              <p:nvPr/>
            </p:nvSpPr>
            <p:spPr bwMode="auto">
              <a:xfrm>
                <a:off x="1029" y="2953"/>
                <a:ext cx="33" cy="31"/>
              </a:xfrm>
              <a:custGeom>
                <a:avLst/>
                <a:gdLst>
                  <a:gd name="T0" fmla="*/ 1 w 14"/>
                  <a:gd name="T1" fmla="*/ 11 h 13"/>
                  <a:gd name="T2" fmla="*/ 3 w 14"/>
                  <a:gd name="T3" fmla="*/ 0 h 13"/>
                  <a:gd name="T4" fmla="*/ 13 w 14"/>
                  <a:gd name="T5" fmla="*/ 7 h 13"/>
                  <a:gd name="T6" fmla="*/ 13 w 14"/>
                  <a:gd name="T7" fmla="*/ 11 h 13"/>
                  <a:gd name="T8" fmla="*/ 9 w 14"/>
                  <a:gd name="T9" fmla="*/ 13 h 13"/>
                  <a:gd name="T10" fmla="*/ 1 w 14"/>
                  <a:gd name="T11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11"/>
                    </a:moveTo>
                    <a:cubicBezTo>
                      <a:pt x="3" y="7"/>
                      <a:pt x="0" y="3"/>
                      <a:pt x="3" y="0"/>
                    </a:cubicBezTo>
                    <a:cubicBezTo>
                      <a:pt x="6" y="3"/>
                      <a:pt x="10" y="4"/>
                      <a:pt x="13" y="7"/>
                    </a:cubicBez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3"/>
                      <a:pt x="11" y="13"/>
                      <a:pt x="9" y="13"/>
                    </a:cubicBezTo>
                    <a:cubicBezTo>
                      <a:pt x="7" y="12"/>
                      <a:pt x="4" y="13"/>
                      <a:pt x="1" y="11"/>
                    </a:cubicBezTo>
                    <a:close/>
                  </a:path>
                </a:pathLst>
              </a:custGeom>
              <a:solidFill>
                <a:srgbClr val="FE7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1" name="Freeform 953"/>
              <p:cNvSpPr/>
              <p:nvPr/>
            </p:nvSpPr>
            <p:spPr bwMode="auto">
              <a:xfrm>
                <a:off x="1079" y="2979"/>
                <a:ext cx="24" cy="36"/>
              </a:xfrm>
              <a:custGeom>
                <a:avLst/>
                <a:gdLst>
                  <a:gd name="T0" fmla="*/ 0 w 10"/>
                  <a:gd name="T1" fmla="*/ 6 h 15"/>
                  <a:gd name="T2" fmla="*/ 6 w 10"/>
                  <a:gd name="T3" fmla="*/ 1 h 15"/>
                  <a:gd name="T4" fmla="*/ 10 w 10"/>
                  <a:gd name="T5" fmla="*/ 12 h 15"/>
                  <a:gd name="T6" fmla="*/ 6 w 10"/>
                  <a:gd name="T7" fmla="*/ 14 h 15"/>
                  <a:gd name="T8" fmla="*/ 5 w 10"/>
                  <a:gd name="T9" fmla="*/ 10 h 15"/>
                  <a:gd name="T10" fmla="*/ 1 w 10"/>
                  <a:gd name="T11" fmla="*/ 9 h 15"/>
                  <a:gd name="T12" fmla="*/ 0 w 10"/>
                  <a:gd name="T13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5">
                    <a:moveTo>
                      <a:pt x="0" y="6"/>
                    </a:moveTo>
                    <a:cubicBezTo>
                      <a:pt x="1" y="3"/>
                      <a:pt x="2" y="0"/>
                      <a:pt x="6" y="1"/>
                    </a:cubicBezTo>
                    <a:cubicBezTo>
                      <a:pt x="8" y="5"/>
                      <a:pt x="10" y="8"/>
                      <a:pt x="10" y="12"/>
                    </a:cubicBezTo>
                    <a:cubicBezTo>
                      <a:pt x="10" y="15"/>
                      <a:pt x="8" y="15"/>
                      <a:pt x="6" y="14"/>
                    </a:cubicBezTo>
                    <a:cubicBezTo>
                      <a:pt x="4" y="13"/>
                      <a:pt x="3" y="13"/>
                      <a:pt x="5" y="10"/>
                    </a:cubicBezTo>
                    <a:cubicBezTo>
                      <a:pt x="6" y="9"/>
                      <a:pt x="2" y="9"/>
                      <a:pt x="1" y="9"/>
                    </a:cubicBezTo>
                    <a:cubicBezTo>
                      <a:pt x="0" y="8"/>
                      <a:pt x="0" y="7"/>
                      <a:pt x="0" y="6"/>
                    </a:cubicBezTo>
                    <a:close/>
                  </a:path>
                </a:pathLst>
              </a:custGeom>
              <a:solidFill>
                <a:srgbClr val="FA5A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2" name="Freeform 954"/>
              <p:cNvSpPr/>
              <p:nvPr/>
            </p:nvSpPr>
            <p:spPr bwMode="auto">
              <a:xfrm>
                <a:off x="979" y="2910"/>
                <a:ext cx="31" cy="38"/>
              </a:xfrm>
              <a:custGeom>
                <a:avLst/>
                <a:gdLst>
                  <a:gd name="T0" fmla="*/ 13 w 13"/>
                  <a:gd name="T1" fmla="*/ 6 h 16"/>
                  <a:gd name="T2" fmla="*/ 4 w 13"/>
                  <a:gd name="T3" fmla="*/ 16 h 16"/>
                  <a:gd name="T4" fmla="*/ 3 w 13"/>
                  <a:gd name="T5" fmla="*/ 16 h 16"/>
                  <a:gd name="T6" fmla="*/ 3 w 13"/>
                  <a:gd name="T7" fmla="*/ 15 h 16"/>
                  <a:gd name="T8" fmla="*/ 1 w 13"/>
                  <a:gd name="T9" fmla="*/ 5 h 16"/>
                  <a:gd name="T10" fmla="*/ 2 w 13"/>
                  <a:gd name="T11" fmla="*/ 3 h 16"/>
                  <a:gd name="T12" fmla="*/ 6 w 13"/>
                  <a:gd name="T13" fmla="*/ 0 h 16"/>
                  <a:gd name="T14" fmla="*/ 13 w 13"/>
                  <a:gd name="T15" fmla="*/ 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16">
                    <a:moveTo>
                      <a:pt x="13" y="6"/>
                    </a:moveTo>
                    <a:cubicBezTo>
                      <a:pt x="7" y="5"/>
                      <a:pt x="3" y="9"/>
                      <a:pt x="4" y="16"/>
                    </a:cubicBezTo>
                    <a:cubicBezTo>
                      <a:pt x="4" y="16"/>
                      <a:pt x="4" y="16"/>
                      <a:pt x="3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0" y="12"/>
                      <a:pt x="2" y="8"/>
                      <a:pt x="1" y="5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9" y="1"/>
                      <a:pt x="13" y="2"/>
                      <a:pt x="13" y="6"/>
                    </a:cubicBezTo>
                    <a:close/>
                  </a:path>
                </a:pathLst>
              </a:custGeom>
              <a:solidFill>
                <a:srgbClr val="FE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3" name="Freeform 955"/>
              <p:cNvSpPr/>
              <p:nvPr/>
            </p:nvSpPr>
            <p:spPr bwMode="auto">
              <a:xfrm>
                <a:off x="1062" y="2929"/>
                <a:ext cx="14" cy="69"/>
              </a:xfrm>
              <a:custGeom>
                <a:avLst/>
                <a:gdLst>
                  <a:gd name="T0" fmla="*/ 6 w 6"/>
                  <a:gd name="T1" fmla="*/ 22 h 29"/>
                  <a:gd name="T2" fmla="*/ 6 w 6"/>
                  <a:gd name="T3" fmla="*/ 27 h 29"/>
                  <a:gd name="T4" fmla="*/ 4 w 6"/>
                  <a:gd name="T5" fmla="*/ 27 h 29"/>
                  <a:gd name="T6" fmla="*/ 2 w 6"/>
                  <a:gd name="T7" fmla="*/ 9 h 29"/>
                  <a:gd name="T8" fmla="*/ 3 w 6"/>
                  <a:gd name="T9" fmla="*/ 0 h 29"/>
                  <a:gd name="T10" fmla="*/ 4 w 6"/>
                  <a:gd name="T11" fmla="*/ 0 h 29"/>
                  <a:gd name="T12" fmla="*/ 5 w 6"/>
                  <a:gd name="T13" fmla="*/ 15 h 29"/>
                  <a:gd name="T14" fmla="*/ 6 w 6"/>
                  <a:gd name="T15" fmla="*/ 2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29">
                    <a:moveTo>
                      <a:pt x="6" y="22"/>
                    </a:moveTo>
                    <a:cubicBezTo>
                      <a:pt x="6" y="24"/>
                      <a:pt x="6" y="25"/>
                      <a:pt x="6" y="27"/>
                    </a:cubicBezTo>
                    <a:cubicBezTo>
                      <a:pt x="6" y="28"/>
                      <a:pt x="5" y="29"/>
                      <a:pt x="4" y="27"/>
                    </a:cubicBezTo>
                    <a:cubicBezTo>
                      <a:pt x="2" y="21"/>
                      <a:pt x="0" y="15"/>
                      <a:pt x="2" y="9"/>
                    </a:cubicBezTo>
                    <a:cubicBezTo>
                      <a:pt x="2" y="6"/>
                      <a:pt x="2" y="3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5"/>
                      <a:pt x="5" y="10"/>
                      <a:pt x="5" y="15"/>
                    </a:cubicBezTo>
                    <a:cubicBezTo>
                      <a:pt x="5" y="17"/>
                      <a:pt x="5" y="20"/>
                      <a:pt x="6" y="22"/>
                    </a:cubicBezTo>
                    <a:close/>
                  </a:path>
                </a:pathLst>
              </a:custGeom>
              <a:solidFill>
                <a:srgbClr val="FE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4" name="Freeform 956"/>
              <p:cNvSpPr/>
              <p:nvPr/>
            </p:nvSpPr>
            <p:spPr bwMode="auto">
              <a:xfrm>
                <a:off x="1069" y="2882"/>
                <a:ext cx="19" cy="47"/>
              </a:xfrm>
              <a:custGeom>
                <a:avLst/>
                <a:gdLst>
                  <a:gd name="T0" fmla="*/ 1 w 8"/>
                  <a:gd name="T1" fmla="*/ 20 h 20"/>
                  <a:gd name="T2" fmla="*/ 0 w 8"/>
                  <a:gd name="T3" fmla="*/ 20 h 20"/>
                  <a:gd name="T4" fmla="*/ 0 w 8"/>
                  <a:gd name="T5" fmla="*/ 20 h 20"/>
                  <a:gd name="T6" fmla="*/ 1 w 8"/>
                  <a:gd name="T7" fmla="*/ 10 h 20"/>
                  <a:gd name="T8" fmla="*/ 3 w 8"/>
                  <a:gd name="T9" fmla="*/ 5 h 20"/>
                  <a:gd name="T10" fmla="*/ 3 w 8"/>
                  <a:gd name="T11" fmla="*/ 5 h 20"/>
                  <a:gd name="T12" fmla="*/ 5 w 8"/>
                  <a:gd name="T13" fmla="*/ 0 h 20"/>
                  <a:gd name="T14" fmla="*/ 6 w 8"/>
                  <a:gd name="T15" fmla="*/ 6 h 20"/>
                  <a:gd name="T16" fmla="*/ 3 w 8"/>
                  <a:gd name="T17" fmla="*/ 18 h 20"/>
                  <a:gd name="T18" fmla="*/ 1 w 8"/>
                  <a:gd name="T1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20">
                    <a:moveTo>
                      <a:pt x="1" y="2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7"/>
                      <a:pt x="1" y="14"/>
                      <a:pt x="1" y="10"/>
                    </a:cubicBezTo>
                    <a:cubicBezTo>
                      <a:pt x="2" y="9"/>
                      <a:pt x="2" y="7"/>
                      <a:pt x="3" y="5"/>
                    </a:cubicBezTo>
                    <a:cubicBezTo>
                      <a:pt x="3" y="5"/>
                      <a:pt x="2" y="6"/>
                      <a:pt x="3" y="5"/>
                    </a:cubicBezTo>
                    <a:cubicBezTo>
                      <a:pt x="3" y="3"/>
                      <a:pt x="3" y="0"/>
                      <a:pt x="5" y="0"/>
                    </a:cubicBezTo>
                    <a:cubicBezTo>
                      <a:pt x="8" y="1"/>
                      <a:pt x="6" y="4"/>
                      <a:pt x="6" y="6"/>
                    </a:cubicBezTo>
                    <a:cubicBezTo>
                      <a:pt x="4" y="10"/>
                      <a:pt x="4" y="14"/>
                      <a:pt x="3" y="18"/>
                    </a:cubicBezTo>
                    <a:cubicBezTo>
                      <a:pt x="2" y="19"/>
                      <a:pt x="2" y="19"/>
                      <a:pt x="1" y="20"/>
                    </a:cubicBezTo>
                    <a:close/>
                  </a:path>
                </a:pathLst>
              </a:custGeom>
              <a:solidFill>
                <a:srgbClr val="FE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5" name="Freeform 957"/>
              <p:cNvSpPr/>
              <p:nvPr/>
            </p:nvSpPr>
            <p:spPr bwMode="auto">
              <a:xfrm>
                <a:off x="977" y="2944"/>
                <a:ext cx="9" cy="9"/>
              </a:xfrm>
              <a:custGeom>
                <a:avLst/>
                <a:gdLst>
                  <a:gd name="T0" fmla="*/ 3 w 4"/>
                  <a:gd name="T1" fmla="*/ 4 h 4"/>
                  <a:gd name="T2" fmla="*/ 1 w 4"/>
                  <a:gd name="T3" fmla="*/ 0 h 4"/>
                  <a:gd name="T4" fmla="*/ 4 w 4"/>
                  <a:gd name="T5" fmla="*/ 1 h 4"/>
                  <a:gd name="T6" fmla="*/ 4 w 4"/>
                  <a:gd name="T7" fmla="*/ 2 h 4"/>
                  <a:gd name="T8" fmla="*/ 3 w 4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4"/>
                    </a:moveTo>
                    <a:cubicBezTo>
                      <a:pt x="2" y="3"/>
                      <a:pt x="0" y="3"/>
                      <a:pt x="1" y="0"/>
                    </a:cubicBezTo>
                    <a:cubicBezTo>
                      <a:pt x="3" y="0"/>
                      <a:pt x="4" y="1"/>
                      <a:pt x="4" y="1"/>
                    </a:cubicBezTo>
                    <a:cubicBezTo>
                      <a:pt x="4" y="1"/>
                      <a:pt x="4" y="2"/>
                      <a:pt x="4" y="2"/>
                    </a:cubicBezTo>
                    <a:cubicBezTo>
                      <a:pt x="4" y="2"/>
                      <a:pt x="4" y="3"/>
                      <a:pt x="3" y="4"/>
                    </a:cubicBezTo>
                    <a:close/>
                  </a:path>
                </a:pathLst>
              </a:custGeom>
              <a:solidFill>
                <a:srgbClr val="FE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6" name="Freeform 958"/>
              <p:cNvSpPr/>
              <p:nvPr/>
            </p:nvSpPr>
            <p:spPr bwMode="auto">
              <a:xfrm>
                <a:off x="991" y="2951"/>
                <a:ext cx="7" cy="5"/>
              </a:xfrm>
              <a:custGeom>
                <a:avLst/>
                <a:gdLst>
                  <a:gd name="T0" fmla="*/ 0 w 3"/>
                  <a:gd name="T1" fmla="*/ 1 h 2"/>
                  <a:gd name="T2" fmla="*/ 3 w 3"/>
                  <a:gd name="T3" fmla="*/ 0 h 2"/>
                  <a:gd name="T4" fmla="*/ 3 w 3"/>
                  <a:gd name="T5" fmla="*/ 1 h 2"/>
                  <a:gd name="T6" fmla="*/ 0 w 3"/>
                  <a:gd name="T7" fmla="*/ 1 h 2"/>
                  <a:gd name="T8" fmla="*/ 0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1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E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7" name="Freeform 959"/>
              <p:cNvSpPr/>
              <p:nvPr/>
            </p:nvSpPr>
            <p:spPr bwMode="auto">
              <a:xfrm>
                <a:off x="661" y="2578"/>
                <a:ext cx="176" cy="123"/>
              </a:xfrm>
              <a:custGeom>
                <a:avLst/>
                <a:gdLst>
                  <a:gd name="T0" fmla="*/ 6 w 74"/>
                  <a:gd name="T1" fmla="*/ 25 h 52"/>
                  <a:gd name="T2" fmla="*/ 1 w 74"/>
                  <a:gd name="T3" fmla="*/ 23 h 52"/>
                  <a:gd name="T4" fmla="*/ 1 w 74"/>
                  <a:gd name="T5" fmla="*/ 18 h 52"/>
                  <a:gd name="T6" fmla="*/ 17 w 74"/>
                  <a:gd name="T7" fmla="*/ 16 h 52"/>
                  <a:gd name="T8" fmla="*/ 21 w 74"/>
                  <a:gd name="T9" fmla="*/ 11 h 52"/>
                  <a:gd name="T10" fmla="*/ 19 w 74"/>
                  <a:gd name="T11" fmla="*/ 3 h 52"/>
                  <a:gd name="T12" fmla="*/ 26 w 74"/>
                  <a:gd name="T13" fmla="*/ 7 h 52"/>
                  <a:gd name="T14" fmla="*/ 25 w 74"/>
                  <a:gd name="T15" fmla="*/ 0 h 52"/>
                  <a:gd name="T16" fmla="*/ 32 w 74"/>
                  <a:gd name="T17" fmla="*/ 6 h 52"/>
                  <a:gd name="T18" fmla="*/ 36 w 74"/>
                  <a:gd name="T19" fmla="*/ 9 h 52"/>
                  <a:gd name="T20" fmla="*/ 41 w 74"/>
                  <a:gd name="T21" fmla="*/ 13 h 52"/>
                  <a:gd name="T22" fmla="*/ 42 w 74"/>
                  <a:gd name="T23" fmla="*/ 14 h 52"/>
                  <a:gd name="T24" fmla="*/ 42 w 74"/>
                  <a:gd name="T25" fmla="*/ 16 h 52"/>
                  <a:gd name="T26" fmla="*/ 39 w 74"/>
                  <a:gd name="T27" fmla="*/ 17 h 52"/>
                  <a:gd name="T28" fmla="*/ 38 w 74"/>
                  <a:gd name="T29" fmla="*/ 16 h 52"/>
                  <a:gd name="T30" fmla="*/ 32 w 74"/>
                  <a:gd name="T31" fmla="*/ 13 h 52"/>
                  <a:gd name="T32" fmla="*/ 38 w 74"/>
                  <a:gd name="T33" fmla="*/ 17 h 52"/>
                  <a:gd name="T34" fmla="*/ 45 w 74"/>
                  <a:gd name="T35" fmla="*/ 23 h 52"/>
                  <a:gd name="T36" fmla="*/ 51 w 74"/>
                  <a:gd name="T37" fmla="*/ 29 h 52"/>
                  <a:gd name="T38" fmla="*/ 55 w 74"/>
                  <a:gd name="T39" fmla="*/ 30 h 52"/>
                  <a:gd name="T40" fmla="*/ 58 w 74"/>
                  <a:gd name="T41" fmla="*/ 33 h 52"/>
                  <a:gd name="T42" fmla="*/ 60 w 74"/>
                  <a:gd name="T43" fmla="*/ 34 h 52"/>
                  <a:gd name="T44" fmla="*/ 70 w 74"/>
                  <a:gd name="T45" fmla="*/ 44 h 52"/>
                  <a:gd name="T46" fmla="*/ 72 w 74"/>
                  <a:gd name="T47" fmla="*/ 48 h 52"/>
                  <a:gd name="T48" fmla="*/ 72 w 74"/>
                  <a:gd name="T49" fmla="*/ 51 h 52"/>
                  <a:gd name="T50" fmla="*/ 69 w 74"/>
                  <a:gd name="T51" fmla="*/ 51 h 52"/>
                  <a:gd name="T52" fmla="*/ 66 w 74"/>
                  <a:gd name="T53" fmla="*/ 52 h 52"/>
                  <a:gd name="T54" fmla="*/ 64 w 74"/>
                  <a:gd name="T55" fmla="*/ 51 h 52"/>
                  <a:gd name="T56" fmla="*/ 58 w 74"/>
                  <a:gd name="T57" fmla="*/ 47 h 52"/>
                  <a:gd name="T58" fmla="*/ 41 w 74"/>
                  <a:gd name="T59" fmla="*/ 31 h 52"/>
                  <a:gd name="T60" fmla="*/ 43 w 74"/>
                  <a:gd name="T61" fmla="*/ 43 h 52"/>
                  <a:gd name="T62" fmla="*/ 41 w 74"/>
                  <a:gd name="T63" fmla="*/ 46 h 52"/>
                  <a:gd name="T64" fmla="*/ 35 w 74"/>
                  <a:gd name="T65" fmla="*/ 40 h 52"/>
                  <a:gd name="T66" fmla="*/ 30 w 74"/>
                  <a:gd name="T67" fmla="*/ 36 h 52"/>
                  <a:gd name="T68" fmla="*/ 29 w 74"/>
                  <a:gd name="T69" fmla="*/ 35 h 52"/>
                  <a:gd name="T70" fmla="*/ 15 w 74"/>
                  <a:gd name="T71" fmla="*/ 26 h 52"/>
                  <a:gd name="T72" fmla="*/ 16 w 74"/>
                  <a:gd name="T73" fmla="*/ 22 h 52"/>
                  <a:gd name="T74" fmla="*/ 6 w 74"/>
                  <a:gd name="T75" fmla="*/ 25 h 52"/>
                  <a:gd name="T76" fmla="*/ 6 w 74"/>
                  <a:gd name="T77" fmla="*/ 25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4" h="52">
                    <a:moveTo>
                      <a:pt x="6" y="25"/>
                    </a:moveTo>
                    <a:cubicBezTo>
                      <a:pt x="4" y="24"/>
                      <a:pt x="2" y="26"/>
                      <a:pt x="1" y="23"/>
                    </a:cubicBezTo>
                    <a:cubicBezTo>
                      <a:pt x="0" y="21"/>
                      <a:pt x="0" y="20"/>
                      <a:pt x="1" y="18"/>
                    </a:cubicBezTo>
                    <a:cubicBezTo>
                      <a:pt x="6" y="17"/>
                      <a:pt x="12" y="16"/>
                      <a:pt x="17" y="16"/>
                    </a:cubicBezTo>
                    <a:cubicBezTo>
                      <a:pt x="22" y="16"/>
                      <a:pt x="22" y="16"/>
                      <a:pt x="21" y="11"/>
                    </a:cubicBezTo>
                    <a:cubicBezTo>
                      <a:pt x="20" y="8"/>
                      <a:pt x="17" y="6"/>
                      <a:pt x="19" y="3"/>
                    </a:cubicBezTo>
                    <a:cubicBezTo>
                      <a:pt x="22" y="3"/>
                      <a:pt x="21" y="9"/>
                      <a:pt x="26" y="7"/>
                    </a:cubicBezTo>
                    <a:cubicBezTo>
                      <a:pt x="22" y="5"/>
                      <a:pt x="25" y="3"/>
                      <a:pt x="25" y="0"/>
                    </a:cubicBezTo>
                    <a:cubicBezTo>
                      <a:pt x="28" y="1"/>
                      <a:pt x="30" y="3"/>
                      <a:pt x="32" y="6"/>
                    </a:cubicBezTo>
                    <a:cubicBezTo>
                      <a:pt x="33" y="7"/>
                      <a:pt x="34" y="8"/>
                      <a:pt x="36" y="9"/>
                    </a:cubicBezTo>
                    <a:cubicBezTo>
                      <a:pt x="37" y="11"/>
                      <a:pt x="40" y="11"/>
                      <a:pt x="41" y="13"/>
                    </a:cubicBezTo>
                    <a:cubicBezTo>
                      <a:pt x="41" y="13"/>
                      <a:pt x="42" y="13"/>
                      <a:pt x="42" y="14"/>
                    </a:cubicBezTo>
                    <a:cubicBezTo>
                      <a:pt x="42" y="14"/>
                      <a:pt x="42" y="15"/>
                      <a:pt x="42" y="16"/>
                    </a:cubicBezTo>
                    <a:cubicBezTo>
                      <a:pt x="41" y="16"/>
                      <a:pt x="40" y="17"/>
                      <a:pt x="39" y="17"/>
                    </a:cubicBezTo>
                    <a:cubicBezTo>
                      <a:pt x="39" y="17"/>
                      <a:pt x="38" y="16"/>
                      <a:pt x="38" y="16"/>
                    </a:cubicBezTo>
                    <a:cubicBezTo>
                      <a:pt x="36" y="14"/>
                      <a:pt x="34" y="15"/>
                      <a:pt x="32" y="13"/>
                    </a:cubicBezTo>
                    <a:cubicBezTo>
                      <a:pt x="34" y="15"/>
                      <a:pt x="37" y="15"/>
                      <a:pt x="38" y="17"/>
                    </a:cubicBezTo>
                    <a:cubicBezTo>
                      <a:pt x="39" y="20"/>
                      <a:pt x="42" y="21"/>
                      <a:pt x="45" y="23"/>
                    </a:cubicBezTo>
                    <a:cubicBezTo>
                      <a:pt x="47" y="25"/>
                      <a:pt x="49" y="27"/>
                      <a:pt x="51" y="29"/>
                    </a:cubicBezTo>
                    <a:cubicBezTo>
                      <a:pt x="52" y="29"/>
                      <a:pt x="54" y="29"/>
                      <a:pt x="55" y="30"/>
                    </a:cubicBezTo>
                    <a:cubicBezTo>
                      <a:pt x="56" y="31"/>
                      <a:pt x="57" y="32"/>
                      <a:pt x="58" y="33"/>
                    </a:cubicBezTo>
                    <a:cubicBezTo>
                      <a:pt x="59" y="33"/>
                      <a:pt x="60" y="34"/>
                      <a:pt x="60" y="34"/>
                    </a:cubicBezTo>
                    <a:cubicBezTo>
                      <a:pt x="64" y="37"/>
                      <a:pt x="67" y="41"/>
                      <a:pt x="70" y="44"/>
                    </a:cubicBezTo>
                    <a:cubicBezTo>
                      <a:pt x="71" y="45"/>
                      <a:pt x="71" y="46"/>
                      <a:pt x="72" y="48"/>
                    </a:cubicBezTo>
                    <a:cubicBezTo>
                      <a:pt x="72" y="49"/>
                      <a:pt x="74" y="50"/>
                      <a:pt x="72" y="51"/>
                    </a:cubicBezTo>
                    <a:cubicBezTo>
                      <a:pt x="71" y="52"/>
                      <a:pt x="70" y="52"/>
                      <a:pt x="69" y="51"/>
                    </a:cubicBezTo>
                    <a:cubicBezTo>
                      <a:pt x="67" y="49"/>
                      <a:pt x="67" y="52"/>
                      <a:pt x="66" y="52"/>
                    </a:cubicBezTo>
                    <a:cubicBezTo>
                      <a:pt x="65" y="52"/>
                      <a:pt x="65" y="52"/>
                      <a:pt x="64" y="51"/>
                    </a:cubicBezTo>
                    <a:cubicBezTo>
                      <a:pt x="63" y="49"/>
                      <a:pt x="61" y="47"/>
                      <a:pt x="58" y="47"/>
                    </a:cubicBezTo>
                    <a:cubicBezTo>
                      <a:pt x="52" y="42"/>
                      <a:pt x="48" y="35"/>
                      <a:pt x="41" y="31"/>
                    </a:cubicBezTo>
                    <a:cubicBezTo>
                      <a:pt x="41" y="36"/>
                      <a:pt x="43" y="39"/>
                      <a:pt x="43" y="43"/>
                    </a:cubicBezTo>
                    <a:cubicBezTo>
                      <a:pt x="43" y="45"/>
                      <a:pt x="42" y="45"/>
                      <a:pt x="41" y="46"/>
                    </a:cubicBezTo>
                    <a:cubicBezTo>
                      <a:pt x="37" y="45"/>
                      <a:pt x="37" y="42"/>
                      <a:pt x="35" y="40"/>
                    </a:cubicBezTo>
                    <a:cubicBezTo>
                      <a:pt x="33" y="39"/>
                      <a:pt x="32" y="37"/>
                      <a:pt x="30" y="36"/>
                    </a:cubicBezTo>
                    <a:cubicBezTo>
                      <a:pt x="30" y="36"/>
                      <a:pt x="29" y="36"/>
                      <a:pt x="29" y="35"/>
                    </a:cubicBezTo>
                    <a:cubicBezTo>
                      <a:pt x="25" y="30"/>
                      <a:pt x="21" y="28"/>
                      <a:pt x="15" y="26"/>
                    </a:cubicBezTo>
                    <a:cubicBezTo>
                      <a:pt x="14" y="24"/>
                      <a:pt x="15" y="23"/>
                      <a:pt x="16" y="22"/>
                    </a:cubicBezTo>
                    <a:cubicBezTo>
                      <a:pt x="14" y="25"/>
                      <a:pt x="10" y="25"/>
                      <a:pt x="6" y="25"/>
                    </a:cubicBezTo>
                    <a:cubicBezTo>
                      <a:pt x="6" y="25"/>
                      <a:pt x="6" y="25"/>
                      <a:pt x="6" y="25"/>
                    </a:cubicBezTo>
                    <a:close/>
                  </a:path>
                </a:pathLst>
              </a:custGeom>
              <a:solidFill>
                <a:srgbClr val="FE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8" name="Freeform 960"/>
              <p:cNvSpPr/>
              <p:nvPr/>
            </p:nvSpPr>
            <p:spPr bwMode="auto">
              <a:xfrm>
                <a:off x="659" y="2635"/>
                <a:ext cx="104" cy="97"/>
              </a:xfrm>
              <a:custGeom>
                <a:avLst/>
                <a:gdLst>
                  <a:gd name="T0" fmla="*/ 16 w 44"/>
                  <a:gd name="T1" fmla="*/ 2 h 41"/>
                  <a:gd name="T2" fmla="*/ 31 w 44"/>
                  <a:gd name="T3" fmla="*/ 11 h 41"/>
                  <a:gd name="T4" fmla="*/ 17 w 44"/>
                  <a:gd name="T5" fmla="*/ 11 h 41"/>
                  <a:gd name="T6" fmla="*/ 13 w 44"/>
                  <a:gd name="T7" fmla="*/ 17 h 41"/>
                  <a:gd name="T8" fmla="*/ 20 w 44"/>
                  <a:gd name="T9" fmla="*/ 26 h 41"/>
                  <a:gd name="T10" fmla="*/ 34 w 44"/>
                  <a:gd name="T11" fmla="*/ 31 h 41"/>
                  <a:gd name="T12" fmla="*/ 38 w 44"/>
                  <a:gd name="T13" fmla="*/ 24 h 41"/>
                  <a:gd name="T14" fmla="*/ 33 w 44"/>
                  <a:gd name="T15" fmla="*/ 16 h 41"/>
                  <a:gd name="T16" fmla="*/ 31 w 44"/>
                  <a:gd name="T17" fmla="*/ 12 h 41"/>
                  <a:gd name="T18" fmla="*/ 41 w 44"/>
                  <a:gd name="T19" fmla="*/ 21 h 41"/>
                  <a:gd name="T20" fmla="*/ 43 w 44"/>
                  <a:gd name="T21" fmla="*/ 24 h 41"/>
                  <a:gd name="T22" fmla="*/ 43 w 44"/>
                  <a:gd name="T23" fmla="*/ 33 h 41"/>
                  <a:gd name="T24" fmla="*/ 41 w 44"/>
                  <a:gd name="T25" fmla="*/ 35 h 41"/>
                  <a:gd name="T26" fmla="*/ 35 w 44"/>
                  <a:gd name="T27" fmla="*/ 40 h 41"/>
                  <a:gd name="T28" fmla="*/ 23 w 44"/>
                  <a:gd name="T29" fmla="*/ 37 h 41"/>
                  <a:gd name="T30" fmla="*/ 10 w 44"/>
                  <a:gd name="T31" fmla="*/ 25 h 41"/>
                  <a:gd name="T32" fmla="*/ 9 w 44"/>
                  <a:gd name="T33" fmla="*/ 25 h 41"/>
                  <a:gd name="T34" fmla="*/ 7 w 44"/>
                  <a:gd name="T35" fmla="*/ 21 h 41"/>
                  <a:gd name="T36" fmla="*/ 1 w 44"/>
                  <a:gd name="T37" fmla="*/ 12 h 41"/>
                  <a:gd name="T38" fmla="*/ 7 w 44"/>
                  <a:gd name="T39" fmla="*/ 2 h 41"/>
                  <a:gd name="T40" fmla="*/ 12 w 44"/>
                  <a:gd name="T41" fmla="*/ 0 h 41"/>
                  <a:gd name="T42" fmla="*/ 16 w 44"/>
                  <a:gd name="T43" fmla="*/ 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4" h="41">
                    <a:moveTo>
                      <a:pt x="16" y="2"/>
                    </a:moveTo>
                    <a:cubicBezTo>
                      <a:pt x="23" y="2"/>
                      <a:pt x="27" y="6"/>
                      <a:pt x="31" y="11"/>
                    </a:cubicBezTo>
                    <a:cubicBezTo>
                      <a:pt x="26" y="12"/>
                      <a:pt x="22" y="10"/>
                      <a:pt x="17" y="11"/>
                    </a:cubicBezTo>
                    <a:cubicBezTo>
                      <a:pt x="13" y="11"/>
                      <a:pt x="13" y="14"/>
                      <a:pt x="13" y="17"/>
                    </a:cubicBezTo>
                    <a:cubicBezTo>
                      <a:pt x="14" y="21"/>
                      <a:pt x="17" y="23"/>
                      <a:pt x="20" y="26"/>
                    </a:cubicBezTo>
                    <a:cubicBezTo>
                      <a:pt x="23" y="30"/>
                      <a:pt x="28" y="31"/>
                      <a:pt x="34" y="31"/>
                    </a:cubicBezTo>
                    <a:cubicBezTo>
                      <a:pt x="38" y="31"/>
                      <a:pt x="40" y="28"/>
                      <a:pt x="38" y="24"/>
                    </a:cubicBezTo>
                    <a:cubicBezTo>
                      <a:pt x="37" y="21"/>
                      <a:pt x="35" y="19"/>
                      <a:pt x="33" y="16"/>
                    </a:cubicBezTo>
                    <a:cubicBezTo>
                      <a:pt x="33" y="15"/>
                      <a:pt x="31" y="14"/>
                      <a:pt x="31" y="12"/>
                    </a:cubicBezTo>
                    <a:cubicBezTo>
                      <a:pt x="36" y="13"/>
                      <a:pt x="38" y="18"/>
                      <a:pt x="41" y="21"/>
                    </a:cubicBezTo>
                    <a:cubicBezTo>
                      <a:pt x="43" y="22"/>
                      <a:pt x="43" y="23"/>
                      <a:pt x="43" y="24"/>
                    </a:cubicBezTo>
                    <a:cubicBezTo>
                      <a:pt x="42" y="27"/>
                      <a:pt x="44" y="30"/>
                      <a:pt x="43" y="33"/>
                    </a:cubicBezTo>
                    <a:cubicBezTo>
                      <a:pt x="43" y="34"/>
                      <a:pt x="42" y="35"/>
                      <a:pt x="41" y="35"/>
                    </a:cubicBezTo>
                    <a:cubicBezTo>
                      <a:pt x="39" y="37"/>
                      <a:pt x="38" y="39"/>
                      <a:pt x="35" y="40"/>
                    </a:cubicBezTo>
                    <a:cubicBezTo>
                      <a:pt x="30" y="41"/>
                      <a:pt x="26" y="39"/>
                      <a:pt x="23" y="37"/>
                    </a:cubicBezTo>
                    <a:cubicBezTo>
                      <a:pt x="18" y="33"/>
                      <a:pt x="14" y="29"/>
                      <a:pt x="10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4"/>
                      <a:pt x="7" y="23"/>
                      <a:pt x="7" y="21"/>
                    </a:cubicBezTo>
                    <a:cubicBezTo>
                      <a:pt x="4" y="18"/>
                      <a:pt x="0" y="17"/>
                      <a:pt x="1" y="12"/>
                    </a:cubicBezTo>
                    <a:cubicBezTo>
                      <a:pt x="2" y="8"/>
                      <a:pt x="5" y="5"/>
                      <a:pt x="7" y="2"/>
                    </a:cubicBezTo>
                    <a:cubicBezTo>
                      <a:pt x="8" y="0"/>
                      <a:pt x="11" y="2"/>
                      <a:pt x="12" y="0"/>
                    </a:cubicBezTo>
                    <a:cubicBezTo>
                      <a:pt x="14" y="0"/>
                      <a:pt x="15" y="0"/>
                      <a:pt x="16" y="2"/>
                    </a:cubicBezTo>
                    <a:close/>
                  </a:path>
                </a:pathLst>
              </a:custGeom>
              <a:solidFill>
                <a:srgbClr val="FEE9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09" name="Freeform 961"/>
              <p:cNvSpPr/>
              <p:nvPr/>
            </p:nvSpPr>
            <p:spPr bwMode="auto">
              <a:xfrm>
                <a:off x="637" y="2549"/>
                <a:ext cx="79" cy="79"/>
              </a:xfrm>
              <a:custGeom>
                <a:avLst/>
                <a:gdLst>
                  <a:gd name="T0" fmla="*/ 29 w 33"/>
                  <a:gd name="T1" fmla="*/ 15 h 33"/>
                  <a:gd name="T2" fmla="*/ 32 w 33"/>
                  <a:gd name="T3" fmla="*/ 24 h 33"/>
                  <a:gd name="T4" fmla="*/ 28 w 33"/>
                  <a:gd name="T5" fmla="*/ 30 h 33"/>
                  <a:gd name="T6" fmla="*/ 12 w 33"/>
                  <a:gd name="T7" fmla="*/ 30 h 33"/>
                  <a:gd name="T8" fmla="*/ 9 w 33"/>
                  <a:gd name="T9" fmla="*/ 33 h 33"/>
                  <a:gd name="T10" fmla="*/ 2 w 33"/>
                  <a:gd name="T11" fmla="*/ 29 h 33"/>
                  <a:gd name="T12" fmla="*/ 3 w 33"/>
                  <a:gd name="T13" fmla="*/ 9 h 33"/>
                  <a:gd name="T14" fmla="*/ 3 w 33"/>
                  <a:gd name="T15" fmla="*/ 6 h 33"/>
                  <a:gd name="T16" fmla="*/ 9 w 33"/>
                  <a:gd name="T17" fmla="*/ 1 h 33"/>
                  <a:gd name="T18" fmla="*/ 7 w 33"/>
                  <a:gd name="T19" fmla="*/ 5 h 33"/>
                  <a:gd name="T20" fmla="*/ 7 w 33"/>
                  <a:gd name="T21" fmla="*/ 4 h 33"/>
                  <a:gd name="T22" fmla="*/ 11 w 33"/>
                  <a:gd name="T23" fmla="*/ 17 h 33"/>
                  <a:gd name="T24" fmla="*/ 12 w 33"/>
                  <a:gd name="T25" fmla="*/ 26 h 33"/>
                  <a:gd name="T26" fmla="*/ 18 w 33"/>
                  <a:gd name="T27" fmla="*/ 19 h 33"/>
                  <a:gd name="T28" fmla="*/ 11 w 33"/>
                  <a:gd name="T29" fmla="*/ 17 h 33"/>
                  <a:gd name="T30" fmla="*/ 10 w 33"/>
                  <a:gd name="T31" fmla="*/ 13 h 33"/>
                  <a:gd name="T32" fmla="*/ 14 w 33"/>
                  <a:gd name="T33" fmla="*/ 12 h 33"/>
                  <a:gd name="T34" fmla="*/ 19 w 33"/>
                  <a:gd name="T35" fmla="*/ 12 h 33"/>
                  <a:gd name="T36" fmla="*/ 27 w 33"/>
                  <a:gd name="T37" fmla="*/ 14 h 33"/>
                  <a:gd name="T38" fmla="*/ 29 w 33"/>
                  <a:gd name="T39" fmla="*/ 1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3">
                    <a:moveTo>
                      <a:pt x="29" y="15"/>
                    </a:moveTo>
                    <a:cubicBezTo>
                      <a:pt x="30" y="18"/>
                      <a:pt x="32" y="21"/>
                      <a:pt x="32" y="24"/>
                    </a:cubicBezTo>
                    <a:cubicBezTo>
                      <a:pt x="33" y="27"/>
                      <a:pt x="33" y="30"/>
                      <a:pt x="28" y="30"/>
                    </a:cubicBezTo>
                    <a:cubicBezTo>
                      <a:pt x="23" y="29"/>
                      <a:pt x="17" y="30"/>
                      <a:pt x="12" y="30"/>
                    </a:cubicBezTo>
                    <a:cubicBezTo>
                      <a:pt x="11" y="31"/>
                      <a:pt x="11" y="33"/>
                      <a:pt x="9" y="33"/>
                    </a:cubicBezTo>
                    <a:cubicBezTo>
                      <a:pt x="7" y="33"/>
                      <a:pt x="3" y="33"/>
                      <a:pt x="2" y="29"/>
                    </a:cubicBezTo>
                    <a:cubicBezTo>
                      <a:pt x="0" y="22"/>
                      <a:pt x="2" y="16"/>
                      <a:pt x="3" y="9"/>
                    </a:cubicBezTo>
                    <a:cubicBezTo>
                      <a:pt x="3" y="8"/>
                      <a:pt x="3" y="7"/>
                      <a:pt x="3" y="6"/>
                    </a:cubicBezTo>
                    <a:cubicBezTo>
                      <a:pt x="2" y="1"/>
                      <a:pt x="5" y="0"/>
                      <a:pt x="9" y="1"/>
                    </a:cubicBezTo>
                    <a:cubicBezTo>
                      <a:pt x="10" y="3"/>
                      <a:pt x="11" y="4"/>
                      <a:pt x="7" y="5"/>
                    </a:cubicBezTo>
                    <a:cubicBezTo>
                      <a:pt x="7" y="5"/>
                      <a:pt x="7" y="4"/>
                      <a:pt x="7" y="4"/>
                    </a:cubicBezTo>
                    <a:cubicBezTo>
                      <a:pt x="5" y="8"/>
                      <a:pt x="7" y="14"/>
                      <a:pt x="11" y="17"/>
                    </a:cubicBezTo>
                    <a:cubicBezTo>
                      <a:pt x="11" y="20"/>
                      <a:pt x="7" y="23"/>
                      <a:pt x="12" y="26"/>
                    </a:cubicBezTo>
                    <a:cubicBezTo>
                      <a:pt x="8" y="18"/>
                      <a:pt x="17" y="23"/>
                      <a:pt x="18" y="19"/>
                    </a:cubicBezTo>
                    <a:cubicBezTo>
                      <a:pt x="16" y="19"/>
                      <a:pt x="13" y="19"/>
                      <a:pt x="11" y="17"/>
                    </a:cubicBezTo>
                    <a:cubicBezTo>
                      <a:pt x="10" y="16"/>
                      <a:pt x="9" y="15"/>
                      <a:pt x="10" y="13"/>
                    </a:cubicBezTo>
                    <a:cubicBezTo>
                      <a:pt x="11" y="12"/>
                      <a:pt x="12" y="12"/>
                      <a:pt x="14" y="12"/>
                    </a:cubicBezTo>
                    <a:cubicBezTo>
                      <a:pt x="16" y="12"/>
                      <a:pt x="17" y="13"/>
                      <a:pt x="19" y="12"/>
                    </a:cubicBezTo>
                    <a:cubicBezTo>
                      <a:pt x="22" y="11"/>
                      <a:pt x="25" y="10"/>
                      <a:pt x="27" y="14"/>
                    </a:cubicBezTo>
                    <a:cubicBezTo>
                      <a:pt x="28" y="14"/>
                      <a:pt x="29" y="15"/>
                      <a:pt x="29" y="15"/>
                    </a:cubicBezTo>
                    <a:close/>
                  </a:path>
                </a:pathLst>
              </a:custGeom>
              <a:solidFill>
                <a:srgbClr val="FE84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0" name="Freeform 962"/>
              <p:cNvSpPr/>
              <p:nvPr/>
            </p:nvSpPr>
            <p:spPr bwMode="auto">
              <a:xfrm>
                <a:off x="709" y="2556"/>
                <a:ext cx="95" cy="67"/>
              </a:xfrm>
              <a:custGeom>
                <a:avLst/>
                <a:gdLst>
                  <a:gd name="T0" fmla="*/ 16 w 40"/>
                  <a:gd name="T1" fmla="*/ 19 h 28"/>
                  <a:gd name="T2" fmla="*/ 5 w 40"/>
                  <a:gd name="T3" fmla="*/ 9 h 28"/>
                  <a:gd name="T4" fmla="*/ 0 w 40"/>
                  <a:gd name="T5" fmla="*/ 3 h 28"/>
                  <a:gd name="T6" fmla="*/ 7 w 40"/>
                  <a:gd name="T7" fmla="*/ 1 h 28"/>
                  <a:gd name="T8" fmla="*/ 12 w 40"/>
                  <a:gd name="T9" fmla="*/ 0 h 28"/>
                  <a:gd name="T10" fmla="*/ 39 w 40"/>
                  <a:gd name="T11" fmla="*/ 23 h 28"/>
                  <a:gd name="T12" fmla="*/ 35 w 40"/>
                  <a:gd name="T13" fmla="*/ 28 h 28"/>
                  <a:gd name="T14" fmla="*/ 21 w 40"/>
                  <a:gd name="T15" fmla="*/ 23 h 28"/>
                  <a:gd name="T16" fmla="*/ 21 w 40"/>
                  <a:gd name="T17" fmla="*/ 23 h 28"/>
                  <a:gd name="T18" fmla="*/ 16 w 40"/>
                  <a:gd name="T1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28">
                    <a:moveTo>
                      <a:pt x="16" y="19"/>
                    </a:moveTo>
                    <a:cubicBezTo>
                      <a:pt x="11" y="16"/>
                      <a:pt x="9" y="12"/>
                      <a:pt x="5" y="9"/>
                    </a:cubicBezTo>
                    <a:cubicBezTo>
                      <a:pt x="3" y="7"/>
                      <a:pt x="2" y="5"/>
                      <a:pt x="0" y="3"/>
                    </a:cubicBezTo>
                    <a:cubicBezTo>
                      <a:pt x="3" y="1"/>
                      <a:pt x="4" y="1"/>
                      <a:pt x="7" y="1"/>
                    </a:cubicBezTo>
                    <a:cubicBezTo>
                      <a:pt x="9" y="1"/>
                      <a:pt x="10" y="1"/>
                      <a:pt x="12" y="0"/>
                    </a:cubicBezTo>
                    <a:cubicBezTo>
                      <a:pt x="21" y="8"/>
                      <a:pt x="32" y="14"/>
                      <a:pt x="39" y="23"/>
                    </a:cubicBezTo>
                    <a:cubicBezTo>
                      <a:pt x="40" y="27"/>
                      <a:pt x="38" y="28"/>
                      <a:pt x="35" y="28"/>
                    </a:cubicBezTo>
                    <a:cubicBezTo>
                      <a:pt x="30" y="28"/>
                      <a:pt x="25" y="27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19"/>
                      <a:pt x="18" y="19"/>
                      <a:pt x="16" y="19"/>
                    </a:cubicBezTo>
                    <a:close/>
                  </a:path>
                </a:pathLst>
              </a:custGeom>
              <a:solidFill>
                <a:srgbClr val="FE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1" name="Freeform 963"/>
              <p:cNvSpPr/>
              <p:nvPr/>
            </p:nvSpPr>
            <p:spPr bwMode="auto">
              <a:xfrm>
                <a:off x="647" y="2549"/>
                <a:ext cx="38" cy="41"/>
              </a:xfrm>
              <a:custGeom>
                <a:avLst/>
                <a:gdLst>
                  <a:gd name="T0" fmla="*/ 7 w 16"/>
                  <a:gd name="T1" fmla="*/ 17 h 17"/>
                  <a:gd name="T2" fmla="*/ 1 w 16"/>
                  <a:gd name="T3" fmla="*/ 9 h 17"/>
                  <a:gd name="T4" fmla="*/ 2 w 16"/>
                  <a:gd name="T5" fmla="*/ 2 h 17"/>
                  <a:gd name="T6" fmla="*/ 4 w 16"/>
                  <a:gd name="T7" fmla="*/ 4 h 17"/>
                  <a:gd name="T8" fmla="*/ 5 w 16"/>
                  <a:gd name="T9" fmla="*/ 1 h 17"/>
                  <a:gd name="T10" fmla="*/ 13 w 16"/>
                  <a:gd name="T11" fmla="*/ 4 h 17"/>
                  <a:gd name="T12" fmla="*/ 15 w 16"/>
                  <a:gd name="T13" fmla="*/ 12 h 17"/>
                  <a:gd name="T14" fmla="*/ 11 w 16"/>
                  <a:gd name="T15" fmla="*/ 13 h 17"/>
                  <a:gd name="T16" fmla="*/ 7 w 16"/>
                  <a:gd name="T1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7">
                    <a:moveTo>
                      <a:pt x="7" y="17"/>
                    </a:moveTo>
                    <a:cubicBezTo>
                      <a:pt x="3" y="17"/>
                      <a:pt x="0" y="13"/>
                      <a:pt x="1" y="9"/>
                    </a:cubicBezTo>
                    <a:cubicBezTo>
                      <a:pt x="2" y="7"/>
                      <a:pt x="2" y="4"/>
                      <a:pt x="2" y="2"/>
                    </a:cubicBezTo>
                    <a:cubicBezTo>
                      <a:pt x="4" y="2"/>
                      <a:pt x="3" y="4"/>
                      <a:pt x="4" y="4"/>
                    </a:cubicBezTo>
                    <a:cubicBezTo>
                      <a:pt x="6" y="3"/>
                      <a:pt x="5" y="2"/>
                      <a:pt x="5" y="1"/>
                    </a:cubicBezTo>
                    <a:cubicBezTo>
                      <a:pt x="9" y="0"/>
                      <a:pt x="11" y="2"/>
                      <a:pt x="13" y="4"/>
                    </a:cubicBezTo>
                    <a:cubicBezTo>
                      <a:pt x="14" y="7"/>
                      <a:pt x="16" y="9"/>
                      <a:pt x="15" y="12"/>
                    </a:cubicBezTo>
                    <a:cubicBezTo>
                      <a:pt x="14" y="15"/>
                      <a:pt x="12" y="14"/>
                      <a:pt x="11" y="13"/>
                    </a:cubicBezTo>
                    <a:cubicBezTo>
                      <a:pt x="7" y="13"/>
                      <a:pt x="6" y="14"/>
                      <a:pt x="7" y="17"/>
                    </a:cubicBezTo>
                    <a:close/>
                  </a:path>
                </a:pathLst>
              </a:custGeom>
              <a:solidFill>
                <a:srgbClr val="FE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2" name="Freeform 964"/>
              <p:cNvSpPr/>
              <p:nvPr/>
            </p:nvSpPr>
            <p:spPr bwMode="auto">
              <a:xfrm>
                <a:off x="621" y="2597"/>
                <a:ext cx="12" cy="57"/>
              </a:xfrm>
              <a:custGeom>
                <a:avLst/>
                <a:gdLst>
                  <a:gd name="T0" fmla="*/ 3 w 5"/>
                  <a:gd name="T1" fmla="*/ 23 h 24"/>
                  <a:gd name="T2" fmla="*/ 2 w 5"/>
                  <a:gd name="T3" fmla="*/ 0 h 24"/>
                  <a:gd name="T4" fmla="*/ 5 w 5"/>
                  <a:gd name="T5" fmla="*/ 24 h 24"/>
                  <a:gd name="T6" fmla="*/ 4 w 5"/>
                  <a:gd name="T7" fmla="*/ 24 h 24"/>
                  <a:gd name="T8" fmla="*/ 3 w 5"/>
                  <a:gd name="T9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24">
                    <a:moveTo>
                      <a:pt x="3" y="23"/>
                    </a:moveTo>
                    <a:cubicBezTo>
                      <a:pt x="2" y="15"/>
                      <a:pt x="0" y="7"/>
                      <a:pt x="2" y="0"/>
                    </a:cubicBezTo>
                    <a:cubicBezTo>
                      <a:pt x="5" y="7"/>
                      <a:pt x="5" y="16"/>
                      <a:pt x="5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3"/>
                      <a:pt x="3" y="23"/>
                    </a:cubicBezTo>
                    <a:close/>
                  </a:path>
                </a:pathLst>
              </a:custGeom>
              <a:solidFill>
                <a:srgbClr val="FEFB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3" name="Freeform 965"/>
              <p:cNvSpPr/>
              <p:nvPr/>
            </p:nvSpPr>
            <p:spPr bwMode="auto">
              <a:xfrm>
                <a:off x="626" y="2511"/>
                <a:ext cx="14" cy="76"/>
              </a:xfrm>
              <a:custGeom>
                <a:avLst/>
                <a:gdLst>
                  <a:gd name="T0" fmla="*/ 0 w 6"/>
                  <a:gd name="T1" fmla="*/ 32 h 32"/>
                  <a:gd name="T2" fmla="*/ 5 w 6"/>
                  <a:gd name="T3" fmla="*/ 0 h 32"/>
                  <a:gd name="T4" fmla="*/ 4 w 6"/>
                  <a:gd name="T5" fmla="*/ 5 h 32"/>
                  <a:gd name="T6" fmla="*/ 3 w 6"/>
                  <a:gd name="T7" fmla="*/ 14 h 32"/>
                  <a:gd name="T8" fmla="*/ 2 w 6"/>
                  <a:gd name="T9" fmla="*/ 28 h 32"/>
                  <a:gd name="T10" fmla="*/ 0 w 6"/>
                  <a:gd name="T11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32">
                    <a:moveTo>
                      <a:pt x="0" y="32"/>
                    </a:moveTo>
                    <a:cubicBezTo>
                      <a:pt x="0" y="21"/>
                      <a:pt x="1" y="10"/>
                      <a:pt x="5" y="0"/>
                    </a:cubicBezTo>
                    <a:cubicBezTo>
                      <a:pt x="6" y="1"/>
                      <a:pt x="6" y="3"/>
                      <a:pt x="4" y="5"/>
                    </a:cubicBezTo>
                    <a:cubicBezTo>
                      <a:pt x="3" y="8"/>
                      <a:pt x="3" y="11"/>
                      <a:pt x="3" y="14"/>
                    </a:cubicBezTo>
                    <a:cubicBezTo>
                      <a:pt x="2" y="19"/>
                      <a:pt x="2" y="24"/>
                      <a:pt x="2" y="28"/>
                    </a:cubicBezTo>
                    <a:cubicBezTo>
                      <a:pt x="2" y="30"/>
                      <a:pt x="1" y="31"/>
                      <a:pt x="0" y="32"/>
                    </a:cubicBezTo>
                    <a:close/>
                  </a:path>
                </a:pathLst>
              </a:custGeom>
              <a:solidFill>
                <a:srgbClr val="FEEF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4" name="Freeform 966"/>
              <p:cNvSpPr/>
              <p:nvPr/>
            </p:nvSpPr>
            <p:spPr bwMode="auto">
              <a:xfrm>
                <a:off x="675" y="2559"/>
                <a:ext cx="29" cy="23"/>
              </a:xfrm>
              <a:custGeom>
                <a:avLst/>
                <a:gdLst>
                  <a:gd name="T0" fmla="*/ 3 w 12"/>
                  <a:gd name="T1" fmla="*/ 8 h 10"/>
                  <a:gd name="T2" fmla="*/ 1 w 12"/>
                  <a:gd name="T3" fmla="*/ 0 h 10"/>
                  <a:gd name="T4" fmla="*/ 7 w 12"/>
                  <a:gd name="T5" fmla="*/ 3 h 10"/>
                  <a:gd name="T6" fmla="*/ 11 w 12"/>
                  <a:gd name="T7" fmla="*/ 6 h 10"/>
                  <a:gd name="T8" fmla="*/ 11 w 12"/>
                  <a:gd name="T9" fmla="*/ 9 h 10"/>
                  <a:gd name="T10" fmla="*/ 11 w 12"/>
                  <a:gd name="T11" fmla="*/ 10 h 10"/>
                  <a:gd name="T12" fmla="*/ 3 w 12"/>
                  <a:gd name="T13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0">
                    <a:moveTo>
                      <a:pt x="3" y="8"/>
                    </a:moveTo>
                    <a:cubicBezTo>
                      <a:pt x="2" y="5"/>
                      <a:pt x="0" y="3"/>
                      <a:pt x="1" y="0"/>
                    </a:cubicBezTo>
                    <a:cubicBezTo>
                      <a:pt x="3" y="0"/>
                      <a:pt x="6" y="1"/>
                      <a:pt x="7" y="3"/>
                    </a:cubicBezTo>
                    <a:cubicBezTo>
                      <a:pt x="8" y="5"/>
                      <a:pt x="10" y="5"/>
                      <a:pt x="11" y="6"/>
                    </a:cubicBezTo>
                    <a:cubicBezTo>
                      <a:pt x="12" y="7"/>
                      <a:pt x="12" y="8"/>
                      <a:pt x="11" y="9"/>
                    </a:cubicBezTo>
                    <a:cubicBezTo>
                      <a:pt x="11" y="9"/>
                      <a:pt x="11" y="10"/>
                      <a:pt x="11" y="10"/>
                    </a:cubicBezTo>
                    <a:cubicBezTo>
                      <a:pt x="9" y="7"/>
                      <a:pt x="6" y="9"/>
                      <a:pt x="3" y="8"/>
                    </a:cubicBezTo>
                    <a:close/>
                  </a:path>
                </a:pathLst>
              </a:custGeom>
              <a:solidFill>
                <a:srgbClr val="F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5" name="Freeform 967"/>
              <p:cNvSpPr/>
              <p:nvPr/>
            </p:nvSpPr>
            <p:spPr bwMode="auto">
              <a:xfrm>
                <a:off x="640" y="2618"/>
                <a:ext cx="26" cy="21"/>
              </a:xfrm>
              <a:custGeom>
                <a:avLst/>
                <a:gdLst>
                  <a:gd name="T0" fmla="*/ 1 w 11"/>
                  <a:gd name="T1" fmla="*/ 0 h 9"/>
                  <a:gd name="T2" fmla="*/ 4 w 11"/>
                  <a:gd name="T3" fmla="*/ 3 h 9"/>
                  <a:gd name="T4" fmla="*/ 6 w 11"/>
                  <a:gd name="T5" fmla="*/ 3 h 9"/>
                  <a:gd name="T6" fmla="*/ 8 w 11"/>
                  <a:gd name="T7" fmla="*/ 3 h 9"/>
                  <a:gd name="T8" fmla="*/ 11 w 11"/>
                  <a:gd name="T9" fmla="*/ 1 h 9"/>
                  <a:gd name="T10" fmla="*/ 10 w 11"/>
                  <a:gd name="T11" fmla="*/ 6 h 9"/>
                  <a:gd name="T12" fmla="*/ 4 w 11"/>
                  <a:gd name="T13" fmla="*/ 7 h 9"/>
                  <a:gd name="T14" fmla="*/ 1 w 11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9">
                    <a:moveTo>
                      <a:pt x="1" y="0"/>
                    </a:moveTo>
                    <a:cubicBezTo>
                      <a:pt x="3" y="0"/>
                      <a:pt x="3" y="2"/>
                      <a:pt x="4" y="3"/>
                    </a:cubicBezTo>
                    <a:cubicBezTo>
                      <a:pt x="5" y="4"/>
                      <a:pt x="5" y="4"/>
                      <a:pt x="6" y="3"/>
                    </a:cubicBezTo>
                    <a:cubicBezTo>
                      <a:pt x="6" y="0"/>
                      <a:pt x="7" y="1"/>
                      <a:pt x="8" y="3"/>
                    </a:cubicBezTo>
                    <a:cubicBezTo>
                      <a:pt x="10" y="5"/>
                      <a:pt x="9" y="1"/>
                      <a:pt x="11" y="1"/>
                    </a:cubicBezTo>
                    <a:cubicBezTo>
                      <a:pt x="11" y="3"/>
                      <a:pt x="10" y="5"/>
                      <a:pt x="10" y="6"/>
                    </a:cubicBezTo>
                    <a:cubicBezTo>
                      <a:pt x="8" y="8"/>
                      <a:pt x="6" y="9"/>
                      <a:pt x="4" y="7"/>
                    </a:cubicBezTo>
                    <a:cubicBezTo>
                      <a:pt x="2" y="5"/>
                      <a:pt x="0" y="3"/>
                      <a:pt x="1" y="0"/>
                    </a:cubicBezTo>
                    <a:close/>
                  </a:path>
                </a:pathLst>
              </a:custGeom>
              <a:solidFill>
                <a:srgbClr val="FE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6" name="Freeform 968"/>
              <p:cNvSpPr/>
              <p:nvPr/>
            </p:nvSpPr>
            <p:spPr bwMode="auto">
              <a:xfrm>
                <a:off x="659" y="2663"/>
                <a:ext cx="16" cy="22"/>
              </a:xfrm>
              <a:custGeom>
                <a:avLst/>
                <a:gdLst>
                  <a:gd name="T0" fmla="*/ 1 w 7"/>
                  <a:gd name="T1" fmla="*/ 0 h 9"/>
                  <a:gd name="T2" fmla="*/ 7 w 7"/>
                  <a:gd name="T3" fmla="*/ 9 h 9"/>
                  <a:gd name="T4" fmla="*/ 0 w 7"/>
                  <a:gd name="T5" fmla="*/ 2 h 9"/>
                  <a:gd name="T6" fmla="*/ 1 w 7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9">
                    <a:moveTo>
                      <a:pt x="1" y="0"/>
                    </a:moveTo>
                    <a:cubicBezTo>
                      <a:pt x="1" y="4"/>
                      <a:pt x="6" y="6"/>
                      <a:pt x="7" y="9"/>
                    </a:cubicBezTo>
                    <a:cubicBezTo>
                      <a:pt x="4" y="8"/>
                      <a:pt x="0" y="6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FEFB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7" name="Freeform 969"/>
              <p:cNvSpPr/>
              <p:nvPr/>
            </p:nvSpPr>
            <p:spPr bwMode="auto">
              <a:xfrm>
                <a:off x="626" y="2654"/>
                <a:ext cx="11" cy="23"/>
              </a:xfrm>
              <a:custGeom>
                <a:avLst/>
                <a:gdLst>
                  <a:gd name="T0" fmla="*/ 2 w 5"/>
                  <a:gd name="T1" fmla="*/ 0 h 10"/>
                  <a:gd name="T2" fmla="*/ 3 w 5"/>
                  <a:gd name="T3" fmla="*/ 0 h 10"/>
                  <a:gd name="T4" fmla="*/ 4 w 5"/>
                  <a:gd name="T5" fmla="*/ 5 h 10"/>
                  <a:gd name="T6" fmla="*/ 4 w 5"/>
                  <a:gd name="T7" fmla="*/ 10 h 10"/>
                  <a:gd name="T8" fmla="*/ 2 w 5"/>
                  <a:gd name="T9" fmla="*/ 7 h 10"/>
                  <a:gd name="T10" fmla="*/ 2 w 5"/>
                  <a:gd name="T1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4" y="1"/>
                      <a:pt x="3" y="4"/>
                      <a:pt x="4" y="5"/>
                    </a:cubicBezTo>
                    <a:cubicBezTo>
                      <a:pt x="3" y="7"/>
                      <a:pt x="5" y="9"/>
                      <a:pt x="4" y="10"/>
                    </a:cubicBezTo>
                    <a:cubicBezTo>
                      <a:pt x="4" y="9"/>
                      <a:pt x="3" y="8"/>
                      <a:pt x="2" y="7"/>
                    </a:cubicBezTo>
                    <a:cubicBezTo>
                      <a:pt x="1" y="5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C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8" name="Freeform 970"/>
              <p:cNvSpPr/>
              <p:nvPr/>
            </p:nvSpPr>
            <p:spPr bwMode="auto">
              <a:xfrm>
                <a:off x="626" y="2490"/>
                <a:ext cx="14" cy="12"/>
              </a:xfrm>
              <a:custGeom>
                <a:avLst/>
                <a:gdLst>
                  <a:gd name="T0" fmla="*/ 3 w 6"/>
                  <a:gd name="T1" fmla="*/ 5 h 5"/>
                  <a:gd name="T2" fmla="*/ 2 w 6"/>
                  <a:gd name="T3" fmla="*/ 5 h 5"/>
                  <a:gd name="T4" fmla="*/ 1 w 6"/>
                  <a:gd name="T5" fmla="*/ 3 h 5"/>
                  <a:gd name="T6" fmla="*/ 3 w 6"/>
                  <a:gd name="T7" fmla="*/ 1 h 5"/>
                  <a:gd name="T8" fmla="*/ 3 w 6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3" y="5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2"/>
                      <a:pt x="2" y="0"/>
                      <a:pt x="3" y="1"/>
                    </a:cubicBezTo>
                    <a:cubicBezTo>
                      <a:pt x="6" y="3"/>
                      <a:pt x="2" y="4"/>
                      <a:pt x="3" y="5"/>
                    </a:cubicBezTo>
                    <a:close/>
                  </a:path>
                </a:pathLst>
              </a:custGeom>
              <a:solidFill>
                <a:srgbClr val="FEB3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19" name="Freeform 971"/>
              <p:cNvSpPr/>
              <p:nvPr/>
            </p:nvSpPr>
            <p:spPr bwMode="auto">
              <a:xfrm>
                <a:off x="656" y="2533"/>
                <a:ext cx="12" cy="11"/>
              </a:xfrm>
              <a:custGeom>
                <a:avLst/>
                <a:gdLst>
                  <a:gd name="T0" fmla="*/ 0 w 5"/>
                  <a:gd name="T1" fmla="*/ 0 h 5"/>
                  <a:gd name="T2" fmla="*/ 5 w 5"/>
                  <a:gd name="T3" fmla="*/ 5 h 5"/>
                  <a:gd name="T4" fmla="*/ 0 w 5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cubicBezTo>
                      <a:pt x="2" y="2"/>
                      <a:pt x="4" y="3"/>
                      <a:pt x="5" y="5"/>
                    </a:cubicBezTo>
                    <a:cubicBezTo>
                      <a:pt x="2" y="4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rgbClr val="FE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0" name="Freeform 972"/>
              <p:cNvSpPr/>
              <p:nvPr/>
            </p:nvSpPr>
            <p:spPr bwMode="auto">
              <a:xfrm>
                <a:off x="645" y="2521"/>
                <a:ext cx="9" cy="7"/>
              </a:xfrm>
              <a:custGeom>
                <a:avLst/>
                <a:gdLst>
                  <a:gd name="T0" fmla="*/ 0 w 4"/>
                  <a:gd name="T1" fmla="*/ 0 h 3"/>
                  <a:gd name="T2" fmla="*/ 4 w 4"/>
                  <a:gd name="T3" fmla="*/ 1 h 3"/>
                  <a:gd name="T4" fmla="*/ 4 w 4"/>
                  <a:gd name="T5" fmla="*/ 2 h 3"/>
                  <a:gd name="T6" fmla="*/ 0 w 4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1" name="Freeform 973"/>
              <p:cNvSpPr/>
              <p:nvPr/>
            </p:nvSpPr>
            <p:spPr bwMode="auto">
              <a:xfrm>
                <a:off x="701" y="2573"/>
                <a:ext cx="8" cy="7"/>
              </a:xfrm>
              <a:custGeom>
                <a:avLst/>
                <a:gdLst>
                  <a:gd name="T0" fmla="*/ 0 w 3"/>
                  <a:gd name="T1" fmla="*/ 3 h 3"/>
                  <a:gd name="T2" fmla="*/ 0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2" y="1"/>
                      <a:pt x="3" y="2"/>
                      <a:pt x="0" y="3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2" name="Freeform 974"/>
              <p:cNvSpPr/>
              <p:nvPr/>
            </p:nvSpPr>
            <p:spPr bwMode="auto">
              <a:xfrm>
                <a:off x="675" y="2635"/>
                <a:ext cx="15" cy="7"/>
              </a:xfrm>
              <a:custGeom>
                <a:avLst/>
                <a:gdLst>
                  <a:gd name="T0" fmla="*/ 6 w 6"/>
                  <a:gd name="T1" fmla="*/ 1 h 3"/>
                  <a:gd name="T2" fmla="*/ 0 w 6"/>
                  <a:gd name="T3" fmla="*/ 2 h 3"/>
                  <a:gd name="T4" fmla="*/ 0 w 6"/>
                  <a:gd name="T5" fmla="*/ 1 h 3"/>
                  <a:gd name="T6" fmla="*/ 0 w 6"/>
                  <a:gd name="T7" fmla="*/ 1 h 3"/>
                  <a:gd name="T8" fmla="*/ 6 w 6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3">
                    <a:moveTo>
                      <a:pt x="6" y="1"/>
                    </a:moveTo>
                    <a:cubicBezTo>
                      <a:pt x="4" y="3"/>
                      <a:pt x="2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0"/>
                      <a:pt x="4" y="0"/>
                      <a:pt x="6" y="1"/>
                    </a:cubicBezTo>
                    <a:close/>
                  </a:path>
                </a:pathLst>
              </a:custGeom>
              <a:solidFill>
                <a:srgbClr val="FEE8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3" name="Freeform 975"/>
              <p:cNvSpPr/>
              <p:nvPr/>
            </p:nvSpPr>
            <p:spPr bwMode="auto">
              <a:xfrm>
                <a:off x="623" y="2495"/>
                <a:ext cx="7" cy="7"/>
              </a:xfrm>
              <a:custGeom>
                <a:avLst/>
                <a:gdLst>
                  <a:gd name="T0" fmla="*/ 2 w 3"/>
                  <a:gd name="T1" fmla="*/ 1 h 3"/>
                  <a:gd name="T2" fmla="*/ 3 w 3"/>
                  <a:gd name="T3" fmla="*/ 3 h 3"/>
                  <a:gd name="T4" fmla="*/ 0 w 3"/>
                  <a:gd name="T5" fmla="*/ 0 h 3"/>
                  <a:gd name="T6" fmla="*/ 2 w 3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2" y="2"/>
                      <a:pt x="2" y="3"/>
                      <a:pt x="3" y="3"/>
                    </a:cubicBezTo>
                    <a:cubicBezTo>
                      <a:pt x="1" y="3"/>
                      <a:pt x="0" y="2"/>
                      <a:pt x="0" y="0"/>
                    </a:cubicBezTo>
                    <a:cubicBezTo>
                      <a:pt x="0" y="0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FEEF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4" name="Freeform 976"/>
              <p:cNvSpPr/>
              <p:nvPr/>
            </p:nvSpPr>
            <p:spPr bwMode="auto">
              <a:xfrm>
                <a:off x="1131" y="2837"/>
                <a:ext cx="263" cy="168"/>
              </a:xfrm>
              <a:custGeom>
                <a:avLst/>
                <a:gdLst>
                  <a:gd name="T0" fmla="*/ 111 w 111"/>
                  <a:gd name="T1" fmla="*/ 1 h 71"/>
                  <a:gd name="T2" fmla="*/ 109 w 111"/>
                  <a:gd name="T3" fmla="*/ 9 h 71"/>
                  <a:gd name="T4" fmla="*/ 99 w 111"/>
                  <a:gd name="T5" fmla="*/ 22 h 71"/>
                  <a:gd name="T6" fmla="*/ 97 w 111"/>
                  <a:gd name="T7" fmla="*/ 22 h 71"/>
                  <a:gd name="T8" fmla="*/ 94 w 111"/>
                  <a:gd name="T9" fmla="*/ 26 h 71"/>
                  <a:gd name="T10" fmla="*/ 89 w 111"/>
                  <a:gd name="T11" fmla="*/ 29 h 71"/>
                  <a:gd name="T12" fmla="*/ 79 w 111"/>
                  <a:gd name="T13" fmla="*/ 36 h 71"/>
                  <a:gd name="T14" fmla="*/ 66 w 111"/>
                  <a:gd name="T15" fmla="*/ 39 h 71"/>
                  <a:gd name="T16" fmla="*/ 60 w 111"/>
                  <a:gd name="T17" fmla="*/ 40 h 71"/>
                  <a:gd name="T18" fmla="*/ 60 w 111"/>
                  <a:gd name="T19" fmla="*/ 39 h 71"/>
                  <a:gd name="T20" fmla="*/ 61 w 111"/>
                  <a:gd name="T21" fmla="*/ 37 h 71"/>
                  <a:gd name="T22" fmla="*/ 83 w 111"/>
                  <a:gd name="T23" fmla="*/ 27 h 71"/>
                  <a:gd name="T24" fmla="*/ 68 w 111"/>
                  <a:gd name="T25" fmla="*/ 25 h 71"/>
                  <a:gd name="T26" fmla="*/ 42 w 111"/>
                  <a:gd name="T27" fmla="*/ 34 h 71"/>
                  <a:gd name="T28" fmla="*/ 32 w 111"/>
                  <a:gd name="T29" fmla="*/ 38 h 71"/>
                  <a:gd name="T30" fmla="*/ 31 w 111"/>
                  <a:gd name="T31" fmla="*/ 39 h 71"/>
                  <a:gd name="T32" fmla="*/ 26 w 111"/>
                  <a:gd name="T33" fmla="*/ 41 h 71"/>
                  <a:gd name="T34" fmla="*/ 22 w 111"/>
                  <a:gd name="T35" fmla="*/ 39 h 71"/>
                  <a:gd name="T36" fmla="*/ 22 w 111"/>
                  <a:gd name="T37" fmla="*/ 29 h 71"/>
                  <a:gd name="T38" fmla="*/ 21 w 111"/>
                  <a:gd name="T39" fmla="*/ 29 h 71"/>
                  <a:gd name="T40" fmla="*/ 26 w 111"/>
                  <a:gd name="T41" fmla="*/ 43 h 71"/>
                  <a:gd name="T42" fmla="*/ 27 w 111"/>
                  <a:gd name="T43" fmla="*/ 43 h 71"/>
                  <a:gd name="T44" fmla="*/ 31 w 111"/>
                  <a:gd name="T45" fmla="*/ 44 h 71"/>
                  <a:gd name="T46" fmla="*/ 33 w 111"/>
                  <a:gd name="T47" fmla="*/ 44 h 71"/>
                  <a:gd name="T48" fmla="*/ 50 w 111"/>
                  <a:gd name="T49" fmla="*/ 42 h 71"/>
                  <a:gd name="T50" fmla="*/ 55 w 111"/>
                  <a:gd name="T51" fmla="*/ 40 h 71"/>
                  <a:gd name="T52" fmla="*/ 60 w 111"/>
                  <a:gd name="T53" fmla="*/ 40 h 71"/>
                  <a:gd name="T54" fmla="*/ 60 w 111"/>
                  <a:gd name="T55" fmla="*/ 45 h 71"/>
                  <a:gd name="T56" fmla="*/ 53 w 111"/>
                  <a:gd name="T57" fmla="*/ 53 h 71"/>
                  <a:gd name="T58" fmla="*/ 51 w 111"/>
                  <a:gd name="T59" fmla="*/ 57 h 71"/>
                  <a:gd name="T60" fmla="*/ 23 w 111"/>
                  <a:gd name="T61" fmla="*/ 71 h 71"/>
                  <a:gd name="T62" fmla="*/ 9 w 111"/>
                  <a:gd name="T63" fmla="*/ 71 h 71"/>
                  <a:gd name="T64" fmla="*/ 3 w 111"/>
                  <a:gd name="T65" fmla="*/ 63 h 71"/>
                  <a:gd name="T66" fmla="*/ 4 w 111"/>
                  <a:gd name="T67" fmla="*/ 54 h 71"/>
                  <a:gd name="T68" fmla="*/ 6 w 111"/>
                  <a:gd name="T69" fmla="*/ 51 h 71"/>
                  <a:gd name="T70" fmla="*/ 20 w 111"/>
                  <a:gd name="T71" fmla="*/ 47 h 71"/>
                  <a:gd name="T72" fmla="*/ 11 w 111"/>
                  <a:gd name="T73" fmla="*/ 52 h 71"/>
                  <a:gd name="T74" fmla="*/ 6 w 111"/>
                  <a:gd name="T75" fmla="*/ 51 h 71"/>
                  <a:gd name="T76" fmla="*/ 14 w 111"/>
                  <a:gd name="T77" fmla="*/ 45 h 71"/>
                  <a:gd name="T78" fmla="*/ 1 w 111"/>
                  <a:gd name="T79" fmla="*/ 37 h 71"/>
                  <a:gd name="T80" fmla="*/ 1 w 111"/>
                  <a:gd name="T81" fmla="*/ 34 h 71"/>
                  <a:gd name="T82" fmla="*/ 4 w 111"/>
                  <a:gd name="T83" fmla="*/ 30 h 71"/>
                  <a:gd name="T84" fmla="*/ 16 w 111"/>
                  <a:gd name="T85" fmla="*/ 17 h 71"/>
                  <a:gd name="T86" fmla="*/ 18 w 111"/>
                  <a:gd name="T87" fmla="*/ 15 h 71"/>
                  <a:gd name="T88" fmla="*/ 26 w 111"/>
                  <a:gd name="T89" fmla="*/ 13 h 71"/>
                  <a:gd name="T90" fmla="*/ 26 w 111"/>
                  <a:gd name="T91" fmla="*/ 20 h 71"/>
                  <a:gd name="T92" fmla="*/ 38 w 111"/>
                  <a:gd name="T93" fmla="*/ 9 h 71"/>
                  <a:gd name="T94" fmla="*/ 45 w 111"/>
                  <a:gd name="T95" fmla="*/ 8 h 71"/>
                  <a:gd name="T96" fmla="*/ 51 w 111"/>
                  <a:gd name="T97" fmla="*/ 7 h 71"/>
                  <a:gd name="T98" fmla="*/ 60 w 111"/>
                  <a:gd name="T99" fmla="*/ 3 h 71"/>
                  <a:gd name="T100" fmla="*/ 64 w 111"/>
                  <a:gd name="T101" fmla="*/ 5 h 71"/>
                  <a:gd name="T102" fmla="*/ 68 w 111"/>
                  <a:gd name="T103" fmla="*/ 4 h 71"/>
                  <a:gd name="T104" fmla="*/ 70 w 111"/>
                  <a:gd name="T105" fmla="*/ 2 h 71"/>
                  <a:gd name="T106" fmla="*/ 77 w 111"/>
                  <a:gd name="T107" fmla="*/ 4 h 71"/>
                  <a:gd name="T108" fmla="*/ 83 w 111"/>
                  <a:gd name="T109" fmla="*/ 4 h 71"/>
                  <a:gd name="T110" fmla="*/ 87 w 111"/>
                  <a:gd name="T111" fmla="*/ 7 h 71"/>
                  <a:gd name="T112" fmla="*/ 94 w 111"/>
                  <a:gd name="T113" fmla="*/ 3 h 71"/>
                  <a:gd name="T114" fmla="*/ 95 w 111"/>
                  <a:gd name="T115" fmla="*/ 6 h 71"/>
                  <a:gd name="T116" fmla="*/ 94 w 111"/>
                  <a:gd name="T117" fmla="*/ 9 h 71"/>
                  <a:gd name="T118" fmla="*/ 101 w 111"/>
                  <a:gd name="T119" fmla="*/ 7 h 71"/>
                  <a:gd name="T120" fmla="*/ 105 w 111"/>
                  <a:gd name="T121" fmla="*/ 4 h 71"/>
                  <a:gd name="T122" fmla="*/ 111 w 111"/>
                  <a:gd name="T123" fmla="*/ 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1" h="71">
                    <a:moveTo>
                      <a:pt x="111" y="1"/>
                    </a:moveTo>
                    <a:cubicBezTo>
                      <a:pt x="111" y="4"/>
                      <a:pt x="111" y="6"/>
                      <a:pt x="109" y="9"/>
                    </a:cubicBezTo>
                    <a:cubicBezTo>
                      <a:pt x="105" y="13"/>
                      <a:pt x="103" y="18"/>
                      <a:pt x="99" y="22"/>
                    </a:cubicBezTo>
                    <a:cubicBezTo>
                      <a:pt x="98" y="22"/>
                      <a:pt x="98" y="22"/>
                      <a:pt x="97" y="22"/>
                    </a:cubicBezTo>
                    <a:cubicBezTo>
                      <a:pt x="98" y="25"/>
                      <a:pt x="95" y="25"/>
                      <a:pt x="94" y="26"/>
                    </a:cubicBezTo>
                    <a:cubicBezTo>
                      <a:pt x="92" y="26"/>
                      <a:pt x="90" y="27"/>
                      <a:pt x="89" y="29"/>
                    </a:cubicBezTo>
                    <a:cubicBezTo>
                      <a:pt x="88" y="33"/>
                      <a:pt x="84" y="36"/>
                      <a:pt x="79" y="36"/>
                    </a:cubicBezTo>
                    <a:cubicBezTo>
                      <a:pt x="75" y="36"/>
                      <a:pt x="70" y="38"/>
                      <a:pt x="66" y="39"/>
                    </a:cubicBezTo>
                    <a:cubicBezTo>
                      <a:pt x="64" y="40"/>
                      <a:pt x="62" y="41"/>
                      <a:pt x="60" y="40"/>
                    </a:cubicBezTo>
                    <a:cubicBezTo>
                      <a:pt x="60" y="40"/>
                      <a:pt x="60" y="39"/>
                      <a:pt x="60" y="39"/>
                    </a:cubicBezTo>
                    <a:cubicBezTo>
                      <a:pt x="60" y="38"/>
                      <a:pt x="60" y="38"/>
                      <a:pt x="61" y="37"/>
                    </a:cubicBezTo>
                    <a:cubicBezTo>
                      <a:pt x="67" y="31"/>
                      <a:pt x="75" y="29"/>
                      <a:pt x="83" y="27"/>
                    </a:cubicBezTo>
                    <a:cubicBezTo>
                      <a:pt x="80" y="25"/>
                      <a:pt x="73" y="24"/>
                      <a:pt x="68" y="25"/>
                    </a:cubicBezTo>
                    <a:cubicBezTo>
                      <a:pt x="59" y="27"/>
                      <a:pt x="50" y="29"/>
                      <a:pt x="42" y="34"/>
                    </a:cubicBezTo>
                    <a:cubicBezTo>
                      <a:pt x="39" y="35"/>
                      <a:pt x="35" y="35"/>
                      <a:pt x="32" y="38"/>
                    </a:cubicBezTo>
                    <a:cubicBezTo>
                      <a:pt x="32" y="39"/>
                      <a:pt x="31" y="39"/>
                      <a:pt x="31" y="39"/>
                    </a:cubicBezTo>
                    <a:cubicBezTo>
                      <a:pt x="29" y="39"/>
                      <a:pt x="27" y="40"/>
                      <a:pt x="26" y="41"/>
                    </a:cubicBezTo>
                    <a:cubicBezTo>
                      <a:pt x="23" y="43"/>
                      <a:pt x="22" y="42"/>
                      <a:pt x="22" y="39"/>
                    </a:cubicBezTo>
                    <a:cubicBezTo>
                      <a:pt x="21" y="36"/>
                      <a:pt x="21" y="32"/>
                      <a:pt x="22" y="29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16" y="39"/>
                      <a:pt x="16" y="39"/>
                      <a:pt x="26" y="43"/>
                    </a:cubicBezTo>
                    <a:cubicBezTo>
                      <a:pt x="26" y="43"/>
                      <a:pt x="27" y="43"/>
                      <a:pt x="27" y="43"/>
                    </a:cubicBezTo>
                    <a:cubicBezTo>
                      <a:pt x="28" y="44"/>
                      <a:pt x="30" y="44"/>
                      <a:pt x="31" y="44"/>
                    </a:cubicBezTo>
                    <a:cubicBezTo>
                      <a:pt x="31" y="44"/>
                      <a:pt x="32" y="44"/>
                      <a:pt x="33" y="44"/>
                    </a:cubicBezTo>
                    <a:cubicBezTo>
                      <a:pt x="39" y="44"/>
                      <a:pt x="44" y="43"/>
                      <a:pt x="50" y="42"/>
                    </a:cubicBezTo>
                    <a:cubicBezTo>
                      <a:pt x="52" y="42"/>
                      <a:pt x="53" y="41"/>
                      <a:pt x="55" y="40"/>
                    </a:cubicBezTo>
                    <a:cubicBezTo>
                      <a:pt x="57" y="39"/>
                      <a:pt x="58" y="39"/>
                      <a:pt x="60" y="40"/>
                    </a:cubicBezTo>
                    <a:cubicBezTo>
                      <a:pt x="62" y="42"/>
                      <a:pt x="61" y="43"/>
                      <a:pt x="60" y="45"/>
                    </a:cubicBezTo>
                    <a:cubicBezTo>
                      <a:pt x="58" y="48"/>
                      <a:pt x="56" y="50"/>
                      <a:pt x="53" y="53"/>
                    </a:cubicBezTo>
                    <a:cubicBezTo>
                      <a:pt x="52" y="54"/>
                      <a:pt x="51" y="55"/>
                      <a:pt x="51" y="57"/>
                    </a:cubicBezTo>
                    <a:cubicBezTo>
                      <a:pt x="41" y="61"/>
                      <a:pt x="32" y="67"/>
                      <a:pt x="23" y="71"/>
                    </a:cubicBezTo>
                    <a:cubicBezTo>
                      <a:pt x="18" y="71"/>
                      <a:pt x="13" y="71"/>
                      <a:pt x="9" y="71"/>
                    </a:cubicBezTo>
                    <a:cubicBezTo>
                      <a:pt x="3" y="71"/>
                      <a:pt x="1" y="68"/>
                      <a:pt x="3" y="63"/>
                    </a:cubicBezTo>
                    <a:cubicBezTo>
                      <a:pt x="4" y="60"/>
                      <a:pt x="6" y="58"/>
                      <a:pt x="4" y="54"/>
                    </a:cubicBezTo>
                    <a:cubicBezTo>
                      <a:pt x="4" y="53"/>
                      <a:pt x="5" y="52"/>
                      <a:pt x="6" y="51"/>
                    </a:cubicBezTo>
                    <a:cubicBezTo>
                      <a:pt x="13" y="56"/>
                      <a:pt x="15" y="55"/>
                      <a:pt x="20" y="47"/>
                    </a:cubicBezTo>
                    <a:cubicBezTo>
                      <a:pt x="17" y="50"/>
                      <a:pt x="14" y="50"/>
                      <a:pt x="11" y="52"/>
                    </a:cubicBezTo>
                    <a:cubicBezTo>
                      <a:pt x="9" y="54"/>
                      <a:pt x="8" y="52"/>
                      <a:pt x="6" y="51"/>
                    </a:cubicBezTo>
                    <a:cubicBezTo>
                      <a:pt x="7" y="47"/>
                      <a:pt x="11" y="47"/>
                      <a:pt x="14" y="45"/>
                    </a:cubicBezTo>
                    <a:cubicBezTo>
                      <a:pt x="8" y="45"/>
                      <a:pt x="6" y="39"/>
                      <a:pt x="1" y="37"/>
                    </a:cubicBezTo>
                    <a:cubicBezTo>
                      <a:pt x="0" y="37"/>
                      <a:pt x="0" y="35"/>
                      <a:pt x="1" y="34"/>
                    </a:cubicBezTo>
                    <a:cubicBezTo>
                      <a:pt x="2" y="33"/>
                      <a:pt x="2" y="31"/>
                      <a:pt x="4" y="30"/>
                    </a:cubicBezTo>
                    <a:cubicBezTo>
                      <a:pt x="8" y="26"/>
                      <a:pt x="12" y="21"/>
                      <a:pt x="16" y="17"/>
                    </a:cubicBezTo>
                    <a:cubicBezTo>
                      <a:pt x="17" y="16"/>
                      <a:pt x="17" y="15"/>
                      <a:pt x="18" y="15"/>
                    </a:cubicBezTo>
                    <a:cubicBezTo>
                      <a:pt x="20" y="13"/>
                      <a:pt x="23" y="11"/>
                      <a:pt x="26" y="13"/>
                    </a:cubicBezTo>
                    <a:cubicBezTo>
                      <a:pt x="29" y="14"/>
                      <a:pt x="26" y="17"/>
                      <a:pt x="26" y="20"/>
                    </a:cubicBezTo>
                    <a:cubicBezTo>
                      <a:pt x="30" y="15"/>
                      <a:pt x="34" y="13"/>
                      <a:pt x="38" y="9"/>
                    </a:cubicBezTo>
                    <a:cubicBezTo>
                      <a:pt x="40" y="7"/>
                      <a:pt x="43" y="7"/>
                      <a:pt x="45" y="8"/>
                    </a:cubicBezTo>
                    <a:cubicBezTo>
                      <a:pt x="47" y="9"/>
                      <a:pt x="49" y="8"/>
                      <a:pt x="51" y="7"/>
                    </a:cubicBezTo>
                    <a:cubicBezTo>
                      <a:pt x="54" y="5"/>
                      <a:pt x="57" y="4"/>
                      <a:pt x="60" y="3"/>
                    </a:cubicBezTo>
                    <a:cubicBezTo>
                      <a:pt x="62" y="2"/>
                      <a:pt x="63" y="4"/>
                      <a:pt x="64" y="5"/>
                    </a:cubicBezTo>
                    <a:cubicBezTo>
                      <a:pt x="65" y="5"/>
                      <a:pt x="68" y="8"/>
                      <a:pt x="68" y="4"/>
                    </a:cubicBezTo>
                    <a:cubicBezTo>
                      <a:pt x="68" y="2"/>
                      <a:pt x="69" y="1"/>
                      <a:pt x="70" y="2"/>
                    </a:cubicBezTo>
                    <a:cubicBezTo>
                      <a:pt x="72" y="2"/>
                      <a:pt x="75" y="2"/>
                      <a:pt x="77" y="4"/>
                    </a:cubicBezTo>
                    <a:cubicBezTo>
                      <a:pt x="80" y="6"/>
                      <a:pt x="80" y="6"/>
                      <a:pt x="83" y="4"/>
                    </a:cubicBezTo>
                    <a:cubicBezTo>
                      <a:pt x="86" y="2"/>
                      <a:pt x="86" y="6"/>
                      <a:pt x="87" y="7"/>
                    </a:cubicBezTo>
                    <a:cubicBezTo>
                      <a:pt x="87" y="5"/>
                      <a:pt x="92" y="2"/>
                      <a:pt x="94" y="3"/>
                    </a:cubicBezTo>
                    <a:cubicBezTo>
                      <a:pt x="96" y="4"/>
                      <a:pt x="96" y="4"/>
                      <a:pt x="95" y="6"/>
                    </a:cubicBezTo>
                    <a:cubicBezTo>
                      <a:pt x="95" y="7"/>
                      <a:pt x="94" y="8"/>
                      <a:pt x="94" y="9"/>
                    </a:cubicBezTo>
                    <a:cubicBezTo>
                      <a:pt x="96" y="7"/>
                      <a:pt x="98" y="5"/>
                      <a:pt x="101" y="7"/>
                    </a:cubicBezTo>
                    <a:cubicBezTo>
                      <a:pt x="103" y="7"/>
                      <a:pt x="104" y="5"/>
                      <a:pt x="105" y="4"/>
                    </a:cubicBezTo>
                    <a:cubicBezTo>
                      <a:pt x="107" y="3"/>
                      <a:pt x="108" y="0"/>
                      <a:pt x="111" y="1"/>
                    </a:cubicBezTo>
                    <a:close/>
                  </a:path>
                </a:pathLst>
              </a:custGeom>
              <a:solidFill>
                <a:srgbClr val="F3E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5" name="Freeform 977"/>
              <p:cNvSpPr/>
              <p:nvPr/>
            </p:nvSpPr>
            <p:spPr bwMode="auto">
              <a:xfrm>
                <a:off x="1088" y="2846"/>
                <a:ext cx="133" cy="174"/>
              </a:xfrm>
              <a:custGeom>
                <a:avLst/>
                <a:gdLst>
                  <a:gd name="T0" fmla="*/ 25 w 56"/>
                  <a:gd name="T1" fmla="*/ 47 h 73"/>
                  <a:gd name="T2" fmla="*/ 25 w 56"/>
                  <a:gd name="T3" fmla="*/ 52 h 73"/>
                  <a:gd name="T4" fmla="*/ 24 w 56"/>
                  <a:gd name="T5" fmla="*/ 54 h 73"/>
                  <a:gd name="T6" fmla="*/ 22 w 56"/>
                  <a:gd name="T7" fmla="*/ 60 h 73"/>
                  <a:gd name="T8" fmla="*/ 27 w 56"/>
                  <a:gd name="T9" fmla="*/ 66 h 73"/>
                  <a:gd name="T10" fmla="*/ 40 w 56"/>
                  <a:gd name="T11" fmla="*/ 67 h 73"/>
                  <a:gd name="T12" fmla="*/ 41 w 56"/>
                  <a:gd name="T13" fmla="*/ 67 h 73"/>
                  <a:gd name="T14" fmla="*/ 29 w 56"/>
                  <a:gd name="T15" fmla="*/ 73 h 73"/>
                  <a:gd name="T16" fmla="*/ 29 w 56"/>
                  <a:gd name="T17" fmla="*/ 73 h 73"/>
                  <a:gd name="T18" fmla="*/ 19 w 56"/>
                  <a:gd name="T19" fmla="*/ 67 h 73"/>
                  <a:gd name="T20" fmla="*/ 16 w 56"/>
                  <a:gd name="T21" fmla="*/ 59 h 73"/>
                  <a:gd name="T22" fmla="*/ 18 w 56"/>
                  <a:gd name="T23" fmla="*/ 55 h 73"/>
                  <a:gd name="T24" fmla="*/ 16 w 56"/>
                  <a:gd name="T25" fmla="*/ 52 h 73"/>
                  <a:gd name="T26" fmla="*/ 9 w 56"/>
                  <a:gd name="T27" fmla="*/ 50 h 73"/>
                  <a:gd name="T28" fmla="*/ 3 w 56"/>
                  <a:gd name="T29" fmla="*/ 50 h 73"/>
                  <a:gd name="T30" fmla="*/ 1 w 56"/>
                  <a:gd name="T31" fmla="*/ 46 h 73"/>
                  <a:gd name="T32" fmla="*/ 5 w 56"/>
                  <a:gd name="T33" fmla="*/ 14 h 73"/>
                  <a:gd name="T34" fmla="*/ 9 w 56"/>
                  <a:gd name="T35" fmla="*/ 8 h 73"/>
                  <a:gd name="T36" fmla="*/ 15 w 56"/>
                  <a:gd name="T37" fmla="*/ 2 h 73"/>
                  <a:gd name="T38" fmla="*/ 19 w 56"/>
                  <a:gd name="T39" fmla="*/ 1 h 73"/>
                  <a:gd name="T40" fmla="*/ 25 w 56"/>
                  <a:gd name="T41" fmla="*/ 6 h 73"/>
                  <a:gd name="T42" fmla="*/ 39 w 56"/>
                  <a:gd name="T43" fmla="*/ 3 h 73"/>
                  <a:gd name="T44" fmla="*/ 45 w 56"/>
                  <a:gd name="T45" fmla="*/ 2 h 73"/>
                  <a:gd name="T46" fmla="*/ 46 w 56"/>
                  <a:gd name="T47" fmla="*/ 3 h 73"/>
                  <a:gd name="T48" fmla="*/ 48 w 56"/>
                  <a:gd name="T49" fmla="*/ 6 h 73"/>
                  <a:gd name="T50" fmla="*/ 53 w 56"/>
                  <a:gd name="T51" fmla="*/ 5 h 73"/>
                  <a:gd name="T52" fmla="*/ 56 w 56"/>
                  <a:gd name="T53" fmla="*/ 5 h 73"/>
                  <a:gd name="T54" fmla="*/ 56 w 56"/>
                  <a:gd name="T55" fmla="*/ 5 h 73"/>
                  <a:gd name="T56" fmla="*/ 45 w 56"/>
                  <a:gd name="T57" fmla="*/ 17 h 73"/>
                  <a:gd name="T58" fmla="*/ 43 w 56"/>
                  <a:gd name="T59" fmla="*/ 17 h 73"/>
                  <a:gd name="T60" fmla="*/ 43 w 56"/>
                  <a:gd name="T61" fmla="*/ 14 h 73"/>
                  <a:gd name="T62" fmla="*/ 43 w 56"/>
                  <a:gd name="T63" fmla="*/ 10 h 73"/>
                  <a:gd name="T64" fmla="*/ 38 w 56"/>
                  <a:gd name="T65" fmla="*/ 11 h 73"/>
                  <a:gd name="T66" fmla="*/ 20 w 56"/>
                  <a:gd name="T67" fmla="*/ 30 h 73"/>
                  <a:gd name="T68" fmla="*/ 21 w 56"/>
                  <a:gd name="T69" fmla="*/ 34 h 73"/>
                  <a:gd name="T70" fmla="*/ 28 w 56"/>
                  <a:gd name="T71" fmla="*/ 39 h 73"/>
                  <a:gd name="T72" fmla="*/ 33 w 56"/>
                  <a:gd name="T73" fmla="*/ 40 h 73"/>
                  <a:gd name="T74" fmla="*/ 34 w 56"/>
                  <a:gd name="T75" fmla="*/ 41 h 73"/>
                  <a:gd name="T76" fmla="*/ 33 w 56"/>
                  <a:gd name="T77" fmla="*/ 43 h 73"/>
                  <a:gd name="T78" fmla="*/ 25 w 56"/>
                  <a:gd name="T79" fmla="*/ 4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6" h="73">
                    <a:moveTo>
                      <a:pt x="25" y="47"/>
                    </a:moveTo>
                    <a:cubicBezTo>
                      <a:pt x="24" y="49"/>
                      <a:pt x="21" y="51"/>
                      <a:pt x="25" y="52"/>
                    </a:cubicBezTo>
                    <a:cubicBezTo>
                      <a:pt x="26" y="52"/>
                      <a:pt x="25" y="53"/>
                      <a:pt x="24" y="54"/>
                    </a:cubicBezTo>
                    <a:cubicBezTo>
                      <a:pt x="24" y="56"/>
                      <a:pt x="23" y="58"/>
                      <a:pt x="22" y="60"/>
                    </a:cubicBezTo>
                    <a:cubicBezTo>
                      <a:pt x="20" y="64"/>
                      <a:pt x="22" y="66"/>
                      <a:pt x="27" y="66"/>
                    </a:cubicBezTo>
                    <a:cubicBezTo>
                      <a:pt x="31" y="66"/>
                      <a:pt x="35" y="65"/>
                      <a:pt x="40" y="67"/>
                    </a:cubicBezTo>
                    <a:cubicBezTo>
                      <a:pt x="40" y="67"/>
                      <a:pt x="40" y="67"/>
                      <a:pt x="41" y="67"/>
                    </a:cubicBezTo>
                    <a:cubicBezTo>
                      <a:pt x="37" y="69"/>
                      <a:pt x="33" y="72"/>
                      <a:pt x="29" y="73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5" y="73"/>
                      <a:pt x="23" y="68"/>
                      <a:pt x="19" y="67"/>
                    </a:cubicBezTo>
                    <a:cubicBezTo>
                      <a:pt x="15" y="65"/>
                      <a:pt x="16" y="62"/>
                      <a:pt x="16" y="59"/>
                    </a:cubicBezTo>
                    <a:cubicBezTo>
                      <a:pt x="17" y="58"/>
                      <a:pt x="18" y="56"/>
                      <a:pt x="18" y="55"/>
                    </a:cubicBezTo>
                    <a:cubicBezTo>
                      <a:pt x="18" y="54"/>
                      <a:pt x="22" y="50"/>
                      <a:pt x="16" y="52"/>
                    </a:cubicBezTo>
                    <a:cubicBezTo>
                      <a:pt x="14" y="52"/>
                      <a:pt x="11" y="51"/>
                      <a:pt x="9" y="50"/>
                    </a:cubicBezTo>
                    <a:cubicBezTo>
                      <a:pt x="7" y="48"/>
                      <a:pt x="5" y="49"/>
                      <a:pt x="3" y="50"/>
                    </a:cubicBezTo>
                    <a:cubicBezTo>
                      <a:pt x="3" y="49"/>
                      <a:pt x="2" y="48"/>
                      <a:pt x="1" y="46"/>
                    </a:cubicBezTo>
                    <a:cubicBezTo>
                      <a:pt x="0" y="35"/>
                      <a:pt x="1" y="25"/>
                      <a:pt x="5" y="14"/>
                    </a:cubicBezTo>
                    <a:cubicBezTo>
                      <a:pt x="6" y="12"/>
                      <a:pt x="7" y="10"/>
                      <a:pt x="9" y="8"/>
                    </a:cubicBezTo>
                    <a:cubicBezTo>
                      <a:pt x="11" y="6"/>
                      <a:pt x="13" y="5"/>
                      <a:pt x="15" y="2"/>
                    </a:cubicBezTo>
                    <a:cubicBezTo>
                      <a:pt x="16" y="1"/>
                      <a:pt x="17" y="0"/>
                      <a:pt x="19" y="1"/>
                    </a:cubicBezTo>
                    <a:cubicBezTo>
                      <a:pt x="19" y="6"/>
                      <a:pt x="20" y="7"/>
                      <a:pt x="25" y="6"/>
                    </a:cubicBezTo>
                    <a:cubicBezTo>
                      <a:pt x="30" y="5"/>
                      <a:pt x="35" y="5"/>
                      <a:pt x="39" y="3"/>
                    </a:cubicBezTo>
                    <a:cubicBezTo>
                      <a:pt x="41" y="2"/>
                      <a:pt x="43" y="2"/>
                      <a:pt x="45" y="2"/>
                    </a:cubicBezTo>
                    <a:cubicBezTo>
                      <a:pt x="45" y="2"/>
                      <a:pt x="45" y="3"/>
                      <a:pt x="46" y="3"/>
                    </a:cubicBezTo>
                    <a:cubicBezTo>
                      <a:pt x="48" y="3"/>
                      <a:pt x="47" y="6"/>
                      <a:pt x="48" y="6"/>
                    </a:cubicBezTo>
                    <a:cubicBezTo>
                      <a:pt x="50" y="6"/>
                      <a:pt x="51" y="5"/>
                      <a:pt x="53" y="5"/>
                    </a:cubicBezTo>
                    <a:cubicBezTo>
                      <a:pt x="54" y="4"/>
                      <a:pt x="55" y="4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4" y="11"/>
                      <a:pt x="47" y="12"/>
                      <a:pt x="45" y="17"/>
                    </a:cubicBezTo>
                    <a:cubicBezTo>
                      <a:pt x="45" y="19"/>
                      <a:pt x="43" y="18"/>
                      <a:pt x="43" y="17"/>
                    </a:cubicBezTo>
                    <a:cubicBezTo>
                      <a:pt x="43" y="16"/>
                      <a:pt x="43" y="15"/>
                      <a:pt x="43" y="14"/>
                    </a:cubicBezTo>
                    <a:cubicBezTo>
                      <a:pt x="43" y="13"/>
                      <a:pt x="46" y="11"/>
                      <a:pt x="43" y="10"/>
                    </a:cubicBezTo>
                    <a:cubicBezTo>
                      <a:pt x="41" y="8"/>
                      <a:pt x="39" y="10"/>
                      <a:pt x="38" y="11"/>
                    </a:cubicBezTo>
                    <a:cubicBezTo>
                      <a:pt x="32" y="17"/>
                      <a:pt x="25" y="23"/>
                      <a:pt x="20" y="30"/>
                    </a:cubicBezTo>
                    <a:cubicBezTo>
                      <a:pt x="19" y="32"/>
                      <a:pt x="19" y="33"/>
                      <a:pt x="21" y="34"/>
                    </a:cubicBezTo>
                    <a:cubicBezTo>
                      <a:pt x="23" y="35"/>
                      <a:pt x="27" y="35"/>
                      <a:pt x="28" y="39"/>
                    </a:cubicBezTo>
                    <a:cubicBezTo>
                      <a:pt x="28" y="40"/>
                      <a:pt x="31" y="40"/>
                      <a:pt x="33" y="40"/>
                    </a:cubicBezTo>
                    <a:cubicBezTo>
                      <a:pt x="33" y="40"/>
                      <a:pt x="34" y="40"/>
                      <a:pt x="34" y="41"/>
                    </a:cubicBezTo>
                    <a:cubicBezTo>
                      <a:pt x="34" y="42"/>
                      <a:pt x="34" y="42"/>
                      <a:pt x="33" y="43"/>
                    </a:cubicBezTo>
                    <a:cubicBezTo>
                      <a:pt x="29" y="43"/>
                      <a:pt x="26" y="44"/>
                      <a:pt x="25" y="47"/>
                    </a:cubicBezTo>
                    <a:close/>
                  </a:path>
                </a:pathLst>
              </a:custGeom>
              <a:solidFill>
                <a:srgbClr val="F7F4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6" name="Freeform 978"/>
              <p:cNvSpPr/>
              <p:nvPr/>
            </p:nvSpPr>
            <p:spPr bwMode="auto">
              <a:xfrm>
                <a:off x="1245" y="2887"/>
                <a:ext cx="121" cy="85"/>
              </a:xfrm>
              <a:custGeom>
                <a:avLst/>
                <a:gdLst>
                  <a:gd name="T0" fmla="*/ 3 w 51"/>
                  <a:gd name="T1" fmla="*/ 36 h 36"/>
                  <a:gd name="T2" fmla="*/ 4 w 51"/>
                  <a:gd name="T3" fmla="*/ 31 h 36"/>
                  <a:gd name="T4" fmla="*/ 12 w 51"/>
                  <a:gd name="T5" fmla="*/ 19 h 36"/>
                  <a:gd name="T6" fmla="*/ 29 w 51"/>
                  <a:gd name="T7" fmla="*/ 13 h 36"/>
                  <a:gd name="T8" fmla="*/ 31 w 51"/>
                  <a:gd name="T9" fmla="*/ 13 h 36"/>
                  <a:gd name="T10" fmla="*/ 41 w 51"/>
                  <a:gd name="T11" fmla="*/ 7 h 36"/>
                  <a:gd name="T12" fmla="*/ 45 w 51"/>
                  <a:gd name="T13" fmla="*/ 4 h 36"/>
                  <a:gd name="T14" fmla="*/ 51 w 51"/>
                  <a:gd name="T15" fmla="*/ 1 h 36"/>
                  <a:gd name="T16" fmla="*/ 51 w 51"/>
                  <a:gd name="T17" fmla="*/ 4 h 36"/>
                  <a:gd name="T18" fmla="*/ 49 w 51"/>
                  <a:gd name="T19" fmla="*/ 5 h 36"/>
                  <a:gd name="T20" fmla="*/ 48 w 51"/>
                  <a:gd name="T21" fmla="*/ 15 h 36"/>
                  <a:gd name="T22" fmla="*/ 19 w 51"/>
                  <a:gd name="T23" fmla="*/ 29 h 36"/>
                  <a:gd name="T24" fmla="*/ 3 w 5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1" h="36">
                    <a:moveTo>
                      <a:pt x="3" y="36"/>
                    </a:moveTo>
                    <a:cubicBezTo>
                      <a:pt x="0" y="34"/>
                      <a:pt x="3" y="33"/>
                      <a:pt x="4" y="31"/>
                    </a:cubicBezTo>
                    <a:cubicBezTo>
                      <a:pt x="8" y="28"/>
                      <a:pt x="11" y="24"/>
                      <a:pt x="12" y="19"/>
                    </a:cubicBezTo>
                    <a:cubicBezTo>
                      <a:pt x="18" y="17"/>
                      <a:pt x="23" y="15"/>
                      <a:pt x="29" y="13"/>
                    </a:cubicBezTo>
                    <a:cubicBezTo>
                      <a:pt x="30" y="13"/>
                      <a:pt x="30" y="12"/>
                      <a:pt x="31" y="13"/>
                    </a:cubicBezTo>
                    <a:cubicBezTo>
                      <a:pt x="35" y="13"/>
                      <a:pt x="41" y="11"/>
                      <a:pt x="41" y="7"/>
                    </a:cubicBezTo>
                    <a:cubicBezTo>
                      <a:pt x="41" y="4"/>
                      <a:pt x="43" y="4"/>
                      <a:pt x="45" y="4"/>
                    </a:cubicBezTo>
                    <a:cubicBezTo>
                      <a:pt x="47" y="4"/>
                      <a:pt x="48" y="0"/>
                      <a:pt x="51" y="1"/>
                    </a:cubicBezTo>
                    <a:cubicBezTo>
                      <a:pt x="51" y="2"/>
                      <a:pt x="51" y="3"/>
                      <a:pt x="51" y="4"/>
                    </a:cubicBezTo>
                    <a:cubicBezTo>
                      <a:pt x="50" y="4"/>
                      <a:pt x="50" y="5"/>
                      <a:pt x="49" y="5"/>
                    </a:cubicBezTo>
                    <a:cubicBezTo>
                      <a:pt x="44" y="9"/>
                      <a:pt x="44" y="10"/>
                      <a:pt x="48" y="15"/>
                    </a:cubicBezTo>
                    <a:cubicBezTo>
                      <a:pt x="38" y="19"/>
                      <a:pt x="29" y="25"/>
                      <a:pt x="19" y="29"/>
                    </a:cubicBezTo>
                    <a:cubicBezTo>
                      <a:pt x="13" y="31"/>
                      <a:pt x="8" y="34"/>
                      <a:pt x="3" y="36"/>
                    </a:cubicBezTo>
                    <a:close/>
                  </a:path>
                </a:pathLst>
              </a:custGeom>
              <a:solidFill>
                <a:srgbClr val="F7F4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7" name="Freeform 979"/>
              <p:cNvSpPr/>
              <p:nvPr/>
            </p:nvSpPr>
            <p:spPr bwMode="auto">
              <a:xfrm>
                <a:off x="1345" y="2860"/>
                <a:ext cx="118" cy="62"/>
              </a:xfrm>
              <a:custGeom>
                <a:avLst/>
                <a:gdLst>
                  <a:gd name="T0" fmla="*/ 6 w 50"/>
                  <a:gd name="T1" fmla="*/ 26 h 26"/>
                  <a:gd name="T2" fmla="*/ 1 w 50"/>
                  <a:gd name="T3" fmla="*/ 20 h 26"/>
                  <a:gd name="T4" fmla="*/ 5 w 50"/>
                  <a:gd name="T5" fmla="*/ 16 h 26"/>
                  <a:gd name="T6" fmla="*/ 9 w 50"/>
                  <a:gd name="T7" fmla="*/ 15 h 26"/>
                  <a:gd name="T8" fmla="*/ 22 w 50"/>
                  <a:gd name="T9" fmla="*/ 9 h 26"/>
                  <a:gd name="T10" fmla="*/ 32 w 50"/>
                  <a:gd name="T11" fmla="*/ 4 h 26"/>
                  <a:gd name="T12" fmla="*/ 50 w 50"/>
                  <a:gd name="T13" fmla="*/ 2 h 26"/>
                  <a:gd name="T14" fmla="*/ 18 w 50"/>
                  <a:gd name="T15" fmla="*/ 19 h 26"/>
                  <a:gd name="T16" fmla="*/ 6 w 50"/>
                  <a:gd name="T1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" h="26">
                    <a:moveTo>
                      <a:pt x="6" y="26"/>
                    </a:moveTo>
                    <a:cubicBezTo>
                      <a:pt x="1" y="26"/>
                      <a:pt x="2" y="22"/>
                      <a:pt x="1" y="20"/>
                    </a:cubicBezTo>
                    <a:cubicBezTo>
                      <a:pt x="0" y="17"/>
                      <a:pt x="3" y="17"/>
                      <a:pt x="5" y="16"/>
                    </a:cubicBezTo>
                    <a:cubicBezTo>
                      <a:pt x="6" y="16"/>
                      <a:pt x="7" y="14"/>
                      <a:pt x="9" y="15"/>
                    </a:cubicBezTo>
                    <a:cubicBezTo>
                      <a:pt x="12" y="11"/>
                      <a:pt x="17" y="11"/>
                      <a:pt x="22" y="9"/>
                    </a:cubicBezTo>
                    <a:cubicBezTo>
                      <a:pt x="25" y="8"/>
                      <a:pt x="29" y="7"/>
                      <a:pt x="32" y="4"/>
                    </a:cubicBezTo>
                    <a:cubicBezTo>
                      <a:pt x="34" y="1"/>
                      <a:pt x="47" y="0"/>
                      <a:pt x="50" y="2"/>
                    </a:cubicBezTo>
                    <a:cubicBezTo>
                      <a:pt x="40" y="9"/>
                      <a:pt x="28" y="13"/>
                      <a:pt x="18" y="19"/>
                    </a:cubicBezTo>
                    <a:cubicBezTo>
                      <a:pt x="13" y="21"/>
                      <a:pt x="10" y="25"/>
                      <a:pt x="6" y="26"/>
                    </a:cubicBezTo>
                    <a:close/>
                  </a:path>
                </a:pathLst>
              </a:custGeom>
              <a:solidFill>
                <a:srgbClr val="FAF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8" name="Freeform 980"/>
              <p:cNvSpPr/>
              <p:nvPr/>
            </p:nvSpPr>
            <p:spPr bwMode="auto">
              <a:xfrm>
                <a:off x="1570" y="2763"/>
                <a:ext cx="100" cy="71"/>
              </a:xfrm>
              <a:custGeom>
                <a:avLst/>
                <a:gdLst>
                  <a:gd name="T0" fmla="*/ 29 w 42"/>
                  <a:gd name="T1" fmla="*/ 7 h 30"/>
                  <a:gd name="T2" fmla="*/ 32 w 42"/>
                  <a:gd name="T3" fmla="*/ 3 h 30"/>
                  <a:gd name="T4" fmla="*/ 36 w 42"/>
                  <a:gd name="T5" fmla="*/ 1 h 30"/>
                  <a:gd name="T6" fmla="*/ 41 w 42"/>
                  <a:gd name="T7" fmla="*/ 4 h 30"/>
                  <a:gd name="T8" fmla="*/ 38 w 42"/>
                  <a:gd name="T9" fmla="*/ 9 h 30"/>
                  <a:gd name="T10" fmla="*/ 2 w 42"/>
                  <a:gd name="T11" fmla="*/ 29 h 30"/>
                  <a:gd name="T12" fmla="*/ 0 w 42"/>
                  <a:gd name="T13" fmla="*/ 30 h 30"/>
                  <a:gd name="T14" fmla="*/ 4 w 42"/>
                  <a:gd name="T15" fmla="*/ 22 h 30"/>
                  <a:gd name="T16" fmla="*/ 29 w 42"/>
                  <a:gd name="T17" fmla="*/ 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" h="30">
                    <a:moveTo>
                      <a:pt x="29" y="7"/>
                    </a:moveTo>
                    <a:cubicBezTo>
                      <a:pt x="30" y="6"/>
                      <a:pt x="31" y="5"/>
                      <a:pt x="32" y="3"/>
                    </a:cubicBezTo>
                    <a:cubicBezTo>
                      <a:pt x="32" y="0"/>
                      <a:pt x="34" y="1"/>
                      <a:pt x="36" y="1"/>
                    </a:cubicBezTo>
                    <a:cubicBezTo>
                      <a:pt x="38" y="1"/>
                      <a:pt x="40" y="2"/>
                      <a:pt x="41" y="4"/>
                    </a:cubicBezTo>
                    <a:cubicBezTo>
                      <a:pt x="42" y="6"/>
                      <a:pt x="40" y="8"/>
                      <a:pt x="38" y="9"/>
                    </a:cubicBezTo>
                    <a:cubicBezTo>
                      <a:pt x="26" y="15"/>
                      <a:pt x="15" y="24"/>
                      <a:pt x="2" y="29"/>
                    </a:cubicBezTo>
                    <a:cubicBezTo>
                      <a:pt x="2" y="29"/>
                      <a:pt x="1" y="29"/>
                      <a:pt x="0" y="30"/>
                    </a:cubicBezTo>
                    <a:cubicBezTo>
                      <a:pt x="0" y="26"/>
                      <a:pt x="3" y="24"/>
                      <a:pt x="4" y="22"/>
                    </a:cubicBezTo>
                    <a:cubicBezTo>
                      <a:pt x="12" y="17"/>
                      <a:pt x="21" y="12"/>
                      <a:pt x="29" y="7"/>
                    </a:cubicBezTo>
                    <a:close/>
                  </a:path>
                </a:pathLst>
              </a:custGeom>
              <a:solidFill>
                <a:srgbClr val="FB6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29" name="Freeform 981"/>
              <p:cNvSpPr/>
              <p:nvPr/>
            </p:nvSpPr>
            <p:spPr bwMode="auto">
              <a:xfrm>
                <a:off x="1466" y="2815"/>
                <a:ext cx="114" cy="69"/>
              </a:xfrm>
              <a:custGeom>
                <a:avLst/>
                <a:gdLst>
                  <a:gd name="T0" fmla="*/ 48 w 48"/>
                  <a:gd name="T1" fmla="*/ 0 h 29"/>
                  <a:gd name="T2" fmla="*/ 44 w 48"/>
                  <a:gd name="T3" fmla="*/ 8 h 29"/>
                  <a:gd name="T4" fmla="*/ 39 w 48"/>
                  <a:gd name="T5" fmla="*/ 11 h 29"/>
                  <a:gd name="T6" fmla="*/ 35 w 48"/>
                  <a:gd name="T7" fmla="*/ 14 h 29"/>
                  <a:gd name="T8" fmla="*/ 32 w 48"/>
                  <a:gd name="T9" fmla="*/ 14 h 29"/>
                  <a:gd name="T10" fmla="*/ 23 w 48"/>
                  <a:gd name="T11" fmla="*/ 18 h 29"/>
                  <a:gd name="T12" fmla="*/ 8 w 48"/>
                  <a:gd name="T13" fmla="*/ 25 h 29"/>
                  <a:gd name="T14" fmla="*/ 4 w 48"/>
                  <a:gd name="T15" fmla="*/ 27 h 29"/>
                  <a:gd name="T16" fmla="*/ 0 w 48"/>
                  <a:gd name="T17" fmla="*/ 26 h 29"/>
                  <a:gd name="T18" fmla="*/ 46 w 48"/>
                  <a:gd name="T19" fmla="*/ 0 h 29"/>
                  <a:gd name="T20" fmla="*/ 48 w 48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29">
                    <a:moveTo>
                      <a:pt x="48" y="0"/>
                    </a:moveTo>
                    <a:cubicBezTo>
                      <a:pt x="48" y="3"/>
                      <a:pt x="45" y="5"/>
                      <a:pt x="44" y="8"/>
                    </a:cubicBezTo>
                    <a:cubicBezTo>
                      <a:pt x="42" y="9"/>
                      <a:pt x="41" y="10"/>
                      <a:pt x="39" y="11"/>
                    </a:cubicBezTo>
                    <a:cubicBezTo>
                      <a:pt x="38" y="12"/>
                      <a:pt x="36" y="13"/>
                      <a:pt x="35" y="14"/>
                    </a:cubicBezTo>
                    <a:cubicBezTo>
                      <a:pt x="34" y="15"/>
                      <a:pt x="33" y="15"/>
                      <a:pt x="32" y="14"/>
                    </a:cubicBezTo>
                    <a:cubicBezTo>
                      <a:pt x="28" y="15"/>
                      <a:pt x="26" y="16"/>
                      <a:pt x="23" y="18"/>
                    </a:cubicBezTo>
                    <a:cubicBezTo>
                      <a:pt x="19" y="22"/>
                      <a:pt x="13" y="22"/>
                      <a:pt x="8" y="25"/>
                    </a:cubicBezTo>
                    <a:cubicBezTo>
                      <a:pt x="6" y="25"/>
                      <a:pt x="4" y="24"/>
                      <a:pt x="4" y="27"/>
                    </a:cubicBezTo>
                    <a:cubicBezTo>
                      <a:pt x="3" y="29"/>
                      <a:pt x="1" y="27"/>
                      <a:pt x="0" y="26"/>
                    </a:cubicBezTo>
                    <a:cubicBezTo>
                      <a:pt x="14" y="16"/>
                      <a:pt x="30" y="8"/>
                      <a:pt x="46" y="0"/>
                    </a:cubicBezTo>
                    <a:cubicBezTo>
                      <a:pt x="47" y="0"/>
                      <a:pt x="47" y="0"/>
                      <a:pt x="48" y="0"/>
                    </a:cubicBezTo>
                    <a:close/>
                  </a:path>
                </a:pathLst>
              </a:custGeom>
              <a:solidFill>
                <a:srgbClr val="F96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0" name="Freeform 982"/>
              <p:cNvSpPr/>
              <p:nvPr/>
            </p:nvSpPr>
            <p:spPr bwMode="auto">
              <a:xfrm>
                <a:off x="704" y="2673"/>
                <a:ext cx="164" cy="140"/>
              </a:xfrm>
              <a:custGeom>
                <a:avLst/>
                <a:gdLst>
                  <a:gd name="T0" fmla="*/ 21 w 69"/>
                  <a:gd name="T1" fmla="*/ 19 h 59"/>
                  <a:gd name="T2" fmla="*/ 23 w 69"/>
                  <a:gd name="T3" fmla="*/ 18 h 59"/>
                  <a:gd name="T4" fmla="*/ 23 w 69"/>
                  <a:gd name="T5" fmla="*/ 8 h 59"/>
                  <a:gd name="T6" fmla="*/ 22 w 69"/>
                  <a:gd name="T7" fmla="*/ 5 h 59"/>
                  <a:gd name="T8" fmla="*/ 24 w 69"/>
                  <a:gd name="T9" fmla="*/ 3 h 59"/>
                  <a:gd name="T10" fmla="*/ 28 w 69"/>
                  <a:gd name="T11" fmla="*/ 5 h 59"/>
                  <a:gd name="T12" fmla="*/ 30 w 69"/>
                  <a:gd name="T13" fmla="*/ 6 h 59"/>
                  <a:gd name="T14" fmla="*/ 32 w 69"/>
                  <a:gd name="T15" fmla="*/ 10 h 59"/>
                  <a:gd name="T16" fmla="*/ 33 w 69"/>
                  <a:gd name="T17" fmla="*/ 20 h 59"/>
                  <a:gd name="T18" fmla="*/ 36 w 69"/>
                  <a:gd name="T19" fmla="*/ 24 h 59"/>
                  <a:gd name="T20" fmla="*/ 48 w 69"/>
                  <a:gd name="T21" fmla="*/ 14 h 59"/>
                  <a:gd name="T22" fmla="*/ 48 w 69"/>
                  <a:gd name="T23" fmla="*/ 11 h 59"/>
                  <a:gd name="T24" fmla="*/ 48 w 69"/>
                  <a:gd name="T25" fmla="*/ 8 h 59"/>
                  <a:gd name="T26" fmla="*/ 51 w 69"/>
                  <a:gd name="T27" fmla="*/ 10 h 59"/>
                  <a:gd name="T28" fmla="*/ 54 w 69"/>
                  <a:gd name="T29" fmla="*/ 11 h 59"/>
                  <a:gd name="T30" fmla="*/ 52 w 69"/>
                  <a:gd name="T31" fmla="*/ 4 h 59"/>
                  <a:gd name="T32" fmla="*/ 57 w 69"/>
                  <a:gd name="T33" fmla="*/ 7 h 59"/>
                  <a:gd name="T34" fmla="*/ 55 w 69"/>
                  <a:gd name="T35" fmla="*/ 3 h 59"/>
                  <a:gd name="T36" fmla="*/ 60 w 69"/>
                  <a:gd name="T37" fmla="*/ 3 h 59"/>
                  <a:gd name="T38" fmla="*/ 66 w 69"/>
                  <a:gd name="T39" fmla="*/ 10 h 59"/>
                  <a:gd name="T40" fmla="*/ 67 w 69"/>
                  <a:gd name="T41" fmla="*/ 15 h 59"/>
                  <a:gd name="T42" fmla="*/ 69 w 69"/>
                  <a:gd name="T43" fmla="*/ 18 h 59"/>
                  <a:gd name="T44" fmla="*/ 69 w 69"/>
                  <a:gd name="T45" fmla="*/ 19 h 59"/>
                  <a:gd name="T46" fmla="*/ 69 w 69"/>
                  <a:gd name="T47" fmla="*/ 18 h 59"/>
                  <a:gd name="T48" fmla="*/ 65 w 69"/>
                  <a:gd name="T49" fmla="*/ 16 h 59"/>
                  <a:gd name="T50" fmla="*/ 59 w 69"/>
                  <a:gd name="T51" fmla="*/ 18 h 59"/>
                  <a:gd name="T52" fmla="*/ 54 w 69"/>
                  <a:gd name="T53" fmla="*/ 30 h 59"/>
                  <a:gd name="T54" fmla="*/ 53 w 69"/>
                  <a:gd name="T55" fmla="*/ 33 h 59"/>
                  <a:gd name="T56" fmla="*/ 51 w 69"/>
                  <a:gd name="T57" fmla="*/ 42 h 59"/>
                  <a:gd name="T58" fmla="*/ 51 w 69"/>
                  <a:gd name="T59" fmla="*/ 54 h 59"/>
                  <a:gd name="T60" fmla="*/ 50 w 69"/>
                  <a:gd name="T61" fmla="*/ 59 h 59"/>
                  <a:gd name="T62" fmla="*/ 49 w 69"/>
                  <a:gd name="T63" fmla="*/ 56 h 59"/>
                  <a:gd name="T64" fmla="*/ 45 w 69"/>
                  <a:gd name="T65" fmla="*/ 42 h 59"/>
                  <a:gd name="T66" fmla="*/ 42 w 69"/>
                  <a:gd name="T67" fmla="*/ 38 h 59"/>
                  <a:gd name="T68" fmla="*/ 43 w 69"/>
                  <a:gd name="T69" fmla="*/ 49 h 59"/>
                  <a:gd name="T70" fmla="*/ 39 w 69"/>
                  <a:gd name="T71" fmla="*/ 49 h 59"/>
                  <a:gd name="T72" fmla="*/ 35 w 69"/>
                  <a:gd name="T73" fmla="*/ 42 h 59"/>
                  <a:gd name="T74" fmla="*/ 35 w 69"/>
                  <a:gd name="T75" fmla="*/ 39 h 59"/>
                  <a:gd name="T76" fmla="*/ 36 w 69"/>
                  <a:gd name="T77" fmla="*/ 31 h 59"/>
                  <a:gd name="T78" fmla="*/ 37 w 69"/>
                  <a:gd name="T79" fmla="*/ 28 h 59"/>
                  <a:gd name="T80" fmla="*/ 37 w 69"/>
                  <a:gd name="T81" fmla="*/ 33 h 59"/>
                  <a:gd name="T82" fmla="*/ 37 w 69"/>
                  <a:gd name="T83" fmla="*/ 35 h 59"/>
                  <a:gd name="T84" fmla="*/ 35 w 69"/>
                  <a:gd name="T85" fmla="*/ 35 h 59"/>
                  <a:gd name="T86" fmla="*/ 29 w 69"/>
                  <a:gd name="T87" fmla="*/ 33 h 59"/>
                  <a:gd name="T88" fmla="*/ 22 w 69"/>
                  <a:gd name="T89" fmla="*/ 29 h 59"/>
                  <a:gd name="T90" fmla="*/ 19 w 69"/>
                  <a:gd name="T91" fmla="*/ 29 h 59"/>
                  <a:gd name="T92" fmla="*/ 20 w 69"/>
                  <a:gd name="T93" fmla="*/ 31 h 59"/>
                  <a:gd name="T94" fmla="*/ 20 w 69"/>
                  <a:gd name="T95" fmla="*/ 32 h 59"/>
                  <a:gd name="T96" fmla="*/ 17 w 69"/>
                  <a:gd name="T97" fmla="*/ 32 h 59"/>
                  <a:gd name="T98" fmla="*/ 3 w 69"/>
                  <a:gd name="T99" fmla="*/ 25 h 59"/>
                  <a:gd name="T100" fmla="*/ 0 w 69"/>
                  <a:gd name="T101" fmla="*/ 22 h 59"/>
                  <a:gd name="T102" fmla="*/ 0 w 69"/>
                  <a:gd name="T103" fmla="*/ 20 h 59"/>
                  <a:gd name="T104" fmla="*/ 10 w 69"/>
                  <a:gd name="T105" fmla="*/ 24 h 59"/>
                  <a:gd name="T106" fmla="*/ 16 w 69"/>
                  <a:gd name="T107" fmla="*/ 24 h 59"/>
                  <a:gd name="T108" fmla="*/ 21 w 69"/>
                  <a:gd name="T109" fmla="*/ 1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9" h="59">
                    <a:moveTo>
                      <a:pt x="21" y="19"/>
                    </a:moveTo>
                    <a:cubicBezTo>
                      <a:pt x="22" y="18"/>
                      <a:pt x="23" y="18"/>
                      <a:pt x="23" y="18"/>
                    </a:cubicBezTo>
                    <a:cubicBezTo>
                      <a:pt x="25" y="14"/>
                      <a:pt x="23" y="11"/>
                      <a:pt x="23" y="8"/>
                    </a:cubicBezTo>
                    <a:cubicBezTo>
                      <a:pt x="23" y="7"/>
                      <a:pt x="23" y="6"/>
                      <a:pt x="22" y="5"/>
                    </a:cubicBezTo>
                    <a:cubicBezTo>
                      <a:pt x="23" y="5"/>
                      <a:pt x="24" y="4"/>
                      <a:pt x="24" y="3"/>
                    </a:cubicBezTo>
                    <a:cubicBezTo>
                      <a:pt x="26" y="3"/>
                      <a:pt x="27" y="5"/>
                      <a:pt x="28" y="5"/>
                    </a:cubicBezTo>
                    <a:cubicBezTo>
                      <a:pt x="29" y="5"/>
                      <a:pt x="30" y="5"/>
                      <a:pt x="30" y="6"/>
                    </a:cubicBezTo>
                    <a:cubicBezTo>
                      <a:pt x="31" y="7"/>
                      <a:pt x="32" y="8"/>
                      <a:pt x="32" y="10"/>
                    </a:cubicBezTo>
                    <a:cubicBezTo>
                      <a:pt x="32" y="13"/>
                      <a:pt x="33" y="17"/>
                      <a:pt x="33" y="20"/>
                    </a:cubicBezTo>
                    <a:cubicBezTo>
                      <a:pt x="32" y="23"/>
                      <a:pt x="34" y="24"/>
                      <a:pt x="36" y="24"/>
                    </a:cubicBezTo>
                    <a:cubicBezTo>
                      <a:pt x="45" y="26"/>
                      <a:pt x="48" y="23"/>
                      <a:pt x="48" y="14"/>
                    </a:cubicBezTo>
                    <a:cubicBezTo>
                      <a:pt x="47" y="13"/>
                      <a:pt x="48" y="12"/>
                      <a:pt x="48" y="11"/>
                    </a:cubicBezTo>
                    <a:cubicBezTo>
                      <a:pt x="50" y="10"/>
                      <a:pt x="47" y="9"/>
                      <a:pt x="48" y="8"/>
                    </a:cubicBezTo>
                    <a:cubicBezTo>
                      <a:pt x="49" y="8"/>
                      <a:pt x="50" y="9"/>
                      <a:pt x="51" y="10"/>
                    </a:cubicBezTo>
                    <a:cubicBezTo>
                      <a:pt x="51" y="11"/>
                      <a:pt x="52" y="11"/>
                      <a:pt x="54" y="11"/>
                    </a:cubicBezTo>
                    <a:cubicBezTo>
                      <a:pt x="54" y="8"/>
                      <a:pt x="51" y="7"/>
                      <a:pt x="52" y="4"/>
                    </a:cubicBezTo>
                    <a:cubicBezTo>
                      <a:pt x="55" y="4"/>
                      <a:pt x="55" y="7"/>
                      <a:pt x="57" y="7"/>
                    </a:cubicBezTo>
                    <a:cubicBezTo>
                      <a:pt x="56" y="6"/>
                      <a:pt x="53" y="6"/>
                      <a:pt x="55" y="3"/>
                    </a:cubicBezTo>
                    <a:cubicBezTo>
                      <a:pt x="57" y="0"/>
                      <a:pt x="59" y="2"/>
                      <a:pt x="60" y="3"/>
                    </a:cubicBezTo>
                    <a:cubicBezTo>
                      <a:pt x="63" y="5"/>
                      <a:pt x="65" y="7"/>
                      <a:pt x="66" y="10"/>
                    </a:cubicBezTo>
                    <a:cubicBezTo>
                      <a:pt x="65" y="12"/>
                      <a:pt x="66" y="14"/>
                      <a:pt x="67" y="15"/>
                    </a:cubicBezTo>
                    <a:cubicBezTo>
                      <a:pt x="69" y="16"/>
                      <a:pt x="69" y="17"/>
                      <a:pt x="69" y="18"/>
                    </a:cubicBezTo>
                    <a:cubicBezTo>
                      <a:pt x="69" y="18"/>
                      <a:pt x="69" y="19"/>
                      <a:pt x="69" y="19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68" y="17"/>
                      <a:pt x="66" y="17"/>
                      <a:pt x="65" y="16"/>
                    </a:cubicBezTo>
                    <a:cubicBezTo>
                      <a:pt x="62" y="13"/>
                      <a:pt x="60" y="15"/>
                      <a:pt x="59" y="18"/>
                    </a:cubicBezTo>
                    <a:cubicBezTo>
                      <a:pt x="57" y="22"/>
                      <a:pt x="55" y="26"/>
                      <a:pt x="54" y="30"/>
                    </a:cubicBezTo>
                    <a:cubicBezTo>
                      <a:pt x="53" y="31"/>
                      <a:pt x="54" y="32"/>
                      <a:pt x="53" y="33"/>
                    </a:cubicBezTo>
                    <a:cubicBezTo>
                      <a:pt x="52" y="36"/>
                      <a:pt x="51" y="39"/>
                      <a:pt x="51" y="42"/>
                    </a:cubicBezTo>
                    <a:cubicBezTo>
                      <a:pt x="52" y="46"/>
                      <a:pt x="50" y="50"/>
                      <a:pt x="51" y="54"/>
                    </a:cubicBezTo>
                    <a:cubicBezTo>
                      <a:pt x="51" y="55"/>
                      <a:pt x="52" y="57"/>
                      <a:pt x="50" y="59"/>
                    </a:cubicBezTo>
                    <a:cubicBezTo>
                      <a:pt x="48" y="59"/>
                      <a:pt x="49" y="57"/>
                      <a:pt x="49" y="56"/>
                    </a:cubicBezTo>
                    <a:cubicBezTo>
                      <a:pt x="50" y="51"/>
                      <a:pt x="46" y="47"/>
                      <a:pt x="45" y="42"/>
                    </a:cubicBezTo>
                    <a:cubicBezTo>
                      <a:pt x="45" y="41"/>
                      <a:pt x="42" y="41"/>
                      <a:pt x="42" y="38"/>
                    </a:cubicBezTo>
                    <a:cubicBezTo>
                      <a:pt x="38" y="43"/>
                      <a:pt x="44" y="45"/>
                      <a:pt x="43" y="49"/>
                    </a:cubicBezTo>
                    <a:cubicBezTo>
                      <a:pt x="42" y="49"/>
                      <a:pt x="40" y="47"/>
                      <a:pt x="39" y="49"/>
                    </a:cubicBezTo>
                    <a:cubicBezTo>
                      <a:pt x="37" y="47"/>
                      <a:pt x="37" y="44"/>
                      <a:pt x="35" y="42"/>
                    </a:cubicBezTo>
                    <a:cubicBezTo>
                      <a:pt x="34" y="41"/>
                      <a:pt x="34" y="40"/>
                      <a:pt x="35" y="39"/>
                    </a:cubicBezTo>
                    <a:cubicBezTo>
                      <a:pt x="38" y="36"/>
                      <a:pt x="38" y="34"/>
                      <a:pt x="36" y="31"/>
                    </a:cubicBezTo>
                    <a:cubicBezTo>
                      <a:pt x="36" y="30"/>
                      <a:pt x="37" y="29"/>
                      <a:pt x="37" y="28"/>
                    </a:cubicBezTo>
                    <a:cubicBezTo>
                      <a:pt x="35" y="30"/>
                      <a:pt x="36" y="31"/>
                      <a:pt x="37" y="33"/>
                    </a:cubicBezTo>
                    <a:cubicBezTo>
                      <a:pt x="37" y="34"/>
                      <a:pt x="37" y="34"/>
                      <a:pt x="37" y="35"/>
                    </a:cubicBezTo>
                    <a:cubicBezTo>
                      <a:pt x="36" y="36"/>
                      <a:pt x="35" y="36"/>
                      <a:pt x="35" y="35"/>
                    </a:cubicBezTo>
                    <a:cubicBezTo>
                      <a:pt x="33" y="33"/>
                      <a:pt x="31" y="33"/>
                      <a:pt x="29" y="33"/>
                    </a:cubicBezTo>
                    <a:cubicBezTo>
                      <a:pt x="26" y="33"/>
                      <a:pt x="24" y="31"/>
                      <a:pt x="22" y="29"/>
                    </a:cubicBezTo>
                    <a:cubicBezTo>
                      <a:pt x="21" y="29"/>
                      <a:pt x="20" y="29"/>
                      <a:pt x="19" y="29"/>
                    </a:cubicBezTo>
                    <a:cubicBezTo>
                      <a:pt x="19" y="30"/>
                      <a:pt x="20" y="30"/>
                      <a:pt x="20" y="31"/>
                    </a:cubicBezTo>
                    <a:cubicBezTo>
                      <a:pt x="21" y="31"/>
                      <a:pt x="21" y="32"/>
                      <a:pt x="20" y="32"/>
                    </a:cubicBezTo>
                    <a:cubicBezTo>
                      <a:pt x="19" y="33"/>
                      <a:pt x="18" y="33"/>
                      <a:pt x="17" y="32"/>
                    </a:cubicBezTo>
                    <a:cubicBezTo>
                      <a:pt x="12" y="30"/>
                      <a:pt x="7" y="28"/>
                      <a:pt x="3" y="25"/>
                    </a:cubicBezTo>
                    <a:cubicBezTo>
                      <a:pt x="1" y="24"/>
                      <a:pt x="0" y="23"/>
                      <a:pt x="0" y="22"/>
                    </a:cubicBezTo>
                    <a:cubicBezTo>
                      <a:pt x="0" y="21"/>
                      <a:pt x="0" y="20"/>
                      <a:pt x="0" y="20"/>
                    </a:cubicBezTo>
                    <a:cubicBezTo>
                      <a:pt x="4" y="19"/>
                      <a:pt x="6" y="24"/>
                      <a:pt x="10" y="24"/>
                    </a:cubicBezTo>
                    <a:cubicBezTo>
                      <a:pt x="12" y="24"/>
                      <a:pt x="14" y="24"/>
                      <a:pt x="16" y="24"/>
                    </a:cubicBezTo>
                    <a:cubicBezTo>
                      <a:pt x="19" y="23"/>
                      <a:pt x="21" y="21"/>
                      <a:pt x="21" y="19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1" name="Freeform 983"/>
              <p:cNvSpPr/>
              <p:nvPr/>
            </p:nvSpPr>
            <p:spPr bwMode="auto">
              <a:xfrm>
                <a:off x="675" y="2711"/>
                <a:ext cx="121" cy="85"/>
              </a:xfrm>
              <a:custGeom>
                <a:avLst/>
                <a:gdLst>
                  <a:gd name="T0" fmla="*/ 47 w 51"/>
                  <a:gd name="T1" fmla="*/ 26 h 36"/>
                  <a:gd name="T2" fmla="*/ 51 w 51"/>
                  <a:gd name="T3" fmla="*/ 33 h 36"/>
                  <a:gd name="T4" fmla="*/ 47 w 51"/>
                  <a:gd name="T5" fmla="*/ 35 h 36"/>
                  <a:gd name="T6" fmla="*/ 26 w 51"/>
                  <a:gd name="T7" fmla="*/ 27 h 36"/>
                  <a:gd name="T8" fmla="*/ 5 w 51"/>
                  <a:gd name="T9" fmla="*/ 11 h 36"/>
                  <a:gd name="T10" fmla="*/ 0 w 51"/>
                  <a:gd name="T11" fmla="*/ 1 h 36"/>
                  <a:gd name="T12" fmla="*/ 7 w 51"/>
                  <a:gd name="T13" fmla="*/ 3 h 36"/>
                  <a:gd name="T14" fmla="*/ 12 w 51"/>
                  <a:gd name="T15" fmla="*/ 6 h 36"/>
                  <a:gd name="T16" fmla="*/ 32 w 51"/>
                  <a:gd name="T17" fmla="*/ 16 h 36"/>
                  <a:gd name="T18" fmla="*/ 47 w 51"/>
                  <a:gd name="T19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36">
                    <a:moveTo>
                      <a:pt x="47" y="26"/>
                    </a:moveTo>
                    <a:cubicBezTo>
                      <a:pt x="50" y="27"/>
                      <a:pt x="51" y="30"/>
                      <a:pt x="51" y="33"/>
                    </a:cubicBezTo>
                    <a:cubicBezTo>
                      <a:pt x="50" y="35"/>
                      <a:pt x="49" y="36"/>
                      <a:pt x="47" y="35"/>
                    </a:cubicBezTo>
                    <a:cubicBezTo>
                      <a:pt x="39" y="34"/>
                      <a:pt x="32" y="32"/>
                      <a:pt x="26" y="27"/>
                    </a:cubicBezTo>
                    <a:cubicBezTo>
                      <a:pt x="19" y="22"/>
                      <a:pt x="11" y="17"/>
                      <a:pt x="5" y="11"/>
                    </a:cubicBezTo>
                    <a:cubicBezTo>
                      <a:pt x="3" y="8"/>
                      <a:pt x="2" y="4"/>
                      <a:pt x="0" y="1"/>
                    </a:cubicBezTo>
                    <a:cubicBezTo>
                      <a:pt x="3" y="0"/>
                      <a:pt x="5" y="1"/>
                      <a:pt x="7" y="3"/>
                    </a:cubicBezTo>
                    <a:cubicBezTo>
                      <a:pt x="9" y="4"/>
                      <a:pt x="10" y="5"/>
                      <a:pt x="12" y="6"/>
                    </a:cubicBezTo>
                    <a:cubicBezTo>
                      <a:pt x="19" y="10"/>
                      <a:pt x="25" y="14"/>
                      <a:pt x="32" y="16"/>
                    </a:cubicBezTo>
                    <a:cubicBezTo>
                      <a:pt x="38" y="19"/>
                      <a:pt x="43" y="20"/>
                      <a:pt x="47" y="26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2" name="Freeform 984"/>
              <p:cNvSpPr/>
              <p:nvPr/>
            </p:nvSpPr>
            <p:spPr bwMode="auto">
              <a:xfrm>
                <a:off x="820" y="2744"/>
                <a:ext cx="45" cy="107"/>
              </a:xfrm>
              <a:custGeom>
                <a:avLst/>
                <a:gdLst>
                  <a:gd name="T0" fmla="*/ 1 w 19"/>
                  <a:gd name="T1" fmla="*/ 29 h 45"/>
                  <a:gd name="T2" fmla="*/ 1 w 19"/>
                  <a:gd name="T3" fmla="*/ 23 h 45"/>
                  <a:gd name="T4" fmla="*/ 2 w 19"/>
                  <a:gd name="T5" fmla="*/ 21 h 45"/>
                  <a:gd name="T6" fmla="*/ 2 w 19"/>
                  <a:gd name="T7" fmla="*/ 11 h 45"/>
                  <a:gd name="T8" fmla="*/ 4 w 19"/>
                  <a:gd name="T9" fmla="*/ 3 h 45"/>
                  <a:gd name="T10" fmla="*/ 5 w 19"/>
                  <a:gd name="T11" fmla="*/ 0 h 45"/>
                  <a:gd name="T12" fmla="*/ 8 w 19"/>
                  <a:gd name="T13" fmla="*/ 9 h 45"/>
                  <a:gd name="T14" fmla="*/ 19 w 19"/>
                  <a:gd name="T15" fmla="*/ 6 h 45"/>
                  <a:gd name="T16" fmla="*/ 16 w 19"/>
                  <a:gd name="T17" fmla="*/ 31 h 45"/>
                  <a:gd name="T18" fmla="*/ 15 w 19"/>
                  <a:gd name="T19" fmla="*/ 38 h 45"/>
                  <a:gd name="T20" fmla="*/ 11 w 19"/>
                  <a:gd name="T21" fmla="*/ 35 h 45"/>
                  <a:gd name="T22" fmla="*/ 8 w 19"/>
                  <a:gd name="T23" fmla="*/ 33 h 45"/>
                  <a:gd name="T24" fmla="*/ 5 w 19"/>
                  <a:gd name="T25" fmla="*/ 37 h 45"/>
                  <a:gd name="T26" fmla="*/ 3 w 19"/>
                  <a:gd name="T27" fmla="*/ 45 h 45"/>
                  <a:gd name="T28" fmla="*/ 2 w 19"/>
                  <a:gd name="T29" fmla="*/ 45 h 45"/>
                  <a:gd name="T30" fmla="*/ 1 w 19"/>
                  <a:gd name="T31" fmla="*/ 41 h 45"/>
                  <a:gd name="T32" fmla="*/ 1 w 19"/>
                  <a:gd name="T33" fmla="*/ 40 h 45"/>
                  <a:gd name="T34" fmla="*/ 1 w 19"/>
                  <a:gd name="T35" fmla="*/ 2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" h="45">
                    <a:moveTo>
                      <a:pt x="1" y="29"/>
                    </a:moveTo>
                    <a:cubicBezTo>
                      <a:pt x="1" y="27"/>
                      <a:pt x="1" y="25"/>
                      <a:pt x="1" y="23"/>
                    </a:cubicBezTo>
                    <a:cubicBezTo>
                      <a:pt x="1" y="22"/>
                      <a:pt x="3" y="23"/>
                      <a:pt x="2" y="21"/>
                    </a:cubicBezTo>
                    <a:cubicBezTo>
                      <a:pt x="1" y="18"/>
                      <a:pt x="2" y="15"/>
                      <a:pt x="2" y="11"/>
                    </a:cubicBezTo>
                    <a:cubicBezTo>
                      <a:pt x="2" y="9"/>
                      <a:pt x="3" y="6"/>
                      <a:pt x="4" y="3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5" y="4"/>
                      <a:pt x="5" y="7"/>
                      <a:pt x="8" y="9"/>
                    </a:cubicBezTo>
                    <a:cubicBezTo>
                      <a:pt x="12" y="10"/>
                      <a:pt x="16" y="9"/>
                      <a:pt x="19" y="6"/>
                    </a:cubicBezTo>
                    <a:cubicBezTo>
                      <a:pt x="17" y="14"/>
                      <a:pt x="15" y="22"/>
                      <a:pt x="16" y="31"/>
                    </a:cubicBezTo>
                    <a:cubicBezTo>
                      <a:pt x="15" y="33"/>
                      <a:pt x="15" y="35"/>
                      <a:pt x="15" y="38"/>
                    </a:cubicBezTo>
                    <a:cubicBezTo>
                      <a:pt x="13" y="38"/>
                      <a:pt x="12" y="36"/>
                      <a:pt x="11" y="35"/>
                    </a:cubicBezTo>
                    <a:cubicBezTo>
                      <a:pt x="11" y="34"/>
                      <a:pt x="9" y="33"/>
                      <a:pt x="8" y="33"/>
                    </a:cubicBezTo>
                    <a:cubicBezTo>
                      <a:pt x="5" y="34"/>
                      <a:pt x="5" y="35"/>
                      <a:pt x="5" y="37"/>
                    </a:cubicBezTo>
                    <a:cubicBezTo>
                      <a:pt x="4" y="40"/>
                      <a:pt x="6" y="43"/>
                      <a:pt x="3" y="45"/>
                    </a:cubicBezTo>
                    <a:cubicBezTo>
                      <a:pt x="3" y="45"/>
                      <a:pt x="3" y="45"/>
                      <a:pt x="2" y="45"/>
                    </a:cubicBezTo>
                    <a:cubicBezTo>
                      <a:pt x="2" y="44"/>
                      <a:pt x="3" y="42"/>
                      <a:pt x="1" y="41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1" y="36"/>
                      <a:pt x="0" y="32"/>
                      <a:pt x="1" y="29"/>
                    </a:cubicBezTo>
                    <a:close/>
                  </a:path>
                </a:pathLst>
              </a:custGeom>
              <a:solidFill>
                <a:srgbClr val="FEE7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3" name="Freeform 985"/>
              <p:cNvSpPr/>
              <p:nvPr/>
            </p:nvSpPr>
            <p:spPr bwMode="auto">
              <a:xfrm>
                <a:off x="682" y="2694"/>
                <a:ext cx="62" cy="41"/>
              </a:xfrm>
              <a:custGeom>
                <a:avLst/>
                <a:gdLst>
                  <a:gd name="T0" fmla="*/ 26 w 26"/>
                  <a:gd name="T1" fmla="*/ 15 h 17"/>
                  <a:gd name="T2" fmla="*/ 9 w 26"/>
                  <a:gd name="T3" fmla="*/ 11 h 17"/>
                  <a:gd name="T4" fmla="*/ 1 w 26"/>
                  <a:gd name="T5" fmla="*/ 4 h 17"/>
                  <a:gd name="T6" fmla="*/ 0 w 26"/>
                  <a:gd name="T7" fmla="*/ 0 h 17"/>
                  <a:gd name="T8" fmla="*/ 9 w 26"/>
                  <a:gd name="T9" fmla="*/ 8 h 17"/>
                  <a:gd name="T10" fmla="*/ 26 w 26"/>
                  <a:gd name="T11" fmla="*/ 14 h 17"/>
                  <a:gd name="T12" fmla="*/ 26 w 26"/>
                  <a:gd name="T13" fmla="*/ 15 h 17"/>
                  <a:gd name="T14" fmla="*/ 26 w 26"/>
                  <a:gd name="T15" fmla="*/ 1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17">
                    <a:moveTo>
                      <a:pt x="26" y="15"/>
                    </a:moveTo>
                    <a:cubicBezTo>
                      <a:pt x="19" y="17"/>
                      <a:pt x="14" y="15"/>
                      <a:pt x="9" y="11"/>
                    </a:cubicBezTo>
                    <a:cubicBezTo>
                      <a:pt x="7" y="8"/>
                      <a:pt x="5" y="5"/>
                      <a:pt x="1" y="4"/>
                    </a:cubicBezTo>
                    <a:cubicBezTo>
                      <a:pt x="0" y="3"/>
                      <a:pt x="0" y="2"/>
                      <a:pt x="0" y="0"/>
                    </a:cubicBezTo>
                    <a:cubicBezTo>
                      <a:pt x="4" y="2"/>
                      <a:pt x="6" y="5"/>
                      <a:pt x="9" y="8"/>
                    </a:cubicBezTo>
                    <a:cubicBezTo>
                      <a:pt x="14" y="11"/>
                      <a:pt x="19" y="15"/>
                      <a:pt x="26" y="14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6" y="15"/>
                      <a:pt x="26" y="15"/>
                      <a:pt x="26" y="15"/>
                    </a:cubicBezTo>
                    <a:close/>
                  </a:path>
                </a:pathLst>
              </a:custGeom>
              <a:solidFill>
                <a:srgbClr val="FEA0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4" name="Freeform 986"/>
              <p:cNvSpPr/>
              <p:nvPr/>
            </p:nvSpPr>
            <p:spPr bwMode="auto">
              <a:xfrm>
                <a:off x="1596" y="2209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0 w 3"/>
                  <a:gd name="T3" fmla="*/ 1 h 2"/>
                  <a:gd name="T4" fmla="*/ 2 w 3"/>
                  <a:gd name="T5" fmla="*/ 0 h 2"/>
                  <a:gd name="T6" fmla="*/ 3 w 3"/>
                  <a:gd name="T7" fmla="*/ 2 h 2"/>
                  <a:gd name="T8" fmla="*/ 2 w 3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1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B6D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5" name="Freeform 987"/>
              <p:cNvSpPr/>
              <p:nvPr/>
            </p:nvSpPr>
            <p:spPr bwMode="auto">
              <a:xfrm>
                <a:off x="1034" y="1943"/>
                <a:ext cx="372" cy="307"/>
              </a:xfrm>
              <a:custGeom>
                <a:avLst/>
                <a:gdLst>
                  <a:gd name="T0" fmla="*/ 5 w 157"/>
                  <a:gd name="T1" fmla="*/ 32 h 129"/>
                  <a:gd name="T2" fmla="*/ 6 w 157"/>
                  <a:gd name="T3" fmla="*/ 27 h 129"/>
                  <a:gd name="T4" fmla="*/ 3 w 157"/>
                  <a:gd name="T5" fmla="*/ 23 h 129"/>
                  <a:gd name="T6" fmla="*/ 15 w 157"/>
                  <a:gd name="T7" fmla="*/ 18 h 129"/>
                  <a:gd name="T8" fmla="*/ 31 w 157"/>
                  <a:gd name="T9" fmla="*/ 21 h 129"/>
                  <a:gd name="T10" fmla="*/ 36 w 157"/>
                  <a:gd name="T11" fmla="*/ 29 h 129"/>
                  <a:gd name="T12" fmla="*/ 38 w 157"/>
                  <a:gd name="T13" fmla="*/ 24 h 129"/>
                  <a:gd name="T14" fmla="*/ 36 w 157"/>
                  <a:gd name="T15" fmla="*/ 13 h 129"/>
                  <a:gd name="T16" fmla="*/ 21 w 157"/>
                  <a:gd name="T17" fmla="*/ 13 h 129"/>
                  <a:gd name="T18" fmla="*/ 26 w 157"/>
                  <a:gd name="T19" fmla="*/ 9 h 129"/>
                  <a:gd name="T20" fmla="*/ 28 w 157"/>
                  <a:gd name="T21" fmla="*/ 1 h 129"/>
                  <a:gd name="T22" fmla="*/ 35 w 157"/>
                  <a:gd name="T23" fmla="*/ 1 h 129"/>
                  <a:gd name="T24" fmla="*/ 43 w 157"/>
                  <a:gd name="T25" fmla="*/ 11 h 129"/>
                  <a:gd name="T26" fmla="*/ 46 w 157"/>
                  <a:gd name="T27" fmla="*/ 3 h 129"/>
                  <a:gd name="T28" fmla="*/ 50 w 157"/>
                  <a:gd name="T29" fmla="*/ 1 h 129"/>
                  <a:gd name="T30" fmla="*/ 57 w 157"/>
                  <a:gd name="T31" fmla="*/ 17 h 129"/>
                  <a:gd name="T32" fmla="*/ 81 w 157"/>
                  <a:gd name="T33" fmla="*/ 44 h 129"/>
                  <a:gd name="T34" fmla="*/ 96 w 157"/>
                  <a:gd name="T35" fmla="*/ 53 h 129"/>
                  <a:gd name="T36" fmla="*/ 103 w 157"/>
                  <a:gd name="T37" fmla="*/ 60 h 129"/>
                  <a:gd name="T38" fmla="*/ 107 w 157"/>
                  <a:gd name="T39" fmla="*/ 68 h 129"/>
                  <a:gd name="T40" fmla="*/ 120 w 157"/>
                  <a:gd name="T41" fmla="*/ 71 h 129"/>
                  <a:gd name="T42" fmla="*/ 142 w 157"/>
                  <a:gd name="T43" fmla="*/ 75 h 129"/>
                  <a:gd name="T44" fmla="*/ 156 w 157"/>
                  <a:gd name="T45" fmla="*/ 81 h 129"/>
                  <a:gd name="T46" fmla="*/ 152 w 157"/>
                  <a:gd name="T47" fmla="*/ 82 h 129"/>
                  <a:gd name="T48" fmla="*/ 148 w 157"/>
                  <a:gd name="T49" fmla="*/ 84 h 129"/>
                  <a:gd name="T50" fmla="*/ 145 w 157"/>
                  <a:gd name="T51" fmla="*/ 84 h 129"/>
                  <a:gd name="T52" fmla="*/ 140 w 157"/>
                  <a:gd name="T53" fmla="*/ 97 h 129"/>
                  <a:gd name="T54" fmla="*/ 137 w 157"/>
                  <a:gd name="T55" fmla="*/ 100 h 129"/>
                  <a:gd name="T56" fmla="*/ 131 w 157"/>
                  <a:gd name="T57" fmla="*/ 94 h 129"/>
                  <a:gd name="T58" fmla="*/ 133 w 157"/>
                  <a:gd name="T59" fmla="*/ 89 h 129"/>
                  <a:gd name="T60" fmla="*/ 134 w 157"/>
                  <a:gd name="T61" fmla="*/ 89 h 129"/>
                  <a:gd name="T62" fmla="*/ 130 w 157"/>
                  <a:gd name="T63" fmla="*/ 89 h 129"/>
                  <a:gd name="T64" fmla="*/ 119 w 157"/>
                  <a:gd name="T65" fmla="*/ 90 h 129"/>
                  <a:gd name="T66" fmla="*/ 125 w 157"/>
                  <a:gd name="T67" fmla="*/ 86 h 129"/>
                  <a:gd name="T68" fmla="*/ 131 w 157"/>
                  <a:gd name="T69" fmla="*/ 80 h 129"/>
                  <a:gd name="T70" fmla="*/ 129 w 157"/>
                  <a:gd name="T71" fmla="*/ 79 h 129"/>
                  <a:gd name="T72" fmla="*/ 118 w 157"/>
                  <a:gd name="T73" fmla="*/ 84 h 129"/>
                  <a:gd name="T74" fmla="*/ 101 w 157"/>
                  <a:gd name="T75" fmla="*/ 77 h 129"/>
                  <a:gd name="T76" fmla="*/ 92 w 157"/>
                  <a:gd name="T77" fmla="*/ 79 h 129"/>
                  <a:gd name="T78" fmla="*/ 93 w 157"/>
                  <a:gd name="T79" fmla="*/ 88 h 129"/>
                  <a:gd name="T80" fmla="*/ 89 w 157"/>
                  <a:gd name="T81" fmla="*/ 92 h 129"/>
                  <a:gd name="T82" fmla="*/ 77 w 157"/>
                  <a:gd name="T83" fmla="*/ 95 h 129"/>
                  <a:gd name="T84" fmla="*/ 87 w 157"/>
                  <a:gd name="T85" fmla="*/ 98 h 129"/>
                  <a:gd name="T86" fmla="*/ 88 w 157"/>
                  <a:gd name="T87" fmla="*/ 104 h 129"/>
                  <a:gd name="T88" fmla="*/ 89 w 157"/>
                  <a:gd name="T89" fmla="*/ 112 h 129"/>
                  <a:gd name="T90" fmla="*/ 95 w 157"/>
                  <a:gd name="T91" fmla="*/ 108 h 129"/>
                  <a:gd name="T92" fmla="*/ 106 w 157"/>
                  <a:gd name="T93" fmla="*/ 112 h 129"/>
                  <a:gd name="T94" fmla="*/ 99 w 157"/>
                  <a:gd name="T95" fmla="*/ 121 h 129"/>
                  <a:gd name="T96" fmla="*/ 85 w 157"/>
                  <a:gd name="T97" fmla="*/ 125 h 129"/>
                  <a:gd name="T98" fmla="*/ 74 w 157"/>
                  <a:gd name="T99" fmla="*/ 123 h 129"/>
                  <a:gd name="T100" fmla="*/ 67 w 157"/>
                  <a:gd name="T101" fmla="*/ 77 h 129"/>
                  <a:gd name="T102" fmla="*/ 50 w 157"/>
                  <a:gd name="T103" fmla="*/ 98 h 129"/>
                  <a:gd name="T104" fmla="*/ 46 w 157"/>
                  <a:gd name="T105" fmla="*/ 87 h 129"/>
                  <a:gd name="T106" fmla="*/ 42 w 157"/>
                  <a:gd name="T107" fmla="*/ 75 h 129"/>
                  <a:gd name="T108" fmla="*/ 31 w 157"/>
                  <a:gd name="T109" fmla="*/ 79 h 129"/>
                  <a:gd name="T110" fmla="*/ 25 w 157"/>
                  <a:gd name="T111" fmla="*/ 73 h 129"/>
                  <a:gd name="T112" fmla="*/ 18 w 157"/>
                  <a:gd name="T113" fmla="*/ 32 h 129"/>
                  <a:gd name="T114" fmla="*/ 18 w 157"/>
                  <a:gd name="T115" fmla="*/ 28 h 129"/>
                  <a:gd name="T116" fmla="*/ 9 w 157"/>
                  <a:gd name="T117" fmla="*/ 4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7" h="129">
                    <a:moveTo>
                      <a:pt x="9" y="41"/>
                    </a:moveTo>
                    <a:cubicBezTo>
                      <a:pt x="10" y="37"/>
                      <a:pt x="6" y="35"/>
                      <a:pt x="5" y="32"/>
                    </a:cubicBezTo>
                    <a:cubicBezTo>
                      <a:pt x="2" y="37"/>
                      <a:pt x="2" y="31"/>
                      <a:pt x="0" y="31"/>
                    </a:cubicBezTo>
                    <a:cubicBezTo>
                      <a:pt x="2" y="29"/>
                      <a:pt x="5" y="30"/>
                      <a:pt x="6" y="27"/>
                    </a:cubicBezTo>
                    <a:cubicBezTo>
                      <a:pt x="4" y="27"/>
                      <a:pt x="3" y="28"/>
                      <a:pt x="1" y="27"/>
                    </a:cubicBezTo>
                    <a:cubicBezTo>
                      <a:pt x="0" y="25"/>
                      <a:pt x="1" y="24"/>
                      <a:pt x="3" y="23"/>
                    </a:cubicBezTo>
                    <a:cubicBezTo>
                      <a:pt x="5" y="23"/>
                      <a:pt x="6" y="21"/>
                      <a:pt x="8" y="20"/>
                    </a:cubicBezTo>
                    <a:cubicBezTo>
                      <a:pt x="11" y="21"/>
                      <a:pt x="12" y="18"/>
                      <a:pt x="15" y="18"/>
                    </a:cubicBezTo>
                    <a:cubicBezTo>
                      <a:pt x="18" y="21"/>
                      <a:pt x="21" y="23"/>
                      <a:pt x="25" y="21"/>
                    </a:cubicBezTo>
                    <a:cubicBezTo>
                      <a:pt x="27" y="21"/>
                      <a:pt x="29" y="21"/>
                      <a:pt x="31" y="21"/>
                    </a:cubicBezTo>
                    <a:cubicBezTo>
                      <a:pt x="36" y="21"/>
                      <a:pt x="34" y="25"/>
                      <a:pt x="34" y="27"/>
                    </a:cubicBezTo>
                    <a:cubicBezTo>
                      <a:pt x="35" y="28"/>
                      <a:pt x="35" y="29"/>
                      <a:pt x="36" y="29"/>
                    </a:cubicBezTo>
                    <a:cubicBezTo>
                      <a:pt x="36" y="28"/>
                      <a:pt x="35" y="28"/>
                      <a:pt x="34" y="27"/>
                    </a:cubicBezTo>
                    <a:cubicBezTo>
                      <a:pt x="34" y="25"/>
                      <a:pt x="36" y="23"/>
                      <a:pt x="38" y="24"/>
                    </a:cubicBezTo>
                    <a:cubicBezTo>
                      <a:pt x="35" y="22"/>
                      <a:pt x="36" y="19"/>
                      <a:pt x="36" y="16"/>
                    </a:cubicBezTo>
                    <a:cubicBezTo>
                      <a:pt x="36" y="15"/>
                      <a:pt x="37" y="14"/>
                      <a:pt x="36" y="13"/>
                    </a:cubicBezTo>
                    <a:cubicBezTo>
                      <a:pt x="35" y="13"/>
                      <a:pt x="34" y="14"/>
                      <a:pt x="34" y="14"/>
                    </a:cubicBezTo>
                    <a:cubicBezTo>
                      <a:pt x="29" y="17"/>
                      <a:pt x="25" y="14"/>
                      <a:pt x="21" y="13"/>
                    </a:cubicBezTo>
                    <a:cubicBezTo>
                      <a:pt x="20" y="11"/>
                      <a:pt x="20" y="11"/>
                      <a:pt x="24" y="10"/>
                    </a:cubicBezTo>
                    <a:cubicBezTo>
                      <a:pt x="25" y="10"/>
                      <a:pt x="26" y="10"/>
                      <a:pt x="26" y="9"/>
                    </a:cubicBezTo>
                    <a:cubicBezTo>
                      <a:pt x="26" y="6"/>
                      <a:pt x="25" y="4"/>
                      <a:pt x="27" y="2"/>
                    </a:cubicBezTo>
                    <a:cubicBezTo>
                      <a:pt x="28" y="2"/>
                      <a:pt x="28" y="1"/>
                      <a:pt x="28" y="1"/>
                    </a:cubicBezTo>
                    <a:cubicBezTo>
                      <a:pt x="29" y="0"/>
                      <a:pt x="30" y="0"/>
                      <a:pt x="31" y="0"/>
                    </a:cubicBezTo>
                    <a:cubicBezTo>
                      <a:pt x="32" y="1"/>
                      <a:pt x="34" y="1"/>
                      <a:pt x="35" y="1"/>
                    </a:cubicBezTo>
                    <a:cubicBezTo>
                      <a:pt x="40" y="0"/>
                      <a:pt x="42" y="3"/>
                      <a:pt x="42" y="8"/>
                    </a:cubicBezTo>
                    <a:cubicBezTo>
                      <a:pt x="42" y="9"/>
                      <a:pt x="42" y="11"/>
                      <a:pt x="43" y="11"/>
                    </a:cubicBezTo>
                    <a:cubicBezTo>
                      <a:pt x="45" y="12"/>
                      <a:pt x="45" y="11"/>
                      <a:pt x="46" y="10"/>
                    </a:cubicBezTo>
                    <a:cubicBezTo>
                      <a:pt x="49" y="7"/>
                      <a:pt x="49" y="7"/>
                      <a:pt x="46" y="3"/>
                    </a:cubicBezTo>
                    <a:cubicBezTo>
                      <a:pt x="46" y="3"/>
                      <a:pt x="46" y="2"/>
                      <a:pt x="47" y="2"/>
                    </a:cubicBezTo>
                    <a:cubicBezTo>
                      <a:pt x="48" y="1"/>
                      <a:pt x="49" y="0"/>
                      <a:pt x="50" y="1"/>
                    </a:cubicBezTo>
                    <a:cubicBezTo>
                      <a:pt x="48" y="6"/>
                      <a:pt x="51" y="10"/>
                      <a:pt x="54" y="13"/>
                    </a:cubicBezTo>
                    <a:cubicBezTo>
                      <a:pt x="55" y="14"/>
                      <a:pt x="55" y="16"/>
                      <a:pt x="57" y="17"/>
                    </a:cubicBezTo>
                    <a:cubicBezTo>
                      <a:pt x="60" y="22"/>
                      <a:pt x="66" y="25"/>
                      <a:pt x="70" y="30"/>
                    </a:cubicBezTo>
                    <a:cubicBezTo>
                      <a:pt x="74" y="34"/>
                      <a:pt x="80" y="37"/>
                      <a:pt x="81" y="44"/>
                    </a:cubicBezTo>
                    <a:cubicBezTo>
                      <a:pt x="82" y="44"/>
                      <a:pt x="82" y="45"/>
                      <a:pt x="83" y="45"/>
                    </a:cubicBezTo>
                    <a:cubicBezTo>
                      <a:pt x="88" y="46"/>
                      <a:pt x="92" y="50"/>
                      <a:pt x="96" y="53"/>
                    </a:cubicBezTo>
                    <a:cubicBezTo>
                      <a:pt x="98" y="54"/>
                      <a:pt x="99" y="55"/>
                      <a:pt x="100" y="56"/>
                    </a:cubicBezTo>
                    <a:cubicBezTo>
                      <a:pt x="100" y="58"/>
                      <a:pt x="101" y="59"/>
                      <a:pt x="103" y="60"/>
                    </a:cubicBezTo>
                    <a:cubicBezTo>
                      <a:pt x="106" y="59"/>
                      <a:pt x="106" y="61"/>
                      <a:pt x="106" y="63"/>
                    </a:cubicBezTo>
                    <a:cubicBezTo>
                      <a:pt x="107" y="64"/>
                      <a:pt x="108" y="66"/>
                      <a:pt x="107" y="68"/>
                    </a:cubicBezTo>
                    <a:cubicBezTo>
                      <a:pt x="110" y="69"/>
                      <a:pt x="113" y="65"/>
                      <a:pt x="116" y="67"/>
                    </a:cubicBezTo>
                    <a:cubicBezTo>
                      <a:pt x="117" y="68"/>
                      <a:pt x="120" y="68"/>
                      <a:pt x="120" y="71"/>
                    </a:cubicBezTo>
                    <a:cubicBezTo>
                      <a:pt x="120" y="72"/>
                      <a:pt x="121" y="72"/>
                      <a:pt x="122" y="72"/>
                    </a:cubicBezTo>
                    <a:cubicBezTo>
                      <a:pt x="128" y="73"/>
                      <a:pt x="135" y="75"/>
                      <a:pt x="142" y="75"/>
                    </a:cubicBezTo>
                    <a:cubicBezTo>
                      <a:pt x="147" y="76"/>
                      <a:pt x="152" y="78"/>
                      <a:pt x="157" y="79"/>
                    </a:cubicBezTo>
                    <a:cubicBezTo>
                      <a:pt x="157" y="80"/>
                      <a:pt x="156" y="80"/>
                      <a:pt x="156" y="81"/>
                    </a:cubicBezTo>
                    <a:cubicBezTo>
                      <a:pt x="156" y="82"/>
                      <a:pt x="157" y="84"/>
                      <a:pt x="155" y="84"/>
                    </a:cubicBezTo>
                    <a:cubicBezTo>
                      <a:pt x="153" y="85"/>
                      <a:pt x="153" y="84"/>
                      <a:pt x="152" y="82"/>
                    </a:cubicBezTo>
                    <a:cubicBezTo>
                      <a:pt x="151" y="82"/>
                      <a:pt x="151" y="82"/>
                      <a:pt x="150" y="81"/>
                    </a:cubicBezTo>
                    <a:cubicBezTo>
                      <a:pt x="150" y="83"/>
                      <a:pt x="151" y="85"/>
                      <a:pt x="148" y="84"/>
                    </a:cubicBezTo>
                    <a:cubicBezTo>
                      <a:pt x="146" y="84"/>
                      <a:pt x="147" y="86"/>
                      <a:pt x="149" y="90"/>
                    </a:cubicBezTo>
                    <a:cubicBezTo>
                      <a:pt x="146" y="89"/>
                      <a:pt x="144" y="88"/>
                      <a:pt x="145" y="84"/>
                    </a:cubicBezTo>
                    <a:cubicBezTo>
                      <a:pt x="143" y="87"/>
                      <a:pt x="140" y="90"/>
                      <a:pt x="138" y="92"/>
                    </a:cubicBezTo>
                    <a:cubicBezTo>
                      <a:pt x="138" y="94"/>
                      <a:pt x="140" y="95"/>
                      <a:pt x="140" y="97"/>
                    </a:cubicBezTo>
                    <a:cubicBezTo>
                      <a:pt x="141" y="98"/>
                      <a:pt x="140" y="99"/>
                      <a:pt x="140" y="99"/>
                    </a:cubicBezTo>
                    <a:cubicBezTo>
                      <a:pt x="139" y="100"/>
                      <a:pt x="138" y="101"/>
                      <a:pt x="137" y="100"/>
                    </a:cubicBezTo>
                    <a:cubicBezTo>
                      <a:pt x="136" y="97"/>
                      <a:pt x="132" y="98"/>
                      <a:pt x="131" y="95"/>
                    </a:cubicBezTo>
                    <a:cubicBezTo>
                      <a:pt x="131" y="95"/>
                      <a:pt x="131" y="94"/>
                      <a:pt x="131" y="94"/>
                    </a:cubicBezTo>
                    <a:cubicBezTo>
                      <a:pt x="131" y="93"/>
                      <a:pt x="131" y="91"/>
                      <a:pt x="131" y="90"/>
                    </a:cubicBezTo>
                    <a:cubicBezTo>
                      <a:pt x="131" y="88"/>
                      <a:pt x="131" y="88"/>
                      <a:pt x="133" y="89"/>
                    </a:cubicBezTo>
                    <a:cubicBezTo>
                      <a:pt x="133" y="89"/>
                      <a:pt x="134" y="89"/>
                      <a:pt x="134" y="90"/>
                    </a:cubicBezTo>
                    <a:cubicBezTo>
                      <a:pt x="134" y="89"/>
                      <a:pt x="134" y="89"/>
                      <a:pt x="134" y="89"/>
                    </a:cubicBezTo>
                    <a:cubicBezTo>
                      <a:pt x="134" y="88"/>
                      <a:pt x="134" y="87"/>
                      <a:pt x="133" y="88"/>
                    </a:cubicBezTo>
                    <a:cubicBezTo>
                      <a:pt x="132" y="88"/>
                      <a:pt x="131" y="88"/>
                      <a:pt x="130" y="89"/>
                    </a:cubicBezTo>
                    <a:cubicBezTo>
                      <a:pt x="127" y="93"/>
                      <a:pt x="125" y="93"/>
                      <a:pt x="120" y="91"/>
                    </a:cubicBezTo>
                    <a:cubicBezTo>
                      <a:pt x="119" y="91"/>
                      <a:pt x="119" y="90"/>
                      <a:pt x="119" y="90"/>
                    </a:cubicBezTo>
                    <a:cubicBezTo>
                      <a:pt x="120" y="88"/>
                      <a:pt x="122" y="89"/>
                      <a:pt x="123" y="88"/>
                    </a:cubicBezTo>
                    <a:cubicBezTo>
                      <a:pt x="124" y="88"/>
                      <a:pt x="126" y="87"/>
                      <a:pt x="125" y="86"/>
                    </a:cubicBezTo>
                    <a:cubicBezTo>
                      <a:pt x="124" y="82"/>
                      <a:pt x="128" y="82"/>
                      <a:pt x="130" y="80"/>
                    </a:cubicBezTo>
                    <a:cubicBezTo>
                      <a:pt x="130" y="80"/>
                      <a:pt x="131" y="81"/>
                      <a:pt x="131" y="80"/>
                    </a:cubicBezTo>
                    <a:cubicBezTo>
                      <a:pt x="131" y="80"/>
                      <a:pt x="131" y="80"/>
                      <a:pt x="131" y="80"/>
                    </a:cubicBezTo>
                    <a:cubicBezTo>
                      <a:pt x="130" y="79"/>
                      <a:pt x="129" y="79"/>
                      <a:pt x="129" y="79"/>
                    </a:cubicBezTo>
                    <a:cubicBezTo>
                      <a:pt x="128" y="83"/>
                      <a:pt x="125" y="82"/>
                      <a:pt x="123" y="81"/>
                    </a:cubicBezTo>
                    <a:cubicBezTo>
                      <a:pt x="121" y="81"/>
                      <a:pt x="121" y="85"/>
                      <a:pt x="118" y="84"/>
                    </a:cubicBezTo>
                    <a:cubicBezTo>
                      <a:pt x="117" y="84"/>
                      <a:pt x="118" y="81"/>
                      <a:pt x="116" y="79"/>
                    </a:cubicBezTo>
                    <a:cubicBezTo>
                      <a:pt x="111" y="76"/>
                      <a:pt x="106" y="76"/>
                      <a:pt x="101" y="77"/>
                    </a:cubicBezTo>
                    <a:cubicBezTo>
                      <a:pt x="100" y="77"/>
                      <a:pt x="101" y="76"/>
                      <a:pt x="101" y="76"/>
                    </a:cubicBezTo>
                    <a:cubicBezTo>
                      <a:pt x="96" y="79"/>
                      <a:pt x="96" y="79"/>
                      <a:pt x="92" y="79"/>
                    </a:cubicBezTo>
                    <a:cubicBezTo>
                      <a:pt x="95" y="80"/>
                      <a:pt x="95" y="81"/>
                      <a:pt x="93" y="84"/>
                    </a:cubicBezTo>
                    <a:cubicBezTo>
                      <a:pt x="92" y="85"/>
                      <a:pt x="90" y="86"/>
                      <a:pt x="93" y="88"/>
                    </a:cubicBezTo>
                    <a:cubicBezTo>
                      <a:pt x="94" y="88"/>
                      <a:pt x="94" y="89"/>
                      <a:pt x="93" y="90"/>
                    </a:cubicBezTo>
                    <a:cubicBezTo>
                      <a:pt x="92" y="92"/>
                      <a:pt x="91" y="93"/>
                      <a:pt x="89" y="92"/>
                    </a:cubicBezTo>
                    <a:cubicBezTo>
                      <a:pt x="86" y="91"/>
                      <a:pt x="82" y="95"/>
                      <a:pt x="79" y="93"/>
                    </a:cubicBezTo>
                    <a:cubicBezTo>
                      <a:pt x="78" y="93"/>
                      <a:pt x="78" y="94"/>
                      <a:pt x="77" y="95"/>
                    </a:cubicBezTo>
                    <a:cubicBezTo>
                      <a:pt x="79" y="95"/>
                      <a:pt x="82" y="95"/>
                      <a:pt x="84" y="95"/>
                    </a:cubicBezTo>
                    <a:cubicBezTo>
                      <a:pt x="86" y="95"/>
                      <a:pt x="87" y="96"/>
                      <a:pt x="87" y="98"/>
                    </a:cubicBezTo>
                    <a:cubicBezTo>
                      <a:pt x="87" y="99"/>
                      <a:pt x="87" y="99"/>
                      <a:pt x="88" y="99"/>
                    </a:cubicBezTo>
                    <a:cubicBezTo>
                      <a:pt x="90" y="101"/>
                      <a:pt x="94" y="103"/>
                      <a:pt x="88" y="104"/>
                    </a:cubicBezTo>
                    <a:cubicBezTo>
                      <a:pt x="87" y="104"/>
                      <a:pt x="87" y="105"/>
                      <a:pt x="87" y="105"/>
                    </a:cubicBezTo>
                    <a:cubicBezTo>
                      <a:pt x="89" y="107"/>
                      <a:pt x="86" y="110"/>
                      <a:pt x="89" y="112"/>
                    </a:cubicBezTo>
                    <a:cubicBezTo>
                      <a:pt x="90" y="112"/>
                      <a:pt x="91" y="111"/>
                      <a:pt x="92" y="110"/>
                    </a:cubicBezTo>
                    <a:cubicBezTo>
                      <a:pt x="93" y="108"/>
                      <a:pt x="94" y="108"/>
                      <a:pt x="95" y="108"/>
                    </a:cubicBezTo>
                    <a:cubicBezTo>
                      <a:pt x="97" y="111"/>
                      <a:pt x="100" y="109"/>
                      <a:pt x="102" y="109"/>
                    </a:cubicBezTo>
                    <a:cubicBezTo>
                      <a:pt x="104" y="109"/>
                      <a:pt x="105" y="109"/>
                      <a:pt x="106" y="112"/>
                    </a:cubicBezTo>
                    <a:cubicBezTo>
                      <a:pt x="107" y="117"/>
                      <a:pt x="106" y="119"/>
                      <a:pt x="103" y="120"/>
                    </a:cubicBezTo>
                    <a:cubicBezTo>
                      <a:pt x="102" y="121"/>
                      <a:pt x="100" y="121"/>
                      <a:pt x="99" y="121"/>
                    </a:cubicBezTo>
                    <a:cubicBezTo>
                      <a:pt x="96" y="118"/>
                      <a:pt x="95" y="120"/>
                      <a:pt x="93" y="123"/>
                    </a:cubicBezTo>
                    <a:cubicBezTo>
                      <a:pt x="90" y="129"/>
                      <a:pt x="90" y="129"/>
                      <a:pt x="85" y="125"/>
                    </a:cubicBezTo>
                    <a:cubicBezTo>
                      <a:pt x="83" y="123"/>
                      <a:pt x="82" y="124"/>
                      <a:pt x="81" y="125"/>
                    </a:cubicBezTo>
                    <a:cubicBezTo>
                      <a:pt x="78" y="126"/>
                      <a:pt x="75" y="129"/>
                      <a:pt x="74" y="123"/>
                    </a:cubicBezTo>
                    <a:cubicBezTo>
                      <a:pt x="73" y="122"/>
                      <a:pt x="70" y="121"/>
                      <a:pt x="70" y="118"/>
                    </a:cubicBezTo>
                    <a:cubicBezTo>
                      <a:pt x="70" y="105"/>
                      <a:pt x="76" y="90"/>
                      <a:pt x="67" y="77"/>
                    </a:cubicBezTo>
                    <a:cubicBezTo>
                      <a:pt x="60" y="80"/>
                      <a:pt x="57" y="88"/>
                      <a:pt x="54" y="94"/>
                    </a:cubicBezTo>
                    <a:cubicBezTo>
                      <a:pt x="53" y="96"/>
                      <a:pt x="52" y="98"/>
                      <a:pt x="50" y="98"/>
                    </a:cubicBezTo>
                    <a:cubicBezTo>
                      <a:pt x="48" y="97"/>
                      <a:pt x="46" y="96"/>
                      <a:pt x="47" y="94"/>
                    </a:cubicBezTo>
                    <a:cubicBezTo>
                      <a:pt x="51" y="91"/>
                      <a:pt x="47" y="89"/>
                      <a:pt x="46" y="87"/>
                    </a:cubicBezTo>
                    <a:cubicBezTo>
                      <a:pt x="44" y="84"/>
                      <a:pt x="43" y="82"/>
                      <a:pt x="43" y="80"/>
                    </a:cubicBezTo>
                    <a:cubicBezTo>
                      <a:pt x="44" y="78"/>
                      <a:pt x="43" y="76"/>
                      <a:pt x="42" y="75"/>
                    </a:cubicBezTo>
                    <a:cubicBezTo>
                      <a:pt x="40" y="74"/>
                      <a:pt x="39" y="75"/>
                      <a:pt x="37" y="76"/>
                    </a:cubicBezTo>
                    <a:cubicBezTo>
                      <a:pt x="35" y="77"/>
                      <a:pt x="33" y="78"/>
                      <a:pt x="31" y="79"/>
                    </a:cubicBezTo>
                    <a:cubicBezTo>
                      <a:pt x="28" y="80"/>
                      <a:pt x="26" y="81"/>
                      <a:pt x="25" y="78"/>
                    </a:cubicBezTo>
                    <a:cubicBezTo>
                      <a:pt x="24" y="76"/>
                      <a:pt x="25" y="74"/>
                      <a:pt x="25" y="73"/>
                    </a:cubicBezTo>
                    <a:cubicBezTo>
                      <a:pt x="28" y="64"/>
                      <a:pt x="29" y="55"/>
                      <a:pt x="28" y="47"/>
                    </a:cubicBezTo>
                    <a:cubicBezTo>
                      <a:pt x="27" y="40"/>
                      <a:pt x="24" y="35"/>
                      <a:pt x="18" y="32"/>
                    </a:cubicBezTo>
                    <a:cubicBezTo>
                      <a:pt x="17" y="31"/>
                      <a:pt x="17" y="31"/>
                      <a:pt x="17" y="30"/>
                    </a:cubicBezTo>
                    <a:cubicBezTo>
                      <a:pt x="16" y="29"/>
                      <a:pt x="18" y="29"/>
                      <a:pt x="18" y="28"/>
                    </a:cubicBezTo>
                    <a:cubicBezTo>
                      <a:pt x="16" y="29"/>
                      <a:pt x="16" y="30"/>
                      <a:pt x="17" y="31"/>
                    </a:cubicBezTo>
                    <a:cubicBezTo>
                      <a:pt x="16" y="35"/>
                      <a:pt x="13" y="39"/>
                      <a:pt x="9" y="41"/>
                    </a:cubicBezTo>
                    <a:close/>
                  </a:path>
                </a:pathLst>
              </a:custGeom>
              <a:solidFill>
                <a:srgbClr val="B3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6" name="Freeform 988"/>
              <p:cNvSpPr/>
              <p:nvPr/>
            </p:nvSpPr>
            <p:spPr bwMode="auto">
              <a:xfrm>
                <a:off x="1008" y="1900"/>
                <a:ext cx="102" cy="117"/>
              </a:xfrm>
              <a:custGeom>
                <a:avLst/>
                <a:gdLst>
                  <a:gd name="T0" fmla="*/ 19 w 43"/>
                  <a:gd name="T1" fmla="*/ 38 h 49"/>
                  <a:gd name="T2" fmla="*/ 14 w 43"/>
                  <a:gd name="T3" fmla="*/ 42 h 49"/>
                  <a:gd name="T4" fmla="*/ 12 w 43"/>
                  <a:gd name="T5" fmla="*/ 45 h 49"/>
                  <a:gd name="T6" fmla="*/ 5 w 43"/>
                  <a:gd name="T7" fmla="*/ 48 h 49"/>
                  <a:gd name="T8" fmla="*/ 0 w 43"/>
                  <a:gd name="T9" fmla="*/ 48 h 49"/>
                  <a:gd name="T10" fmla="*/ 2 w 43"/>
                  <a:gd name="T11" fmla="*/ 40 h 49"/>
                  <a:gd name="T12" fmla="*/ 6 w 43"/>
                  <a:gd name="T13" fmla="*/ 36 h 49"/>
                  <a:gd name="T14" fmla="*/ 6 w 43"/>
                  <a:gd name="T15" fmla="*/ 33 h 49"/>
                  <a:gd name="T16" fmla="*/ 10 w 43"/>
                  <a:gd name="T17" fmla="*/ 25 h 49"/>
                  <a:gd name="T18" fmla="*/ 12 w 43"/>
                  <a:gd name="T19" fmla="*/ 22 h 49"/>
                  <a:gd name="T20" fmla="*/ 8 w 43"/>
                  <a:gd name="T21" fmla="*/ 22 h 49"/>
                  <a:gd name="T22" fmla="*/ 15 w 43"/>
                  <a:gd name="T23" fmla="*/ 21 h 49"/>
                  <a:gd name="T24" fmla="*/ 20 w 43"/>
                  <a:gd name="T25" fmla="*/ 21 h 49"/>
                  <a:gd name="T26" fmla="*/ 22 w 43"/>
                  <a:gd name="T27" fmla="*/ 14 h 49"/>
                  <a:gd name="T28" fmla="*/ 30 w 43"/>
                  <a:gd name="T29" fmla="*/ 2 h 49"/>
                  <a:gd name="T30" fmla="*/ 39 w 43"/>
                  <a:gd name="T31" fmla="*/ 1 h 49"/>
                  <a:gd name="T32" fmla="*/ 43 w 43"/>
                  <a:gd name="T33" fmla="*/ 6 h 49"/>
                  <a:gd name="T34" fmla="*/ 43 w 43"/>
                  <a:gd name="T35" fmla="*/ 9 h 49"/>
                  <a:gd name="T36" fmla="*/ 42 w 43"/>
                  <a:gd name="T37" fmla="*/ 14 h 49"/>
                  <a:gd name="T38" fmla="*/ 39 w 43"/>
                  <a:gd name="T39" fmla="*/ 19 h 49"/>
                  <a:gd name="T40" fmla="*/ 39 w 43"/>
                  <a:gd name="T41" fmla="*/ 20 h 49"/>
                  <a:gd name="T42" fmla="*/ 36 w 43"/>
                  <a:gd name="T43" fmla="*/ 17 h 49"/>
                  <a:gd name="T44" fmla="*/ 35 w 43"/>
                  <a:gd name="T45" fmla="*/ 17 h 49"/>
                  <a:gd name="T46" fmla="*/ 35 w 43"/>
                  <a:gd name="T47" fmla="*/ 18 h 49"/>
                  <a:gd name="T48" fmla="*/ 35 w 43"/>
                  <a:gd name="T49" fmla="*/ 27 h 49"/>
                  <a:gd name="T50" fmla="*/ 34 w 43"/>
                  <a:gd name="T51" fmla="*/ 28 h 49"/>
                  <a:gd name="T52" fmla="*/ 26 w 43"/>
                  <a:gd name="T53" fmla="*/ 35 h 49"/>
                  <a:gd name="T54" fmla="*/ 19 w 43"/>
                  <a:gd name="T55" fmla="*/ 3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3" h="49">
                    <a:moveTo>
                      <a:pt x="19" y="38"/>
                    </a:moveTo>
                    <a:cubicBezTo>
                      <a:pt x="18" y="40"/>
                      <a:pt x="17" y="42"/>
                      <a:pt x="14" y="42"/>
                    </a:cubicBezTo>
                    <a:cubicBezTo>
                      <a:pt x="13" y="42"/>
                      <a:pt x="12" y="44"/>
                      <a:pt x="12" y="45"/>
                    </a:cubicBezTo>
                    <a:cubicBezTo>
                      <a:pt x="10" y="46"/>
                      <a:pt x="8" y="46"/>
                      <a:pt x="5" y="48"/>
                    </a:cubicBezTo>
                    <a:cubicBezTo>
                      <a:pt x="4" y="49"/>
                      <a:pt x="2" y="49"/>
                      <a:pt x="0" y="48"/>
                    </a:cubicBezTo>
                    <a:cubicBezTo>
                      <a:pt x="1" y="45"/>
                      <a:pt x="1" y="42"/>
                      <a:pt x="2" y="40"/>
                    </a:cubicBezTo>
                    <a:cubicBezTo>
                      <a:pt x="3" y="38"/>
                      <a:pt x="6" y="39"/>
                      <a:pt x="6" y="36"/>
                    </a:cubicBezTo>
                    <a:cubicBezTo>
                      <a:pt x="6" y="35"/>
                      <a:pt x="7" y="34"/>
                      <a:pt x="6" y="33"/>
                    </a:cubicBezTo>
                    <a:cubicBezTo>
                      <a:pt x="4" y="29"/>
                      <a:pt x="5" y="26"/>
                      <a:pt x="10" y="25"/>
                    </a:cubicBezTo>
                    <a:cubicBezTo>
                      <a:pt x="11" y="25"/>
                      <a:pt x="11" y="25"/>
                      <a:pt x="12" y="22"/>
                    </a:cubicBezTo>
                    <a:cubicBezTo>
                      <a:pt x="11" y="22"/>
                      <a:pt x="9" y="23"/>
                      <a:pt x="8" y="22"/>
                    </a:cubicBezTo>
                    <a:cubicBezTo>
                      <a:pt x="11" y="18"/>
                      <a:pt x="12" y="18"/>
                      <a:pt x="15" y="21"/>
                    </a:cubicBezTo>
                    <a:cubicBezTo>
                      <a:pt x="17" y="23"/>
                      <a:pt x="18" y="19"/>
                      <a:pt x="20" y="21"/>
                    </a:cubicBezTo>
                    <a:cubicBezTo>
                      <a:pt x="19" y="18"/>
                      <a:pt x="23" y="17"/>
                      <a:pt x="22" y="14"/>
                    </a:cubicBezTo>
                    <a:cubicBezTo>
                      <a:pt x="20" y="7"/>
                      <a:pt x="23" y="4"/>
                      <a:pt x="30" y="2"/>
                    </a:cubicBezTo>
                    <a:cubicBezTo>
                      <a:pt x="33" y="0"/>
                      <a:pt x="36" y="0"/>
                      <a:pt x="39" y="1"/>
                    </a:cubicBezTo>
                    <a:cubicBezTo>
                      <a:pt x="42" y="2"/>
                      <a:pt x="43" y="3"/>
                      <a:pt x="43" y="6"/>
                    </a:cubicBezTo>
                    <a:cubicBezTo>
                      <a:pt x="41" y="7"/>
                      <a:pt x="42" y="8"/>
                      <a:pt x="43" y="9"/>
                    </a:cubicBezTo>
                    <a:cubicBezTo>
                      <a:pt x="43" y="11"/>
                      <a:pt x="42" y="13"/>
                      <a:pt x="42" y="14"/>
                    </a:cubicBezTo>
                    <a:cubicBezTo>
                      <a:pt x="39" y="15"/>
                      <a:pt x="41" y="18"/>
                      <a:pt x="39" y="19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7" y="20"/>
                      <a:pt x="37" y="18"/>
                      <a:pt x="36" y="17"/>
                    </a:cubicBezTo>
                    <a:cubicBezTo>
                      <a:pt x="36" y="17"/>
                      <a:pt x="35" y="16"/>
                      <a:pt x="35" y="17"/>
                    </a:cubicBezTo>
                    <a:cubicBezTo>
                      <a:pt x="34" y="17"/>
                      <a:pt x="36" y="17"/>
                      <a:pt x="35" y="18"/>
                    </a:cubicBezTo>
                    <a:cubicBezTo>
                      <a:pt x="34" y="21"/>
                      <a:pt x="33" y="24"/>
                      <a:pt x="35" y="27"/>
                    </a:cubicBezTo>
                    <a:cubicBezTo>
                      <a:pt x="35" y="27"/>
                      <a:pt x="35" y="28"/>
                      <a:pt x="34" y="28"/>
                    </a:cubicBezTo>
                    <a:cubicBezTo>
                      <a:pt x="30" y="28"/>
                      <a:pt x="29" y="33"/>
                      <a:pt x="26" y="35"/>
                    </a:cubicBezTo>
                    <a:cubicBezTo>
                      <a:pt x="24" y="37"/>
                      <a:pt x="22" y="38"/>
                      <a:pt x="19" y="38"/>
                    </a:cubicBezTo>
                    <a:close/>
                  </a:path>
                </a:pathLst>
              </a:custGeom>
              <a:solidFill>
                <a:srgbClr val="A1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7" name="Freeform 989"/>
              <p:cNvSpPr/>
              <p:nvPr/>
            </p:nvSpPr>
            <p:spPr bwMode="auto">
              <a:xfrm>
                <a:off x="1098" y="1934"/>
                <a:ext cx="9" cy="12"/>
              </a:xfrm>
              <a:custGeom>
                <a:avLst/>
                <a:gdLst>
                  <a:gd name="T0" fmla="*/ 1 w 4"/>
                  <a:gd name="T1" fmla="*/ 5 h 5"/>
                  <a:gd name="T2" fmla="*/ 4 w 4"/>
                  <a:gd name="T3" fmla="*/ 0 h 5"/>
                  <a:gd name="T4" fmla="*/ 4 w 4"/>
                  <a:gd name="T5" fmla="*/ 4 h 5"/>
                  <a:gd name="T6" fmla="*/ 1 w 4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1" y="5"/>
                    </a:moveTo>
                    <a:cubicBezTo>
                      <a:pt x="2" y="3"/>
                      <a:pt x="0" y="0"/>
                      <a:pt x="4" y="0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A9CD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8" name="Freeform 990"/>
              <p:cNvSpPr/>
              <p:nvPr/>
            </p:nvSpPr>
            <p:spPr bwMode="auto">
              <a:xfrm>
                <a:off x="1103" y="1912"/>
                <a:ext cx="7" cy="10"/>
              </a:xfrm>
              <a:custGeom>
                <a:avLst/>
                <a:gdLst>
                  <a:gd name="T0" fmla="*/ 3 w 3"/>
                  <a:gd name="T1" fmla="*/ 4 h 4"/>
                  <a:gd name="T2" fmla="*/ 0 w 3"/>
                  <a:gd name="T3" fmla="*/ 2 h 4"/>
                  <a:gd name="T4" fmla="*/ 3 w 3"/>
                  <a:gd name="T5" fmla="*/ 1 h 4"/>
                  <a:gd name="T6" fmla="*/ 3 w 3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4"/>
                      <a:pt x="0" y="2"/>
                    </a:cubicBezTo>
                    <a:cubicBezTo>
                      <a:pt x="0" y="0"/>
                      <a:pt x="2" y="1"/>
                      <a:pt x="3" y="1"/>
                    </a:cubicBezTo>
                    <a:cubicBezTo>
                      <a:pt x="3" y="2"/>
                      <a:pt x="3" y="3"/>
                      <a:pt x="3" y="4"/>
                    </a:cubicBezTo>
                    <a:close/>
                  </a:path>
                </a:pathLst>
              </a:custGeom>
              <a:solidFill>
                <a:srgbClr val="ABC9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39" name="Freeform 991"/>
              <p:cNvSpPr/>
              <p:nvPr/>
            </p:nvSpPr>
            <p:spPr bwMode="auto">
              <a:xfrm>
                <a:off x="588" y="2504"/>
                <a:ext cx="42" cy="67"/>
              </a:xfrm>
              <a:custGeom>
                <a:avLst/>
                <a:gdLst>
                  <a:gd name="T0" fmla="*/ 2 w 18"/>
                  <a:gd name="T1" fmla="*/ 14 h 28"/>
                  <a:gd name="T2" fmla="*/ 4 w 18"/>
                  <a:gd name="T3" fmla="*/ 3 h 28"/>
                  <a:gd name="T4" fmla="*/ 5 w 18"/>
                  <a:gd name="T5" fmla="*/ 2 h 28"/>
                  <a:gd name="T6" fmla="*/ 6 w 18"/>
                  <a:gd name="T7" fmla="*/ 2 h 28"/>
                  <a:gd name="T8" fmla="*/ 15 w 18"/>
                  <a:gd name="T9" fmla="*/ 2 h 28"/>
                  <a:gd name="T10" fmla="*/ 17 w 18"/>
                  <a:gd name="T11" fmla="*/ 11 h 28"/>
                  <a:gd name="T12" fmla="*/ 14 w 18"/>
                  <a:gd name="T13" fmla="*/ 21 h 28"/>
                  <a:gd name="T14" fmla="*/ 8 w 18"/>
                  <a:gd name="T15" fmla="*/ 27 h 28"/>
                  <a:gd name="T16" fmla="*/ 1 w 18"/>
                  <a:gd name="T17" fmla="*/ 23 h 28"/>
                  <a:gd name="T18" fmla="*/ 0 w 18"/>
                  <a:gd name="T19" fmla="*/ 21 h 28"/>
                  <a:gd name="T20" fmla="*/ 0 w 18"/>
                  <a:gd name="T21" fmla="*/ 19 h 28"/>
                  <a:gd name="T22" fmla="*/ 2 w 18"/>
                  <a:gd name="T23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" h="28">
                    <a:moveTo>
                      <a:pt x="2" y="14"/>
                    </a:moveTo>
                    <a:cubicBezTo>
                      <a:pt x="2" y="10"/>
                      <a:pt x="3" y="7"/>
                      <a:pt x="4" y="3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5" y="2"/>
                      <a:pt x="6" y="2"/>
                      <a:pt x="6" y="2"/>
                    </a:cubicBezTo>
                    <a:cubicBezTo>
                      <a:pt x="9" y="1"/>
                      <a:pt x="13" y="0"/>
                      <a:pt x="15" y="2"/>
                    </a:cubicBezTo>
                    <a:cubicBezTo>
                      <a:pt x="18" y="4"/>
                      <a:pt x="17" y="8"/>
                      <a:pt x="17" y="11"/>
                    </a:cubicBezTo>
                    <a:cubicBezTo>
                      <a:pt x="16" y="14"/>
                      <a:pt x="15" y="17"/>
                      <a:pt x="14" y="21"/>
                    </a:cubicBezTo>
                    <a:cubicBezTo>
                      <a:pt x="13" y="24"/>
                      <a:pt x="11" y="26"/>
                      <a:pt x="8" y="27"/>
                    </a:cubicBezTo>
                    <a:cubicBezTo>
                      <a:pt x="4" y="28"/>
                      <a:pt x="3" y="25"/>
                      <a:pt x="1" y="23"/>
                    </a:cubicBezTo>
                    <a:cubicBezTo>
                      <a:pt x="1" y="22"/>
                      <a:pt x="1" y="22"/>
                      <a:pt x="0" y="21"/>
                    </a:cubicBezTo>
                    <a:cubicBezTo>
                      <a:pt x="0" y="21"/>
                      <a:pt x="0" y="20"/>
                      <a:pt x="0" y="19"/>
                    </a:cubicBezTo>
                    <a:cubicBezTo>
                      <a:pt x="0" y="17"/>
                      <a:pt x="1" y="15"/>
                      <a:pt x="2" y="14"/>
                    </a:cubicBezTo>
                    <a:close/>
                  </a:path>
                </a:pathLst>
              </a:custGeom>
              <a:solidFill>
                <a:srgbClr val="FEDA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0" name="Freeform 992"/>
              <p:cNvSpPr/>
              <p:nvPr/>
            </p:nvSpPr>
            <p:spPr bwMode="auto">
              <a:xfrm>
                <a:off x="602" y="2637"/>
                <a:ext cx="31" cy="40"/>
              </a:xfrm>
              <a:custGeom>
                <a:avLst/>
                <a:gdLst>
                  <a:gd name="T0" fmla="*/ 12 w 13"/>
                  <a:gd name="T1" fmla="*/ 7 h 17"/>
                  <a:gd name="T2" fmla="*/ 12 w 13"/>
                  <a:gd name="T3" fmla="*/ 14 h 17"/>
                  <a:gd name="T4" fmla="*/ 4 w 13"/>
                  <a:gd name="T5" fmla="*/ 13 h 17"/>
                  <a:gd name="T6" fmla="*/ 1 w 13"/>
                  <a:gd name="T7" fmla="*/ 6 h 17"/>
                  <a:gd name="T8" fmla="*/ 3 w 13"/>
                  <a:gd name="T9" fmla="*/ 0 h 17"/>
                  <a:gd name="T10" fmla="*/ 9 w 13"/>
                  <a:gd name="T11" fmla="*/ 4 h 17"/>
                  <a:gd name="T12" fmla="*/ 7 w 13"/>
                  <a:gd name="T13" fmla="*/ 4 h 17"/>
                  <a:gd name="T14" fmla="*/ 4 w 13"/>
                  <a:gd name="T15" fmla="*/ 6 h 17"/>
                  <a:gd name="T16" fmla="*/ 5 w 13"/>
                  <a:gd name="T17" fmla="*/ 8 h 17"/>
                  <a:gd name="T18" fmla="*/ 8 w 13"/>
                  <a:gd name="T19" fmla="*/ 6 h 17"/>
                  <a:gd name="T20" fmla="*/ 10 w 13"/>
                  <a:gd name="T21" fmla="*/ 6 h 17"/>
                  <a:gd name="T22" fmla="*/ 11 w 13"/>
                  <a:gd name="T23" fmla="*/ 6 h 17"/>
                  <a:gd name="T24" fmla="*/ 12 w 13"/>
                  <a:gd name="T25" fmla="*/ 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" h="17">
                    <a:moveTo>
                      <a:pt x="12" y="7"/>
                    </a:moveTo>
                    <a:cubicBezTo>
                      <a:pt x="12" y="9"/>
                      <a:pt x="13" y="12"/>
                      <a:pt x="12" y="14"/>
                    </a:cubicBezTo>
                    <a:cubicBezTo>
                      <a:pt x="9" y="17"/>
                      <a:pt x="7" y="15"/>
                      <a:pt x="4" y="13"/>
                    </a:cubicBezTo>
                    <a:cubicBezTo>
                      <a:pt x="3" y="11"/>
                      <a:pt x="1" y="9"/>
                      <a:pt x="1" y="6"/>
                    </a:cubicBezTo>
                    <a:cubicBezTo>
                      <a:pt x="1" y="4"/>
                      <a:pt x="0" y="1"/>
                      <a:pt x="3" y="0"/>
                    </a:cubicBezTo>
                    <a:cubicBezTo>
                      <a:pt x="6" y="0"/>
                      <a:pt x="8" y="1"/>
                      <a:pt x="9" y="4"/>
                    </a:cubicBezTo>
                    <a:cubicBezTo>
                      <a:pt x="8" y="4"/>
                      <a:pt x="8" y="4"/>
                      <a:pt x="7" y="4"/>
                    </a:cubicBezTo>
                    <a:cubicBezTo>
                      <a:pt x="6" y="4"/>
                      <a:pt x="4" y="4"/>
                      <a:pt x="4" y="6"/>
                    </a:cubicBezTo>
                    <a:cubicBezTo>
                      <a:pt x="4" y="7"/>
                      <a:pt x="4" y="8"/>
                      <a:pt x="5" y="8"/>
                    </a:cubicBezTo>
                    <a:cubicBezTo>
                      <a:pt x="6" y="9"/>
                      <a:pt x="7" y="7"/>
                      <a:pt x="8" y="6"/>
                    </a:cubicBezTo>
                    <a:cubicBezTo>
                      <a:pt x="8" y="6"/>
                      <a:pt x="9" y="5"/>
                      <a:pt x="10" y="6"/>
                    </a:cubicBezTo>
                    <a:cubicBezTo>
                      <a:pt x="10" y="6"/>
                      <a:pt x="10" y="6"/>
                      <a:pt x="11" y="6"/>
                    </a:cubicBezTo>
                    <a:cubicBezTo>
                      <a:pt x="11" y="6"/>
                      <a:pt x="11" y="6"/>
                      <a:pt x="12" y="7"/>
                    </a:cubicBezTo>
                    <a:close/>
                  </a:path>
                </a:pathLst>
              </a:custGeom>
              <a:solidFill>
                <a:srgbClr val="FEDE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1" name="Freeform 993"/>
              <p:cNvSpPr/>
              <p:nvPr/>
            </p:nvSpPr>
            <p:spPr bwMode="auto">
              <a:xfrm>
                <a:off x="607" y="2639"/>
                <a:ext cx="19" cy="22"/>
              </a:xfrm>
              <a:custGeom>
                <a:avLst/>
                <a:gdLst>
                  <a:gd name="T0" fmla="*/ 8 w 8"/>
                  <a:gd name="T1" fmla="*/ 5 h 9"/>
                  <a:gd name="T2" fmla="*/ 6 w 8"/>
                  <a:gd name="T3" fmla="*/ 6 h 9"/>
                  <a:gd name="T4" fmla="*/ 2 w 8"/>
                  <a:gd name="T5" fmla="*/ 9 h 9"/>
                  <a:gd name="T6" fmla="*/ 1 w 8"/>
                  <a:gd name="T7" fmla="*/ 4 h 9"/>
                  <a:gd name="T8" fmla="*/ 6 w 8"/>
                  <a:gd name="T9" fmla="*/ 2 h 9"/>
                  <a:gd name="T10" fmla="*/ 7 w 8"/>
                  <a:gd name="T11" fmla="*/ 3 h 9"/>
                  <a:gd name="T12" fmla="*/ 8 w 8"/>
                  <a:gd name="T1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9">
                    <a:moveTo>
                      <a:pt x="8" y="5"/>
                    </a:moveTo>
                    <a:cubicBezTo>
                      <a:pt x="7" y="5"/>
                      <a:pt x="6" y="6"/>
                      <a:pt x="6" y="6"/>
                    </a:cubicBezTo>
                    <a:cubicBezTo>
                      <a:pt x="6" y="9"/>
                      <a:pt x="3" y="9"/>
                      <a:pt x="2" y="9"/>
                    </a:cubicBezTo>
                    <a:cubicBezTo>
                      <a:pt x="0" y="8"/>
                      <a:pt x="0" y="5"/>
                      <a:pt x="1" y="4"/>
                    </a:cubicBezTo>
                    <a:cubicBezTo>
                      <a:pt x="1" y="3"/>
                      <a:pt x="3" y="0"/>
                      <a:pt x="6" y="2"/>
                    </a:cubicBezTo>
                    <a:cubicBezTo>
                      <a:pt x="6" y="3"/>
                      <a:pt x="6" y="3"/>
                      <a:pt x="7" y="3"/>
                    </a:cubicBezTo>
                    <a:cubicBezTo>
                      <a:pt x="7" y="4"/>
                      <a:pt x="7" y="4"/>
                      <a:pt x="8" y="5"/>
                    </a:cubicBezTo>
                    <a:close/>
                  </a:path>
                </a:pathLst>
              </a:custGeom>
              <a:solidFill>
                <a:srgbClr val="FED8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2" name="Freeform 994"/>
              <p:cNvSpPr/>
              <p:nvPr/>
            </p:nvSpPr>
            <p:spPr bwMode="auto">
              <a:xfrm>
                <a:off x="585" y="2590"/>
                <a:ext cx="12" cy="42"/>
              </a:xfrm>
              <a:custGeom>
                <a:avLst/>
                <a:gdLst>
                  <a:gd name="T0" fmla="*/ 3 w 5"/>
                  <a:gd name="T1" fmla="*/ 18 h 18"/>
                  <a:gd name="T2" fmla="*/ 0 w 5"/>
                  <a:gd name="T3" fmla="*/ 5 h 18"/>
                  <a:gd name="T4" fmla="*/ 1 w 5"/>
                  <a:gd name="T5" fmla="*/ 0 h 18"/>
                  <a:gd name="T6" fmla="*/ 4 w 5"/>
                  <a:gd name="T7" fmla="*/ 12 h 18"/>
                  <a:gd name="T8" fmla="*/ 3 w 5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8">
                    <a:moveTo>
                      <a:pt x="3" y="18"/>
                    </a:moveTo>
                    <a:cubicBezTo>
                      <a:pt x="2" y="14"/>
                      <a:pt x="1" y="9"/>
                      <a:pt x="0" y="5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4"/>
                      <a:pt x="3" y="8"/>
                      <a:pt x="4" y="12"/>
                    </a:cubicBezTo>
                    <a:cubicBezTo>
                      <a:pt x="4" y="14"/>
                      <a:pt x="5" y="16"/>
                      <a:pt x="3" y="18"/>
                    </a:cubicBezTo>
                    <a:close/>
                  </a:path>
                </a:pathLst>
              </a:custGeom>
              <a:solidFill>
                <a:srgbClr val="FEB4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3" name="Freeform 995"/>
              <p:cNvSpPr/>
              <p:nvPr/>
            </p:nvSpPr>
            <p:spPr bwMode="auto">
              <a:xfrm>
                <a:off x="592" y="2490"/>
                <a:ext cx="12" cy="21"/>
              </a:xfrm>
              <a:custGeom>
                <a:avLst/>
                <a:gdLst>
                  <a:gd name="T0" fmla="*/ 3 w 5"/>
                  <a:gd name="T1" fmla="*/ 8 h 9"/>
                  <a:gd name="T2" fmla="*/ 2 w 5"/>
                  <a:gd name="T3" fmla="*/ 9 h 9"/>
                  <a:gd name="T4" fmla="*/ 0 w 5"/>
                  <a:gd name="T5" fmla="*/ 7 h 9"/>
                  <a:gd name="T6" fmla="*/ 1 w 5"/>
                  <a:gd name="T7" fmla="*/ 2 h 9"/>
                  <a:gd name="T8" fmla="*/ 5 w 5"/>
                  <a:gd name="T9" fmla="*/ 1 h 9"/>
                  <a:gd name="T10" fmla="*/ 3 w 5"/>
                  <a:gd name="T11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3" y="8"/>
                    </a:moveTo>
                    <a:cubicBezTo>
                      <a:pt x="3" y="9"/>
                      <a:pt x="2" y="9"/>
                      <a:pt x="2" y="9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1" y="5"/>
                      <a:pt x="1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4" y="3"/>
                      <a:pt x="3" y="6"/>
                      <a:pt x="3" y="8"/>
                    </a:cubicBezTo>
                    <a:close/>
                  </a:path>
                </a:pathLst>
              </a:custGeom>
              <a:solidFill>
                <a:srgbClr val="FEAE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4" name="Freeform 996"/>
              <p:cNvSpPr/>
              <p:nvPr/>
            </p:nvSpPr>
            <p:spPr bwMode="auto">
              <a:xfrm>
                <a:off x="607" y="2485"/>
                <a:ext cx="11" cy="7"/>
              </a:xfrm>
              <a:custGeom>
                <a:avLst/>
                <a:gdLst>
                  <a:gd name="T0" fmla="*/ 0 w 5"/>
                  <a:gd name="T1" fmla="*/ 3 h 3"/>
                  <a:gd name="T2" fmla="*/ 1 w 5"/>
                  <a:gd name="T3" fmla="*/ 0 h 3"/>
                  <a:gd name="T4" fmla="*/ 5 w 5"/>
                  <a:gd name="T5" fmla="*/ 3 h 3"/>
                  <a:gd name="T6" fmla="*/ 0 w 5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3" y="0"/>
                      <a:pt x="4" y="1"/>
                      <a:pt x="5" y="3"/>
                    </a:cubicBezTo>
                    <a:cubicBezTo>
                      <a:pt x="3" y="3"/>
                      <a:pt x="2" y="3"/>
                      <a:pt x="0" y="3"/>
                    </a:cubicBezTo>
                    <a:close/>
                  </a:path>
                </a:pathLst>
              </a:custGeom>
              <a:solidFill>
                <a:srgbClr val="FEF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5" name="Freeform 997"/>
              <p:cNvSpPr/>
              <p:nvPr/>
            </p:nvSpPr>
            <p:spPr bwMode="auto">
              <a:xfrm>
                <a:off x="585" y="2540"/>
                <a:ext cx="7" cy="16"/>
              </a:xfrm>
              <a:custGeom>
                <a:avLst/>
                <a:gdLst>
                  <a:gd name="T0" fmla="*/ 2 w 3"/>
                  <a:gd name="T1" fmla="*/ 5 h 7"/>
                  <a:gd name="T2" fmla="*/ 1 w 3"/>
                  <a:gd name="T3" fmla="*/ 6 h 7"/>
                  <a:gd name="T4" fmla="*/ 1 w 3"/>
                  <a:gd name="T5" fmla="*/ 7 h 7"/>
                  <a:gd name="T6" fmla="*/ 1 w 3"/>
                  <a:gd name="T7" fmla="*/ 0 h 7"/>
                  <a:gd name="T8" fmla="*/ 2 w 3"/>
                  <a:gd name="T9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2" y="5"/>
                    </a:moveTo>
                    <a:cubicBezTo>
                      <a:pt x="2" y="5"/>
                      <a:pt x="2" y="6"/>
                      <a:pt x="1" y="6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0" y="2"/>
                      <a:pt x="1" y="0"/>
                    </a:cubicBezTo>
                    <a:cubicBezTo>
                      <a:pt x="3" y="1"/>
                      <a:pt x="1" y="3"/>
                      <a:pt x="2" y="5"/>
                    </a:cubicBezTo>
                    <a:close/>
                  </a:path>
                </a:pathLst>
              </a:custGeom>
              <a:solidFill>
                <a:srgbClr val="FEB4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6" name="Freeform 998"/>
              <p:cNvSpPr/>
              <p:nvPr/>
            </p:nvSpPr>
            <p:spPr bwMode="auto">
              <a:xfrm>
                <a:off x="1347" y="2041"/>
                <a:ext cx="26" cy="23"/>
              </a:xfrm>
              <a:custGeom>
                <a:avLst/>
                <a:gdLst>
                  <a:gd name="T0" fmla="*/ 10 w 11"/>
                  <a:gd name="T1" fmla="*/ 10 h 10"/>
                  <a:gd name="T2" fmla="*/ 4 w 11"/>
                  <a:gd name="T3" fmla="*/ 8 h 10"/>
                  <a:gd name="T4" fmla="*/ 2 w 11"/>
                  <a:gd name="T5" fmla="*/ 4 h 10"/>
                  <a:gd name="T6" fmla="*/ 4 w 11"/>
                  <a:gd name="T7" fmla="*/ 3 h 10"/>
                  <a:gd name="T8" fmla="*/ 6 w 11"/>
                  <a:gd name="T9" fmla="*/ 5 h 10"/>
                  <a:gd name="T10" fmla="*/ 10 w 11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10">
                    <a:moveTo>
                      <a:pt x="10" y="10"/>
                    </a:moveTo>
                    <a:cubicBezTo>
                      <a:pt x="8" y="10"/>
                      <a:pt x="6" y="9"/>
                      <a:pt x="4" y="8"/>
                    </a:cubicBezTo>
                    <a:cubicBezTo>
                      <a:pt x="3" y="7"/>
                      <a:pt x="0" y="6"/>
                      <a:pt x="2" y="4"/>
                    </a:cubicBezTo>
                    <a:cubicBezTo>
                      <a:pt x="3" y="4"/>
                      <a:pt x="3" y="0"/>
                      <a:pt x="4" y="3"/>
                    </a:cubicBezTo>
                    <a:cubicBezTo>
                      <a:pt x="4" y="4"/>
                      <a:pt x="5" y="5"/>
                      <a:pt x="6" y="5"/>
                    </a:cubicBezTo>
                    <a:cubicBezTo>
                      <a:pt x="11" y="3"/>
                      <a:pt x="10" y="7"/>
                      <a:pt x="10" y="10"/>
                    </a:cubicBezTo>
                    <a:close/>
                  </a:path>
                </a:pathLst>
              </a:custGeom>
              <a:solidFill>
                <a:srgbClr val="9BC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7" name="Freeform 999"/>
              <p:cNvSpPr/>
              <p:nvPr/>
            </p:nvSpPr>
            <p:spPr bwMode="auto">
              <a:xfrm>
                <a:off x="588" y="2537"/>
                <a:ext cx="4" cy="15"/>
              </a:xfrm>
              <a:custGeom>
                <a:avLst/>
                <a:gdLst>
                  <a:gd name="T0" fmla="*/ 1 w 2"/>
                  <a:gd name="T1" fmla="*/ 6 h 6"/>
                  <a:gd name="T2" fmla="*/ 0 w 2"/>
                  <a:gd name="T3" fmla="*/ 1 h 6"/>
                  <a:gd name="T4" fmla="*/ 2 w 2"/>
                  <a:gd name="T5" fmla="*/ 0 h 6"/>
                  <a:gd name="T6" fmla="*/ 1 w 2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6">
                    <a:moveTo>
                      <a:pt x="1" y="6"/>
                    </a:moveTo>
                    <a:cubicBezTo>
                      <a:pt x="0" y="4"/>
                      <a:pt x="1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2"/>
                      <a:pt x="2" y="4"/>
                      <a:pt x="1" y="6"/>
                    </a:cubicBezTo>
                    <a:close/>
                  </a:path>
                </a:pathLst>
              </a:custGeom>
              <a:solidFill>
                <a:srgbClr val="FEA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8" name="Freeform 1000"/>
              <p:cNvSpPr/>
              <p:nvPr/>
            </p:nvSpPr>
            <p:spPr bwMode="auto">
              <a:xfrm>
                <a:off x="1394" y="2459"/>
                <a:ext cx="131" cy="78"/>
              </a:xfrm>
              <a:custGeom>
                <a:avLst/>
                <a:gdLst>
                  <a:gd name="T0" fmla="*/ 25 w 55"/>
                  <a:gd name="T1" fmla="*/ 16 h 33"/>
                  <a:gd name="T2" fmla="*/ 55 w 55"/>
                  <a:gd name="T3" fmla="*/ 0 h 33"/>
                  <a:gd name="T4" fmla="*/ 49 w 55"/>
                  <a:gd name="T5" fmla="*/ 5 h 33"/>
                  <a:gd name="T6" fmla="*/ 45 w 55"/>
                  <a:gd name="T7" fmla="*/ 10 h 33"/>
                  <a:gd name="T8" fmla="*/ 44 w 55"/>
                  <a:gd name="T9" fmla="*/ 11 h 33"/>
                  <a:gd name="T10" fmla="*/ 24 w 55"/>
                  <a:gd name="T11" fmla="*/ 23 h 33"/>
                  <a:gd name="T12" fmla="*/ 23 w 55"/>
                  <a:gd name="T13" fmla="*/ 24 h 33"/>
                  <a:gd name="T14" fmla="*/ 17 w 55"/>
                  <a:gd name="T15" fmla="*/ 28 h 33"/>
                  <a:gd name="T16" fmla="*/ 10 w 55"/>
                  <a:gd name="T17" fmla="*/ 32 h 33"/>
                  <a:gd name="T18" fmla="*/ 3 w 55"/>
                  <a:gd name="T19" fmla="*/ 33 h 33"/>
                  <a:gd name="T20" fmla="*/ 2 w 55"/>
                  <a:gd name="T21" fmla="*/ 30 h 33"/>
                  <a:gd name="T22" fmla="*/ 25 w 55"/>
                  <a:gd name="T23" fmla="*/ 1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33">
                    <a:moveTo>
                      <a:pt x="25" y="16"/>
                    </a:moveTo>
                    <a:cubicBezTo>
                      <a:pt x="35" y="10"/>
                      <a:pt x="44" y="3"/>
                      <a:pt x="55" y="0"/>
                    </a:cubicBezTo>
                    <a:cubicBezTo>
                      <a:pt x="53" y="3"/>
                      <a:pt x="51" y="4"/>
                      <a:pt x="49" y="5"/>
                    </a:cubicBezTo>
                    <a:cubicBezTo>
                      <a:pt x="47" y="6"/>
                      <a:pt x="45" y="8"/>
                      <a:pt x="45" y="10"/>
                    </a:cubicBezTo>
                    <a:cubicBezTo>
                      <a:pt x="45" y="10"/>
                      <a:pt x="45" y="10"/>
                      <a:pt x="44" y="11"/>
                    </a:cubicBezTo>
                    <a:cubicBezTo>
                      <a:pt x="38" y="16"/>
                      <a:pt x="30" y="18"/>
                      <a:pt x="24" y="23"/>
                    </a:cubicBezTo>
                    <a:cubicBezTo>
                      <a:pt x="24" y="24"/>
                      <a:pt x="23" y="24"/>
                      <a:pt x="23" y="24"/>
                    </a:cubicBezTo>
                    <a:cubicBezTo>
                      <a:pt x="20" y="25"/>
                      <a:pt x="19" y="27"/>
                      <a:pt x="17" y="28"/>
                    </a:cubicBezTo>
                    <a:cubicBezTo>
                      <a:pt x="14" y="29"/>
                      <a:pt x="12" y="30"/>
                      <a:pt x="10" y="32"/>
                    </a:cubicBezTo>
                    <a:cubicBezTo>
                      <a:pt x="7" y="33"/>
                      <a:pt x="5" y="33"/>
                      <a:pt x="3" y="33"/>
                    </a:cubicBezTo>
                    <a:cubicBezTo>
                      <a:pt x="0" y="32"/>
                      <a:pt x="1" y="31"/>
                      <a:pt x="2" y="30"/>
                    </a:cubicBezTo>
                    <a:cubicBezTo>
                      <a:pt x="10" y="26"/>
                      <a:pt x="17" y="19"/>
                      <a:pt x="25" y="16"/>
                    </a:cubicBezTo>
                    <a:close/>
                  </a:path>
                </a:pathLst>
              </a:custGeom>
              <a:solidFill>
                <a:srgbClr val="97B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49" name="Freeform 1001"/>
              <p:cNvSpPr/>
              <p:nvPr/>
            </p:nvSpPr>
            <p:spPr bwMode="auto">
              <a:xfrm>
                <a:off x="1610" y="2345"/>
                <a:ext cx="17" cy="26"/>
              </a:xfrm>
              <a:custGeom>
                <a:avLst/>
                <a:gdLst>
                  <a:gd name="T0" fmla="*/ 6 w 7"/>
                  <a:gd name="T1" fmla="*/ 11 h 11"/>
                  <a:gd name="T2" fmla="*/ 2 w 7"/>
                  <a:gd name="T3" fmla="*/ 8 h 11"/>
                  <a:gd name="T4" fmla="*/ 2 w 7"/>
                  <a:gd name="T5" fmla="*/ 0 h 11"/>
                  <a:gd name="T6" fmla="*/ 3 w 7"/>
                  <a:gd name="T7" fmla="*/ 0 h 11"/>
                  <a:gd name="T8" fmla="*/ 7 w 7"/>
                  <a:gd name="T9" fmla="*/ 11 h 11"/>
                  <a:gd name="T10" fmla="*/ 6 w 7"/>
                  <a:gd name="T11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1">
                    <a:moveTo>
                      <a:pt x="6" y="11"/>
                    </a:moveTo>
                    <a:cubicBezTo>
                      <a:pt x="4" y="10"/>
                      <a:pt x="4" y="8"/>
                      <a:pt x="2" y="8"/>
                    </a:cubicBezTo>
                    <a:cubicBezTo>
                      <a:pt x="1" y="5"/>
                      <a:pt x="0" y="3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3"/>
                      <a:pt x="6" y="7"/>
                      <a:pt x="7" y="11"/>
                    </a:cubicBezTo>
                    <a:cubicBezTo>
                      <a:pt x="7" y="11"/>
                      <a:pt x="6" y="11"/>
                      <a:pt x="6" y="11"/>
                    </a:cubicBezTo>
                    <a:close/>
                  </a:path>
                </a:pathLst>
              </a:custGeom>
              <a:solidFill>
                <a:srgbClr val="97B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0" name="Freeform 1002"/>
              <p:cNvSpPr/>
              <p:nvPr/>
            </p:nvSpPr>
            <p:spPr bwMode="auto">
              <a:xfrm>
                <a:off x="1515" y="2837"/>
                <a:ext cx="62" cy="31"/>
              </a:xfrm>
              <a:custGeom>
                <a:avLst/>
                <a:gdLst>
                  <a:gd name="T0" fmla="*/ 11 w 26"/>
                  <a:gd name="T1" fmla="*/ 5 h 13"/>
                  <a:gd name="T2" fmla="*/ 13 w 26"/>
                  <a:gd name="T3" fmla="*/ 4 h 13"/>
                  <a:gd name="T4" fmla="*/ 18 w 26"/>
                  <a:gd name="T5" fmla="*/ 2 h 13"/>
                  <a:gd name="T6" fmla="*/ 26 w 26"/>
                  <a:gd name="T7" fmla="*/ 0 h 13"/>
                  <a:gd name="T8" fmla="*/ 25 w 26"/>
                  <a:gd name="T9" fmla="*/ 2 h 13"/>
                  <a:gd name="T10" fmla="*/ 13 w 26"/>
                  <a:gd name="T11" fmla="*/ 9 h 13"/>
                  <a:gd name="T12" fmla="*/ 0 w 26"/>
                  <a:gd name="T13" fmla="*/ 13 h 13"/>
                  <a:gd name="T14" fmla="*/ 11 w 26"/>
                  <a:gd name="T15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13">
                    <a:moveTo>
                      <a:pt x="11" y="5"/>
                    </a:moveTo>
                    <a:cubicBezTo>
                      <a:pt x="12" y="5"/>
                      <a:pt x="12" y="5"/>
                      <a:pt x="13" y="4"/>
                    </a:cubicBezTo>
                    <a:cubicBezTo>
                      <a:pt x="15" y="4"/>
                      <a:pt x="16" y="2"/>
                      <a:pt x="18" y="2"/>
                    </a:cubicBezTo>
                    <a:cubicBezTo>
                      <a:pt x="21" y="1"/>
                      <a:pt x="23" y="0"/>
                      <a:pt x="26" y="0"/>
                    </a:cubicBezTo>
                    <a:cubicBezTo>
                      <a:pt x="26" y="0"/>
                      <a:pt x="25" y="1"/>
                      <a:pt x="25" y="2"/>
                    </a:cubicBezTo>
                    <a:cubicBezTo>
                      <a:pt x="21" y="4"/>
                      <a:pt x="17" y="5"/>
                      <a:pt x="13" y="9"/>
                    </a:cubicBezTo>
                    <a:cubicBezTo>
                      <a:pt x="10" y="13"/>
                      <a:pt x="5" y="13"/>
                      <a:pt x="0" y="13"/>
                    </a:cubicBezTo>
                    <a:cubicBezTo>
                      <a:pt x="3" y="10"/>
                      <a:pt x="8" y="10"/>
                      <a:pt x="11" y="5"/>
                    </a:cubicBezTo>
                    <a:close/>
                  </a:path>
                </a:pathLst>
              </a:custGeom>
              <a:solidFill>
                <a:srgbClr val="FBF9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1" name="Freeform 1003"/>
              <p:cNvSpPr/>
              <p:nvPr/>
            </p:nvSpPr>
            <p:spPr bwMode="auto">
              <a:xfrm>
                <a:off x="1618" y="2735"/>
                <a:ext cx="26" cy="35"/>
              </a:xfrm>
              <a:custGeom>
                <a:avLst/>
                <a:gdLst>
                  <a:gd name="T0" fmla="*/ 8 w 11"/>
                  <a:gd name="T1" fmla="*/ 15 h 15"/>
                  <a:gd name="T2" fmla="*/ 5 w 11"/>
                  <a:gd name="T3" fmla="*/ 8 h 15"/>
                  <a:gd name="T4" fmla="*/ 0 w 11"/>
                  <a:gd name="T5" fmla="*/ 4 h 15"/>
                  <a:gd name="T6" fmla="*/ 11 w 11"/>
                  <a:gd name="T7" fmla="*/ 4 h 15"/>
                  <a:gd name="T8" fmla="*/ 10 w 11"/>
                  <a:gd name="T9" fmla="*/ 13 h 15"/>
                  <a:gd name="T10" fmla="*/ 8 w 11"/>
                  <a:gd name="T11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15">
                    <a:moveTo>
                      <a:pt x="8" y="15"/>
                    </a:moveTo>
                    <a:cubicBezTo>
                      <a:pt x="6" y="13"/>
                      <a:pt x="6" y="11"/>
                      <a:pt x="5" y="8"/>
                    </a:cubicBezTo>
                    <a:cubicBezTo>
                      <a:pt x="4" y="6"/>
                      <a:pt x="3" y="4"/>
                      <a:pt x="0" y="4"/>
                    </a:cubicBezTo>
                    <a:cubicBezTo>
                      <a:pt x="4" y="0"/>
                      <a:pt x="7" y="5"/>
                      <a:pt x="11" y="4"/>
                    </a:cubicBezTo>
                    <a:cubicBezTo>
                      <a:pt x="11" y="7"/>
                      <a:pt x="8" y="10"/>
                      <a:pt x="10" y="13"/>
                    </a:cubicBezTo>
                    <a:cubicBezTo>
                      <a:pt x="10" y="13"/>
                      <a:pt x="9" y="14"/>
                      <a:pt x="8" y="15"/>
                    </a:cubicBezTo>
                    <a:close/>
                  </a:path>
                </a:pathLst>
              </a:custGeom>
              <a:solidFill>
                <a:srgbClr val="F9A2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2" name="Freeform 1004"/>
              <p:cNvSpPr/>
              <p:nvPr/>
            </p:nvSpPr>
            <p:spPr bwMode="auto">
              <a:xfrm>
                <a:off x="1546" y="2841"/>
                <a:ext cx="12" cy="5"/>
              </a:xfrm>
              <a:custGeom>
                <a:avLst/>
                <a:gdLst>
                  <a:gd name="T0" fmla="*/ 5 w 5"/>
                  <a:gd name="T1" fmla="*/ 0 h 2"/>
                  <a:gd name="T2" fmla="*/ 0 w 5"/>
                  <a:gd name="T3" fmla="*/ 2 h 2"/>
                  <a:gd name="T4" fmla="*/ 5 w 5"/>
                  <a:gd name="T5" fmla="*/ 0 h 2"/>
                  <a:gd name="T6" fmla="*/ 5 w 5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">
                    <a:moveTo>
                      <a:pt x="5" y="0"/>
                    </a:moveTo>
                    <a:cubicBezTo>
                      <a:pt x="4" y="1"/>
                      <a:pt x="2" y="2"/>
                      <a:pt x="0" y="2"/>
                    </a:cubicBezTo>
                    <a:cubicBezTo>
                      <a:pt x="2" y="0"/>
                      <a:pt x="3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FA93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3" name="Freeform 1005"/>
              <p:cNvSpPr/>
              <p:nvPr/>
            </p:nvSpPr>
            <p:spPr bwMode="auto">
              <a:xfrm>
                <a:off x="825" y="2820"/>
                <a:ext cx="31" cy="43"/>
              </a:xfrm>
              <a:custGeom>
                <a:avLst/>
                <a:gdLst>
                  <a:gd name="T0" fmla="*/ 1 w 13"/>
                  <a:gd name="T1" fmla="*/ 13 h 18"/>
                  <a:gd name="T2" fmla="*/ 1 w 13"/>
                  <a:gd name="T3" fmla="*/ 4 h 18"/>
                  <a:gd name="T4" fmla="*/ 6 w 13"/>
                  <a:gd name="T5" fmla="*/ 0 h 18"/>
                  <a:gd name="T6" fmla="*/ 11 w 13"/>
                  <a:gd name="T7" fmla="*/ 3 h 18"/>
                  <a:gd name="T8" fmla="*/ 13 w 13"/>
                  <a:gd name="T9" fmla="*/ 6 h 18"/>
                  <a:gd name="T10" fmla="*/ 13 w 13"/>
                  <a:gd name="T11" fmla="*/ 11 h 18"/>
                  <a:gd name="T12" fmla="*/ 1 w 13"/>
                  <a:gd name="T13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8">
                    <a:moveTo>
                      <a:pt x="1" y="13"/>
                    </a:moveTo>
                    <a:cubicBezTo>
                      <a:pt x="2" y="10"/>
                      <a:pt x="0" y="7"/>
                      <a:pt x="1" y="4"/>
                    </a:cubicBezTo>
                    <a:cubicBezTo>
                      <a:pt x="2" y="2"/>
                      <a:pt x="3" y="0"/>
                      <a:pt x="6" y="0"/>
                    </a:cubicBezTo>
                    <a:cubicBezTo>
                      <a:pt x="8" y="0"/>
                      <a:pt x="10" y="0"/>
                      <a:pt x="11" y="3"/>
                    </a:cubicBezTo>
                    <a:cubicBezTo>
                      <a:pt x="11" y="4"/>
                      <a:pt x="12" y="5"/>
                      <a:pt x="13" y="6"/>
                    </a:cubicBezTo>
                    <a:cubicBezTo>
                      <a:pt x="13" y="8"/>
                      <a:pt x="13" y="9"/>
                      <a:pt x="13" y="11"/>
                    </a:cubicBezTo>
                    <a:cubicBezTo>
                      <a:pt x="10" y="18"/>
                      <a:pt x="6" y="14"/>
                      <a:pt x="1" y="13"/>
                    </a:cubicBezTo>
                    <a:close/>
                  </a:path>
                </a:pathLst>
              </a:custGeom>
              <a:solidFill>
                <a:srgbClr val="FED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4" name="Freeform 1006"/>
              <p:cNvSpPr/>
              <p:nvPr/>
            </p:nvSpPr>
            <p:spPr bwMode="auto">
              <a:xfrm>
                <a:off x="578" y="2430"/>
                <a:ext cx="12" cy="5"/>
              </a:xfrm>
              <a:custGeom>
                <a:avLst/>
                <a:gdLst>
                  <a:gd name="T0" fmla="*/ 0 w 5"/>
                  <a:gd name="T1" fmla="*/ 0 h 2"/>
                  <a:gd name="T2" fmla="*/ 3 w 5"/>
                  <a:gd name="T3" fmla="*/ 0 h 2"/>
                  <a:gd name="T4" fmla="*/ 5 w 5"/>
                  <a:gd name="T5" fmla="*/ 1 h 2"/>
                  <a:gd name="T6" fmla="*/ 0 w 5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2" y="1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A9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5" name="Freeform 1007"/>
              <p:cNvSpPr/>
              <p:nvPr/>
            </p:nvSpPr>
            <p:spPr bwMode="auto">
              <a:xfrm>
                <a:off x="941" y="2901"/>
                <a:ext cx="38" cy="47"/>
              </a:xfrm>
              <a:custGeom>
                <a:avLst/>
                <a:gdLst>
                  <a:gd name="T0" fmla="*/ 15 w 16"/>
                  <a:gd name="T1" fmla="*/ 9 h 20"/>
                  <a:gd name="T2" fmla="*/ 15 w 16"/>
                  <a:gd name="T3" fmla="*/ 12 h 20"/>
                  <a:gd name="T4" fmla="*/ 15 w 16"/>
                  <a:gd name="T5" fmla="*/ 17 h 20"/>
                  <a:gd name="T6" fmla="*/ 5 w 16"/>
                  <a:gd name="T7" fmla="*/ 17 h 20"/>
                  <a:gd name="T8" fmla="*/ 1 w 16"/>
                  <a:gd name="T9" fmla="*/ 5 h 20"/>
                  <a:gd name="T10" fmla="*/ 1 w 16"/>
                  <a:gd name="T11" fmla="*/ 4 h 20"/>
                  <a:gd name="T12" fmla="*/ 13 w 16"/>
                  <a:gd name="T13" fmla="*/ 5 h 20"/>
                  <a:gd name="T14" fmla="*/ 15 w 16"/>
                  <a:gd name="T15" fmla="*/ 9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0">
                    <a:moveTo>
                      <a:pt x="15" y="9"/>
                    </a:moveTo>
                    <a:cubicBezTo>
                      <a:pt x="15" y="10"/>
                      <a:pt x="15" y="11"/>
                      <a:pt x="15" y="12"/>
                    </a:cubicBezTo>
                    <a:cubicBezTo>
                      <a:pt x="14" y="13"/>
                      <a:pt x="16" y="15"/>
                      <a:pt x="15" y="17"/>
                    </a:cubicBezTo>
                    <a:cubicBezTo>
                      <a:pt x="12" y="20"/>
                      <a:pt x="8" y="17"/>
                      <a:pt x="5" y="17"/>
                    </a:cubicBezTo>
                    <a:cubicBezTo>
                      <a:pt x="2" y="14"/>
                      <a:pt x="0" y="10"/>
                      <a:pt x="1" y="5"/>
                    </a:cubicBezTo>
                    <a:cubicBezTo>
                      <a:pt x="1" y="5"/>
                      <a:pt x="1" y="5"/>
                      <a:pt x="1" y="4"/>
                    </a:cubicBezTo>
                    <a:cubicBezTo>
                      <a:pt x="5" y="0"/>
                      <a:pt x="6" y="0"/>
                      <a:pt x="13" y="5"/>
                    </a:cubicBezTo>
                    <a:cubicBezTo>
                      <a:pt x="15" y="6"/>
                      <a:pt x="13" y="8"/>
                      <a:pt x="15" y="9"/>
                    </a:cubicBezTo>
                    <a:close/>
                  </a:path>
                </a:pathLst>
              </a:custGeom>
              <a:solidFill>
                <a:srgbClr val="FED3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756" name="Freeform 1008"/>
              <p:cNvSpPr/>
              <p:nvPr/>
            </p:nvSpPr>
            <p:spPr bwMode="auto">
              <a:xfrm>
                <a:off x="977" y="2922"/>
                <a:ext cx="9" cy="24"/>
              </a:xfrm>
              <a:custGeom>
                <a:avLst/>
                <a:gdLst>
                  <a:gd name="T0" fmla="*/ 4 w 4"/>
                  <a:gd name="T1" fmla="*/ 10 h 10"/>
                  <a:gd name="T2" fmla="*/ 1 w 4"/>
                  <a:gd name="T3" fmla="*/ 9 h 10"/>
                  <a:gd name="T4" fmla="*/ 1 w 4"/>
                  <a:gd name="T5" fmla="*/ 9 h 10"/>
                  <a:gd name="T6" fmla="*/ 1 w 4"/>
                  <a:gd name="T7" fmla="*/ 5 h 10"/>
                  <a:gd name="T8" fmla="*/ 2 w 4"/>
                  <a:gd name="T9" fmla="*/ 0 h 10"/>
                  <a:gd name="T10" fmla="*/ 4 w 4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0">
                    <a:moveTo>
                      <a:pt x="4" y="10"/>
                    </a:moveTo>
                    <a:cubicBezTo>
                      <a:pt x="3" y="10"/>
                      <a:pt x="2" y="10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8"/>
                      <a:pt x="0" y="6"/>
                      <a:pt x="1" y="5"/>
                    </a:cubicBezTo>
                    <a:cubicBezTo>
                      <a:pt x="2" y="3"/>
                      <a:pt x="1" y="1"/>
                      <a:pt x="2" y="0"/>
                    </a:cubicBezTo>
                    <a:cubicBezTo>
                      <a:pt x="4" y="3"/>
                      <a:pt x="3" y="7"/>
                      <a:pt x="4" y="10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</p:grpSp>
        <p:grpSp>
          <p:nvGrpSpPr>
            <p:cNvPr id="14" name="Group 1210"/>
            <p:cNvGrpSpPr/>
            <p:nvPr/>
          </p:nvGrpSpPr>
          <p:grpSpPr bwMode="auto">
            <a:xfrm>
              <a:off x="1041400" y="3073401"/>
              <a:ext cx="1497013" cy="1660525"/>
              <a:chOff x="656" y="1936"/>
              <a:chExt cx="943" cy="1046"/>
            </a:xfrm>
          </p:grpSpPr>
          <p:sp>
            <p:nvSpPr>
              <p:cNvPr id="1357" name="Freeform 1010"/>
              <p:cNvSpPr/>
              <p:nvPr/>
            </p:nvSpPr>
            <p:spPr bwMode="auto">
              <a:xfrm>
                <a:off x="974" y="2929"/>
                <a:ext cx="5" cy="15"/>
              </a:xfrm>
              <a:custGeom>
                <a:avLst/>
                <a:gdLst>
                  <a:gd name="T0" fmla="*/ 2 w 2"/>
                  <a:gd name="T1" fmla="*/ 2 h 6"/>
                  <a:gd name="T2" fmla="*/ 2 w 2"/>
                  <a:gd name="T3" fmla="*/ 6 h 6"/>
                  <a:gd name="T4" fmla="*/ 1 w 2"/>
                  <a:gd name="T5" fmla="*/ 5 h 6"/>
                  <a:gd name="T6" fmla="*/ 1 w 2"/>
                  <a:gd name="T7" fmla="*/ 0 h 6"/>
                  <a:gd name="T8" fmla="*/ 2 w 2"/>
                  <a:gd name="T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2" y="2"/>
                    </a:moveTo>
                    <a:cubicBezTo>
                      <a:pt x="2" y="3"/>
                      <a:pt x="2" y="5"/>
                      <a:pt x="2" y="6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1" y="3"/>
                      <a:pt x="0" y="1"/>
                      <a:pt x="1" y="0"/>
                    </a:cubicBezTo>
                    <a:cubicBezTo>
                      <a:pt x="1" y="1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E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58" name="Freeform 1011"/>
              <p:cNvSpPr/>
              <p:nvPr/>
            </p:nvSpPr>
            <p:spPr bwMode="auto">
              <a:xfrm>
                <a:off x="1470" y="2487"/>
                <a:ext cx="55" cy="53"/>
              </a:xfrm>
              <a:custGeom>
                <a:avLst/>
                <a:gdLst>
                  <a:gd name="T0" fmla="*/ 16 w 23"/>
                  <a:gd name="T1" fmla="*/ 17 h 22"/>
                  <a:gd name="T2" fmla="*/ 10 w 23"/>
                  <a:gd name="T3" fmla="*/ 19 h 22"/>
                  <a:gd name="T4" fmla="*/ 5 w 23"/>
                  <a:gd name="T5" fmla="*/ 19 h 22"/>
                  <a:gd name="T6" fmla="*/ 6 w 23"/>
                  <a:gd name="T7" fmla="*/ 15 h 22"/>
                  <a:gd name="T8" fmla="*/ 3 w 23"/>
                  <a:gd name="T9" fmla="*/ 16 h 22"/>
                  <a:gd name="T10" fmla="*/ 2 w 23"/>
                  <a:gd name="T11" fmla="*/ 11 h 22"/>
                  <a:gd name="T12" fmla="*/ 3 w 23"/>
                  <a:gd name="T13" fmla="*/ 9 h 22"/>
                  <a:gd name="T14" fmla="*/ 15 w 23"/>
                  <a:gd name="T15" fmla="*/ 1 h 22"/>
                  <a:gd name="T16" fmla="*/ 18 w 23"/>
                  <a:gd name="T17" fmla="*/ 0 h 22"/>
                  <a:gd name="T18" fmla="*/ 15 w 23"/>
                  <a:gd name="T19" fmla="*/ 7 h 22"/>
                  <a:gd name="T20" fmla="*/ 20 w 23"/>
                  <a:gd name="T21" fmla="*/ 12 h 22"/>
                  <a:gd name="T22" fmla="*/ 19 w 23"/>
                  <a:gd name="T23" fmla="*/ 15 h 22"/>
                  <a:gd name="T24" fmla="*/ 16 w 23"/>
                  <a:gd name="T25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22">
                    <a:moveTo>
                      <a:pt x="16" y="17"/>
                    </a:moveTo>
                    <a:cubicBezTo>
                      <a:pt x="14" y="17"/>
                      <a:pt x="11" y="15"/>
                      <a:pt x="10" y="19"/>
                    </a:cubicBezTo>
                    <a:cubicBezTo>
                      <a:pt x="9" y="22"/>
                      <a:pt x="7" y="21"/>
                      <a:pt x="5" y="19"/>
                    </a:cubicBezTo>
                    <a:cubicBezTo>
                      <a:pt x="3" y="17"/>
                      <a:pt x="5" y="16"/>
                      <a:pt x="6" y="15"/>
                    </a:cubicBezTo>
                    <a:cubicBezTo>
                      <a:pt x="5" y="15"/>
                      <a:pt x="4" y="16"/>
                      <a:pt x="3" y="16"/>
                    </a:cubicBezTo>
                    <a:cubicBezTo>
                      <a:pt x="0" y="15"/>
                      <a:pt x="0" y="13"/>
                      <a:pt x="2" y="11"/>
                    </a:cubicBezTo>
                    <a:cubicBezTo>
                      <a:pt x="3" y="10"/>
                      <a:pt x="3" y="10"/>
                      <a:pt x="3" y="9"/>
                    </a:cubicBezTo>
                    <a:cubicBezTo>
                      <a:pt x="6" y="4"/>
                      <a:pt x="11" y="3"/>
                      <a:pt x="15" y="1"/>
                    </a:cubicBezTo>
                    <a:cubicBezTo>
                      <a:pt x="16" y="0"/>
                      <a:pt x="17" y="0"/>
                      <a:pt x="18" y="0"/>
                    </a:cubicBezTo>
                    <a:cubicBezTo>
                      <a:pt x="18" y="3"/>
                      <a:pt x="14" y="4"/>
                      <a:pt x="15" y="7"/>
                    </a:cubicBezTo>
                    <a:cubicBezTo>
                      <a:pt x="16" y="9"/>
                      <a:pt x="18" y="11"/>
                      <a:pt x="20" y="12"/>
                    </a:cubicBezTo>
                    <a:cubicBezTo>
                      <a:pt x="23" y="14"/>
                      <a:pt x="21" y="15"/>
                      <a:pt x="19" y="15"/>
                    </a:cubicBezTo>
                    <a:cubicBezTo>
                      <a:pt x="18" y="15"/>
                      <a:pt x="17" y="16"/>
                      <a:pt x="16" y="17"/>
                    </a:cubicBezTo>
                    <a:close/>
                  </a:path>
                </a:pathLst>
              </a:custGeom>
              <a:solidFill>
                <a:srgbClr val="FB7D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59" name="Freeform 1012"/>
              <p:cNvSpPr/>
              <p:nvPr/>
            </p:nvSpPr>
            <p:spPr bwMode="auto">
              <a:xfrm>
                <a:off x="1444" y="2490"/>
                <a:ext cx="62" cy="38"/>
              </a:xfrm>
              <a:custGeom>
                <a:avLst/>
                <a:gdLst>
                  <a:gd name="T0" fmla="*/ 26 w 26"/>
                  <a:gd name="T1" fmla="*/ 0 h 16"/>
                  <a:gd name="T2" fmla="*/ 14 w 26"/>
                  <a:gd name="T3" fmla="*/ 8 h 16"/>
                  <a:gd name="T4" fmla="*/ 0 w 26"/>
                  <a:gd name="T5" fmla="*/ 15 h 16"/>
                  <a:gd name="T6" fmla="*/ 4 w 26"/>
                  <a:gd name="T7" fmla="*/ 11 h 16"/>
                  <a:gd name="T8" fmla="*/ 16 w 26"/>
                  <a:gd name="T9" fmla="*/ 2 h 16"/>
                  <a:gd name="T10" fmla="*/ 24 w 26"/>
                  <a:gd name="T11" fmla="*/ 0 h 16"/>
                  <a:gd name="T12" fmla="*/ 26 w 26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16">
                    <a:moveTo>
                      <a:pt x="26" y="0"/>
                    </a:moveTo>
                    <a:cubicBezTo>
                      <a:pt x="23" y="4"/>
                      <a:pt x="18" y="4"/>
                      <a:pt x="14" y="8"/>
                    </a:cubicBezTo>
                    <a:cubicBezTo>
                      <a:pt x="11" y="12"/>
                      <a:pt x="7" y="16"/>
                      <a:pt x="0" y="15"/>
                    </a:cubicBezTo>
                    <a:cubicBezTo>
                      <a:pt x="0" y="12"/>
                      <a:pt x="3" y="12"/>
                      <a:pt x="4" y="11"/>
                    </a:cubicBezTo>
                    <a:cubicBezTo>
                      <a:pt x="8" y="8"/>
                      <a:pt x="12" y="5"/>
                      <a:pt x="16" y="2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5" y="0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C2A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0" name="Freeform 1013"/>
              <p:cNvSpPr/>
              <p:nvPr/>
            </p:nvSpPr>
            <p:spPr bwMode="auto">
              <a:xfrm>
                <a:off x="1449" y="2485"/>
                <a:ext cx="52" cy="33"/>
              </a:xfrm>
              <a:custGeom>
                <a:avLst/>
                <a:gdLst>
                  <a:gd name="T0" fmla="*/ 22 w 22"/>
                  <a:gd name="T1" fmla="*/ 2 h 14"/>
                  <a:gd name="T2" fmla="*/ 10 w 22"/>
                  <a:gd name="T3" fmla="*/ 8 h 14"/>
                  <a:gd name="T4" fmla="*/ 3 w 22"/>
                  <a:gd name="T5" fmla="*/ 14 h 14"/>
                  <a:gd name="T6" fmla="*/ 0 w 22"/>
                  <a:gd name="T7" fmla="*/ 12 h 14"/>
                  <a:gd name="T8" fmla="*/ 21 w 22"/>
                  <a:gd name="T9" fmla="*/ 0 h 14"/>
                  <a:gd name="T10" fmla="*/ 22 w 22"/>
                  <a:gd name="T11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4">
                    <a:moveTo>
                      <a:pt x="22" y="2"/>
                    </a:moveTo>
                    <a:cubicBezTo>
                      <a:pt x="18" y="5"/>
                      <a:pt x="14" y="5"/>
                      <a:pt x="10" y="8"/>
                    </a:cubicBezTo>
                    <a:cubicBezTo>
                      <a:pt x="7" y="10"/>
                      <a:pt x="6" y="13"/>
                      <a:pt x="3" y="14"/>
                    </a:cubicBezTo>
                    <a:cubicBezTo>
                      <a:pt x="2" y="13"/>
                      <a:pt x="0" y="14"/>
                      <a:pt x="0" y="12"/>
                    </a:cubicBezTo>
                    <a:cubicBezTo>
                      <a:pt x="6" y="7"/>
                      <a:pt x="14" y="3"/>
                      <a:pt x="21" y="0"/>
                    </a:cubicBezTo>
                    <a:cubicBezTo>
                      <a:pt x="21" y="1"/>
                      <a:pt x="21" y="2"/>
                      <a:pt x="22" y="2"/>
                    </a:cubicBezTo>
                    <a:close/>
                  </a:path>
                </a:pathLst>
              </a:custGeom>
              <a:solidFill>
                <a:srgbClr val="C0D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1" name="Freeform 1014"/>
              <p:cNvSpPr/>
              <p:nvPr/>
            </p:nvSpPr>
            <p:spPr bwMode="auto">
              <a:xfrm>
                <a:off x="1072" y="2868"/>
                <a:ext cx="33" cy="90"/>
              </a:xfrm>
              <a:custGeom>
                <a:avLst/>
                <a:gdLst>
                  <a:gd name="T0" fmla="*/ 13 w 14"/>
                  <a:gd name="T1" fmla="*/ 5 h 38"/>
                  <a:gd name="T2" fmla="*/ 8 w 14"/>
                  <a:gd name="T3" fmla="*/ 30 h 38"/>
                  <a:gd name="T4" fmla="*/ 8 w 14"/>
                  <a:gd name="T5" fmla="*/ 37 h 38"/>
                  <a:gd name="T6" fmla="*/ 8 w 14"/>
                  <a:gd name="T7" fmla="*/ 38 h 38"/>
                  <a:gd name="T8" fmla="*/ 7 w 14"/>
                  <a:gd name="T9" fmla="*/ 21 h 38"/>
                  <a:gd name="T10" fmla="*/ 2 w 14"/>
                  <a:gd name="T11" fmla="*/ 26 h 38"/>
                  <a:gd name="T12" fmla="*/ 1 w 14"/>
                  <a:gd name="T13" fmla="*/ 24 h 38"/>
                  <a:gd name="T14" fmla="*/ 4 w 14"/>
                  <a:gd name="T15" fmla="*/ 11 h 38"/>
                  <a:gd name="T16" fmla="*/ 6 w 14"/>
                  <a:gd name="T17" fmla="*/ 5 h 38"/>
                  <a:gd name="T18" fmla="*/ 6 w 14"/>
                  <a:gd name="T19" fmla="*/ 4 h 38"/>
                  <a:gd name="T20" fmla="*/ 9 w 14"/>
                  <a:gd name="T21" fmla="*/ 2 h 38"/>
                  <a:gd name="T22" fmla="*/ 13 w 14"/>
                  <a:gd name="T23" fmla="*/ 1 h 38"/>
                  <a:gd name="T24" fmla="*/ 13 w 14"/>
                  <a:gd name="T25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38">
                    <a:moveTo>
                      <a:pt x="13" y="5"/>
                    </a:moveTo>
                    <a:cubicBezTo>
                      <a:pt x="12" y="13"/>
                      <a:pt x="7" y="21"/>
                      <a:pt x="8" y="30"/>
                    </a:cubicBezTo>
                    <a:cubicBezTo>
                      <a:pt x="9" y="33"/>
                      <a:pt x="9" y="35"/>
                      <a:pt x="8" y="37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3"/>
                      <a:pt x="8" y="27"/>
                      <a:pt x="7" y="21"/>
                    </a:cubicBezTo>
                    <a:cubicBezTo>
                      <a:pt x="5" y="22"/>
                      <a:pt x="3" y="24"/>
                      <a:pt x="2" y="26"/>
                    </a:cubicBezTo>
                    <a:cubicBezTo>
                      <a:pt x="0" y="26"/>
                      <a:pt x="0" y="25"/>
                      <a:pt x="1" y="24"/>
                    </a:cubicBezTo>
                    <a:cubicBezTo>
                      <a:pt x="1" y="20"/>
                      <a:pt x="2" y="16"/>
                      <a:pt x="4" y="11"/>
                    </a:cubicBezTo>
                    <a:cubicBezTo>
                      <a:pt x="7" y="10"/>
                      <a:pt x="4" y="7"/>
                      <a:pt x="6" y="5"/>
                    </a:cubicBezTo>
                    <a:cubicBezTo>
                      <a:pt x="6" y="5"/>
                      <a:pt x="6" y="4"/>
                      <a:pt x="6" y="4"/>
                    </a:cubicBezTo>
                    <a:cubicBezTo>
                      <a:pt x="7" y="3"/>
                      <a:pt x="8" y="3"/>
                      <a:pt x="9" y="2"/>
                    </a:cubicBezTo>
                    <a:cubicBezTo>
                      <a:pt x="10" y="1"/>
                      <a:pt x="11" y="0"/>
                      <a:pt x="13" y="1"/>
                    </a:cubicBezTo>
                    <a:cubicBezTo>
                      <a:pt x="14" y="2"/>
                      <a:pt x="14" y="4"/>
                      <a:pt x="13" y="5"/>
                    </a:cubicBezTo>
                    <a:close/>
                  </a:path>
                </a:pathLst>
              </a:custGeom>
              <a:solidFill>
                <a:srgbClr val="FC96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2" name="Freeform 1015"/>
              <p:cNvSpPr/>
              <p:nvPr/>
            </p:nvSpPr>
            <p:spPr bwMode="auto">
              <a:xfrm>
                <a:off x="894" y="2114"/>
                <a:ext cx="268" cy="335"/>
              </a:xfrm>
              <a:custGeom>
                <a:avLst/>
                <a:gdLst>
                  <a:gd name="T0" fmla="*/ 95 w 113"/>
                  <a:gd name="T1" fmla="*/ 3 h 141"/>
                  <a:gd name="T2" fmla="*/ 104 w 113"/>
                  <a:gd name="T3" fmla="*/ 8 h 141"/>
                  <a:gd name="T4" fmla="*/ 108 w 113"/>
                  <a:gd name="T5" fmla="*/ 22 h 141"/>
                  <a:gd name="T6" fmla="*/ 108 w 113"/>
                  <a:gd name="T7" fmla="*/ 30 h 141"/>
                  <a:gd name="T8" fmla="*/ 96 w 113"/>
                  <a:gd name="T9" fmla="*/ 65 h 141"/>
                  <a:gd name="T10" fmla="*/ 93 w 113"/>
                  <a:gd name="T11" fmla="*/ 73 h 141"/>
                  <a:gd name="T12" fmla="*/ 92 w 113"/>
                  <a:gd name="T13" fmla="*/ 100 h 141"/>
                  <a:gd name="T14" fmla="*/ 96 w 113"/>
                  <a:gd name="T15" fmla="*/ 111 h 141"/>
                  <a:gd name="T16" fmla="*/ 91 w 113"/>
                  <a:gd name="T17" fmla="*/ 115 h 141"/>
                  <a:gd name="T18" fmla="*/ 91 w 113"/>
                  <a:gd name="T19" fmla="*/ 122 h 141"/>
                  <a:gd name="T20" fmla="*/ 92 w 113"/>
                  <a:gd name="T21" fmla="*/ 123 h 141"/>
                  <a:gd name="T22" fmla="*/ 92 w 113"/>
                  <a:gd name="T23" fmla="*/ 128 h 141"/>
                  <a:gd name="T24" fmla="*/ 99 w 113"/>
                  <a:gd name="T25" fmla="*/ 133 h 141"/>
                  <a:gd name="T26" fmla="*/ 95 w 113"/>
                  <a:gd name="T27" fmla="*/ 138 h 141"/>
                  <a:gd name="T28" fmla="*/ 87 w 113"/>
                  <a:gd name="T29" fmla="*/ 137 h 141"/>
                  <a:gd name="T30" fmla="*/ 79 w 113"/>
                  <a:gd name="T31" fmla="*/ 140 h 141"/>
                  <a:gd name="T32" fmla="*/ 71 w 113"/>
                  <a:gd name="T33" fmla="*/ 138 h 141"/>
                  <a:gd name="T34" fmla="*/ 64 w 113"/>
                  <a:gd name="T35" fmla="*/ 138 h 141"/>
                  <a:gd name="T36" fmla="*/ 59 w 113"/>
                  <a:gd name="T37" fmla="*/ 125 h 141"/>
                  <a:gd name="T38" fmla="*/ 57 w 113"/>
                  <a:gd name="T39" fmla="*/ 130 h 141"/>
                  <a:gd name="T40" fmla="*/ 48 w 113"/>
                  <a:gd name="T41" fmla="*/ 124 h 141"/>
                  <a:gd name="T42" fmla="*/ 43 w 113"/>
                  <a:gd name="T43" fmla="*/ 118 h 141"/>
                  <a:gd name="T44" fmla="*/ 44 w 113"/>
                  <a:gd name="T45" fmla="*/ 110 h 141"/>
                  <a:gd name="T46" fmla="*/ 33 w 113"/>
                  <a:gd name="T47" fmla="*/ 112 h 141"/>
                  <a:gd name="T48" fmla="*/ 31 w 113"/>
                  <a:gd name="T49" fmla="*/ 109 h 141"/>
                  <a:gd name="T50" fmla="*/ 26 w 113"/>
                  <a:gd name="T51" fmla="*/ 112 h 141"/>
                  <a:gd name="T52" fmla="*/ 4 w 113"/>
                  <a:gd name="T53" fmla="*/ 86 h 141"/>
                  <a:gd name="T54" fmla="*/ 6 w 113"/>
                  <a:gd name="T55" fmla="*/ 73 h 141"/>
                  <a:gd name="T56" fmla="*/ 4 w 113"/>
                  <a:gd name="T57" fmla="*/ 58 h 141"/>
                  <a:gd name="T58" fmla="*/ 12 w 113"/>
                  <a:gd name="T59" fmla="*/ 67 h 141"/>
                  <a:gd name="T60" fmla="*/ 23 w 113"/>
                  <a:gd name="T61" fmla="*/ 66 h 141"/>
                  <a:gd name="T62" fmla="*/ 22 w 113"/>
                  <a:gd name="T63" fmla="*/ 59 h 141"/>
                  <a:gd name="T64" fmla="*/ 30 w 113"/>
                  <a:gd name="T65" fmla="*/ 61 h 141"/>
                  <a:gd name="T66" fmla="*/ 24 w 113"/>
                  <a:gd name="T67" fmla="*/ 68 h 141"/>
                  <a:gd name="T68" fmla="*/ 24 w 113"/>
                  <a:gd name="T69" fmla="*/ 74 h 141"/>
                  <a:gd name="T70" fmla="*/ 31 w 113"/>
                  <a:gd name="T71" fmla="*/ 80 h 141"/>
                  <a:gd name="T72" fmla="*/ 32 w 113"/>
                  <a:gd name="T73" fmla="*/ 76 h 141"/>
                  <a:gd name="T74" fmla="*/ 33 w 113"/>
                  <a:gd name="T75" fmla="*/ 74 h 141"/>
                  <a:gd name="T76" fmla="*/ 40 w 113"/>
                  <a:gd name="T77" fmla="*/ 73 h 141"/>
                  <a:gd name="T78" fmla="*/ 57 w 113"/>
                  <a:gd name="T79" fmla="*/ 66 h 141"/>
                  <a:gd name="T80" fmla="*/ 62 w 113"/>
                  <a:gd name="T81" fmla="*/ 58 h 141"/>
                  <a:gd name="T82" fmla="*/ 69 w 113"/>
                  <a:gd name="T83" fmla="*/ 53 h 141"/>
                  <a:gd name="T84" fmla="*/ 68 w 113"/>
                  <a:gd name="T85" fmla="*/ 48 h 141"/>
                  <a:gd name="T86" fmla="*/ 82 w 113"/>
                  <a:gd name="T87" fmla="*/ 8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13" h="141">
                    <a:moveTo>
                      <a:pt x="84" y="6"/>
                    </a:moveTo>
                    <a:cubicBezTo>
                      <a:pt x="89" y="9"/>
                      <a:pt x="91" y="4"/>
                      <a:pt x="95" y="3"/>
                    </a:cubicBezTo>
                    <a:cubicBezTo>
                      <a:pt x="97" y="2"/>
                      <a:pt x="98" y="0"/>
                      <a:pt x="101" y="1"/>
                    </a:cubicBezTo>
                    <a:cubicBezTo>
                      <a:pt x="103" y="3"/>
                      <a:pt x="105" y="5"/>
                      <a:pt x="104" y="8"/>
                    </a:cubicBezTo>
                    <a:cubicBezTo>
                      <a:pt x="101" y="13"/>
                      <a:pt x="107" y="16"/>
                      <a:pt x="107" y="16"/>
                    </a:cubicBezTo>
                    <a:cubicBezTo>
                      <a:pt x="113" y="17"/>
                      <a:pt x="109" y="21"/>
                      <a:pt x="108" y="22"/>
                    </a:cubicBezTo>
                    <a:cubicBezTo>
                      <a:pt x="106" y="23"/>
                      <a:pt x="107" y="24"/>
                      <a:pt x="108" y="25"/>
                    </a:cubicBezTo>
                    <a:cubicBezTo>
                      <a:pt x="110" y="27"/>
                      <a:pt x="109" y="28"/>
                      <a:pt x="108" y="30"/>
                    </a:cubicBezTo>
                    <a:cubicBezTo>
                      <a:pt x="106" y="34"/>
                      <a:pt x="104" y="39"/>
                      <a:pt x="103" y="44"/>
                    </a:cubicBezTo>
                    <a:cubicBezTo>
                      <a:pt x="102" y="51"/>
                      <a:pt x="99" y="58"/>
                      <a:pt x="96" y="65"/>
                    </a:cubicBezTo>
                    <a:cubicBezTo>
                      <a:pt x="95" y="67"/>
                      <a:pt x="95" y="69"/>
                      <a:pt x="93" y="71"/>
                    </a:cubicBezTo>
                    <a:cubicBezTo>
                      <a:pt x="93" y="72"/>
                      <a:pt x="93" y="72"/>
                      <a:pt x="93" y="73"/>
                    </a:cubicBezTo>
                    <a:cubicBezTo>
                      <a:pt x="92" y="81"/>
                      <a:pt x="89" y="89"/>
                      <a:pt x="91" y="97"/>
                    </a:cubicBezTo>
                    <a:cubicBezTo>
                      <a:pt x="92" y="98"/>
                      <a:pt x="88" y="100"/>
                      <a:pt x="92" y="100"/>
                    </a:cubicBezTo>
                    <a:cubicBezTo>
                      <a:pt x="94" y="100"/>
                      <a:pt x="95" y="104"/>
                      <a:pt x="94" y="106"/>
                    </a:cubicBezTo>
                    <a:cubicBezTo>
                      <a:pt x="94" y="108"/>
                      <a:pt x="95" y="109"/>
                      <a:pt x="96" y="111"/>
                    </a:cubicBezTo>
                    <a:cubicBezTo>
                      <a:pt x="99" y="114"/>
                      <a:pt x="99" y="114"/>
                      <a:pt x="94" y="116"/>
                    </a:cubicBezTo>
                    <a:cubicBezTo>
                      <a:pt x="93" y="115"/>
                      <a:pt x="92" y="115"/>
                      <a:pt x="91" y="115"/>
                    </a:cubicBezTo>
                    <a:cubicBezTo>
                      <a:pt x="92" y="116"/>
                      <a:pt x="93" y="115"/>
                      <a:pt x="94" y="115"/>
                    </a:cubicBezTo>
                    <a:cubicBezTo>
                      <a:pt x="95" y="118"/>
                      <a:pt x="92" y="120"/>
                      <a:pt x="91" y="122"/>
                    </a:cubicBezTo>
                    <a:cubicBezTo>
                      <a:pt x="91" y="123"/>
                      <a:pt x="91" y="123"/>
                      <a:pt x="91" y="123"/>
                    </a:cubicBezTo>
                    <a:cubicBezTo>
                      <a:pt x="92" y="123"/>
                      <a:pt x="92" y="123"/>
                      <a:pt x="92" y="123"/>
                    </a:cubicBezTo>
                    <a:cubicBezTo>
                      <a:pt x="92" y="123"/>
                      <a:pt x="93" y="123"/>
                      <a:pt x="93" y="123"/>
                    </a:cubicBezTo>
                    <a:cubicBezTo>
                      <a:pt x="94" y="125"/>
                      <a:pt x="93" y="127"/>
                      <a:pt x="92" y="128"/>
                    </a:cubicBezTo>
                    <a:cubicBezTo>
                      <a:pt x="90" y="129"/>
                      <a:pt x="90" y="130"/>
                      <a:pt x="92" y="131"/>
                    </a:cubicBezTo>
                    <a:cubicBezTo>
                      <a:pt x="95" y="131"/>
                      <a:pt x="97" y="132"/>
                      <a:pt x="99" y="133"/>
                    </a:cubicBezTo>
                    <a:cubicBezTo>
                      <a:pt x="100" y="134"/>
                      <a:pt x="102" y="134"/>
                      <a:pt x="101" y="137"/>
                    </a:cubicBezTo>
                    <a:cubicBezTo>
                      <a:pt x="98" y="134"/>
                      <a:pt x="97" y="139"/>
                      <a:pt x="95" y="138"/>
                    </a:cubicBezTo>
                    <a:cubicBezTo>
                      <a:pt x="93" y="137"/>
                      <a:pt x="90" y="138"/>
                      <a:pt x="88" y="137"/>
                    </a:cubicBezTo>
                    <a:cubicBezTo>
                      <a:pt x="88" y="137"/>
                      <a:pt x="87" y="136"/>
                      <a:pt x="87" y="137"/>
                    </a:cubicBezTo>
                    <a:cubicBezTo>
                      <a:pt x="85" y="141"/>
                      <a:pt x="85" y="141"/>
                      <a:pt x="83" y="137"/>
                    </a:cubicBezTo>
                    <a:cubicBezTo>
                      <a:pt x="84" y="141"/>
                      <a:pt x="80" y="141"/>
                      <a:pt x="79" y="140"/>
                    </a:cubicBezTo>
                    <a:cubicBezTo>
                      <a:pt x="77" y="138"/>
                      <a:pt x="74" y="140"/>
                      <a:pt x="73" y="138"/>
                    </a:cubicBezTo>
                    <a:cubicBezTo>
                      <a:pt x="72" y="137"/>
                      <a:pt x="71" y="138"/>
                      <a:pt x="71" y="138"/>
                    </a:cubicBezTo>
                    <a:cubicBezTo>
                      <a:pt x="71" y="140"/>
                      <a:pt x="70" y="141"/>
                      <a:pt x="68" y="141"/>
                    </a:cubicBezTo>
                    <a:cubicBezTo>
                      <a:pt x="66" y="141"/>
                      <a:pt x="65" y="139"/>
                      <a:pt x="64" y="138"/>
                    </a:cubicBezTo>
                    <a:cubicBezTo>
                      <a:pt x="63" y="135"/>
                      <a:pt x="67" y="137"/>
                      <a:pt x="67" y="135"/>
                    </a:cubicBezTo>
                    <a:cubicBezTo>
                      <a:pt x="64" y="133"/>
                      <a:pt x="57" y="133"/>
                      <a:pt x="59" y="125"/>
                    </a:cubicBezTo>
                    <a:cubicBezTo>
                      <a:pt x="57" y="126"/>
                      <a:pt x="56" y="126"/>
                      <a:pt x="57" y="128"/>
                    </a:cubicBezTo>
                    <a:cubicBezTo>
                      <a:pt x="57" y="129"/>
                      <a:pt x="59" y="129"/>
                      <a:pt x="57" y="130"/>
                    </a:cubicBezTo>
                    <a:cubicBezTo>
                      <a:pt x="56" y="131"/>
                      <a:pt x="54" y="131"/>
                      <a:pt x="53" y="130"/>
                    </a:cubicBezTo>
                    <a:cubicBezTo>
                      <a:pt x="52" y="128"/>
                      <a:pt x="50" y="126"/>
                      <a:pt x="48" y="124"/>
                    </a:cubicBezTo>
                    <a:cubicBezTo>
                      <a:pt x="46" y="122"/>
                      <a:pt x="44" y="120"/>
                      <a:pt x="49" y="117"/>
                    </a:cubicBezTo>
                    <a:cubicBezTo>
                      <a:pt x="46" y="117"/>
                      <a:pt x="45" y="120"/>
                      <a:pt x="43" y="118"/>
                    </a:cubicBezTo>
                    <a:cubicBezTo>
                      <a:pt x="42" y="116"/>
                      <a:pt x="43" y="114"/>
                      <a:pt x="44" y="113"/>
                    </a:cubicBezTo>
                    <a:cubicBezTo>
                      <a:pt x="45" y="112"/>
                      <a:pt x="45" y="110"/>
                      <a:pt x="44" y="110"/>
                    </a:cubicBezTo>
                    <a:cubicBezTo>
                      <a:pt x="43" y="109"/>
                      <a:pt x="41" y="110"/>
                      <a:pt x="41" y="111"/>
                    </a:cubicBezTo>
                    <a:cubicBezTo>
                      <a:pt x="39" y="121"/>
                      <a:pt x="36" y="116"/>
                      <a:pt x="33" y="112"/>
                    </a:cubicBezTo>
                    <a:cubicBezTo>
                      <a:pt x="33" y="110"/>
                      <a:pt x="30" y="111"/>
                      <a:pt x="31" y="109"/>
                    </a:cubicBezTo>
                    <a:cubicBezTo>
                      <a:pt x="31" y="108"/>
                      <a:pt x="31" y="109"/>
                      <a:pt x="31" y="109"/>
                    </a:cubicBezTo>
                    <a:cubicBezTo>
                      <a:pt x="31" y="108"/>
                      <a:pt x="31" y="108"/>
                      <a:pt x="31" y="109"/>
                    </a:cubicBezTo>
                    <a:cubicBezTo>
                      <a:pt x="29" y="110"/>
                      <a:pt x="28" y="111"/>
                      <a:pt x="26" y="112"/>
                    </a:cubicBezTo>
                    <a:cubicBezTo>
                      <a:pt x="27" y="106"/>
                      <a:pt x="23" y="101"/>
                      <a:pt x="19" y="99"/>
                    </a:cubicBezTo>
                    <a:cubicBezTo>
                      <a:pt x="13" y="95"/>
                      <a:pt x="9" y="90"/>
                      <a:pt x="4" y="86"/>
                    </a:cubicBezTo>
                    <a:cubicBezTo>
                      <a:pt x="3" y="84"/>
                      <a:pt x="2" y="81"/>
                      <a:pt x="5" y="81"/>
                    </a:cubicBezTo>
                    <a:cubicBezTo>
                      <a:pt x="5" y="78"/>
                      <a:pt x="8" y="76"/>
                      <a:pt x="6" y="73"/>
                    </a:cubicBezTo>
                    <a:cubicBezTo>
                      <a:pt x="4" y="70"/>
                      <a:pt x="0" y="67"/>
                      <a:pt x="0" y="63"/>
                    </a:cubicBezTo>
                    <a:cubicBezTo>
                      <a:pt x="4" y="64"/>
                      <a:pt x="7" y="64"/>
                      <a:pt x="4" y="58"/>
                    </a:cubicBezTo>
                    <a:cubicBezTo>
                      <a:pt x="7" y="59"/>
                      <a:pt x="8" y="62"/>
                      <a:pt x="7" y="70"/>
                    </a:cubicBezTo>
                    <a:cubicBezTo>
                      <a:pt x="8" y="68"/>
                      <a:pt x="11" y="70"/>
                      <a:pt x="12" y="67"/>
                    </a:cubicBezTo>
                    <a:cubicBezTo>
                      <a:pt x="12" y="65"/>
                      <a:pt x="15" y="66"/>
                      <a:pt x="16" y="66"/>
                    </a:cubicBezTo>
                    <a:cubicBezTo>
                      <a:pt x="18" y="67"/>
                      <a:pt x="20" y="65"/>
                      <a:pt x="23" y="66"/>
                    </a:cubicBezTo>
                    <a:cubicBezTo>
                      <a:pt x="23" y="66"/>
                      <a:pt x="23" y="63"/>
                      <a:pt x="22" y="62"/>
                    </a:cubicBezTo>
                    <a:cubicBezTo>
                      <a:pt x="19" y="60"/>
                      <a:pt x="20" y="59"/>
                      <a:pt x="22" y="59"/>
                    </a:cubicBezTo>
                    <a:cubicBezTo>
                      <a:pt x="23" y="59"/>
                      <a:pt x="24" y="58"/>
                      <a:pt x="24" y="58"/>
                    </a:cubicBezTo>
                    <a:cubicBezTo>
                      <a:pt x="29" y="55"/>
                      <a:pt x="29" y="55"/>
                      <a:pt x="30" y="61"/>
                    </a:cubicBezTo>
                    <a:cubicBezTo>
                      <a:pt x="24" y="59"/>
                      <a:pt x="24" y="62"/>
                      <a:pt x="25" y="66"/>
                    </a:cubicBezTo>
                    <a:cubicBezTo>
                      <a:pt x="26" y="67"/>
                      <a:pt x="26" y="68"/>
                      <a:pt x="24" y="68"/>
                    </a:cubicBezTo>
                    <a:cubicBezTo>
                      <a:pt x="22" y="67"/>
                      <a:pt x="21" y="68"/>
                      <a:pt x="21" y="70"/>
                    </a:cubicBezTo>
                    <a:cubicBezTo>
                      <a:pt x="20" y="73"/>
                      <a:pt x="23" y="72"/>
                      <a:pt x="24" y="74"/>
                    </a:cubicBezTo>
                    <a:cubicBezTo>
                      <a:pt x="25" y="74"/>
                      <a:pt x="26" y="74"/>
                      <a:pt x="27" y="74"/>
                    </a:cubicBezTo>
                    <a:cubicBezTo>
                      <a:pt x="28" y="76"/>
                      <a:pt x="27" y="80"/>
                      <a:pt x="31" y="80"/>
                    </a:cubicBezTo>
                    <a:cubicBezTo>
                      <a:pt x="33" y="80"/>
                      <a:pt x="33" y="78"/>
                      <a:pt x="33" y="77"/>
                    </a:cubicBezTo>
                    <a:cubicBezTo>
                      <a:pt x="34" y="75"/>
                      <a:pt x="33" y="76"/>
                      <a:pt x="32" y="76"/>
                    </a:cubicBezTo>
                    <a:cubicBezTo>
                      <a:pt x="31" y="77"/>
                      <a:pt x="31" y="76"/>
                      <a:pt x="31" y="76"/>
                    </a:cubicBezTo>
                    <a:cubicBezTo>
                      <a:pt x="31" y="75"/>
                      <a:pt x="33" y="74"/>
                      <a:pt x="33" y="74"/>
                    </a:cubicBezTo>
                    <a:cubicBezTo>
                      <a:pt x="36" y="77"/>
                      <a:pt x="37" y="74"/>
                      <a:pt x="38" y="73"/>
                    </a:cubicBezTo>
                    <a:cubicBezTo>
                      <a:pt x="39" y="72"/>
                      <a:pt x="39" y="72"/>
                      <a:pt x="40" y="73"/>
                    </a:cubicBezTo>
                    <a:cubicBezTo>
                      <a:pt x="46" y="74"/>
                      <a:pt x="50" y="72"/>
                      <a:pt x="54" y="68"/>
                    </a:cubicBezTo>
                    <a:cubicBezTo>
                      <a:pt x="55" y="67"/>
                      <a:pt x="56" y="67"/>
                      <a:pt x="57" y="66"/>
                    </a:cubicBezTo>
                    <a:cubicBezTo>
                      <a:pt x="57" y="65"/>
                      <a:pt x="57" y="65"/>
                      <a:pt x="57" y="64"/>
                    </a:cubicBezTo>
                    <a:cubicBezTo>
                      <a:pt x="60" y="63"/>
                      <a:pt x="61" y="60"/>
                      <a:pt x="62" y="58"/>
                    </a:cubicBezTo>
                    <a:cubicBezTo>
                      <a:pt x="63" y="57"/>
                      <a:pt x="63" y="57"/>
                      <a:pt x="63" y="57"/>
                    </a:cubicBezTo>
                    <a:cubicBezTo>
                      <a:pt x="65" y="56"/>
                      <a:pt x="65" y="52"/>
                      <a:pt x="69" y="53"/>
                    </a:cubicBezTo>
                    <a:cubicBezTo>
                      <a:pt x="69" y="53"/>
                      <a:pt x="70" y="51"/>
                      <a:pt x="69" y="50"/>
                    </a:cubicBezTo>
                    <a:cubicBezTo>
                      <a:pt x="68" y="50"/>
                      <a:pt x="68" y="49"/>
                      <a:pt x="68" y="48"/>
                    </a:cubicBezTo>
                    <a:cubicBezTo>
                      <a:pt x="68" y="43"/>
                      <a:pt x="70" y="39"/>
                      <a:pt x="72" y="34"/>
                    </a:cubicBezTo>
                    <a:cubicBezTo>
                      <a:pt x="76" y="26"/>
                      <a:pt x="79" y="17"/>
                      <a:pt x="82" y="8"/>
                    </a:cubicBezTo>
                    <a:cubicBezTo>
                      <a:pt x="83" y="7"/>
                      <a:pt x="83" y="6"/>
                      <a:pt x="84" y="6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3" name="Freeform 1016"/>
              <p:cNvSpPr/>
              <p:nvPr/>
            </p:nvSpPr>
            <p:spPr bwMode="auto">
              <a:xfrm>
                <a:off x="1041" y="2620"/>
                <a:ext cx="242" cy="214"/>
              </a:xfrm>
              <a:custGeom>
                <a:avLst/>
                <a:gdLst>
                  <a:gd name="T0" fmla="*/ 72 w 102"/>
                  <a:gd name="T1" fmla="*/ 15 h 90"/>
                  <a:gd name="T2" fmla="*/ 91 w 102"/>
                  <a:gd name="T3" fmla="*/ 0 h 90"/>
                  <a:gd name="T4" fmla="*/ 100 w 102"/>
                  <a:gd name="T5" fmla="*/ 15 h 90"/>
                  <a:gd name="T6" fmla="*/ 98 w 102"/>
                  <a:gd name="T7" fmla="*/ 29 h 90"/>
                  <a:gd name="T8" fmla="*/ 100 w 102"/>
                  <a:gd name="T9" fmla="*/ 39 h 90"/>
                  <a:gd name="T10" fmla="*/ 92 w 102"/>
                  <a:gd name="T11" fmla="*/ 46 h 90"/>
                  <a:gd name="T12" fmla="*/ 82 w 102"/>
                  <a:gd name="T13" fmla="*/ 36 h 90"/>
                  <a:gd name="T14" fmla="*/ 86 w 102"/>
                  <a:gd name="T15" fmla="*/ 26 h 90"/>
                  <a:gd name="T16" fmla="*/ 67 w 102"/>
                  <a:gd name="T17" fmla="*/ 22 h 90"/>
                  <a:gd name="T18" fmla="*/ 45 w 102"/>
                  <a:gd name="T19" fmla="*/ 35 h 90"/>
                  <a:gd name="T20" fmla="*/ 48 w 102"/>
                  <a:gd name="T21" fmla="*/ 46 h 90"/>
                  <a:gd name="T22" fmla="*/ 54 w 102"/>
                  <a:gd name="T23" fmla="*/ 48 h 90"/>
                  <a:gd name="T24" fmla="*/ 54 w 102"/>
                  <a:gd name="T25" fmla="*/ 48 h 90"/>
                  <a:gd name="T26" fmla="*/ 66 w 102"/>
                  <a:gd name="T27" fmla="*/ 41 h 90"/>
                  <a:gd name="T28" fmla="*/ 67 w 102"/>
                  <a:gd name="T29" fmla="*/ 39 h 90"/>
                  <a:gd name="T30" fmla="*/ 76 w 102"/>
                  <a:gd name="T31" fmla="*/ 41 h 90"/>
                  <a:gd name="T32" fmla="*/ 71 w 102"/>
                  <a:gd name="T33" fmla="*/ 47 h 90"/>
                  <a:gd name="T34" fmla="*/ 71 w 102"/>
                  <a:gd name="T35" fmla="*/ 44 h 90"/>
                  <a:gd name="T36" fmla="*/ 68 w 102"/>
                  <a:gd name="T37" fmla="*/ 48 h 90"/>
                  <a:gd name="T38" fmla="*/ 79 w 102"/>
                  <a:gd name="T39" fmla="*/ 46 h 90"/>
                  <a:gd name="T40" fmla="*/ 68 w 102"/>
                  <a:gd name="T41" fmla="*/ 58 h 90"/>
                  <a:gd name="T42" fmla="*/ 43 w 102"/>
                  <a:gd name="T43" fmla="*/ 73 h 90"/>
                  <a:gd name="T44" fmla="*/ 38 w 102"/>
                  <a:gd name="T45" fmla="*/ 78 h 90"/>
                  <a:gd name="T46" fmla="*/ 35 w 102"/>
                  <a:gd name="T47" fmla="*/ 84 h 90"/>
                  <a:gd name="T48" fmla="*/ 24 w 102"/>
                  <a:gd name="T49" fmla="*/ 90 h 90"/>
                  <a:gd name="T50" fmla="*/ 21 w 102"/>
                  <a:gd name="T51" fmla="*/ 77 h 90"/>
                  <a:gd name="T52" fmla="*/ 9 w 102"/>
                  <a:gd name="T53" fmla="*/ 70 h 90"/>
                  <a:gd name="T54" fmla="*/ 11 w 102"/>
                  <a:gd name="T55" fmla="*/ 71 h 90"/>
                  <a:gd name="T56" fmla="*/ 10 w 102"/>
                  <a:gd name="T57" fmla="*/ 74 h 90"/>
                  <a:gd name="T58" fmla="*/ 0 w 102"/>
                  <a:gd name="T59" fmla="*/ 71 h 90"/>
                  <a:gd name="T60" fmla="*/ 5 w 102"/>
                  <a:gd name="T61" fmla="*/ 62 h 90"/>
                  <a:gd name="T62" fmla="*/ 13 w 102"/>
                  <a:gd name="T63" fmla="*/ 58 h 90"/>
                  <a:gd name="T64" fmla="*/ 9 w 102"/>
                  <a:gd name="T65" fmla="*/ 53 h 90"/>
                  <a:gd name="T66" fmla="*/ 7 w 102"/>
                  <a:gd name="T67" fmla="*/ 48 h 90"/>
                  <a:gd name="T68" fmla="*/ 12 w 102"/>
                  <a:gd name="T69" fmla="*/ 39 h 90"/>
                  <a:gd name="T70" fmla="*/ 5 w 102"/>
                  <a:gd name="T71" fmla="*/ 36 h 90"/>
                  <a:gd name="T72" fmla="*/ 17 w 102"/>
                  <a:gd name="T73" fmla="*/ 34 h 90"/>
                  <a:gd name="T74" fmla="*/ 18 w 102"/>
                  <a:gd name="T75" fmla="*/ 26 h 90"/>
                  <a:gd name="T76" fmla="*/ 29 w 102"/>
                  <a:gd name="T77" fmla="*/ 30 h 90"/>
                  <a:gd name="T78" fmla="*/ 48 w 102"/>
                  <a:gd name="T79" fmla="*/ 2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2" h="90">
                    <a:moveTo>
                      <a:pt x="48" y="27"/>
                    </a:moveTo>
                    <a:cubicBezTo>
                      <a:pt x="56" y="23"/>
                      <a:pt x="64" y="20"/>
                      <a:pt x="72" y="15"/>
                    </a:cubicBezTo>
                    <a:cubicBezTo>
                      <a:pt x="77" y="11"/>
                      <a:pt x="82" y="9"/>
                      <a:pt x="85" y="4"/>
                    </a:cubicBezTo>
                    <a:cubicBezTo>
                      <a:pt x="87" y="2"/>
                      <a:pt x="89" y="1"/>
                      <a:pt x="91" y="0"/>
                    </a:cubicBezTo>
                    <a:cubicBezTo>
                      <a:pt x="94" y="0"/>
                      <a:pt x="97" y="0"/>
                      <a:pt x="99" y="2"/>
                    </a:cubicBezTo>
                    <a:cubicBezTo>
                      <a:pt x="101" y="6"/>
                      <a:pt x="99" y="11"/>
                      <a:pt x="100" y="15"/>
                    </a:cubicBezTo>
                    <a:cubicBezTo>
                      <a:pt x="98" y="18"/>
                      <a:pt x="98" y="22"/>
                      <a:pt x="98" y="26"/>
                    </a:cubicBezTo>
                    <a:cubicBezTo>
                      <a:pt x="99" y="27"/>
                      <a:pt x="98" y="28"/>
                      <a:pt x="98" y="29"/>
                    </a:cubicBezTo>
                    <a:cubicBezTo>
                      <a:pt x="96" y="33"/>
                      <a:pt x="96" y="33"/>
                      <a:pt x="100" y="35"/>
                    </a:cubicBezTo>
                    <a:cubicBezTo>
                      <a:pt x="102" y="36"/>
                      <a:pt x="102" y="38"/>
                      <a:pt x="100" y="39"/>
                    </a:cubicBezTo>
                    <a:cubicBezTo>
                      <a:pt x="97" y="39"/>
                      <a:pt x="99" y="41"/>
                      <a:pt x="99" y="43"/>
                    </a:cubicBezTo>
                    <a:cubicBezTo>
                      <a:pt x="97" y="46"/>
                      <a:pt x="94" y="46"/>
                      <a:pt x="92" y="46"/>
                    </a:cubicBezTo>
                    <a:cubicBezTo>
                      <a:pt x="88" y="45"/>
                      <a:pt x="87" y="43"/>
                      <a:pt x="86" y="38"/>
                    </a:cubicBezTo>
                    <a:cubicBezTo>
                      <a:pt x="84" y="39"/>
                      <a:pt x="82" y="40"/>
                      <a:pt x="82" y="36"/>
                    </a:cubicBezTo>
                    <a:cubicBezTo>
                      <a:pt x="82" y="35"/>
                      <a:pt x="82" y="33"/>
                      <a:pt x="82" y="32"/>
                    </a:cubicBezTo>
                    <a:cubicBezTo>
                      <a:pt x="84" y="30"/>
                      <a:pt x="85" y="28"/>
                      <a:pt x="86" y="26"/>
                    </a:cubicBezTo>
                    <a:cubicBezTo>
                      <a:pt x="89" y="22"/>
                      <a:pt x="86" y="21"/>
                      <a:pt x="83" y="21"/>
                    </a:cubicBezTo>
                    <a:cubicBezTo>
                      <a:pt x="78" y="20"/>
                      <a:pt x="72" y="20"/>
                      <a:pt x="67" y="22"/>
                    </a:cubicBezTo>
                    <a:cubicBezTo>
                      <a:pt x="62" y="24"/>
                      <a:pt x="57" y="28"/>
                      <a:pt x="52" y="30"/>
                    </a:cubicBezTo>
                    <a:cubicBezTo>
                      <a:pt x="49" y="31"/>
                      <a:pt x="48" y="34"/>
                      <a:pt x="45" y="35"/>
                    </a:cubicBezTo>
                    <a:cubicBezTo>
                      <a:pt x="40" y="38"/>
                      <a:pt x="37" y="42"/>
                      <a:pt x="33" y="46"/>
                    </a:cubicBezTo>
                    <a:cubicBezTo>
                      <a:pt x="38" y="47"/>
                      <a:pt x="43" y="48"/>
                      <a:pt x="48" y="46"/>
                    </a:cubicBezTo>
                    <a:cubicBezTo>
                      <a:pt x="50" y="45"/>
                      <a:pt x="51" y="44"/>
                      <a:pt x="53" y="45"/>
                    </a:cubicBezTo>
                    <a:cubicBezTo>
                      <a:pt x="54" y="46"/>
                      <a:pt x="54" y="47"/>
                      <a:pt x="54" y="48"/>
                    </a:cubicBezTo>
                    <a:cubicBezTo>
                      <a:pt x="53" y="48"/>
                      <a:pt x="53" y="48"/>
                      <a:pt x="53" y="49"/>
                    </a:cubicBezTo>
                    <a:cubicBezTo>
                      <a:pt x="53" y="48"/>
                      <a:pt x="53" y="48"/>
                      <a:pt x="54" y="48"/>
                    </a:cubicBezTo>
                    <a:cubicBezTo>
                      <a:pt x="55" y="50"/>
                      <a:pt x="57" y="50"/>
                      <a:pt x="59" y="48"/>
                    </a:cubicBezTo>
                    <a:cubicBezTo>
                      <a:pt x="61" y="46"/>
                      <a:pt x="64" y="44"/>
                      <a:pt x="66" y="41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69" y="39"/>
                      <a:pt x="70" y="36"/>
                      <a:pt x="73" y="38"/>
                    </a:cubicBezTo>
                    <a:cubicBezTo>
                      <a:pt x="74" y="39"/>
                      <a:pt x="76" y="40"/>
                      <a:pt x="76" y="41"/>
                    </a:cubicBezTo>
                    <a:cubicBezTo>
                      <a:pt x="78" y="43"/>
                      <a:pt x="78" y="46"/>
                      <a:pt x="76" y="47"/>
                    </a:cubicBezTo>
                    <a:cubicBezTo>
                      <a:pt x="75" y="48"/>
                      <a:pt x="73" y="49"/>
                      <a:pt x="71" y="47"/>
                    </a:cubicBezTo>
                    <a:cubicBezTo>
                      <a:pt x="70" y="47"/>
                      <a:pt x="70" y="47"/>
                      <a:pt x="69" y="46"/>
                    </a:cubicBezTo>
                    <a:cubicBezTo>
                      <a:pt x="69" y="45"/>
                      <a:pt x="71" y="45"/>
                      <a:pt x="71" y="44"/>
                    </a:cubicBezTo>
                    <a:cubicBezTo>
                      <a:pt x="69" y="44"/>
                      <a:pt x="68" y="45"/>
                      <a:pt x="68" y="47"/>
                    </a:cubicBezTo>
                    <a:cubicBezTo>
                      <a:pt x="68" y="47"/>
                      <a:pt x="68" y="47"/>
                      <a:pt x="68" y="48"/>
                    </a:cubicBezTo>
                    <a:cubicBezTo>
                      <a:pt x="69" y="49"/>
                      <a:pt x="70" y="47"/>
                      <a:pt x="71" y="48"/>
                    </a:cubicBezTo>
                    <a:cubicBezTo>
                      <a:pt x="74" y="50"/>
                      <a:pt x="76" y="48"/>
                      <a:pt x="79" y="46"/>
                    </a:cubicBezTo>
                    <a:cubicBezTo>
                      <a:pt x="82" y="43"/>
                      <a:pt x="84" y="44"/>
                      <a:pt x="85" y="48"/>
                    </a:cubicBezTo>
                    <a:cubicBezTo>
                      <a:pt x="79" y="52"/>
                      <a:pt x="74" y="55"/>
                      <a:pt x="68" y="58"/>
                    </a:cubicBezTo>
                    <a:cubicBezTo>
                      <a:pt x="61" y="62"/>
                      <a:pt x="54" y="66"/>
                      <a:pt x="48" y="71"/>
                    </a:cubicBezTo>
                    <a:cubicBezTo>
                      <a:pt x="47" y="72"/>
                      <a:pt x="45" y="73"/>
                      <a:pt x="43" y="73"/>
                    </a:cubicBezTo>
                    <a:cubicBezTo>
                      <a:pt x="43" y="73"/>
                      <a:pt x="41" y="72"/>
                      <a:pt x="42" y="74"/>
                    </a:cubicBezTo>
                    <a:cubicBezTo>
                      <a:pt x="41" y="76"/>
                      <a:pt x="40" y="77"/>
                      <a:pt x="38" y="78"/>
                    </a:cubicBezTo>
                    <a:cubicBezTo>
                      <a:pt x="36" y="76"/>
                      <a:pt x="37" y="74"/>
                      <a:pt x="36" y="71"/>
                    </a:cubicBezTo>
                    <a:cubicBezTo>
                      <a:pt x="37" y="76"/>
                      <a:pt x="35" y="80"/>
                      <a:pt x="35" y="84"/>
                    </a:cubicBezTo>
                    <a:cubicBezTo>
                      <a:pt x="35" y="86"/>
                      <a:pt x="35" y="89"/>
                      <a:pt x="32" y="90"/>
                    </a:cubicBezTo>
                    <a:cubicBezTo>
                      <a:pt x="30" y="87"/>
                      <a:pt x="27" y="88"/>
                      <a:pt x="24" y="90"/>
                    </a:cubicBezTo>
                    <a:cubicBezTo>
                      <a:pt x="21" y="90"/>
                      <a:pt x="20" y="88"/>
                      <a:pt x="19" y="86"/>
                    </a:cubicBezTo>
                    <a:cubicBezTo>
                      <a:pt x="21" y="83"/>
                      <a:pt x="22" y="80"/>
                      <a:pt x="21" y="77"/>
                    </a:cubicBezTo>
                    <a:cubicBezTo>
                      <a:pt x="20" y="76"/>
                      <a:pt x="20" y="75"/>
                      <a:pt x="19" y="75"/>
                    </a:cubicBezTo>
                    <a:cubicBezTo>
                      <a:pt x="15" y="76"/>
                      <a:pt x="13" y="70"/>
                      <a:pt x="9" y="70"/>
                    </a:cubicBezTo>
                    <a:cubicBezTo>
                      <a:pt x="8" y="70"/>
                      <a:pt x="8" y="70"/>
                      <a:pt x="8" y="70"/>
                    </a:cubicBezTo>
                    <a:cubicBezTo>
                      <a:pt x="9" y="71"/>
                      <a:pt x="10" y="71"/>
                      <a:pt x="11" y="71"/>
                    </a:cubicBezTo>
                    <a:cubicBezTo>
                      <a:pt x="12" y="71"/>
                      <a:pt x="13" y="72"/>
                      <a:pt x="13" y="73"/>
                    </a:cubicBezTo>
                    <a:cubicBezTo>
                      <a:pt x="13" y="74"/>
                      <a:pt x="11" y="74"/>
                      <a:pt x="10" y="74"/>
                    </a:cubicBezTo>
                    <a:cubicBezTo>
                      <a:pt x="7" y="74"/>
                      <a:pt x="5" y="73"/>
                      <a:pt x="2" y="73"/>
                    </a:cubicBezTo>
                    <a:cubicBezTo>
                      <a:pt x="1" y="73"/>
                      <a:pt x="1" y="72"/>
                      <a:pt x="0" y="71"/>
                    </a:cubicBezTo>
                    <a:cubicBezTo>
                      <a:pt x="2" y="66"/>
                      <a:pt x="3" y="65"/>
                      <a:pt x="8" y="64"/>
                    </a:cubicBezTo>
                    <a:cubicBezTo>
                      <a:pt x="6" y="64"/>
                      <a:pt x="5" y="64"/>
                      <a:pt x="5" y="62"/>
                    </a:cubicBezTo>
                    <a:cubicBezTo>
                      <a:pt x="5" y="60"/>
                      <a:pt x="7" y="60"/>
                      <a:pt x="9" y="60"/>
                    </a:cubicBezTo>
                    <a:cubicBezTo>
                      <a:pt x="10" y="60"/>
                      <a:pt x="12" y="60"/>
                      <a:pt x="13" y="58"/>
                    </a:cubicBezTo>
                    <a:cubicBezTo>
                      <a:pt x="9" y="59"/>
                      <a:pt x="6" y="59"/>
                      <a:pt x="6" y="55"/>
                    </a:cubicBezTo>
                    <a:cubicBezTo>
                      <a:pt x="5" y="53"/>
                      <a:pt x="7" y="52"/>
                      <a:pt x="9" y="53"/>
                    </a:cubicBezTo>
                    <a:cubicBezTo>
                      <a:pt x="8" y="52"/>
                      <a:pt x="5" y="54"/>
                      <a:pt x="5" y="52"/>
                    </a:cubicBezTo>
                    <a:cubicBezTo>
                      <a:pt x="4" y="50"/>
                      <a:pt x="6" y="49"/>
                      <a:pt x="7" y="48"/>
                    </a:cubicBezTo>
                    <a:cubicBezTo>
                      <a:pt x="8" y="46"/>
                      <a:pt x="8" y="44"/>
                      <a:pt x="8" y="42"/>
                    </a:cubicBezTo>
                    <a:cubicBezTo>
                      <a:pt x="8" y="40"/>
                      <a:pt x="9" y="39"/>
                      <a:pt x="12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8" y="39"/>
                      <a:pt x="5" y="40"/>
                      <a:pt x="5" y="36"/>
                    </a:cubicBezTo>
                    <a:cubicBezTo>
                      <a:pt x="5" y="33"/>
                      <a:pt x="8" y="34"/>
                      <a:pt x="10" y="34"/>
                    </a:cubicBezTo>
                    <a:cubicBezTo>
                      <a:pt x="13" y="33"/>
                      <a:pt x="15" y="36"/>
                      <a:pt x="17" y="34"/>
                    </a:cubicBezTo>
                    <a:cubicBezTo>
                      <a:pt x="19" y="33"/>
                      <a:pt x="17" y="30"/>
                      <a:pt x="18" y="28"/>
                    </a:cubicBezTo>
                    <a:cubicBezTo>
                      <a:pt x="18" y="27"/>
                      <a:pt x="18" y="27"/>
                      <a:pt x="18" y="26"/>
                    </a:cubicBezTo>
                    <a:cubicBezTo>
                      <a:pt x="21" y="25"/>
                      <a:pt x="22" y="27"/>
                      <a:pt x="24" y="28"/>
                    </a:cubicBezTo>
                    <a:cubicBezTo>
                      <a:pt x="26" y="28"/>
                      <a:pt x="27" y="29"/>
                      <a:pt x="29" y="30"/>
                    </a:cubicBezTo>
                    <a:cubicBezTo>
                      <a:pt x="32" y="30"/>
                      <a:pt x="34" y="30"/>
                      <a:pt x="37" y="30"/>
                    </a:cubicBezTo>
                    <a:cubicBezTo>
                      <a:pt x="41" y="32"/>
                      <a:pt x="44" y="29"/>
                      <a:pt x="48" y="27"/>
                    </a:cubicBezTo>
                    <a:close/>
                  </a:path>
                </a:pathLst>
              </a:custGeom>
              <a:solidFill>
                <a:srgbClr val="FE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4" name="Freeform 1017"/>
              <p:cNvSpPr/>
              <p:nvPr/>
            </p:nvSpPr>
            <p:spPr bwMode="auto">
              <a:xfrm>
                <a:off x="1145" y="2257"/>
                <a:ext cx="266" cy="207"/>
              </a:xfrm>
              <a:custGeom>
                <a:avLst/>
                <a:gdLst>
                  <a:gd name="T0" fmla="*/ 93 w 112"/>
                  <a:gd name="T1" fmla="*/ 51 h 87"/>
                  <a:gd name="T2" fmla="*/ 84 w 112"/>
                  <a:gd name="T3" fmla="*/ 55 h 87"/>
                  <a:gd name="T4" fmla="*/ 75 w 112"/>
                  <a:gd name="T5" fmla="*/ 61 h 87"/>
                  <a:gd name="T6" fmla="*/ 53 w 112"/>
                  <a:gd name="T7" fmla="*/ 71 h 87"/>
                  <a:gd name="T8" fmla="*/ 24 w 112"/>
                  <a:gd name="T9" fmla="*/ 82 h 87"/>
                  <a:gd name="T10" fmla="*/ 4 w 112"/>
                  <a:gd name="T11" fmla="*/ 86 h 87"/>
                  <a:gd name="T12" fmla="*/ 0 w 112"/>
                  <a:gd name="T13" fmla="*/ 84 h 87"/>
                  <a:gd name="T14" fmla="*/ 4 w 112"/>
                  <a:gd name="T15" fmla="*/ 78 h 87"/>
                  <a:gd name="T16" fmla="*/ 5 w 112"/>
                  <a:gd name="T17" fmla="*/ 76 h 87"/>
                  <a:gd name="T18" fmla="*/ 24 w 112"/>
                  <a:gd name="T19" fmla="*/ 58 h 87"/>
                  <a:gd name="T20" fmla="*/ 27 w 112"/>
                  <a:gd name="T21" fmla="*/ 55 h 87"/>
                  <a:gd name="T22" fmla="*/ 36 w 112"/>
                  <a:gd name="T23" fmla="*/ 49 h 87"/>
                  <a:gd name="T24" fmla="*/ 38 w 112"/>
                  <a:gd name="T25" fmla="*/ 55 h 87"/>
                  <a:gd name="T26" fmla="*/ 44 w 112"/>
                  <a:gd name="T27" fmla="*/ 59 h 87"/>
                  <a:gd name="T28" fmla="*/ 43 w 112"/>
                  <a:gd name="T29" fmla="*/ 53 h 87"/>
                  <a:gd name="T30" fmla="*/ 52 w 112"/>
                  <a:gd name="T31" fmla="*/ 47 h 87"/>
                  <a:gd name="T32" fmla="*/ 55 w 112"/>
                  <a:gd name="T33" fmla="*/ 45 h 87"/>
                  <a:gd name="T34" fmla="*/ 58 w 112"/>
                  <a:gd name="T35" fmla="*/ 44 h 87"/>
                  <a:gd name="T36" fmla="*/ 52 w 112"/>
                  <a:gd name="T37" fmla="*/ 42 h 87"/>
                  <a:gd name="T38" fmla="*/ 63 w 112"/>
                  <a:gd name="T39" fmla="*/ 40 h 87"/>
                  <a:gd name="T40" fmla="*/ 67 w 112"/>
                  <a:gd name="T41" fmla="*/ 38 h 87"/>
                  <a:gd name="T42" fmla="*/ 80 w 112"/>
                  <a:gd name="T43" fmla="*/ 44 h 87"/>
                  <a:gd name="T44" fmla="*/ 81 w 112"/>
                  <a:gd name="T45" fmla="*/ 45 h 87"/>
                  <a:gd name="T46" fmla="*/ 81 w 112"/>
                  <a:gd name="T47" fmla="*/ 44 h 87"/>
                  <a:gd name="T48" fmla="*/ 80 w 112"/>
                  <a:gd name="T49" fmla="*/ 44 h 87"/>
                  <a:gd name="T50" fmla="*/ 84 w 112"/>
                  <a:gd name="T51" fmla="*/ 36 h 87"/>
                  <a:gd name="T52" fmla="*/ 81 w 112"/>
                  <a:gd name="T53" fmla="*/ 33 h 87"/>
                  <a:gd name="T54" fmla="*/ 81 w 112"/>
                  <a:gd name="T55" fmla="*/ 30 h 87"/>
                  <a:gd name="T56" fmla="*/ 81 w 112"/>
                  <a:gd name="T57" fmla="*/ 26 h 87"/>
                  <a:gd name="T58" fmla="*/ 82 w 112"/>
                  <a:gd name="T59" fmla="*/ 21 h 87"/>
                  <a:gd name="T60" fmla="*/ 81 w 112"/>
                  <a:gd name="T61" fmla="*/ 18 h 87"/>
                  <a:gd name="T62" fmla="*/ 84 w 112"/>
                  <a:gd name="T63" fmla="*/ 13 h 87"/>
                  <a:gd name="T64" fmla="*/ 98 w 112"/>
                  <a:gd name="T65" fmla="*/ 6 h 87"/>
                  <a:gd name="T66" fmla="*/ 98 w 112"/>
                  <a:gd name="T67" fmla="*/ 5 h 87"/>
                  <a:gd name="T68" fmla="*/ 104 w 112"/>
                  <a:gd name="T69" fmla="*/ 0 h 87"/>
                  <a:gd name="T70" fmla="*/ 107 w 112"/>
                  <a:gd name="T71" fmla="*/ 4 h 87"/>
                  <a:gd name="T72" fmla="*/ 112 w 112"/>
                  <a:gd name="T73" fmla="*/ 12 h 87"/>
                  <a:gd name="T74" fmla="*/ 104 w 112"/>
                  <a:gd name="T75" fmla="*/ 19 h 87"/>
                  <a:gd name="T76" fmla="*/ 101 w 112"/>
                  <a:gd name="T77" fmla="*/ 20 h 87"/>
                  <a:gd name="T78" fmla="*/ 102 w 112"/>
                  <a:gd name="T79" fmla="*/ 23 h 87"/>
                  <a:gd name="T80" fmla="*/ 109 w 112"/>
                  <a:gd name="T81" fmla="*/ 26 h 87"/>
                  <a:gd name="T82" fmla="*/ 109 w 112"/>
                  <a:gd name="T83" fmla="*/ 28 h 87"/>
                  <a:gd name="T84" fmla="*/ 98 w 112"/>
                  <a:gd name="T85" fmla="*/ 32 h 87"/>
                  <a:gd name="T86" fmla="*/ 98 w 112"/>
                  <a:gd name="T87" fmla="*/ 32 h 87"/>
                  <a:gd name="T88" fmla="*/ 95 w 112"/>
                  <a:gd name="T89" fmla="*/ 36 h 87"/>
                  <a:gd name="T90" fmla="*/ 92 w 112"/>
                  <a:gd name="T91" fmla="*/ 44 h 87"/>
                  <a:gd name="T92" fmla="*/ 92 w 112"/>
                  <a:gd name="T93" fmla="*/ 45 h 87"/>
                  <a:gd name="T94" fmla="*/ 93 w 112"/>
                  <a:gd name="T95" fmla="*/ 51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2" h="87">
                    <a:moveTo>
                      <a:pt x="93" y="51"/>
                    </a:moveTo>
                    <a:cubicBezTo>
                      <a:pt x="90" y="52"/>
                      <a:pt x="87" y="54"/>
                      <a:pt x="84" y="55"/>
                    </a:cubicBezTo>
                    <a:cubicBezTo>
                      <a:pt x="80" y="56"/>
                      <a:pt x="78" y="58"/>
                      <a:pt x="75" y="61"/>
                    </a:cubicBezTo>
                    <a:cubicBezTo>
                      <a:pt x="68" y="64"/>
                      <a:pt x="61" y="68"/>
                      <a:pt x="53" y="71"/>
                    </a:cubicBezTo>
                    <a:cubicBezTo>
                      <a:pt x="43" y="74"/>
                      <a:pt x="34" y="78"/>
                      <a:pt x="24" y="82"/>
                    </a:cubicBezTo>
                    <a:cubicBezTo>
                      <a:pt x="18" y="84"/>
                      <a:pt x="11" y="87"/>
                      <a:pt x="4" y="86"/>
                    </a:cubicBezTo>
                    <a:cubicBezTo>
                      <a:pt x="3" y="86"/>
                      <a:pt x="1" y="87"/>
                      <a:pt x="0" y="84"/>
                    </a:cubicBezTo>
                    <a:cubicBezTo>
                      <a:pt x="1" y="82"/>
                      <a:pt x="4" y="80"/>
                      <a:pt x="4" y="78"/>
                    </a:cubicBezTo>
                    <a:cubicBezTo>
                      <a:pt x="4" y="77"/>
                      <a:pt x="4" y="76"/>
                      <a:pt x="5" y="76"/>
                    </a:cubicBezTo>
                    <a:cubicBezTo>
                      <a:pt x="11" y="70"/>
                      <a:pt x="15" y="61"/>
                      <a:pt x="24" y="58"/>
                    </a:cubicBezTo>
                    <a:cubicBezTo>
                      <a:pt x="25" y="57"/>
                      <a:pt x="26" y="56"/>
                      <a:pt x="27" y="55"/>
                    </a:cubicBezTo>
                    <a:cubicBezTo>
                      <a:pt x="29" y="52"/>
                      <a:pt x="32" y="50"/>
                      <a:pt x="36" y="49"/>
                    </a:cubicBezTo>
                    <a:cubicBezTo>
                      <a:pt x="40" y="50"/>
                      <a:pt x="38" y="53"/>
                      <a:pt x="38" y="55"/>
                    </a:cubicBezTo>
                    <a:cubicBezTo>
                      <a:pt x="41" y="53"/>
                      <a:pt x="42" y="56"/>
                      <a:pt x="44" y="59"/>
                    </a:cubicBezTo>
                    <a:cubicBezTo>
                      <a:pt x="43" y="56"/>
                      <a:pt x="42" y="55"/>
                      <a:pt x="43" y="53"/>
                    </a:cubicBezTo>
                    <a:cubicBezTo>
                      <a:pt x="46" y="50"/>
                      <a:pt x="48" y="46"/>
                      <a:pt x="52" y="47"/>
                    </a:cubicBezTo>
                    <a:cubicBezTo>
                      <a:pt x="54" y="47"/>
                      <a:pt x="54" y="47"/>
                      <a:pt x="55" y="45"/>
                    </a:cubicBezTo>
                    <a:cubicBezTo>
                      <a:pt x="56" y="45"/>
                      <a:pt x="56" y="44"/>
                      <a:pt x="58" y="44"/>
                    </a:cubicBezTo>
                    <a:cubicBezTo>
                      <a:pt x="53" y="46"/>
                      <a:pt x="53" y="46"/>
                      <a:pt x="52" y="42"/>
                    </a:cubicBezTo>
                    <a:cubicBezTo>
                      <a:pt x="56" y="40"/>
                      <a:pt x="59" y="39"/>
                      <a:pt x="63" y="40"/>
                    </a:cubicBezTo>
                    <a:cubicBezTo>
                      <a:pt x="64" y="40"/>
                      <a:pt x="66" y="38"/>
                      <a:pt x="67" y="38"/>
                    </a:cubicBezTo>
                    <a:cubicBezTo>
                      <a:pt x="75" y="36"/>
                      <a:pt x="75" y="34"/>
                      <a:pt x="80" y="44"/>
                    </a:cubicBezTo>
                    <a:cubicBezTo>
                      <a:pt x="80" y="44"/>
                      <a:pt x="81" y="45"/>
                      <a:pt x="81" y="45"/>
                    </a:cubicBezTo>
                    <a:cubicBezTo>
                      <a:pt x="82" y="45"/>
                      <a:pt x="81" y="45"/>
                      <a:pt x="81" y="44"/>
                    </a:cubicBezTo>
                    <a:cubicBezTo>
                      <a:pt x="81" y="44"/>
                      <a:pt x="80" y="44"/>
                      <a:pt x="80" y="44"/>
                    </a:cubicBezTo>
                    <a:cubicBezTo>
                      <a:pt x="79" y="40"/>
                      <a:pt x="81" y="38"/>
                      <a:pt x="84" y="36"/>
                    </a:cubicBezTo>
                    <a:cubicBezTo>
                      <a:pt x="83" y="35"/>
                      <a:pt x="82" y="34"/>
                      <a:pt x="81" y="33"/>
                    </a:cubicBezTo>
                    <a:cubicBezTo>
                      <a:pt x="80" y="32"/>
                      <a:pt x="79" y="31"/>
                      <a:pt x="81" y="30"/>
                    </a:cubicBezTo>
                    <a:cubicBezTo>
                      <a:pt x="84" y="29"/>
                      <a:pt x="83" y="27"/>
                      <a:pt x="81" y="26"/>
                    </a:cubicBezTo>
                    <a:cubicBezTo>
                      <a:pt x="80" y="24"/>
                      <a:pt x="80" y="22"/>
                      <a:pt x="82" y="21"/>
                    </a:cubicBezTo>
                    <a:cubicBezTo>
                      <a:pt x="84" y="20"/>
                      <a:pt x="82" y="19"/>
                      <a:pt x="81" y="18"/>
                    </a:cubicBezTo>
                    <a:cubicBezTo>
                      <a:pt x="81" y="15"/>
                      <a:pt x="82" y="14"/>
                      <a:pt x="84" y="13"/>
                    </a:cubicBezTo>
                    <a:cubicBezTo>
                      <a:pt x="89" y="11"/>
                      <a:pt x="92" y="7"/>
                      <a:pt x="98" y="6"/>
                    </a:cubicBezTo>
                    <a:cubicBezTo>
                      <a:pt x="98" y="6"/>
                      <a:pt x="98" y="5"/>
                      <a:pt x="98" y="5"/>
                    </a:cubicBezTo>
                    <a:cubicBezTo>
                      <a:pt x="100" y="3"/>
                      <a:pt x="102" y="1"/>
                      <a:pt x="104" y="0"/>
                    </a:cubicBezTo>
                    <a:cubicBezTo>
                      <a:pt x="104" y="2"/>
                      <a:pt x="103" y="3"/>
                      <a:pt x="107" y="4"/>
                    </a:cubicBezTo>
                    <a:cubicBezTo>
                      <a:pt x="109" y="4"/>
                      <a:pt x="110" y="9"/>
                      <a:pt x="112" y="12"/>
                    </a:cubicBezTo>
                    <a:cubicBezTo>
                      <a:pt x="111" y="16"/>
                      <a:pt x="109" y="19"/>
                      <a:pt x="104" y="19"/>
                    </a:cubicBezTo>
                    <a:cubicBezTo>
                      <a:pt x="103" y="19"/>
                      <a:pt x="101" y="19"/>
                      <a:pt x="101" y="20"/>
                    </a:cubicBezTo>
                    <a:cubicBezTo>
                      <a:pt x="101" y="21"/>
                      <a:pt x="99" y="23"/>
                      <a:pt x="102" y="23"/>
                    </a:cubicBezTo>
                    <a:cubicBezTo>
                      <a:pt x="105" y="23"/>
                      <a:pt x="107" y="25"/>
                      <a:pt x="109" y="26"/>
                    </a:cubicBezTo>
                    <a:cubicBezTo>
                      <a:pt x="111" y="27"/>
                      <a:pt x="110" y="28"/>
                      <a:pt x="109" y="28"/>
                    </a:cubicBezTo>
                    <a:cubicBezTo>
                      <a:pt x="105" y="30"/>
                      <a:pt x="102" y="32"/>
                      <a:pt x="98" y="32"/>
                    </a:cubicBezTo>
                    <a:cubicBezTo>
                      <a:pt x="98" y="32"/>
                      <a:pt x="97" y="31"/>
                      <a:pt x="98" y="32"/>
                    </a:cubicBezTo>
                    <a:cubicBezTo>
                      <a:pt x="100" y="36"/>
                      <a:pt x="97" y="35"/>
                      <a:pt x="95" y="36"/>
                    </a:cubicBezTo>
                    <a:cubicBezTo>
                      <a:pt x="92" y="37"/>
                      <a:pt x="90" y="42"/>
                      <a:pt x="92" y="44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6" y="48"/>
                      <a:pt x="96" y="48"/>
                      <a:pt x="93" y="51"/>
                    </a:cubicBezTo>
                    <a:close/>
                  </a:path>
                </a:pathLst>
              </a:custGeom>
              <a:solidFill>
                <a:srgbClr val="A8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5" name="Freeform 1018"/>
              <p:cNvSpPr/>
              <p:nvPr/>
            </p:nvSpPr>
            <p:spPr bwMode="auto">
              <a:xfrm>
                <a:off x="1103" y="2342"/>
                <a:ext cx="130" cy="100"/>
              </a:xfrm>
              <a:custGeom>
                <a:avLst/>
                <a:gdLst>
                  <a:gd name="T0" fmla="*/ 54 w 55"/>
                  <a:gd name="T1" fmla="*/ 14 h 42"/>
                  <a:gd name="T2" fmla="*/ 22 w 55"/>
                  <a:gd name="T3" fmla="*/ 42 h 42"/>
                  <a:gd name="T4" fmla="*/ 13 w 55"/>
                  <a:gd name="T5" fmla="*/ 41 h 42"/>
                  <a:gd name="T6" fmla="*/ 4 w 55"/>
                  <a:gd name="T7" fmla="*/ 36 h 42"/>
                  <a:gd name="T8" fmla="*/ 0 w 55"/>
                  <a:gd name="T9" fmla="*/ 33 h 42"/>
                  <a:gd name="T10" fmla="*/ 3 w 55"/>
                  <a:gd name="T11" fmla="*/ 31 h 42"/>
                  <a:gd name="T12" fmla="*/ 4 w 55"/>
                  <a:gd name="T13" fmla="*/ 27 h 42"/>
                  <a:gd name="T14" fmla="*/ 7 w 55"/>
                  <a:gd name="T15" fmla="*/ 25 h 42"/>
                  <a:gd name="T16" fmla="*/ 4 w 55"/>
                  <a:gd name="T17" fmla="*/ 27 h 42"/>
                  <a:gd name="T18" fmla="*/ 1 w 55"/>
                  <a:gd name="T19" fmla="*/ 28 h 42"/>
                  <a:gd name="T20" fmla="*/ 6 w 55"/>
                  <a:gd name="T21" fmla="*/ 19 h 42"/>
                  <a:gd name="T22" fmla="*/ 9 w 55"/>
                  <a:gd name="T23" fmla="*/ 17 h 42"/>
                  <a:gd name="T24" fmla="*/ 4 w 55"/>
                  <a:gd name="T25" fmla="*/ 13 h 42"/>
                  <a:gd name="T26" fmla="*/ 5 w 55"/>
                  <a:gd name="T27" fmla="*/ 11 h 42"/>
                  <a:gd name="T28" fmla="*/ 4 w 55"/>
                  <a:gd name="T29" fmla="*/ 5 h 42"/>
                  <a:gd name="T30" fmla="*/ 3 w 55"/>
                  <a:gd name="T31" fmla="*/ 5 h 42"/>
                  <a:gd name="T32" fmla="*/ 2 w 55"/>
                  <a:gd name="T33" fmla="*/ 1 h 42"/>
                  <a:gd name="T34" fmla="*/ 8 w 55"/>
                  <a:gd name="T35" fmla="*/ 1 h 42"/>
                  <a:gd name="T36" fmla="*/ 10 w 55"/>
                  <a:gd name="T37" fmla="*/ 8 h 42"/>
                  <a:gd name="T38" fmla="*/ 10 w 55"/>
                  <a:gd name="T39" fmla="*/ 11 h 42"/>
                  <a:gd name="T40" fmla="*/ 12 w 55"/>
                  <a:gd name="T41" fmla="*/ 10 h 42"/>
                  <a:gd name="T42" fmla="*/ 27 w 55"/>
                  <a:gd name="T43" fmla="*/ 12 h 42"/>
                  <a:gd name="T44" fmla="*/ 26 w 55"/>
                  <a:gd name="T45" fmla="*/ 15 h 42"/>
                  <a:gd name="T46" fmla="*/ 27 w 55"/>
                  <a:gd name="T47" fmla="*/ 15 h 42"/>
                  <a:gd name="T48" fmla="*/ 34 w 55"/>
                  <a:gd name="T49" fmla="*/ 11 h 42"/>
                  <a:gd name="T50" fmla="*/ 52 w 55"/>
                  <a:gd name="T51" fmla="*/ 10 h 42"/>
                  <a:gd name="T52" fmla="*/ 55 w 55"/>
                  <a:gd name="T53" fmla="*/ 11 h 42"/>
                  <a:gd name="T54" fmla="*/ 54 w 55"/>
                  <a:gd name="T55" fmla="*/ 1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5" h="42">
                    <a:moveTo>
                      <a:pt x="54" y="14"/>
                    </a:moveTo>
                    <a:cubicBezTo>
                      <a:pt x="42" y="21"/>
                      <a:pt x="32" y="31"/>
                      <a:pt x="22" y="42"/>
                    </a:cubicBezTo>
                    <a:cubicBezTo>
                      <a:pt x="19" y="39"/>
                      <a:pt x="16" y="41"/>
                      <a:pt x="13" y="41"/>
                    </a:cubicBezTo>
                    <a:cubicBezTo>
                      <a:pt x="11" y="37"/>
                      <a:pt x="7" y="36"/>
                      <a:pt x="4" y="36"/>
                    </a:cubicBezTo>
                    <a:cubicBezTo>
                      <a:pt x="2" y="36"/>
                      <a:pt x="1" y="35"/>
                      <a:pt x="0" y="33"/>
                    </a:cubicBezTo>
                    <a:cubicBezTo>
                      <a:pt x="0" y="31"/>
                      <a:pt x="2" y="31"/>
                      <a:pt x="3" y="31"/>
                    </a:cubicBezTo>
                    <a:cubicBezTo>
                      <a:pt x="5" y="30"/>
                      <a:pt x="5" y="29"/>
                      <a:pt x="4" y="27"/>
                    </a:cubicBezTo>
                    <a:cubicBezTo>
                      <a:pt x="4" y="26"/>
                      <a:pt x="6" y="26"/>
                      <a:pt x="7" y="25"/>
                    </a:cubicBezTo>
                    <a:cubicBezTo>
                      <a:pt x="5" y="25"/>
                      <a:pt x="5" y="26"/>
                      <a:pt x="4" y="27"/>
                    </a:cubicBezTo>
                    <a:cubicBezTo>
                      <a:pt x="3" y="28"/>
                      <a:pt x="3" y="30"/>
                      <a:pt x="1" y="28"/>
                    </a:cubicBezTo>
                    <a:cubicBezTo>
                      <a:pt x="2" y="25"/>
                      <a:pt x="4" y="22"/>
                      <a:pt x="6" y="19"/>
                    </a:cubicBezTo>
                    <a:cubicBezTo>
                      <a:pt x="7" y="19"/>
                      <a:pt x="8" y="18"/>
                      <a:pt x="9" y="17"/>
                    </a:cubicBezTo>
                    <a:cubicBezTo>
                      <a:pt x="7" y="16"/>
                      <a:pt x="6" y="14"/>
                      <a:pt x="4" y="13"/>
                    </a:cubicBezTo>
                    <a:cubicBezTo>
                      <a:pt x="3" y="13"/>
                      <a:pt x="4" y="12"/>
                      <a:pt x="5" y="11"/>
                    </a:cubicBezTo>
                    <a:cubicBezTo>
                      <a:pt x="7" y="9"/>
                      <a:pt x="4" y="7"/>
                      <a:pt x="4" y="5"/>
                    </a:cubicBezTo>
                    <a:cubicBezTo>
                      <a:pt x="4" y="5"/>
                      <a:pt x="3" y="5"/>
                      <a:pt x="3" y="5"/>
                    </a:cubicBezTo>
                    <a:cubicBezTo>
                      <a:pt x="0" y="4"/>
                      <a:pt x="0" y="4"/>
                      <a:pt x="2" y="1"/>
                    </a:cubicBezTo>
                    <a:cubicBezTo>
                      <a:pt x="4" y="0"/>
                      <a:pt x="6" y="1"/>
                      <a:pt x="8" y="1"/>
                    </a:cubicBezTo>
                    <a:cubicBezTo>
                      <a:pt x="13" y="3"/>
                      <a:pt x="13" y="4"/>
                      <a:pt x="10" y="8"/>
                    </a:cubicBezTo>
                    <a:cubicBezTo>
                      <a:pt x="9" y="9"/>
                      <a:pt x="9" y="10"/>
                      <a:pt x="10" y="11"/>
                    </a:cubicBezTo>
                    <a:cubicBezTo>
                      <a:pt x="11" y="12"/>
                      <a:pt x="11" y="11"/>
                      <a:pt x="12" y="10"/>
                    </a:cubicBezTo>
                    <a:cubicBezTo>
                      <a:pt x="16" y="7"/>
                      <a:pt x="24" y="8"/>
                      <a:pt x="27" y="12"/>
                    </a:cubicBezTo>
                    <a:cubicBezTo>
                      <a:pt x="28" y="13"/>
                      <a:pt x="28" y="15"/>
                      <a:pt x="26" y="15"/>
                    </a:cubicBezTo>
                    <a:cubicBezTo>
                      <a:pt x="26" y="15"/>
                      <a:pt x="27" y="15"/>
                      <a:pt x="27" y="15"/>
                    </a:cubicBezTo>
                    <a:cubicBezTo>
                      <a:pt x="27" y="10"/>
                      <a:pt x="31" y="11"/>
                      <a:pt x="34" y="11"/>
                    </a:cubicBezTo>
                    <a:cubicBezTo>
                      <a:pt x="40" y="11"/>
                      <a:pt x="46" y="10"/>
                      <a:pt x="52" y="10"/>
                    </a:cubicBezTo>
                    <a:cubicBezTo>
                      <a:pt x="53" y="10"/>
                      <a:pt x="55" y="10"/>
                      <a:pt x="55" y="11"/>
                    </a:cubicBezTo>
                    <a:cubicBezTo>
                      <a:pt x="55" y="12"/>
                      <a:pt x="55" y="13"/>
                      <a:pt x="54" y="14"/>
                    </a:cubicBezTo>
                    <a:close/>
                  </a:path>
                </a:pathLst>
              </a:custGeom>
              <a:solidFill>
                <a:srgbClr val="B7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6" name="Freeform 1019"/>
              <p:cNvSpPr/>
              <p:nvPr/>
            </p:nvSpPr>
            <p:spPr bwMode="auto">
              <a:xfrm>
                <a:off x="1088" y="2402"/>
                <a:ext cx="235" cy="123"/>
              </a:xfrm>
              <a:custGeom>
                <a:avLst/>
                <a:gdLst>
                  <a:gd name="T0" fmla="*/ 24 w 99"/>
                  <a:gd name="T1" fmla="*/ 23 h 52"/>
                  <a:gd name="T2" fmla="*/ 46 w 99"/>
                  <a:gd name="T3" fmla="*/ 20 h 52"/>
                  <a:gd name="T4" fmla="*/ 61 w 99"/>
                  <a:gd name="T5" fmla="*/ 15 h 52"/>
                  <a:gd name="T6" fmla="*/ 68 w 99"/>
                  <a:gd name="T7" fmla="*/ 11 h 52"/>
                  <a:gd name="T8" fmla="*/ 89 w 99"/>
                  <a:gd name="T9" fmla="*/ 3 h 52"/>
                  <a:gd name="T10" fmla="*/ 99 w 99"/>
                  <a:gd name="T11" fmla="*/ 0 h 52"/>
                  <a:gd name="T12" fmla="*/ 95 w 99"/>
                  <a:gd name="T13" fmla="*/ 4 h 52"/>
                  <a:gd name="T14" fmla="*/ 92 w 99"/>
                  <a:gd name="T15" fmla="*/ 7 h 52"/>
                  <a:gd name="T16" fmla="*/ 75 w 99"/>
                  <a:gd name="T17" fmla="*/ 15 h 52"/>
                  <a:gd name="T18" fmla="*/ 66 w 99"/>
                  <a:gd name="T19" fmla="*/ 18 h 52"/>
                  <a:gd name="T20" fmla="*/ 51 w 99"/>
                  <a:gd name="T21" fmla="*/ 27 h 52"/>
                  <a:gd name="T22" fmla="*/ 45 w 99"/>
                  <a:gd name="T23" fmla="*/ 30 h 52"/>
                  <a:gd name="T24" fmla="*/ 33 w 99"/>
                  <a:gd name="T25" fmla="*/ 40 h 52"/>
                  <a:gd name="T26" fmla="*/ 18 w 99"/>
                  <a:gd name="T27" fmla="*/ 50 h 52"/>
                  <a:gd name="T28" fmla="*/ 15 w 99"/>
                  <a:gd name="T29" fmla="*/ 49 h 52"/>
                  <a:gd name="T30" fmla="*/ 15 w 99"/>
                  <a:gd name="T31" fmla="*/ 49 h 52"/>
                  <a:gd name="T32" fmla="*/ 15 w 99"/>
                  <a:gd name="T33" fmla="*/ 49 h 52"/>
                  <a:gd name="T34" fmla="*/ 16 w 99"/>
                  <a:gd name="T35" fmla="*/ 49 h 52"/>
                  <a:gd name="T36" fmla="*/ 18 w 99"/>
                  <a:gd name="T37" fmla="*/ 50 h 52"/>
                  <a:gd name="T38" fmla="*/ 17 w 99"/>
                  <a:gd name="T39" fmla="*/ 52 h 52"/>
                  <a:gd name="T40" fmla="*/ 11 w 99"/>
                  <a:gd name="T41" fmla="*/ 44 h 52"/>
                  <a:gd name="T42" fmla="*/ 19 w 99"/>
                  <a:gd name="T43" fmla="*/ 46 h 52"/>
                  <a:gd name="T44" fmla="*/ 18 w 99"/>
                  <a:gd name="T45" fmla="*/ 41 h 52"/>
                  <a:gd name="T46" fmla="*/ 18 w 99"/>
                  <a:gd name="T47" fmla="*/ 37 h 52"/>
                  <a:gd name="T48" fmla="*/ 8 w 99"/>
                  <a:gd name="T49" fmla="*/ 36 h 52"/>
                  <a:gd name="T50" fmla="*/ 9 w 99"/>
                  <a:gd name="T51" fmla="*/ 39 h 52"/>
                  <a:gd name="T52" fmla="*/ 9 w 99"/>
                  <a:gd name="T53" fmla="*/ 41 h 52"/>
                  <a:gd name="T54" fmla="*/ 5 w 99"/>
                  <a:gd name="T55" fmla="*/ 41 h 52"/>
                  <a:gd name="T56" fmla="*/ 1 w 99"/>
                  <a:gd name="T57" fmla="*/ 34 h 52"/>
                  <a:gd name="T58" fmla="*/ 2 w 99"/>
                  <a:gd name="T59" fmla="*/ 30 h 52"/>
                  <a:gd name="T60" fmla="*/ 6 w 99"/>
                  <a:gd name="T61" fmla="*/ 31 h 52"/>
                  <a:gd name="T62" fmla="*/ 13 w 99"/>
                  <a:gd name="T63" fmla="*/ 34 h 52"/>
                  <a:gd name="T64" fmla="*/ 13 w 99"/>
                  <a:gd name="T65" fmla="*/ 34 h 52"/>
                  <a:gd name="T66" fmla="*/ 14 w 99"/>
                  <a:gd name="T67" fmla="*/ 35 h 52"/>
                  <a:gd name="T68" fmla="*/ 14 w 99"/>
                  <a:gd name="T69" fmla="*/ 35 h 52"/>
                  <a:gd name="T70" fmla="*/ 13 w 99"/>
                  <a:gd name="T71" fmla="*/ 34 h 52"/>
                  <a:gd name="T72" fmla="*/ 11 w 99"/>
                  <a:gd name="T73" fmla="*/ 32 h 52"/>
                  <a:gd name="T74" fmla="*/ 10 w 99"/>
                  <a:gd name="T75" fmla="*/ 31 h 52"/>
                  <a:gd name="T76" fmla="*/ 10 w 99"/>
                  <a:gd name="T77" fmla="*/ 29 h 52"/>
                  <a:gd name="T78" fmla="*/ 12 w 99"/>
                  <a:gd name="T79" fmla="*/ 29 h 52"/>
                  <a:gd name="T80" fmla="*/ 18 w 99"/>
                  <a:gd name="T81" fmla="*/ 26 h 52"/>
                  <a:gd name="T82" fmla="*/ 24 w 99"/>
                  <a:gd name="T83" fmla="*/ 2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9" h="52">
                    <a:moveTo>
                      <a:pt x="24" y="23"/>
                    </a:moveTo>
                    <a:cubicBezTo>
                      <a:pt x="32" y="26"/>
                      <a:pt x="40" y="23"/>
                      <a:pt x="46" y="20"/>
                    </a:cubicBezTo>
                    <a:cubicBezTo>
                      <a:pt x="51" y="18"/>
                      <a:pt x="56" y="17"/>
                      <a:pt x="61" y="15"/>
                    </a:cubicBezTo>
                    <a:cubicBezTo>
                      <a:pt x="64" y="14"/>
                      <a:pt x="66" y="12"/>
                      <a:pt x="68" y="11"/>
                    </a:cubicBezTo>
                    <a:cubicBezTo>
                      <a:pt x="75" y="8"/>
                      <a:pt x="83" y="8"/>
                      <a:pt x="89" y="3"/>
                    </a:cubicBezTo>
                    <a:cubicBezTo>
                      <a:pt x="92" y="1"/>
                      <a:pt x="96" y="1"/>
                      <a:pt x="99" y="0"/>
                    </a:cubicBezTo>
                    <a:cubicBezTo>
                      <a:pt x="99" y="3"/>
                      <a:pt x="96" y="2"/>
                      <a:pt x="95" y="4"/>
                    </a:cubicBezTo>
                    <a:cubicBezTo>
                      <a:pt x="94" y="5"/>
                      <a:pt x="90" y="4"/>
                      <a:pt x="92" y="7"/>
                    </a:cubicBezTo>
                    <a:cubicBezTo>
                      <a:pt x="86" y="9"/>
                      <a:pt x="80" y="12"/>
                      <a:pt x="75" y="15"/>
                    </a:cubicBezTo>
                    <a:cubicBezTo>
                      <a:pt x="72" y="16"/>
                      <a:pt x="69" y="17"/>
                      <a:pt x="66" y="18"/>
                    </a:cubicBezTo>
                    <a:cubicBezTo>
                      <a:pt x="60" y="18"/>
                      <a:pt x="56" y="24"/>
                      <a:pt x="51" y="27"/>
                    </a:cubicBezTo>
                    <a:cubicBezTo>
                      <a:pt x="49" y="28"/>
                      <a:pt x="47" y="29"/>
                      <a:pt x="45" y="30"/>
                    </a:cubicBezTo>
                    <a:cubicBezTo>
                      <a:pt x="39" y="31"/>
                      <a:pt x="36" y="35"/>
                      <a:pt x="33" y="40"/>
                    </a:cubicBezTo>
                    <a:cubicBezTo>
                      <a:pt x="30" y="46"/>
                      <a:pt x="25" y="48"/>
                      <a:pt x="18" y="50"/>
                    </a:cubicBezTo>
                    <a:cubicBezTo>
                      <a:pt x="17" y="50"/>
                      <a:pt x="16" y="49"/>
                      <a:pt x="15" y="49"/>
                    </a:cubicBezTo>
                    <a:cubicBezTo>
                      <a:pt x="15" y="49"/>
                      <a:pt x="15" y="50"/>
                      <a:pt x="15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16" y="49"/>
                      <a:pt x="16" y="49"/>
                    </a:cubicBezTo>
                    <a:cubicBezTo>
                      <a:pt x="17" y="49"/>
                      <a:pt x="17" y="50"/>
                      <a:pt x="18" y="50"/>
                    </a:cubicBezTo>
                    <a:cubicBezTo>
                      <a:pt x="18" y="51"/>
                      <a:pt x="18" y="52"/>
                      <a:pt x="17" y="52"/>
                    </a:cubicBezTo>
                    <a:cubicBezTo>
                      <a:pt x="12" y="52"/>
                      <a:pt x="14" y="46"/>
                      <a:pt x="11" y="44"/>
                    </a:cubicBezTo>
                    <a:cubicBezTo>
                      <a:pt x="14" y="44"/>
                      <a:pt x="16" y="44"/>
                      <a:pt x="19" y="46"/>
                    </a:cubicBezTo>
                    <a:cubicBezTo>
                      <a:pt x="20" y="44"/>
                      <a:pt x="19" y="43"/>
                      <a:pt x="18" y="41"/>
                    </a:cubicBezTo>
                    <a:cubicBezTo>
                      <a:pt x="18" y="40"/>
                      <a:pt x="18" y="38"/>
                      <a:pt x="18" y="37"/>
                    </a:cubicBezTo>
                    <a:cubicBezTo>
                      <a:pt x="14" y="39"/>
                      <a:pt x="11" y="40"/>
                      <a:pt x="8" y="36"/>
                    </a:cubicBezTo>
                    <a:cubicBezTo>
                      <a:pt x="7" y="38"/>
                      <a:pt x="8" y="38"/>
                      <a:pt x="9" y="39"/>
                    </a:cubicBezTo>
                    <a:cubicBezTo>
                      <a:pt x="9" y="40"/>
                      <a:pt x="10" y="40"/>
                      <a:pt x="9" y="41"/>
                    </a:cubicBezTo>
                    <a:cubicBezTo>
                      <a:pt x="8" y="42"/>
                      <a:pt x="7" y="43"/>
                      <a:pt x="5" y="41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3"/>
                      <a:pt x="2" y="31"/>
                      <a:pt x="2" y="30"/>
                    </a:cubicBezTo>
                    <a:cubicBezTo>
                      <a:pt x="4" y="28"/>
                      <a:pt x="5" y="30"/>
                      <a:pt x="6" y="31"/>
                    </a:cubicBezTo>
                    <a:cubicBezTo>
                      <a:pt x="8" y="33"/>
                      <a:pt x="10" y="35"/>
                      <a:pt x="13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4" y="34"/>
                      <a:pt x="14" y="35"/>
                      <a:pt x="14" y="35"/>
                    </a:cubicBezTo>
                    <a:cubicBezTo>
                      <a:pt x="15" y="35"/>
                      <a:pt x="15" y="35"/>
                      <a:pt x="14" y="35"/>
                    </a:cubicBezTo>
                    <a:cubicBezTo>
                      <a:pt x="14" y="35"/>
                      <a:pt x="13" y="34"/>
                      <a:pt x="13" y="34"/>
                    </a:cubicBezTo>
                    <a:cubicBezTo>
                      <a:pt x="13" y="33"/>
                      <a:pt x="14" y="31"/>
                      <a:pt x="11" y="32"/>
                    </a:cubicBezTo>
                    <a:cubicBezTo>
                      <a:pt x="10" y="33"/>
                      <a:pt x="10" y="31"/>
                      <a:pt x="10" y="31"/>
                    </a:cubicBezTo>
                    <a:cubicBezTo>
                      <a:pt x="9" y="30"/>
                      <a:pt x="9" y="30"/>
                      <a:pt x="10" y="29"/>
                    </a:cubicBezTo>
                    <a:cubicBezTo>
                      <a:pt x="11" y="29"/>
                      <a:pt x="11" y="29"/>
                      <a:pt x="12" y="29"/>
                    </a:cubicBezTo>
                    <a:cubicBezTo>
                      <a:pt x="16" y="31"/>
                      <a:pt x="18" y="30"/>
                      <a:pt x="18" y="26"/>
                    </a:cubicBezTo>
                    <a:cubicBezTo>
                      <a:pt x="19" y="21"/>
                      <a:pt x="22" y="23"/>
                      <a:pt x="24" y="23"/>
                    </a:cubicBezTo>
                    <a:close/>
                  </a:path>
                </a:pathLst>
              </a:custGeom>
              <a:solidFill>
                <a:srgbClr val="C1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7" name="Freeform 1020"/>
              <p:cNvSpPr/>
              <p:nvPr/>
            </p:nvSpPr>
            <p:spPr bwMode="auto">
              <a:xfrm>
                <a:off x="1107" y="2471"/>
                <a:ext cx="88" cy="192"/>
              </a:xfrm>
              <a:custGeom>
                <a:avLst/>
                <a:gdLst>
                  <a:gd name="T0" fmla="*/ 10 w 37"/>
                  <a:gd name="T1" fmla="*/ 20 h 81"/>
                  <a:gd name="T2" fmla="*/ 11 w 37"/>
                  <a:gd name="T3" fmla="*/ 19 h 81"/>
                  <a:gd name="T4" fmla="*/ 28 w 37"/>
                  <a:gd name="T5" fmla="*/ 6 h 81"/>
                  <a:gd name="T6" fmla="*/ 37 w 37"/>
                  <a:gd name="T7" fmla="*/ 1 h 81"/>
                  <a:gd name="T8" fmla="*/ 28 w 37"/>
                  <a:gd name="T9" fmla="*/ 11 h 81"/>
                  <a:gd name="T10" fmla="*/ 24 w 37"/>
                  <a:gd name="T11" fmla="*/ 17 h 81"/>
                  <a:gd name="T12" fmla="*/ 17 w 37"/>
                  <a:gd name="T13" fmla="*/ 26 h 81"/>
                  <a:gd name="T14" fmla="*/ 15 w 37"/>
                  <a:gd name="T15" fmla="*/ 30 h 81"/>
                  <a:gd name="T16" fmla="*/ 7 w 37"/>
                  <a:gd name="T17" fmla="*/ 43 h 81"/>
                  <a:gd name="T18" fmla="*/ 6 w 37"/>
                  <a:gd name="T19" fmla="*/ 52 h 81"/>
                  <a:gd name="T20" fmla="*/ 8 w 37"/>
                  <a:gd name="T21" fmla="*/ 64 h 81"/>
                  <a:gd name="T22" fmla="*/ 9 w 37"/>
                  <a:gd name="T23" fmla="*/ 70 h 81"/>
                  <a:gd name="T24" fmla="*/ 14 w 37"/>
                  <a:gd name="T25" fmla="*/ 73 h 81"/>
                  <a:gd name="T26" fmla="*/ 26 w 37"/>
                  <a:gd name="T27" fmla="*/ 75 h 81"/>
                  <a:gd name="T28" fmla="*/ 22 w 37"/>
                  <a:gd name="T29" fmla="*/ 77 h 81"/>
                  <a:gd name="T30" fmla="*/ 5 w 37"/>
                  <a:gd name="T31" fmla="*/ 71 h 81"/>
                  <a:gd name="T32" fmla="*/ 1 w 37"/>
                  <a:gd name="T33" fmla="*/ 50 h 81"/>
                  <a:gd name="T34" fmla="*/ 3 w 37"/>
                  <a:gd name="T35" fmla="*/ 35 h 81"/>
                  <a:gd name="T36" fmla="*/ 9 w 37"/>
                  <a:gd name="T37" fmla="*/ 23 h 81"/>
                  <a:gd name="T38" fmla="*/ 10 w 37"/>
                  <a:gd name="T39" fmla="*/ 21 h 81"/>
                  <a:gd name="T40" fmla="*/ 9 w 37"/>
                  <a:gd name="T41" fmla="*/ 20 h 81"/>
                  <a:gd name="T42" fmla="*/ 10 w 37"/>
                  <a:gd name="T43" fmla="*/ 2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81">
                    <a:moveTo>
                      <a:pt x="10" y="20"/>
                    </a:moveTo>
                    <a:cubicBezTo>
                      <a:pt x="10" y="20"/>
                      <a:pt x="11" y="19"/>
                      <a:pt x="11" y="19"/>
                    </a:cubicBezTo>
                    <a:cubicBezTo>
                      <a:pt x="20" y="18"/>
                      <a:pt x="23" y="11"/>
                      <a:pt x="28" y="6"/>
                    </a:cubicBezTo>
                    <a:cubicBezTo>
                      <a:pt x="30" y="3"/>
                      <a:pt x="33" y="0"/>
                      <a:pt x="37" y="1"/>
                    </a:cubicBezTo>
                    <a:cubicBezTo>
                      <a:pt x="34" y="4"/>
                      <a:pt x="29" y="6"/>
                      <a:pt x="28" y="11"/>
                    </a:cubicBezTo>
                    <a:cubicBezTo>
                      <a:pt x="28" y="13"/>
                      <a:pt x="26" y="15"/>
                      <a:pt x="24" y="17"/>
                    </a:cubicBezTo>
                    <a:cubicBezTo>
                      <a:pt x="22" y="20"/>
                      <a:pt x="19" y="23"/>
                      <a:pt x="17" y="26"/>
                    </a:cubicBezTo>
                    <a:cubicBezTo>
                      <a:pt x="16" y="28"/>
                      <a:pt x="16" y="29"/>
                      <a:pt x="15" y="30"/>
                    </a:cubicBezTo>
                    <a:cubicBezTo>
                      <a:pt x="9" y="33"/>
                      <a:pt x="8" y="38"/>
                      <a:pt x="7" y="43"/>
                    </a:cubicBezTo>
                    <a:cubicBezTo>
                      <a:pt x="7" y="46"/>
                      <a:pt x="7" y="49"/>
                      <a:pt x="6" y="52"/>
                    </a:cubicBezTo>
                    <a:cubicBezTo>
                      <a:pt x="5" y="56"/>
                      <a:pt x="4" y="60"/>
                      <a:pt x="8" y="64"/>
                    </a:cubicBezTo>
                    <a:cubicBezTo>
                      <a:pt x="9" y="65"/>
                      <a:pt x="9" y="68"/>
                      <a:pt x="9" y="70"/>
                    </a:cubicBezTo>
                    <a:cubicBezTo>
                      <a:pt x="10" y="72"/>
                      <a:pt x="12" y="72"/>
                      <a:pt x="14" y="73"/>
                    </a:cubicBezTo>
                    <a:cubicBezTo>
                      <a:pt x="18" y="74"/>
                      <a:pt x="22" y="73"/>
                      <a:pt x="26" y="75"/>
                    </a:cubicBezTo>
                    <a:cubicBezTo>
                      <a:pt x="25" y="76"/>
                      <a:pt x="24" y="76"/>
                      <a:pt x="22" y="77"/>
                    </a:cubicBezTo>
                    <a:cubicBezTo>
                      <a:pt x="14" y="81"/>
                      <a:pt x="10" y="79"/>
                      <a:pt x="5" y="71"/>
                    </a:cubicBezTo>
                    <a:cubicBezTo>
                      <a:pt x="1" y="65"/>
                      <a:pt x="0" y="58"/>
                      <a:pt x="1" y="50"/>
                    </a:cubicBezTo>
                    <a:cubicBezTo>
                      <a:pt x="2" y="45"/>
                      <a:pt x="0" y="40"/>
                      <a:pt x="3" y="35"/>
                    </a:cubicBezTo>
                    <a:cubicBezTo>
                      <a:pt x="5" y="31"/>
                      <a:pt x="8" y="27"/>
                      <a:pt x="9" y="23"/>
                    </a:cubicBezTo>
                    <a:cubicBezTo>
                      <a:pt x="10" y="23"/>
                      <a:pt x="10" y="22"/>
                      <a:pt x="10" y="21"/>
                    </a:cubicBezTo>
                    <a:cubicBezTo>
                      <a:pt x="9" y="21"/>
                      <a:pt x="9" y="21"/>
                      <a:pt x="9" y="20"/>
                    </a:cubicBezTo>
                    <a:cubicBezTo>
                      <a:pt x="10" y="20"/>
                      <a:pt x="10" y="20"/>
                      <a:pt x="10" y="20"/>
                    </a:cubicBezTo>
                    <a:close/>
                  </a:path>
                </a:pathLst>
              </a:custGeom>
              <a:solidFill>
                <a:srgbClr val="FEFE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8" name="Freeform 1021"/>
              <p:cNvSpPr/>
              <p:nvPr/>
            </p:nvSpPr>
            <p:spPr bwMode="auto">
              <a:xfrm>
                <a:off x="1119" y="2637"/>
                <a:ext cx="97" cy="40"/>
              </a:xfrm>
              <a:custGeom>
                <a:avLst/>
                <a:gdLst>
                  <a:gd name="T0" fmla="*/ 40 w 41"/>
                  <a:gd name="T1" fmla="*/ 1 h 17"/>
                  <a:gd name="T2" fmla="*/ 24 w 41"/>
                  <a:gd name="T3" fmla="*/ 13 h 17"/>
                  <a:gd name="T4" fmla="*/ 3 w 41"/>
                  <a:gd name="T5" fmla="*/ 15 h 17"/>
                  <a:gd name="T6" fmla="*/ 0 w 41"/>
                  <a:gd name="T7" fmla="*/ 14 h 17"/>
                  <a:gd name="T8" fmla="*/ 3 w 41"/>
                  <a:gd name="T9" fmla="*/ 13 h 17"/>
                  <a:gd name="T10" fmla="*/ 27 w 41"/>
                  <a:gd name="T11" fmla="*/ 5 h 17"/>
                  <a:gd name="T12" fmla="*/ 39 w 41"/>
                  <a:gd name="T13" fmla="*/ 0 h 17"/>
                  <a:gd name="T14" fmla="*/ 40 w 41"/>
                  <a:gd name="T15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17">
                    <a:moveTo>
                      <a:pt x="40" y="1"/>
                    </a:moveTo>
                    <a:cubicBezTo>
                      <a:pt x="37" y="8"/>
                      <a:pt x="30" y="11"/>
                      <a:pt x="24" y="13"/>
                    </a:cubicBezTo>
                    <a:cubicBezTo>
                      <a:pt x="17" y="15"/>
                      <a:pt x="10" y="17"/>
                      <a:pt x="3" y="15"/>
                    </a:cubicBezTo>
                    <a:cubicBezTo>
                      <a:pt x="2" y="15"/>
                      <a:pt x="0" y="16"/>
                      <a:pt x="0" y="14"/>
                    </a:cubicBezTo>
                    <a:cubicBezTo>
                      <a:pt x="0" y="12"/>
                      <a:pt x="2" y="13"/>
                      <a:pt x="3" y="13"/>
                    </a:cubicBezTo>
                    <a:cubicBezTo>
                      <a:pt x="12" y="13"/>
                      <a:pt x="20" y="9"/>
                      <a:pt x="27" y="5"/>
                    </a:cubicBezTo>
                    <a:cubicBezTo>
                      <a:pt x="30" y="1"/>
                      <a:pt x="35" y="0"/>
                      <a:pt x="39" y="0"/>
                    </a:cubicBezTo>
                    <a:cubicBezTo>
                      <a:pt x="40" y="0"/>
                      <a:pt x="41" y="0"/>
                      <a:pt x="40" y="1"/>
                    </a:cubicBezTo>
                    <a:close/>
                  </a:path>
                </a:pathLst>
              </a:custGeom>
              <a:solidFill>
                <a:srgbClr val="8DB4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69" name="Freeform 1022"/>
              <p:cNvSpPr/>
              <p:nvPr/>
            </p:nvSpPr>
            <p:spPr bwMode="auto">
              <a:xfrm>
                <a:off x="970" y="2613"/>
                <a:ext cx="57" cy="50"/>
              </a:xfrm>
              <a:custGeom>
                <a:avLst/>
                <a:gdLst>
                  <a:gd name="T0" fmla="*/ 17 w 24"/>
                  <a:gd name="T1" fmla="*/ 1 h 21"/>
                  <a:gd name="T2" fmla="*/ 21 w 24"/>
                  <a:gd name="T3" fmla="*/ 4 h 21"/>
                  <a:gd name="T4" fmla="*/ 24 w 24"/>
                  <a:gd name="T5" fmla="*/ 7 h 21"/>
                  <a:gd name="T6" fmla="*/ 20 w 24"/>
                  <a:gd name="T7" fmla="*/ 13 h 21"/>
                  <a:gd name="T8" fmla="*/ 21 w 24"/>
                  <a:gd name="T9" fmla="*/ 15 h 21"/>
                  <a:gd name="T10" fmla="*/ 22 w 24"/>
                  <a:gd name="T11" fmla="*/ 20 h 21"/>
                  <a:gd name="T12" fmla="*/ 17 w 24"/>
                  <a:gd name="T13" fmla="*/ 18 h 21"/>
                  <a:gd name="T14" fmla="*/ 10 w 24"/>
                  <a:gd name="T15" fmla="*/ 18 h 21"/>
                  <a:gd name="T16" fmla="*/ 5 w 24"/>
                  <a:gd name="T17" fmla="*/ 16 h 21"/>
                  <a:gd name="T18" fmla="*/ 3 w 24"/>
                  <a:gd name="T19" fmla="*/ 13 h 21"/>
                  <a:gd name="T20" fmla="*/ 0 w 24"/>
                  <a:gd name="T21" fmla="*/ 10 h 21"/>
                  <a:gd name="T22" fmla="*/ 5 w 24"/>
                  <a:gd name="T23" fmla="*/ 8 h 21"/>
                  <a:gd name="T24" fmla="*/ 10 w 24"/>
                  <a:gd name="T25" fmla="*/ 5 h 21"/>
                  <a:gd name="T26" fmla="*/ 14 w 24"/>
                  <a:gd name="T27" fmla="*/ 0 h 21"/>
                  <a:gd name="T28" fmla="*/ 17 w 24"/>
                  <a:gd name="T29" fmla="*/ 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21">
                    <a:moveTo>
                      <a:pt x="17" y="1"/>
                    </a:moveTo>
                    <a:cubicBezTo>
                      <a:pt x="18" y="2"/>
                      <a:pt x="20" y="3"/>
                      <a:pt x="21" y="4"/>
                    </a:cubicBezTo>
                    <a:cubicBezTo>
                      <a:pt x="22" y="5"/>
                      <a:pt x="24" y="5"/>
                      <a:pt x="24" y="7"/>
                    </a:cubicBezTo>
                    <a:cubicBezTo>
                      <a:pt x="24" y="10"/>
                      <a:pt x="24" y="13"/>
                      <a:pt x="20" y="13"/>
                    </a:cubicBezTo>
                    <a:cubicBezTo>
                      <a:pt x="20" y="14"/>
                      <a:pt x="20" y="14"/>
                      <a:pt x="21" y="15"/>
                    </a:cubicBezTo>
                    <a:cubicBezTo>
                      <a:pt x="22" y="16"/>
                      <a:pt x="24" y="18"/>
                      <a:pt x="22" y="20"/>
                    </a:cubicBezTo>
                    <a:cubicBezTo>
                      <a:pt x="20" y="21"/>
                      <a:pt x="19" y="19"/>
                      <a:pt x="17" y="18"/>
                    </a:cubicBezTo>
                    <a:cubicBezTo>
                      <a:pt x="15" y="17"/>
                      <a:pt x="13" y="15"/>
                      <a:pt x="10" y="18"/>
                    </a:cubicBezTo>
                    <a:cubicBezTo>
                      <a:pt x="8" y="19"/>
                      <a:pt x="6" y="18"/>
                      <a:pt x="5" y="16"/>
                    </a:cubicBezTo>
                    <a:cubicBezTo>
                      <a:pt x="4" y="15"/>
                      <a:pt x="3" y="14"/>
                      <a:pt x="3" y="13"/>
                    </a:cubicBezTo>
                    <a:cubicBezTo>
                      <a:pt x="2" y="12"/>
                      <a:pt x="0" y="11"/>
                      <a:pt x="0" y="10"/>
                    </a:cubicBezTo>
                    <a:cubicBezTo>
                      <a:pt x="1" y="8"/>
                      <a:pt x="3" y="8"/>
                      <a:pt x="5" y="8"/>
                    </a:cubicBezTo>
                    <a:cubicBezTo>
                      <a:pt x="8" y="9"/>
                      <a:pt x="9" y="8"/>
                      <a:pt x="10" y="5"/>
                    </a:cubicBezTo>
                    <a:cubicBezTo>
                      <a:pt x="11" y="4"/>
                      <a:pt x="13" y="2"/>
                      <a:pt x="14" y="0"/>
                    </a:cubicBezTo>
                    <a:cubicBezTo>
                      <a:pt x="15" y="0"/>
                      <a:pt x="16" y="0"/>
                      <a:pt x="17" y="1"/>
                    </a:cubicBezTo>
                    <a:close/>
                  </a:path>
                </a:pathLst>
              </a:custGeom>
              <a:solidFill>
                <a:srgbClr val="FE7B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0" name="Freeform 1023"/>
              <p:cNvSpPr/>
              <p:nvPr/>
            </p:nvSpPr>
            <p:spPr bwMode="auto">
              <a:xfrm>
                <a:off x="1212" y="2597"/>
                <a:ext cx="66" cy="50"/>
              </a:xfrm>
              <a:custGeom>
                <a:avLst/>
                <a:gdLst>
                  <a:gd name="T0" fmla="*/ 1 w 28"/>
                  <a:gd name="T1" fmla="*/ 18 h 21"/>
                  <a:gd name="T2" fmla="*/ 0 w 28"/>
                  <a:gd name="T3" fmla="*/ 17 h 21"/>
                  <a:gd name="T4" fmla="*/ 2 w 28"/>
                  <a:gd name="T5" fmla="*/ 13 h 21"/>
                  <a:gd name="T6" fmla="*/ 18 w 28"/>
                  <a:gd name="T7" fmla="*/ 1 h 21"/>
                  <a:gd name="T8" fmla="*/ 19 w 28"/>
                  <a:gd name="T9" fmla="*/ 1 h 21"/>
                  <a:gd name="T10" fmla="*/ 26 w 28"/>
                  <a:gd name="T11" fmla="*/ 3 h 21"/>
                  <a:gd name="T12" fmla="*/ 22 w 28"/>
                  <a:gd name="T13" fmla="*/ 10 h 21"/>
                  <a:gd name="T14" fmla="*/ 19 w 28"/>
                  <a:gd name="T15" fmla="*/ 11 h 21"/>
                  <a:gd name="T16" fmla="*/ 14 w 28"/>
                  <a:gd name="T17" fmla="*/ 14 h 21"/>
                  <a:gd name="T18" fmla="*/ 3 w 28"/>
                  <a:gd name="T19" fmla="*/ 21 h 21"/>
                  <a:gd name="T20" fmla="*/ 1 w 28"/>
                  <a:gd name="T21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21">
                    <a:moveTo>
                      <a:pt x="1" y="18"/>
                    </a:moveTo>
                    <a:cubicBezTo>
                      <a:pt x="1" y="18"/>
                      <a:pt x="1" y="17"/>
                      <a:pt x="0" y="17"/>
                    </a:cubicBezTo>
                    <a:cubicBezTo>
                      <a:pt x="0" y="15"/>
                      <a:pt x="0" y="15"/>
                      <a:pt x="2" y="13"/>
                    </a:cubicBezTo>
                    <a:cubicBezTo>
                      <a:pt x="7" y="9"/>
                      <a:pt x="12" y="5"/>
                      <a:pt x="18" y="1"/>
                    </a:cubicBezTo>
                    <a:cubicBezTo>
                      <a:pt x="18" y="1"/>
                      <a:pt x="18" y="1"/>
                      <a:pt x="19" y="1"/>
                    </a:cubicBezTo>
                    <a:cubicBezTo>
                      <a:pt x="22" y="1"/>
                      <a:pt x="25" y="0"/>
                      <a:pt x="26" y="3"/>
                    </a:cubicBezTo>
                    <a:cubicBezTo>
                      <a:pt x="28" y="6"/>
                      <a:pt x="24" y="8"/>
                      <a:pt x="22" y="10"/>
                    </a:cubicBezTo>
                    <a:cubicBezTo>
                      <a:pt x="21" y="11"/>
                      <a:pt x="19" y="11"/>
                      <a:pt x="19" y="11"/>
                    </a:cubicBezTo>
                    <a:cubicBezTo>
                      <a:pt x="17" y="12"/>
                      <a:pt x="15" y="13"/>
                      <a:pt x="14" y="14"/>
                    </a:cubicBezTo>
                    <a:cubicBezTo>
                      <a:pt x="11" y="17"/>
                      <a:pt x="8" y="21"/>
                      <a:pt x="3" y="21"/>
                    </a:cubicBezTo>
                    <a:cubicBezTo>
                      <a:pt x="3" y="20"/>
                      <a:pt x="3" y="19"/>
                      <a:pt x="1" y="18"/>
                    </a:cubicBezTo>
                    <a:close/>
                  </a:path>
                </a:pathLst>
              </a:custGeom>
              <a:solidFill>
                <a:srgbClr val="C2D8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1" name="Freeform 1024"/>
              <p:cNvSpPr/>
              <p:nvPr/>
            </p:nvSpPr>
            <p:spPr bwMode="auto">
              <a:xfrm>
                <a:off x="984" y="2461"/>
                <a:ext cx="76" cy="64"/>
              </a:xfrm>
              <a:custGeom>
                <a:avLst/>
                <a:gdLst>
                  <a:gd name="T0" fmla="*/ 31 w 32"/>
                  <a:gd name="T1" fmla="*/ 27 h 27"/>
                  <a:gd name="T2" fmla="*/ 17 w 32"/>
                  <a:gd name="T3" fmla="*/ 17 h 27"/>
                  <a:gd name="T4" fmla="*/ 4 w 32"/>
                  <a:gd name="T5" fmla="*/ 8 h 27"/>
                  <a:gd name="T6" fmla="*/ 1 w 32"/>
                  <a:gd name="T7" fmla="*/ 0 h 27"/>
                  <a:gd name="T8" fmla="*/ 16 w 32"/>
                  <a:gd name="T9" fmla="*/ 12 h 27"/>
                  <a:gd name="T10" fmla="*/ 30 w 32"/>
                  <a:gd name="T11" fmla="*/ 23 h 27"/>
                  <a:gd name="T12" fmla="*/ 31 w 32"/>
                  <a:gd name="T1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27">
                    <a:moveTo>
                      <a:pt x="31" y="27"/>
                    </a:moveTo>
                    <a:cubicBezTo>
                      <a:pt x="26" y="25"/>
                      <a:pt x="21" y="21"/>
                      <a:pt x="17" y="17"/>
                    </a:cubicBezTo>
                    <a:cubicBezTo>
                      <a:pt x="13" y="13"/>
                      <a:pt x="9" y="11"/>
                      <a:pt x="4" y="8"/>
                    </a:cubicBezTo>
                    <a:cubicBezTo>
                      <a:pt x="2" y="6"/>
                      <a:pt x="0" y="3"/>
                      <a:pt x="1" y="0"/>
                    </a:cubicBezTo>
                    <a:cubicBezTo>
                      <a:pt x="5" y="5"/>
                      <a:pt x="11" y="8"/>
                      <a:pt x="16" y="12"/>
                    </a:cubicBezTo>
                    <a:cubicBezTo>
                      <a:pt x="20" y="16"/>
                      <a:pt x="26" y="18"/>
                      <a:pt x="30" y="23"/>
                    </a:cubicBezTo>
                    <a:cubicBezTo>
                      <a:pt x="31" y="24"/>
                      <a:pt x="32" y="25"/>
                      <a:pt x="31" y="27"/>
                    </a:cubicBezTo>
                    <a:close/>
                  </a:path>
                </a:pathLst>
              </a:custGeom>
              <a:solidFill>
                <a:srgbClr val="9FC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2" name="Freeform 1025"/>
              <p:cNvSpPr/>
              <p:nvPr/>
            </p:nvSpPr>
            <p:spPr bwMode="auto">
              <a:xfrm>
                <a:off x="1126" y="2618"/>
                <a:ext cx="88" cy="31"/>
              </a:xfrm>
              <a:custGeom>
                <a:avLst/>
                <a:gdLst>
                  <a:gd name="T0" fmla="*/ 18 w 37"/>
                  <a:gd name="T1" fmla="*/ 13 h 13"/>
                  <a:gd name="T2" fmla="*/ 4 w 37"/>
                  <a:gd name="T3" fmla="*/ 12 h 13"/>
                  <a:gd name="T4" fmla="*/ 0 w 37"/>
                  <a:gd name="T5" fmla="*/ 8 h 13"/>
                  <a:gd name="T6" fmla="*/ 0 w 37"/>
                  <a:gd name="T7" fmla="*/ 8 h 13"/>
                  <a:gd name="T8" fmla="*/ 1 w 37"/>
                  <a:gd name="T9" fmla="*/ 8 h 13"/>
                  <a:gd name="T10" fmla="*/ 13 w 37"/>
                  <a:gd name="T11" fmla="*/ 9 h 13"/>
                  <a:gd name="T12" fmla="*/ 24 w 37"/>
                  <a:gd name="T13" fmla="*/ 4 h 13"/>
                  <a:gd name="T14" fmla="*/ 37 w 37"/>
                  <a:gd name="T15" fmla="*/ 3 h 13"/>
                  <a:gd name="T16" fmla="*/ 32 w 37"/>
                  <a:gd name="T17" fmla="*/ 7 h 13"/>
                  <a:gd name="T18" fmla="*/ 20 w 37"/>
                  <a:gd name="T19" fmla="*/ 13 h 13"/>
                  <a:gd name="T20" fmla="*/ 18 w 37"/>
                  <a:gd name="T2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13">
                    <a:moveTo>
                      <a:pt x="18" y="13"/>
                    </a:moveTo>
                    <a:cubicBezTo>
                      <a:pt x="13" y="13"/>
                      <a:pt x="9" y="12"/>
                      <a:pt x="4" y="12"/>
                    </a:cubicBezTo>
                    <a:cubicBezTo>
                      <a:pt x="2" y="12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5" y="9"/>
                      <a:pt x="9" y="9"/>
                      <a:pt x="13" y="9"/>
                    </a:cubicBezTo>
                    <a:cubicBezTo>
                      <a:pt x="17" y="9"/>
                      <a:pt x="21" y="8"/>
                      <a:pt x="24" y="4"/>
                    </a:cubicBezTo>
                    <a:cubicBezTo>
                      <a:pt x="27" y="1"/>
                      <a:pt x="32" y="0"/>
                      <a:pt x="37" y="3"/>
                    </a:cubicBezTo>
                    <a:cubicBezTo>
                      <a:pt x="36" y="5"/>
                      <a:pt x="34" y="6"/>
                      <a:pt x="32" y="7"/>
                    </a:cubicBezTo>
                    <a:cubicBezTo>
                      <a:pt x="28" y="9"/>
                      <a:pt x="24" y="11"/>
                      <a:pt x="20" y="13"/>
                    </a:cubicBezTo>
                    <a:cubicBezTo>
                      <a:pt x="19" y="13"/>
                      <a:pt x="19" y="13"/>
                      <a:pt x="18" y="13"/>
                    </a:cubicBezTo>
                    <a:close/>
                  </a:path>
                </a:pathLst>
              </a:custGeom>
              <a:solidFill>
                <a:srgbClr val="F9F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3" name="Freeform 1026"/>
              <p:cNvSpPr/>
              <p:nvPr/>
            </p:nvSpPr>
            <p:spPr bwMode="auto">
              <a:xfrm>
                <a:off x="1174" y="2599"/>
                <a:ext cx="80" cy="50"/>
              </a:xfrm>
              <a:custGeom>
                <a:avLst/>
                <a:gdLst>
                  <a:gd name="T0" fmla="*/ 0 w 34"/>
                  <a:gd name="T1" fmla="*/ 21 h 21"/>
                  <a:gd name="T2" fmla="*/ 11 w 34"/>
                  <a:gd name="T3" fmla="*/ 14 h 21"/>
                  <a:gd name="T4" fmla="*/ 16 w 34"/>
                  <a:gd name="T5" fmla="*/ 11 h 21"/>
                  <a:gd name="T6" fmla="*/ 27 w 34"/>
                  <a:gd name="T7" fmla="*/ 3 h 21"/>
                  <a:gd name="T8" fmla="*/ 31 w 34"/>
                  <a:gd name="T9" fmla="*/ 1 h 21"/>
                  <a:gd name="T10" fmla="*/ 34 w 34"/>
                  <a:gd name="T11" fmla="*/ 1 h 21"/>
                  <a:gd name="T12" fmla="*/ 19 w 34"/>
                  <a:gd name="T13" fmla="*/ 13 h 21"/>
                  <a:gd name="T14" fmla="*/ 16 w 34"/>
                  <a:gd name="T15" fmla="*/ 16 h 21"/>
                  <a:gd name="T16" fmla="*/ 4 w 34"/>
                  <a:gd name="T17" fmla="*/ 21 h 21"/>
                  <a:gd name="T18" fmla="*/ 0 w 34"/>
                  <a:gd name="T1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" h="21">
                    <a:moveTo>
                      <a:pt x="0" y="21"/>
                    </a:moveTo>
                    <a:cubicBezTo>
                      <a:pt x="3" y="18"/>
                      <a:pt x="7" y="17"/>
                      <a:pt x="11" y="14"/>
                    </a:cubicBezTo>
                    <a:cubicBezTo>
                      <a:pt x="13" y="13"/>
                      <a:pt x="15" y="12"/>
                      <a:pt x="16" y="11"/>
                    </a:cubicBezTo>
                    <a:cubicBezTo>
                      <a:pt x="19" y="7"/>
                      <a:pt x="24" y="7"/>
                      <a:pt x="27" y="3"/>
                    </a:cubicBezTo>
                    <a:cubicBezTo>
                      <a:pt x="28" y="3"/>
                      <a:pt x="29" y="2"/>
                      <a:pt x="31" y="1"/>
                    </a:cubicBezTo>
                    <a:cubicBezTo>
                      <a:pt x="32" y="1"/>
                      <a:pt x="33" y="0"/>
                      <a:pt x="34" y="1"/>
                    </a:cubicBezTo>
                    <a:cubicBezTo>
                      <a:pt x="30" y="6"/>
                      <a:pt x="23" y="9"/>
                      <a:pt x="19" y="13"/>
                    </a:cubicBezTo>
                    <a:cubicBezTo>
                      <a:pt x="18" y="14"/>
                      <a:pt x="16" y="14"/>
                      <a:pt x="16" y="16"/>
                    </a:cubicBezTo>
                    <a:cubicBezTo>
                      <a:pt x="12" y="18"/>
                      <a:pt x="8" y="19"/>
                      <a:pt x="4" y="21"/>
                    </a:cubicBezTo>
                    <a:cubicBezTo>
                      <a:pt x="3" y="21"/>
                      <a:pt x="1" y="21"/>
                      <a:pt x="0" y="21"/>
                    </a:cubicBezTo>
                    <a:close/>
                  </a:path>
                </a:pathLst>
              </a:custGeom>
              <a:solidFill>
                <a:srgbClr val="BED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4" name="Freeform 1027"/>
              <p:cNvSpPr/>
              <p:nvPr/>
            </p:nvSpPr>
            <p:spPr bwMode="auto">
              <a:xfrm>
                <a:off x="1008" y="2445"/>
                <a:ext cx="68" cy="54"/>
              </a:xfrm>
              <a:custGeom>
                <a:avLst/>
                <a:gdLst>
                  <a:gd name="T0" fmla="*/ 0 w 29"/>
                  <a:gd name="T1" fmla="*/ 0 h 23"/>
                  <a:gd name="T2" fmla="*/ 29 w 29"/>
                  <a:gd name="T3" fmla="*/ 23 h 23"/>
                  <a:gd name="T4" fmla="*/ 0 w 29"/>
                  <a:gd name="T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" h="23">
                    <a:moveTo>
                      <a:pt x="0" y="0"/>
                    </a:moveTo>
                    <a:cubicBezTo>
                      <a:pt x="12" y="4"/>
                      <a:pt x="20" y="14"/>
                      <a:pt x="29" y="23"/>
                    </a:cubicBezTo>
                    <a:cubicBezTo>
                      <a:pt x="18" y="17"/>
                      <a:pt x="10" y="7"/>
                      <a:pt x="0" y="0"/>
                    </a:cubicBezTo>
                    <a:close/>
                  </a:path>
                </a:pathLst>
              </a:custGeom>
              <a:solidFill>
                <a:srgbClr val="96BA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5" name="Freeform 1028"/>
              <p:cNvSpPr/>
              <p:nvPr/>
            </p:nvSpPr>
            <p:spPr bwMode="auto">
              <a:xfrm>
                <a:off x="1062" y="2656"/>
                <a:ext cx="48" cy="38"/>
              </a:xfrm>
              <a:custGeom>
                <a:avLst/>
                <a:gdLst>
                  <a:gd name="T0" fmla="*/ 20 w 20"/>
                  <a:gd name="T1" fmla="*/ 15 h 16"/>
                  <a:gd name="T2" fmla="*/ 10 w 20"/>
                  <a:gd name="T3" fmla="*/ 11 h 16"/>
                  <a:gd name="T4" fmla="*/ 5 w 20"/>
                  <a:gd name="T5" fmla="*/ 8 h 16"/>
                  <a:gd name="T6" fmla="*/ 0 w 20"/>
                  <a:gd name="T7" fmla="*/ 0 h 16"/>
                  <a:gd name="T8" fmla="*/ 20 w 20"/>
                  <a:gd name="T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6">
                    <a:moveTo>
                      <a:pt x="20" y="15"/>
                    </a:moveTo>
                    <a:cubicBezTo>
                      <a:pt x="16" y="16"/>
                      <a:pt x="13" y="12"/>
                      <a:pt x="10" y="11"/>
                    </a:cubicBezTo>
                    <a:cubicBezTo>
                      <a:pt x="7" y="12"/>
                      <a:pt x="6" y="10"/>
                      <a:pt x="5" y="8"/>
                    </a:cubicBezTo>
                    <a:cubicBezTo>
                      <a:pt x="4" y="5"/>
                      <a:pt x="0" y="4"/>
                      <a:pt x="0" y="0"/>
                    </a:cubicBezTo>
                    <a:cubicBezTo>
                      <a:pt x="8" y="3"/>
                      <a:pt x="14" y="9"/>
                      <a:pt x="20" y="15"/>
                    </a:cubicBezTo>
                    <a:close/>
                  </a:path>
                </a:pathLst>
              </a:custGeom>
              <a:solidFill>
                <a:srgbClr val="FB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6" name="Freeform 1029"/>
              <p:cNvSpPr/>
              <p:nvPr/>
            </p:nvSpPr>
            <p:spPr bwMode="auto">
              <a:xfrm>
                <a:off x="941" y="2437"/>
                <a:ext cx="38" cy="19"/>
              </a:xfrm>
              <a:custGeom>
                <a:avLst/>
                <a:gdLst>
                  <a:gd name="T0" fmla="*/ 15 w 16"/>
                  <a:gd name="T1" fmla="*/ 8 h 8"/>
                  <a:gd name="T2" fmla="*/ 10 w 16"/>
                  <a:gd name="T3" fmla="*/ 5 h 8"/>
                  <a:gd name="T4" fmla="*/ 5 w 16"/>
                  <a:gd name="T5" fmla="*/ 4 h 8"/>
                  <a:gd name="T6" fmla="*/ 0 w 16"/>
                  <a:gd name="T7" fmla="*/ 0 h 8"/>
                  <a:gd name="T8" fmla="*/ 11 w 16"/>
                  <a:gd name="T9" fmla="*/ 2 h 8"/>
                  <a:gd name="T10" fmla="*/ 16 w 16"/>
                  <a:gd name="T11" fmla="*/ 7 h 8"/>
                  <a:gd name="T12" fmla="*/ 15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5" y="8"/>
                    </a:moveTo>
                    <a:cubicBezTo>
                      <a:pt x="13" y="7"/>
                      <a:pt x="11" y="7"/>
                      <a:pt x="10" y="5"/>
                    </a:cubicBezTo>
                    <a:cubicBezTo>
                      <a:pt x="9" y="4"/>
                      <a:pt x="8" y="3"/>
                      <a:pt x="5" y="4"/>
                    </a:cubicBezTo>
                    <a:cubicBezTo>
                      <a:pt x="1" y="6"/>
                      <a:pt x="2" y="1"/>
                      <a:pt x="0" y="0"/>
                    </a:cubicBezTo>
                    <a:cubicBezTo>
                      <a:pt x="4" y="0"/>
                      <a:pt x="7" y="1"/>
                      <a:pt x="11" y="2"/>
                    </a:cubicBezTo>
                    <a:cubicBezTo>
                      <a:pt x="14" y="2"/>
                      <a:pt x="15" y="5"/>
                      <a:pt x="16" y="7"/>
                    </a:cubicBezTo>
                    <a:cubicBezTo>
                      <a:pt x="16" y="8"/>
                      <a:pt x="16" y="8"/>
                      <a:pt x="15" y="8"/>
                    </a:cubicBezTo>
                    <a:close/>
                  </a:path>
                </a:pathLst>
              </a:custGeom>
              <a:solidFill>
                <a:srgbClr val="9FC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7" name="Freeform 1030"/>
              <p:cNvSpPr/>
              <p:nvPr/>
            </p:nvSpPr>
            <p:spPr bwMode="auto">
              <a:xfrm>
                <a:off x="989" y="2599"/>
                <a:ext cx="45" cy="19"/>
              </a:xfrm>
              <a:custGeom>
                <a:avLst/>
                <a:gdLst>
                  <a:gd name="T0" fmla="*/ 9 w 19"/>
                  <a:gd name="T1" fmla="*/ 7 h 8"/>
                  <a:gd name="T2" fmla="*/ 6 w 19"/>
                  <a:gd name="T3" fmla="*/ 6 h 8"/>
                  <a:gd name="T4" fmla="*/ 0 w 19"/>
                  <a:gd name="T5" fmla="*/ 3 h 8"/>
                  <a:gd name="T6" fmla="*/ 0 w 19"/>
                  <a:gd name="T7" fmla="*/ 1 h 8"/>
                  <a:gd name="T8" fmla="*/ 0 w 19"/>
                  <a:gd name="T9" fmla="*/ 0 h 8"/>
                  <a:gd name="T10" fmla="*/ 19 w 19"/>
                  <a:gd name="T11" fmla="*/ 6 h 8"/>
                  <a:gd name="T12" fmla="*/ 9 w 19"/>
                  <a:gd name="T13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8">
                    <a:moveTo>
                      <a:pt x="9" y="7"/>
                    </a:moveTo>
                    <a:cubicBezTo>
                      <a:pt x="8" y="7"/>
                      <a:pt x="7" y="7"/>
                      <a:pt x="6" y="6"/>
                    </a:cubicBezTo>
                    <a:cubicBezTo>
                      <a:pt x="3" y="6"/>
                      <a:pt x="2" y="4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7" y="2"/>
                      <a:pt x="13" y="5"/>
                      <a:pt x="19" y="6"/>
                    </a:cubicBezTo>
                    <a:cubicBezTo>
                      <a:pt x="16" y="8"/>
                      <a:pt x="12" y="4"/>
                      <a:pt x="9" y="7"/>
                    </a:cubicBezTo>
                    <a:close/>
                  </a:path>
                </a:pathLst>
              </a:custGeom>
              <a:solidFill>
                <a:srgbClr val="ABC9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8" name="Freeform 1031"/>
              <p:cNvSpPr/>
              <p:nvPr/>
            </p:nvSpPr>
            <p:spPr bwMode="auto">
              <a:xfrm>
                <a:off x="1038" y="2639"/>
                <a:ext cx="38" cy="36"/>
              </a:xfrm>
              <a:custGeom>
                <a:avLst/>
                <a:gdLst>
                  <a:gd name="T0" fmla="*/ 10 w 16"/>
                  <a:gd name="T1" fmla="*/ 7 h 15"/>
                  <a:gd name="T2" fmla="*/ 16 w 16"/>
                  <a:gd name="T3" fmla="*/ 15 h 15"/>
                  <a:gd name="T4" fmla="*/ 14 w 16"/>
                  <a:gd name="T5" fmla="*/ 15 h 15"/>
                  <a:gd name="T6" fmla="*/ 0 w 16"/>
                  <a:gd name="T7" fmla="*/ 1 h 15"/>
                  <a:gd name="T8" fmla="*/ 2 w 16"/>
                  <a:gd name="T9" fmla="*/ 1 h 15"/>
                  <a:gd name="T10" fmla="*/ 10 w 16"/>
                  <a:gd name="T11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15">
                    <a:moveTo>
                      <a:pt x="10" y="7"/>
                    </a:moveTo>
                    <a:cubicBezTo>
                      <a:pt x="11" y="10"/>
                      <a:pt x="15" y="11"/>
                      <a:pt x="16" y="15"/>
                    </a:cubicBezTo>
                    <a:cubicBezTo>
                      <a:pt x="15" y="15"/>
                      <a:pt x="15" y="15"/>
                      <a:pt x="14" y="15"/>
                    </a:cubicBezTo>
                    <a:cubicBezTo>
                      <a:pt x="8" y="12"/>
                      <a:pt x="3" y="8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4" y="4"/>
                      <a:pt x="8" y="4"/>
                      <a:pt x="10" y="7"/>
                    </a:cubicBezTo>
                    <a:close/>
                  </a:path>
                </a:pathLst>
              </a:custGeom>
              <a:solidFill>
                <a:srgbClr val="FD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79" name="Freeform 1032"/>
              <p:cNvSpPr/>
              <p:nvPr/>
            </p:nvSpPr>
            <p:spPr bwMode="auto">
              <a:xfrm>
                <a:off x="1100" y="2521"/>
                <a:ext cx="14" cy="26"/>
              </a:xfrm>
              <a:custGeom>
                <a:avLst/>
                <a:gdLst>
                  <a:gd name="T0" fmla="*/ 2 w 6"/>
                  <a:gd name="T1" fmla="*/ 0 h 11"/>
                  <a:gd name="T2" fmla="*/ 6 w 6"/>
                  <a:gd name="T3" fmla="*/ 8 h 11"/>
                  <a:gd name="T4" fmla="*/ 2 w 6"/>
                  <a:gd name="T5" fmla="*/ 11 h 11"/>
                  <a:gd name="T6" fmla="*/ 0 w 6"/>
                  <a:gd name="T7" fmla="*/ 8 h 11"/>
                  <a:gd name="T8" fmla="*/ 2 w 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2" y="0"/>
                    </a:moveTo>
                    <a:cubicBezTo>
                      <a:pt x="6" y="2"/>
                      <a:pt x="5" y="5"/>
                      <a:pt x="6" y="8"/>
                    </a:cubicBezTo>
                    <a:cubicBezTo>
                      <a:pt x="6" y="10"/>
                      <a:pt x="4" y="11"/>
                      <a:pt x="2" y="11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1" y="5"/>
                      <a:pt x="2" y="3"/>
                      <a:pt x="2" y="0"/>
                    </a:cubicBezTo>
                    <a:close/>
                  </a:path>
                </a:pathLst>
              </a:custGeom>
              <a:solidFill>
                <a:srgbClr val="91B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0" name="Freeform 1033"/>
              <p:cNvSpPr/>
              <p:nvPr/>
            </p:nvSpPr>
            <p:spPr bwMode="auto">
              <a:xfrm>
                <a:off x="1074" y="2561"/>
                <a:ext cx="19" cy="29"/>
              </a:xfrm>
              <a:custGeom>
                <a:avLst/>
                <a:gdLst>
                  <a:gd name="T0" fmla="*/ 7 w 8"/>
                  <a:gd name="T1" fmla="*/ 12 h 12"/>
                  <a:gd name="T2" fmla="*/ 3 w 8"/>
                  <a:gd name="T3" fmla="*/ 9 h 12"/>
                  <a:gd name="T4" fmla="*/ 2 w 8"/>
                  <a:gd name="T5" fmla="*/ 4 h 12"/>
                  <a:gd name="T6" fmla="*/ 4 w 8"/>
                  <a:gd name="T7" fmla="*/ 0 h 12"/>
                  <a:gd name="T8" fmla="*/ 7 w 8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2">
                    <a:moveTo>
                      <a:pt x="7" y="12"/>
                    </a:moveTo>
                    <a:cubicBezTo>
                      <a:pt x="6" y="11"/>
                      <a:pt x="5" y="9"/>
                      <a:pt x="3" y="9"/>
                    </a:cubicBezTo>
                    <a:cubicBezTo>
                      <a:pt x="0" y="9"/>
                      <a:pt x="0" y="4"/>
                      <a:pt x="2" y="4"/>
                    </a:cubicBezTo>
                    <a:cubicBezTo>
                      <a:pt x="5" y="3"/>
                      <a:pt x="3" y="1"/>
                      <a:pt x="4" y="0"/>
                    </a:cubicBezTo>
                    <a:cubicBezTo>
                      <a:pt x="6" y="4"/>
                      <a:pt x="8" y="8"/>
                      <a:pt x="7" y="12"/>
                    </a:cubicBezTo>
                    <a:close/>
                  </a:path>
                </a:pathLst>
              </a:custGeom>
              <a:solidFill>
                <a:srgbClr val="96BA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1" name="Freeform 1034"/>
              <p:cNvSpPr/>
              <p:nvPr/>
            </p:nvSpPr>
            <p:spPr bwMode="auto">
              <a:xfrm>
                <a:off x="891" y="2328"/>
                <a:ext cx="22" cy="22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3 h 9"/>
                  <a:gd name="T4" fmla="*/ 8 w 9"/>
                  <a:gd name="T5" fmla="*/ 6 h 9"/>
                  <a:gd name="T6" fmla="*/ 2 w 9"/>
                  <a:gd name="T7" fmla="*/ 9 h 9"/>
                  <a:gd name="T8" fmla="*/ 1 w 9"/>
                  <a:gd name="T9" fmla="*/ 7 h 9"/>
                  <a:gd name="T10" fmla="*/ 0 w 9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cubicBezTo>
                      <a:pt x="4" y="1"/>
                      <a:pt x="6" y="2"/>
                      <a:pt x="8" y="3"/>
                    </a:cubicBezTo>
                    <a:cubicBezTo>
                      <a:pt x="9" y="4"/>
                      <a:pt x="9" y="4"/>
                      <a:pt x="8" y="6"/>
                    </a:cubicBezTo>
                    <a:cubicBezTo>
                      <a:pt x="7" y="8"/>
                      <a:pt x="4" y="8"/>
                      <a:pt x="2" y="9"/>
                    </a:cubicBezTo>
                    <a:cubicBezTo>
                      <a:pt x="2" y="9"/>
                      <a:pt x="0" y="8"/>
                      <a:pt x="1" y="7"/>
                    </a:cubicBezTo>
                    <a:cubicBezTo>
                      <a:pt x="4" y="4"/>
                      <a:pt x="2" y="3"/>
                      <a:pt x="0" y="0"/>
                    </a:cubicBezTo>
                    <a:close/>
                  </a:path>
                </a:pathLst>
              </a:custGeom>
              <a:solidFill>
                <a:srgbClr val="BF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2" name="Freeform 1035"/>
              <p:cNvSpPr/>
              <p:nvPr/>
            </p:nvSpPr>
            <p:spPr bwMode="auto">
              <a:xfrm>
                <a:off x="1212" y="2630"/>
                <a:ext cx="33" cy="26"/>
              </a:xfrm>
              <a:custGeom>
                <a:avLst/>
                <a:gdLst>
                  <a:gd name="T0" fmla="*/ 3 w 14"/>
                  <a:gd name="T1" fmla="*/ 7 h 11"/>
                  <a:gd name="T2" fmla="*/ 14 w 14"/>
                  <a:gd name="T3" fmla="*/ 0 h 11"/>
                  <a:gd name="T4" fmla="*/ 0 w 14"/>
                  <a:gd name="T5" fmla="*/ 11 h 11"/>
                  <a:gd name="T6" fmla="*/ 3 w 14"/>
                  <a:gd name="T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1">
                    <a:moveTo>
                      <a:pt x="3" y="7"/>
                    </a:moveTo>
                    <a:cubicBezTo>
                      <a:pt x="7" y="5"/>
                      <a:pt x="10" y="3"/>
                      <a:pt x="14" y="0"/>
                    </a:cubicBezTo>
                    <a:cubicBezTo>
                      <a:pt x="11" y="6"/>
                      <a:pt x="6" y="8"/>
                      <a:pt x="0" y="11"/>
                    </a:cubicBezTo>
                    <a:cubicBezTo>
                      <a:pt x="1" y="9"/>
                      <a:pt x="2" y="8"/>
                      <a:pt x="3" y="7"/>
                    </a:cubicBezTo>
                    <a:close/>
                  </a:path>
                </a:pathLst>
              </a:custGeom>
              <a:solidFill>
                <a:srgbClr val="FDFA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3" name="Freeform 1036"/>
              <p:cNvSpPr/>
              <p:nvPr/>
            </p:nvSpPr>
            <p:spPr bwMode="auto">
              <a:xfrm>
                <a:off x="1019" y="2623"/>
                <a:ext cx="24" cy="19"/>
              </a:xfrm>
              <a:custGeom>
                <a:avLst/>
                <a:gdLst>
                  <a:gd name="T0" fmla="*/ 10 w 10"/>
                  <a:gd name="T1" fmla="*/ 8 h 8"/>
                  <a:gd name="T2" fmla="*/ 8 w 10"/>
                  <a:gd name="T3" fmla="*/ 8 h 8"/>
                  <a:gd name="T4" fmla="*/ 3 w 10"/>
                  <a:gd name="T5" fmla="*/ 3 h 8"/>
                  <a:gd name="T6" fmla="*/ 0 w 10"/>
                  <a:gd name="T7" fmla="*/ 0 h 8"/>
                  <a:gd name="T8" fmla="*/ 10 w 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10" y="8"/>
                    </a:moveTo>
                    <a:cubicBezTo>
                      <a:pt x="10" y="8"/>
                      <a:pt x="9" y="8"/>
                      <a:pt x="8" y="8"/>
                    </a:cubicBezTo>
                    <a:cubicBezTo>
                      <a:pt x="5" y="8"/>
                      <a:pt x="4" y="5"/>
                      <a:pt x="3" y="3"/>
                    </a:cubicBezTo>
                    <a:cubicBezTo>
                      <a:pt x="2" y="2"/>
                      <a:pt x="1" y="1"/>
                      <a:pt x="0" y="0"/>
                    </a:cubicBezTo>
                    <a:cubicBezTo>
                      <a:pt x="5" y="1"/>
                      <a:pt x="7" y="5"/>
                      <a:pt x="10" y="8"/>
                    </a:cubicBezTo>
                    <a:close/>
                  </a:path>
                </a:pathLst>
              </a:custGeom>
              <a:solidFill>
                <a:srgbClr val="F6E6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4" name="Freeform 1037"/>
              <p:cNvSpPr/>
              <p:nvPr/>
            </p:nvSpPr>
            <p:spPr bwMode="auto">
              <a:xfrm>
                <a:off x="898" y="2354"/>
                <a:ext cx="19" cy="22"/>
              </a:xfrm>
              <a:custGeom>
                <a:avLst/>
                <a:gdLst>
                  <a:gd name="T0" fmla="*/ 8 w 8"/>
                  <a:gd name="T1" fmla="*/ 9 h 9"/>
                  <a:gd name="T2" fmla="*/ 0 w 8"/>
                  <a:gd name="T3" fmla="*/ 3 h 9"/>
                  <a:gd name="T4" fmla="*/ 3 w 8"/>
                  <a:gd name="T5" fmla="*/ 0 h 9"/>
                  <a:gd name="T6" fmla="*/ 8 w 8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9">
                    <a:moveTo>
                      <a:pt x="8" y="9"/>
                    </a:moveTo>
                    <a:cubicBezTo>
                      <a:pt x="4" y="7"/>
                      <a:pt x="2" y="5"/>
                      <a:pt x="0" y="3"/>
                    </a:cubicBezTo>
                    <a:cubicBezTo>
                      <a:pt x="2" y="3"/>
                      <a:pt x="1" y="1"/>
                      <a:pt x="3" y="0"/>
                    </a:cubicBezTo>
                    <a:cubicBezTo>
                      <a:pt x="2" y="5"/>
                      <a:pt x="7" y="5"/>
                      <a:pt x="8" y="9"/>
                    </a:cubicBezTo>
                    <a:close/>
                  </a:path>
                </a:pathLst>
              </a:custGeom>
              <a:solidFill>
                <a:srgbClr val="BF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5" name="Freeform 1038"/>
              <p:cNvSpPr/>
              <p:nvPr/>
            </p:nvSpPr>
            <p:spPr bwMode="auto">
              <a:xfrm>
                <a:off x="1129" y="2685"/>
                <a:ext cx="26" cy="16"/>
              </a:xfrm>
              <a:custGeom>
                <a:avLst/>
                <a:gdLst>
                  <a:gd name="T0" fmla="*/ 11 w 11"/>
                  <a:gd name="T1" fmla="*/ 0 h 7"/>
                  <a:gd name="T2" fmla="*/ 0 w 11"/>
                  <a:gd name="T3" fmla="*/ 3 h 7"/>
                  <a:gd name="T4" fmla="*/ 11 w 11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11" y="0"/>
                    </a:moveTo>
                    <a:cubicBezTo>
                      <a:pt x="7" y="2"/>
                      <a:pt x="5" y="7"/>
                      <a:pt x="0" y="3"/>
                    </a:cubicBezTo>
                    <a:cubicBezTo>
                      <a:pt x="4" y="4"/>
                      <a:pt x="7" y="1"/>
                      <a:pt x="11" y="0"/>
                    </a:cubicBezTo>
                    <a:close/>
                  </a:path>
                </a:pathLst>
              </a:custGeom>
              <a:solidFill>
                <a:srgbClr val="EE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6" name="Freeform 1039"/>
              <p:cNvSpPr/>
              <p:nvPr/>
            </p:nvSpPr>
            <p:spPr bwMode="auto">
              <a:xfrm>
                <a:off x="1093" y="2509"/>
                <a:ext cx="10" cy="7"/>
              </a:xfrm>
              <a:custGeom>
                <a:avLst/>
                <a:gdLst>
                  <a:gd name="T0" fmla="*/ 4 w 4"/>
                  <a:gd name="T1" fmla="*/ 2 h 3"/>
                  <a:gd name="T2" fmla="*/ 3 w 4"/>
                  <a:gd name="T3" fmla="*/ 3 h 3"/>
                  <a:gd name="T4" fmla="*/ 0 w 4"/>
                  <a:gd name="T5" fmla="*/ 1 h 3"/>
                  <a:gd name="T6" fmla="*/ 1 w 4"/>
                  <a:gd name="T7" fmla="*/ 0 h 3"/>
                  <a:gd name="T8" fmla="*/ 4 w 4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2"/>
                    </a:moveTo>
                    <a:cubicBezTo>
                      <a:pt x="4" y="3"/>
                      <a:pt x="3" y="3"/>
                      <a:pt x="3" y="3"/>
                    </a:cubicBezTo>
                    <a:cubicBezTo>
                      <a:pt x="2" y="3"/>
                      <a:pt x="1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3" y="1"/>
                      <a:pt x="4" y="2"/>
                    </a:cubicBezTo>
                    <a:close/>
                  </a:path>
                </a:pathLst>
              </a:custGeom>
              <a:solidFill>
                <a:srgbClr val="D8E6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7" name="Freeform 1040"/>
              <p:cNvSpPr/>
              <p:nvPr/>
            </p:nvSpPr>
            <p:spPr bwMode="auto">
              <a:xfrm>
                <a:off x="977" y="2454"/>
                <a:ext cx="9" cy="10"/>
              </a:xfrm>
              <a:custGeom>
                <a:avLst/>
                <a:gdLst>
                  <a:gd name="T0" fmla="*/ 0 w 4"/>
                  <a:gd name="T1" fmla="*/ 1 h 4"/>
                  <a:gd name="T2" fmla="*/ 1 w 4"/>
                  <a:gd name="T3" fmla="*/ 0 h 4"/>
                  <a:gd name="T4" fmla="*/ 4 w 4"/>
                  <a:gd name="T5" fmla="*/ 3 h 4"/>
                  <a:gd name="T6" fmla="*/ 0 w 4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2" y="2"/>
                      <a:pt x="4" y="1"/>
                      <a:pt x="4" y="3"/>
                    </a:cubicBezTo>
                    <a:cubicBezTo>
                      <a:pt x="3" y="3"/>
                      <a:pt x="1" y="4"/>
                      <a:pt x="0" y="1"/>
                    </a:cubicBezTo>
                    <a:close/>
                  </a:path>
                </a:pathLst>
              </a:custGeom>
              <a:solidFill>
                <a:srgbClr val="9FC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8" name="Freeform 1041"/>
              <p:cNvSpPr/>
              <p:nvPr/>
            </p:nvSpPr>
            <p:spPr bwMode="auto">
              <a:xfrm>
                <a:off x="858" y="2333"/>
                <a:ext cx="5" cy="9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3"/>
                      <a:pt x="1" y="4"/>
                      <a:pt x="0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BF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89" name="Freeform 1042"/>
              <p:cNvSpPr/>
              <p:nvPr/>
            </p:nvSpPr>
            <p:spPr bwMode="auto">
              <a:xfrm>
                <a:off x="1017" y="2433"/>
                <a:ext cx="10" cy="4"/>
              </a:xfrm>
              <a:custGeom>
                <a:avLst/>
                <a:gdLst>
                  <a:gd name="T0" fmla="*/ 0 w 4"/>
                  <a:gd name="T1" fmla="*/ 1 h 2"/>
                  <a:gd name="T2" fmla="*/ 4 w 4"/>
                  <a:gd name="T3" fmla="*/ 0 h 2"/>
                  <a:gd name="T4" fmla="*/ 0 w 4"/>
                  <a:gd name="T5" fmla="*/ 2 h 2"/>
                  <a:gd name="T6" fmla="*/ 0 w 4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1" y="1"/>
                      <a:pt x="2" y="0"/>
                      <a:pt x="4" y="0"/>
                    </a:cubicBezTo>
                    <a:cubicBezTo>
                      <a:pt x="3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0" name="Freeform 1043"/>
              <p:cNvSpPr/>
              <p:nvPr/>
            </p:nvSpPr>
            <p:spPr bwMode="auto">
              <a:xfrm>
                <a:off x="1062" y="2530"/>
                <a:ext cx="7" cy="10"/>
              </a:xfrm>
              <a:custGeom>
                <a:avLst/>
                <a:gdLst>
                  <a:gd name="T0" fmla="*/ 3 w 3"/>
                  <a:gd name="T1" fmla="*/ 4 h 4"/>
                  <a:gd name="T2" fmla="*/ 1 w 3"/>
                  <a:gd name="T3" fmla="*/ 0 h 4"/>
                  <a:gd name="T4" fmla="*/ 3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1" y="3"/>
                      <a:pt x="0" y="2"/>
                      <a:pt x="1" y="0"/>
                    </a:cubicBezTo>
                    <a:cubicBezTo>
                      <a:pt x="2" y="1"/>
                      <a:pt x="3" y="2"/>
                      <a:pt x="3" y="4"/>
                    </a:cubicBezTo>
                    <a:close/>
                  </a:path>
                </a:pathLst>
              </a:custGeom>
              <a:solidFill>
                <a:srgbClr val="9FC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1" name="Freeform 1044"/>
              <p:cNvSpPr/>
              <p:nvPr/>
            </p:nvSpPr>
            <p:spPr bwMode="auto">
              <a:xfrm>
                <a:off x="891" y="2352"/>
                <a:ext cx="7" cy="9"/>
              </a:xfrm>
              <a:custGeom>
                <a:avLst/>
                <a:gdLst>
                  <a:gd name="T0" fmla="*/ 3 w 3"/>
                  <a:gd name="T1" fmla="*/ 4 h 4"/>
                  <a:gd name="T2" fmla="*/ 0 w 3"/>
                  <a:gd name="T3" fmla="*/ 0 h 4"/>
                  <a:gd name="T4" fmla="*/ 3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1" y="3"/>
                      <a:pt x="0" y="2"/>
                      <a:pt x="0" y="0"/>
                    </a:cubicBezTo>
                    <a:cubicBezTo>
                      <a:pt x="2" y="1"/>
                      <a:pt x="3" y="2"/>
                      <a:pt x="3" y="4"/>
                    </a:cubicBezTo>
                    <a:close/>
                  </a:path>
                </a:pathLst>
              </a:custGeom>
              <a:solidFill>
                <a:srgbClr val="BF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2" name="Freeform 1045"/>
              <p:cNvSpPr/>
              <p:nvPr/>
            </p:nvSpPr>
            <p:spPr bwMode="auto">
              <a:xfrm>
                <a:off x="989" y="2017"/>
                <a:ext cx="114" cy="278"/>
              </a:xfrm>
              <a:custGeom>
                <a:avLst/>
                <a:gdLst>
                  <a:gd name="T0" fmla="*/ 15 w 48"/>
                  <a:gd name="T1" fmla="*/ 109 h 117"/>
                  <a:gd name="T2" fmla="*/ 0 w 48"/>
                  <a:gd name="T3" fmla="*/ 114 h 117"/>
                  <a:gd name="T4" fmla="*/ 3 w 48"/>
                  <a:gd name="T5" fmla="*/ 99 h 117"/>
                  <a:gd name="T6" fmla="*/ 3 w 48"/>
                  <a:gd name="T7" fmla="*/ 97 h 117"/>
                  <a:gd name="T8" fmla="*/ 4 w 48"/>
                  <a:gd name="T9" fmla="*/ 96 h 117"/>
                  <a:gd name="T10" fmla="*/ 6 w 48"/>
                  <a:gd name="T11" fmla="*/ 88 h 117"/>
                  <a:gd name="T12" fmla="*/ 6 w 48"/>
                  <a:gd name="T13" fmla="*/ 87 h 117"/>
                  <a:gd name="T14" fmla="*/ 8 w 48"/>
                  <a:gd name="T15" fmla="*/ 77 h 117"/>
                  <a:gd name="T16" fmla="*/ 9 w 48"/>
                  <a:gd name="T17" fmla="*/ 75 h 117"/>
                  <a:gd name="T18" fmla="*/ 10 w 48"/>
                  <a:gd name="T19" fmla="*/ 72 h 117"/>
                  <a:gd name="T20" fmla="*/ 11 w 48"/>
                  <a:gd name="T21" fmla="*/ 68 h 117"/>
                  <a:gd name="T22" fmla="*/ 11 w 48"/>
                  <a:gd name="T23" fmla="*/ 66 h 117"/>
                  <a:gd name="T24" fmla="*/ 12 w 48"/>
                  <a:gd name="T25" fmla="*/ 57 h 117"/>
                  <a:gd name="T26" fmla="*/ 14 w 48"/>
                  <a:gd name="T27" fmla="*/ 51 h 117"/>
                  <a:gd name="T28" fmla="*/ 18 w 48"/>
                  <a:gd name="T29" fmla="*/ 37 h 117"/>
                  <a:gd name="T30" fmla="*/ 28 w 48"/>
                  <a:gd name="T31" fmla="*/ 10 h 117"/>
                  <a:gd name="T32" fmla="*/ 36 w 48"/>
                  <a:gd name="T33" fmla="*/ 0 h 117"/>
                  <a:gd name="T34" fmla="*/ 37 w 48"/>
                  <a:gd name="T35" fmla="*/ 0 h 117"/>
                  <a:gd name="T36" fmla="*/ 48 w 48"/>
                  <a:gd name="T37" fmla="*/ 18 h 117"/>
                  <a:gd name="T38" fmla="*/ 46 w 48"/>
                  <a:gd name="T39" fmla="*/ 39 h 117"/>
                  <a:gd name="T40" fmla="*/ 44 w 48"/>
                  <a:gd name="T41" fmla="*/ 47 h 117"/>
                  <a:gd name="T42" fmla="*/ 28 w 48"/>
                  <a:gd name="T43" fmla="*/ 89 h 117"/>
                  <a:gd name="T44" fmla="*/ 23 w 48"/>
                  <a:gd name="T45" fmla="*/ 99 h 117"/>
                  <a:gd name="T46" fmla="*/ 18 w 48"/>
                  <a:gd name="T47" fmla="*/ 107 h 117"/>
                  <a:gd name="T48" fmla="*/ 18 w 48"/>
                  <a:gd name="T49" fmla="*/ 107 h 117"/>
                  <a:gd name="T50" fmla="*/ 16 w 48"/>
                  <a:gd name="T51" fmla="*/ 106 h 117"/>
                  <a:gd name="T52" fmla="*/ 13 w 48"/>
                  <a:gd name="T53" fmla="*/ 105 h 117"/>
                  <a:gd name="T54" fmla="*/ 14 w 48"/>
                  <a:gd name="T55" fmla="*/ 108 h 117"/>
                  <a:gd name="T56" fmla="*/ 15 w 48"/>
                  <a:gd name="T57" fmla="*/ 10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8" h="117">
                    <a:moveTo>
                      <a:pt x="15" y="109"/>
                    </a:moveTo>
                    <a:cubicBezTo>
                      <a:pt x="12" y="114"/>
                      <a:pt x="5" y="117"/>
                      <a:pt x="0" y="114"/>
                    </a:cubicBezTo>
                    <a:cubicBezTo>
                      <a:pt x="0" y="109"/>
                      <a:pt x="2" y="104"/>
                      <a:pt x="3" y="99"/>
                    </a:cubicBezTo>
                    <a:cubicBezTo>
                      <a:pt x="3" y="98"/>
                      <a:pt x="3" y="98"/>
                      <a:pt x="3" y="97"/>
                    </a:cubicBezTo>
                    <a:cubicBezTo>
                      <a:pt x="3" y="97"/>
                      <a:pt x="4" y="96"/>
                      <a:pt x="4" y="96"/>
                    </a:cubicBezTo>
                    <a:cubicBezTo>
                      <a:pt x="3" y="93"/>
                      <a:pt x="4" y="90"/>
                      <a:pt x="6" y="88"/>
                    </a:cubicBezTo>
                    <a:cubicBezTo>
                      <a:pt x="6" y="88"/>
                      <a:pt x="6" y="88"/>
                      <a:pt x="6" y="87"/>
                    </a:cubicBezTo>
                    <a:cubicBezTo>
                      <a:pt x="5" y="84"/>
                      <a:pt x="6" y="80"/>
                      <a:pt x="8" y="77"/>
                    </a:cubicBezTo>
                    <a:cubicBezTo>
                      <a:pt x="8" y="76"/>
                      <a:pt x="9" y="76"/>
                      <a:pt x="9" y="75"/>
                    </a:cubicBezTo>
                    <a:cubicBezTo>
                      <a:pt x="10" y="74"/>
                      <a:pt x="11" y="73"/>
                      <a:pt x="10" y="72"/>
                    </a:cubicBezTo>
                    <a:cubicBezTo>
                      <a:pt x="10" y="71"/>
                      <a:pt x="10" y="69"/>
                      <a:pt x="11" y="68"/>
                    </a:cubicBezTo>
                    <a:cubicBezTo>
                      <a:pt x="11" y="67"/>
                      <a:pt x="11" y="67"/>
                      <a:pt x="11" y="66"/>
                    </a:cubicBezTo>
                    <a:cubicBezTo>
                      <a:pt x="12" y="63"/>
                      <a:pt x="13" y="61"/>
                      <a:pt x="12" y="57"/>
                    </a:cubicBezTo>
                    <a:cubicBezTo>
                      <a:pt x="11" y="55"/>
                      <a:pt x="13" y="53"/>
                      <a:pt x="14" y="51"/>
                    </a:cubicBezTo>
                    <a:cubicBezTo>
                      <a:pt x="15" y="47"/>
                      <a:pt x="15" y="41"/>
                      <a:pt x="18" y="37"/>
                    </a:cubicBezTo>
                    <a:cubicBezTo>
                      <a:pt x="20" y="28"/>
                      <a:pt x="25" y="19"/>
                      <a:pt x="28" y="10"/>
                    </a:cubicBezTo>
                    <a:cubicBezTo>
                      <a:pt x="31" y="7"/>
                      <a:pt x="34" y="4"/>
                      <a:pt x="36" y="0"/>
                    </a:cubicBezTo>
                    <a:cubicBezTo>
                      <a:pt x="36" y="0"/>
                      <a:pt x="36" y="0"/>
                      <a:pt x="37" y="0"/>
                    </a:cubicBezTo>
                    <a:cubicBezTo>
                      <a:pt x="43" y="3"/>
                      <a:pt x="48" y="11"/>
                      <a:pt x="48" y="18"/>
                    </a:cubicBezTo>
                    <a:cubicBezTo>
                      <a:pt x="48" y="25"/>
                      <a:pt x="47" y="32"/>
                      <a:pt x="46" y="39"/>
                    </a:cubicBezTo>
                    <a:cubicBezTo>
                      <a:pt x="46" y="42"/>
                      <a:pt x="44" y="44"/>
                      <a:pt x="44" y="47"/>
                    </a:cubicBezTo>
                    <a:cubicBezTo>
                      <a:pt x="40" y="62"/>
                      <a:pt x="33" y="75"/>
                      <a:pt x="28" y="89"/>
                    </a:cubicBezTo>
                    <a:cubicBezTo>
                      <a:pt x="28" y="93"/>
                      <a:pt x="25" y="96"/>
                      <a:pt x="23" y="99"/>
                    </a:cubicBezTo>
                    <a:cubicBezTo>
                      <a:pt x="20" y="101"/>
                      <a:pt x="19" y="104"/>
                      <a:pt x="18" y="107"/>
                    </a:cubicBezTo>
                    <a:cubicBezTo>
                      <a:pt x="18" y="107"/>
                      <a:pt x="18" y="107"/>
                      <a:pt x="18" y="107"/>
                    </a:cubicBezTo>
                    <a:cubicBezTo>
                      <a:pt x="17" y="107"/>
                      <a:pt x="16" y="107"/>
                      <a:pt x="16" y="106"/>
                    </a:cubicBezTo>
                    <a:cubicBezTo>
                      <a:pt x="15" y="106"/>
                      <a:pt x="15" y="103"/>
                      <a:pt x="13" y="105"/>
                    </a:cubicBezTo>
                    <a:cubicBezTo>
                      <a:pt x="11" y="107"/>
                      <a:pt x="12" y="108"/>
                      <a:pt x="14" y="108"/>
                    </a:cubicBezTo>
                    <a:cubicBezTo>
                      <a:pt x="14" y="108"/>
                      <a:pt x="15" y="109"/>
                      <a:pt x="15" y="109"/>
                    </a:cubicBezTo>
                    <a:close/>
                  </a:path>
                </a:pathLst>
              </a:custGeom>
              <a:solidFill>
                <a:srgbClr val="9CC4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3" name="Freeform 1046"/>
              <p:cNvSpPr/>
              <p:nvPr/>
            </p:nvSpPr>
            <p:spPr bwMode="auto">
              <a:xfrm>
                <a:off x="841" y="2098"/>
                <a:ext cx="190" cy="95"/>
              </a:xfrm>
              <a:custGeom>
                <a:avLst/>
                <a:gdLst>
                  <a:gd name="T0" fmla="*/ 79 w 80"/>
                  <a:gd name="T1" fmla="*/ 8 h 40"/>
                  <a:gd name="T2" fmla="*/ 76 w 80"/>
                  <a:gd name="T3" fmla="*/ 20 h 40"/>
                  <a:gd name="T4" fmla="*/ 73 w 80"/>
                  <a:gd name="T5" fmla="*/ 32 h 40"/>
                  <a:gd name="T6" fmla="*/ 73 w 80"/>
                  <a:gd name="T7" fmla="*/ 24 h 40"/>
                  <a:gd name="T8" fmla="*/ 68 w 80"/>
                  <a:gd name="T9" fmla="*/ 30 h 40"/>
                  <a:gd name="T10" fmla="*/ 66 w 80"/>
                  <a:gd name="T11" fmla="*/ 27 h 40"/>
                  <a:gd name="T12" fmla="*/ 65 w 80"/>
                  <a:gd name="T13" fmla="*/ 31 h 40"/>
                  <a:gd name="T14" fmla="*/ 70 w 80"/>
                  <a:gd name="T15" fmla="*/ 31 h 40"/>
                  <a:gd name="T16" fmla="*/ 69 w 80"/>
                  <a:gd name="T17" fmla="*/ 35 h 40"/>
                  <a:gd name="T18" fmla="*/ 67 w 80"/>
                  <a:gd name="T19" fmla="*/ 37 h 40"/>
                  <a:gd name="T20" fmla="*/ 59 w 80"/>
                  <a:gd name="T21" fmla="*/ 37 h 40"/>
                  <a:gd name="T22" fmla="*/ 41 w 80"/>
                  <a:gd name="T23" fmla="*/ 37 h 40"/>
                  <a:gd name="T24" fmla="*/ 39 w 80"/>
                  <a:gd name="T25" fmla="*/ 35 h 40"/>
                  <a:gd name="T26" fmla="*/ 37 w 80"/>
                  <a:gd name="T27" fmla="*/ 34 h 40"/>
                  <a:gd name="T28" fmla="*/ 34 w 80"/>
                  <a:gd name="T29" fmla="*/ 32 h 40"/>
                  <a:gd name="T30" fmla="*/ 30 w 80"/>
                  <a:gd name="T31" fmla="*/ 37 h 40"/>
                  <a:gd name="T32" fmla="*/ 21 w 80"/>
                  <a:gd name="T33" fmla="*/ 37 h 40"/>
                  <a:gd name="T34" fmla="*/ 23 w 80"/>
                  <a:gd name="T35" fmla="*/ 39 h 40"/>
                  <a:gd name="T36" fmla="*/ 18 w 80"/>
                  <a:gd name="T37" fmla="*/ 36 h 40"/>
                  <a:gd name="T38" fmla="*/ 16 w 80"/>
                  <a:gd name="T39" fmla="*/ 35 h 40"/>
                  <a:gd name="T40" fmla="*/ 5 w 80"/>
                  <a:gd name="T41" fmla="*/ 37 h 40"/>
                  <a:gd name="T42" fmla="*/ 3 w 80"/>
                  <a:gd name="T43" fmla="*/ 23 h 40"/>
                  <a:gd name="T44" fmla="*/ 5 w 80"/>
                  <a:gd name="T45" fmla="*/ 12 h 40"/>
                  <a:gd name="T46" fmla="*/ 7 w 80"/>
                  <a:gd name="T47" fmla="*/ 6 h 40"/>
                  <a:gd name="T48" fmla="*/ 15 w 80"/>
                  <a:gd name="T49" fmla="*/ 11 h 40"/>
                  <a:gd name="T50" fmla="*/ 22 w 80"/>
                  <a:gd name="T51" fmla="*/ 11 h 40"/>
                  <a:gd name="T52" fmla="*/ 33 w 80"/>
                  <a:gd name="T53" fmla="*/ 6 h 40"/>
                  <a:gd name="T54" fmla="*/ 35 w 80"/>
                  <a:gd name="T55" fmla="*/ 6 h 40"/>
                  <a:gd name="T56" fmla="*/ 38 w 80"/>
                  <a:gd name="T57" fmla="*/ 2 h 40"/>
                  <a:gd name="T58" fmla="*/ 39 w 80"/>
                  <a:gd name="T59" fmla="*/ 8 h 40"/>
                  <a:gd name="T60" fmla="*/ 47 w 80"/>
                  <a:gd name="T61" fmla="*/ 4 h 40"/>
                  <a:gd name="T62" fmla="*/ 57 w 80"/>
                  <a:gd name="T63" fmla="*/ 2 h 40"/>
                  <a:gd name="T64" fmla="*/ 70 w 80"/>
                  <a:gd name="T65" fmla="*/ 3 h 40"/>
                  <a:gd name="T66" fmla="*/ 80 w 80"/>
                  <a:gd name="T67" fmla="*/ 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0" h="40">
                    <a:moveTo>
                      <a:pt x="80" y="3"/>
                    </a:moveTo>
                    <a:cubicBezTo>
                      <a:pt x="79" y="5"/>
                      <a:pt x="78" y="6"/>
                      <a:pt x="79" y="8"/>
                    </a:cubicBezTo>
                    <a:cubicBezTo>
                      <a:pt x="79" y="9"/>
                      <a:pt x="80" y="10"/>
                      <a:pt x="79" y="11"/>
                    </a:cubicBezTo>
                    <a:cubicBezTo>
                      <a:pt x="78" y="14"/>
                      <a:pt x="78" y="18"/>
                      <a:pt x="76" y="20"/>
                    </a:cubicBezTo>
                    <a:cubicBezTo>
                      <a:pt x="74" y="24"/>
                      <a:pt x="75" y="27"/>
                      <a:pt x="75" y="31"/>
                    </a:cubicBezTo>
                    <a:cubicBezTo>
                      <a:pt x="75" y="33"/>
                      <a:pt x="74" y="32"/>
                      <a:pt x="73" y="32"/>
                    </a:cubicBezTo>
                    <a:cubicBezTo>
                      <a:pt x="71" y="30"/>
                      <a:pt x="73" y="29"/>
                      <a:pt x="74" y="28"/>
                    </a:cubicBezTo>
                    <a:cubicBezTo>
                      <a:pt x="74" y="26"/>
                      <a:pt x="74" y="25"/>
                      <a:pt x="73" y="24"/>
                    </a:cubicBezTo>
                    <a:cubicBezTo>
                      <a:pt x="71" y="24"/>
                      <a:pt x="71" y="25"/>
                      <a:pt x="71" y="27"/>
                    </a:cubicBezTo>
                    <a:cubicBezTo>
                      <a:pt x="72" y="29"/>
                      <a:pt x="69" y="29"/>
                      <a:pt x="68" y="30"/>
                    </a:cubicBezTo>
                    <a:cubicBezTo>
                      <a:pt x="66" y="30"/>
                      <a:pt x="68" y="28"/>
                      <a:pt x="67" y="28"/>
                    </a:cubicBezTo>
                    <a:cubicBezTo>
                      <a:pt x="67" y="27"/>
                      <a:pt x="66" y="27"/>
                      <a:pt x="66" y="27"/>
                    </a:cubicBezTo>
                    <a:cubicBezTo>
                      <a:pt x="65" y="27"/>
                      <a:pt x="65" y="28"/>
                      <a:pt x="65" y="28"/>
                    </a:cubicBezTo>
                    <a:cubicBezTo>
                      <a:pt x="64" y="29"/>
                      <a:pt x="64" y="30"/>
                      <a:pt x="65" y="31"/>
                    </a:cubicBezTo>
                    <a:cubicBezTo>
                      <a:pt x="67" y="31"/>
                      <a:pt x="68" y="33"/>
                      <a:pt x="69" y="32"/>
                    </a:cubicBezTo>
                    <a:cubicBezTo>
                      <a:pt x="70" y="32"/>
                      <a:pt x="69" y="30"/>
                      <a:pt x="70" y="31"/>
                    </a:cubicBezTo>
                    <a:cubicBezTo>
                      <a:pt x="71" y="32"/>
                      <a:pt x="71" y="33"/>
                      <a:pt x="70" y="34"/>
                    </a:cubicBezTo>
                    <a:cubicBezTo>
                      <a:pt x="70" y="34"/>
                      <a:pt x="69" y="35"/>
                      <a:pt x="69" y="35"/>
                    </a:cubicBezTo>
                    <a:cubicBezTo>
                      <a:pt x="67" y="34"/>
                      <a:pt x="67" y="32"/>
                      <a:pt x="65" y="33"/>
                    </a:cubicBezTo>
                    <a:cubicBezTo>
                      <a:pt x="65" y="34"/>
                      <a:pt x="67" y="35"/>
                      <a:pt x="67" y="37"/>
                    </a:cubicBezTo>
                    <a:cubicBezTo>
                      <a:pt x="66" y="37"/>
                      <a:pt x="65" y="38"/>
                      <a:pt x="63" y="39"/>
                    </a:cubicBezTo>
                    <a:cubicBezTo>
                      <a:pt x="61" y="40"/>
                      <a:pt x="59" y="38"/>
                      <a:pt x="59" y="37"/>
                    </a:cubicBezTo>
                    <a:cubicBezTo>
                      <a:pt x="61" y="34"/>
                      <a:pt x="58" y="33"/>
                      <a:pt x="58" y="30"/>
                    </a:cubicBezTo>
                    <a:cubicBezTo>
                      <a:pt x="52" y="32"/>
                      <a:pt x="47" y="34"/>
                      <a:pt x="41" y="37"/>
                    </a:cubicBezTo>
                    <a:cubicBezTo>
                      <a:pt x="40" y="35"/>
                      <a:pt x="42" y="34"/>
                      <a:pt x="42" y="33"/>
                    </a:cubicBezTo>
                    <a:cubicBezTo>
                      <a:pt x="40" y="33"/>
                      <a:pt x="39" y="34"/>
                      <a:pt x="39" y="35"/>
                    </a:cubicBezTo>
                    <a:cubicBezTo>
                      <a:pt x="39" y="36"/>
                      <a:pt x="38" y="37"/>
                      <a:pt x="37" y="37"/>
                    </a:cubicBezTo>
                    <a:cubicBezTo>
                      <a:pt x="36" y="36"/>
                      <a:pt x="37" y="35"/>
                      <a:pt x="37" y="34"/>
                    </a:cubicBezTo>
                    <a:cubicBezTo>
                      <a:pt x="37" y="32"/>
                      <a:pt x="41" y="32"/>
                      <a:pt x="39" y="30"/>
                    </a:cubicBezTo>
                    <a:cubicBezTo>
                      <a:pt x="37" y="28"/>
                      <a:pt x="37" y="32"/>
                      <a:pt x="34" y="32"/>
                    </a:cubicBezTo>
                    <a:cubicBezTo>
                      <a:pt x="33" y="33"/>
                      <a:pt x="31" y="33"/>
                      <a:pt x="32" y="35"/>
                    </a:cubicBezTo>
                    <a:cubicBezTo>
                      <a:pt x="33" y="36"/>
                      <a:pt x="30" y="37"/>
                      <a:pt x="30" y="37"/>
                    </a:cubicBezTo>
                    <a:cubicBezTo>
                      <a:pt x="28" y="35"/>
                      <a:pt x="25" y="38"/>
                      <a:pt x="23" y="36"/>
                    </a:cubicBezTo>
                    <a:cubicBezTo>
                      <a:pt x="23" y="35"/>
                      <a:pt x="21" y="36"/>
                      <a:pt x="21" y="37"/>
                    </a:cubicBezTo>
                    <a:cubicBezTo>
                      <a:pt x="20" y="38"/>
                      <a:pt x="22" y="37"/>
                      <a:pt x="22" y="38"/>
                    </a:cubicBezTo>
                    <a:cubicBezTo>
                      <a:pt x="23" y="38"/>
                      <a:pt x="23" y="39"/>
                      <a:pt x="23" y="39"/>
                    </a:cubicBezTo>
                    <a:cubicBezTo>
                      <a:pt x="22" y="39"/>
                      <a:pt x="22" y="40"/>
                      <a:pt x="22" y="40"/>
                    </a:cubicBezTo>
                    <a:cubicBezTo>
                      <a:pt x="20" y="39"/>
                      <a:pt x="18" y="39"/>
                      <a:pt x="18" y="36"/>
                    </a:cubicBezTo>
                    <a:cubicBezTo>
                      <a:pt x="18" y="35"/>
                      <a:pt x="22" y="34"/>
                      <a:pt x="18" y="33"/>
                    </a:cubicBezTo>
                    <a:cubicBezTo>
                      <a:pt x="16" y="33"/>
                      <a:pt x="16" y="34"/>
                      <a:pt x="16" y="35"/>
                    </a:cubicBezTo>
                    <a:cubicBezTo>
                      <a:pt x="14" y="35"/>
                      <a:pt x="15" y="32"/>
                      <a:pt x="13" y="32"/>
                    </a:cubicBezTo>
                    <a:cubicBezTo>
                      <a:pt x="14" y="39"/>
                      <a:pt x="8" y="34"/>
                      <a:pt x="5" y="37"/>
                    </a:cubicBezTo>
                    <a:cubicBezTo>
                      <a:pt x="8" y="33"/>
                      <a:pt x="9" y="30"/>
                      <a:pt x="3" y="28"/>
                    </a:cubicBezTo>
                    <a:cubicBezTo>
                      <a:pt x="0" y="27"/>
                      <a:pt x="2" y="24"/>
                      <a:pt x="3" y="23"/>
                    </a:cubicBezTo>
                    <a:cubicBezTo>
                      <a:pt x="7" y="22"/>
                      <a:pt x="7" y="19"/>
                      <a:pt x="9" y="16"/>
                    </a:cubicBezTo>
                    <a:cubicBezTo>
                      <a:pt x="4" y="17"/>
                      <a:pt x="4" y="15"/>
                      <a:pt x="5" y="12"/>
                    </a:cubicBezTo>
                    <a:cubicBezTo>
                      <a:pt x="4" y="11"/>
                      <a:pt x="3" y="9"/>
                      <a:pt x="5" y="8"/>
                    </a:cubicBezTo>
                    <a:cubicBezTo>
                      <a:pt x="5" y="7"/>
                      <a:pt x="5" y="5"/>
                      <a:pt x="7" y="6"/>
                    </a:cubicBezTo>
                    <a:cubicBezTo>
                      <a:pt x="9" y="7"/>
                      <a:pt x="13" y="4"/>
                      <a:pt x="13" y="5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2"/>
                      <a:pt x="16" y="13"/>
                      <a:pt x="16" y="14"/>
                    </a:cubicBezTo>
                    <a:cubicBezTo>
                      <a:pt x="18" y="10"/>
                      <a:pt x="21" y="12"/>
                      <a:pt x="22" y="11"/>
                    </a:cubicBezTo>
                    <a:cubicBezTo>
                      <a:pt x="26" y="9"/>
                      <a:pt x="28" y="11"/>
                      <a:pt x="30" y="12"/>
                    </a:cubicBezTo>
                    <a:cubicBezTo>
                      <a:pt x="32" y="11"/>
                      <a:pt x="28" y="6"/>
                      <a:pt x="33" y="6"/>
                    </a:cubicBezTo>
                    <a:cubicBezTo>
                      <a:pt x="36" y="7"/>
                      <a:pt x="31" y="9"/>
                      <a:pt x="33" y="11"/>
                    </a:cubicBezTo>
                    <a:cubicBezTo>
                      <a:pt x="35" y="10"/>
                      <a:pt x="36" y="8"/>
                      <a:pt x="35" y="6"/>
                    </a:cubicBezTo>
                    <a:cubicBezTo>
                      <a:pt x="35" y="4"/>
                      <a:pt x="36" y="4"/>
                      <a:pt x="36" y="3"/>
                    </a:cubicBezTo>
                    <a:cubicBezTo>
                      <a:pt x="36" y="1"/>
                      <a:pt x="37" y="2"/>
                      <a:pt x="38" y="2"/>
                    </a:cubicBezTo>
                    <a:cubicBezTo>
                      <a:pt x="40" y="2"/>
                      <a:pt x="39" y="3"/>
                      <a:pt x="39" y="3"/>
                    </a:cubicBezTo>
                    <a:cubicBezTo>
                      <a:pt x="38" y="5"/>
                      <a:pt x="38" y="7"/>
                      <a:pt x="39" y="8"/>
                    </a:cubicBezTo>
                    <a:cubicBezTo>
                      <a:pt x="42" y="9"/>
                      <a:pt x="42" y="6"/>
                      <a:pt x="42" y="6"/>
                    </a:cubicBezTo>
                    <a:cubicBezTo>
                      <a:pt x="44" y="6"/>
                      <a:pt x="44" y="2"/>
                      <a:pt x="47" y="4"/>
                    </a:cubicBezTo>
                    <a:cubicBezTo>
                      <a:pt x="50" y="9"/>
                      <a:pt x="51" y="6"/>
                      <a:pt x="52" y="2"/>
                    </a:cubicBezTo>
                    <a:cubicBezTo>
                      <a:pt x="53" y="3"/>
                      <a:pt x="55" y="5"/>
                      <a:pt x="57" y="2"/>
                    </a:cubicBezTo>
                    <a:cubicBezTo>
                      <a:pt x="58" y="0"/>
                      <a:pt x="62" y="2"/>
                      <a:pt x="62" y="3"/>
                    </a:cubicBezTo>
                    <a:cubicBezTo>
                      <a:pt x="64" y="8"/>
                      <a:pt x="68" y="4"/>
                      <a:pt x="70" y="3"/>
                    </a:cubicBezTo>
                    <a:cubicBezTo>
                      <a:pt x="73" y="2"/>
                      <a:pt x="75" y="0"/>
                      <a:pt x="77" y="3"/>
                    </a:cubicBezTo>
                    <a:cubicBezTo>
                      <a:pt x="78" y="3"/>
                      <a:pt x="79" y="3"/>
                      <a:pt x="80" y="3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4" name="Freeform 1047"/>
              <p:cNvSpPr/>
              <p:nvPr/>
            </p:nvSpPr>
            <p:spPr bwMode="auto">
              <a:xfrm>
                <a:off x="775" y="2083"/>
                <a:ext cx="81" cy="46"/>
              </a:xfrm>
              <a:custGeom>
                <a:avLst/>
                <a:gdLst>
                  <a:gd name="T0" fmla="*/ 33 w 34"/>
                  <a:gd name="T1" fmla="*/ 14 h 19"/>
                  <a:gd name="T2" fmla="*/ 33 w 34"/>
                  <a:gd name="T3" fmla="*/ 18 h 19"/>
                  <a:gd name="T4" fmla="*/ 30 w 34"/>
                  <a:gd name="T5" fmla="*/ 17 h 19"/>
                  <a:gd name="T6" fmla="*/ 24 w 34"/>
                  <a:gd name="T7" fmla="*/ 16 h 19"/>
                  <a:gd name="T8" fmla="*/ 22 w 34"/>
                  <a:gd name="T9" fmla="*/ 14 h 19"/>
                  <a:gd name="T10" fmla="*/ 22 w 34"/>
                  <a:gd name="T11" fmla="*/ 14 h 19"/>
                  <a:gd name="T12" fmla="*/ 22 w 34"/>
                  <a:gd name="T13" fmla="*/ 14 h 19"/>
                  <a:gd name="T14" fmla="*/ 17 w 34"/>
                  <a:gd name="T15" fmla="*/ 14 h 19"/>
                  <a:gd name="T16" fmla="*/ 15 w 34"/>
                  <a:gd name="T17" fmla="*/ 17 h 19"/>
                  <a:gd name="T18" fmla="*/ 15 w 34"/>
                  <a:gd name="T19" fmla="*/ 17 h 19"/>
                  <a:gd name="T20" fmla="*/ 10 w 34"/>
                  <a:gd name="T21" fmla="*/ 17 h 19"/>
                  <a:gd name="T22" fmla="*/ 13 w 34"/>
                  <a:gd name="T23" fmla="*/ 15 h 19"/>
                  <a:gd name="T24" fmla="*/ 0 w 34"/>
                  <a:gd name="T25" fmla="*/ 14 h 19"/>
                  <a:gd name="T26" fmla="*/ 1 w 34"/>
                  <a:gd name="T27" fmla="*/ 11 h 19"/>
                  <a:gd name="T28" fmla="*/ 19 w 34"/>
                  <a:gd name="T29" fmla="*/ 4 h 19"/>
                  <a:gd name="T30" fmla="*/ 24 w 34"/>
                  <a:gd name="T31" fmla="*/ 3 h 19"/>
                  <a:gd name="T32" fmla="*/ 28 w 34"/>
                  <a:gd name="T33" fmla="*/ 2 h 19"/>
                  <a:gd name="T34" fmla="*/ 29 w 34"/>
                  <a:gd name="T35" fmla="*/ 0 h 19"/>
                  <a:gd name="T36" fmla="*/ 32 w 34"/>
                  <a:gd name="T37" fmla="*/ 10 h 19"/>
                  <a:gd name="T38" fmla="*/ 33 w 34"/>
                  <a:gd name="T3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4" h="19">
                    <a:moveTo>
                      <a:pt x="33" y="14"/>
                    </a:moveTo>
                    <a:cubicBezTo>
                      <a:pt x="32" y="15"/>
                      <a:pt x="34" y="17"/>
                      <a:pt x="33" y="18"/>
                    </a:cubicBezTo>
                    <a:cubicBezTo>
                      <a:pt x="32" y="18"/>
                      <a:pt x="30" y="18"/>
                      <a:pt x="30" y="17"/>
                    </a:cubicBezTo>
                    <a:cubicBezTo>
                      <a:pt x="28" y="13"/>
                      <a:pt x="27" y="13"/>
                      <a:pt x="24" y="16"/>
                    </a:cubicBezTo>
                    <a:cubicBezTo>
                      <a:pt x="22" y="18"/>
                      <a:pt x="23" y="15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0" y="13"/>
                      <a:pt x="19" y="14"/>
                      <a:pt x="17" y="14"/>
                    </a:cubicBezTo>
                    <a:cubicBezTo>
                      <a:pt x="14" y="13"/>
                      <a:pt x="16" y="16"/>
                      <a:pt x="15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4" y="17"/>
                      <a:pt x="12" y="19"/>
                      <a:pt x="10" y="17"/>
                    </a:cubicBezTo>
                    <a:cubicBezTo>
                      <a:pt x="11" y="15"/>
                      <a:pt x="14" y="18"/>
                      <a:pt x="13" y="15"/>
                    </a:cubicBezTo>
                    <a:cubicBezTo>
                      <a:pt x="10" y="14"/>
                      <a:pt x="3" y="13"/>
                      <a:pt x="0" y="14"/>
                    </a:cubicBezTo>
                    <a:cubicBezTo>
                      <a:pt x="0" y="13"/>
                      <a:pt x="1" y="12"/>
                      <a:pt x="1" y="11"/>
                    </a:cubicBezTo>
                    <a:cubicBezTo>
                      <a:pt x="7" y="9"/>
                      <a:pt x="13" y="6"/>
                      <a:pt x="19" y="4"/>
                    </a:cubicBezTo>
                    <a:cubicBezTo>
                      <a:pt x="21" y="3"/>
                      <a:pt x="23" y="3"/>
                      <a:pt x="24" y="3"/>
                    </a:cubicBezTo>
                    <a:cubicBezTo>
                      <a:pt x="26" y="3"/>
                      <a:pt x="27" y="4"/>
                      <a:pt x="28" y="2"/>
                    </a:cubicBezTo>
                    <a:cubicBezTo>
                      <a:pt x="28" y="1"/>
                      <a:pt x="28" y="0"/>
                      <a:pt x="29" y="0"/>
                    </a:cubicBezTo>
                    <a:cubicBezTo>
                      <a:pt x="33" y="1"/>
                      <a:pt x="34" y="5"/>
                      <a:pt x="32" y="10"/>
                    </a:cubicBezTo>
                    <a:cubicBezTo>
                      <a:pt x="30" y="12"/>
                      <a:pt x="32" y="13"/>
                      <a:pt x="33" y="14"/>
                    </a:cubicBezTo>
                    <a:close/>
                  </a:path>
                </a:pathLst>
              </a:custGeom>
              <a:solidFill>
                <a:srgbClr val="C0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5" name="Freeform 1048"/>
              <p:cNvSpPr/>
              <p:nvPr/>
            </p:nvSpPr>
            <p:spPr bwMode="auto">
              <a:xfrm>
                <a:off x="858" y="2207"/>
                <a:ext cx="36" cy="48"/>
              </a:xfrm>
              <a:custGeom>
                <a:avLst/>
                <a:gdLst>
                  <a:gd name="T0" fmla="*/ 4 w 15"/>
                  <a:gd name="T1" fmla="*/ 3 h 20"/>
                  <a:gd name="T2" fmla="*/ 12 w 15"/>
                  <a:gd name="T3" fmla="*/ 4 h 20"/>
                  <a:gd name="T4" fmla="*/ 8 w 15"/>
                  <a:gd name="T5" fmla="*/ 5 h 20"/>
                  <a:gd name="T6" fmla="*/ 10 w 15"/>
                  <a:gd name="T7" fmla="*/ 9 h 20"/>
                  <a:gd name="T8" fmla="*/ 11 w 15"/>
                  <a:gd name="T9" fmla="*/ 18 h 20"/>
                  <a:gd name="T10" fmla="*/ 11 w 15"/>
                  <a:gd name="T11" fmla="*/ 20 h 20"/>
                  <a:gd name="T12" fmla="*/ 11 w 15"/>
                  <a:gd name="T13" fmla="*/ 20 h 20"/>
                  <a:gd name="T14" fmla="*/ 10 w 15"/>
                  <a:gd name="T15" fmla="*/ 20 h 20"/>
                  <a:gd name="T16" fmla="*/ 9 w 15"/>
                  <a:gd name="T17" fmla="*/ 20 h 20"/>
                  <a:gd name="T18" fmla="*/ 11 w 15"/>
                  <a:gd name="T19" fmla="*/ 16 h 20"/>
                  <a:gd name="T20" fmla="*/ 12 w 15"/>
                  <a:gd name="T21" fmla="*/ 12 h 20"/>
                  <a:gd name="T22" fmla="*/ 8 w 15"/>
                  <a:gd name="T23" fmla="*/ 12 h 20"/>
                  <a:gd name="T24" fmla="*/ 4 w 15"/>
                  <a:gd name="T25" fmla="*/ 13 h 20"/>
                  <a:gd name="T26" fmla="*/ 5 w 15"/>
                  <a:gd name="T27" fmla="*/ 10 h 20"/>
                  <a:gd name="T28" fmla="*/ 3 w 15"/>
                  <a:gd name="T29" fmla="*/ 5 h 20"/>
                  <a:gd name="T30" fmla="*/ 1 w 15"/>
                  <a:gd name="T31" fmla="*/ 2 h 20"/>
                  <a:gd name="T32" fmla="*/ 4 w 15"/>
                  <a:gd name="T33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20">
                    <a:moveTo>
                      <a:pt x="4" y="3"/>
                    </a:moveTo>
                    <a:cubicBezTo>
                      <a:pt x="7" y="1"/>
                      <a:pt x="9" y="1"/>
                      <a:pt x="12" y="4"/>
                    </a:cubicBezTo>
                    <a:cubicBezTo>
                      <a:pt x="10" y="5"/>
                      <a:pt x="8" y="2"/>
                      <a:pt x="8" y="5"/>
                    </a:cubicBezTo>
                    <a:cubicBezTo>
                      <a:pt x="7" y="7"/>
                      <a:pt x="9" y="8"/>
                      <a:pt x="10" y="9"/>
                    </a:cubicBezTo>
                    <a:cubicBezTo>
                      <a:pt x="15" y="13"/>
                      <a:pt x="15" y="14"/>
                      <a:pt x="11" y="18"/>
                    </a:cubicBezTo>
                    <a:cubicBezTo>
                      <a:pt x="11" y="19"/>
                      <a:pt x="11" y="19"/>
                      <a:pt x="11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9" y="18"/>
                      <a:pt x="9" y="17"/>
                      <a:pt x="11" y="16"/>
                    </a:cubicBezTo>
                    <a:cubicBezTo>
                      <a:pt x="12" y="15"/>
                      <a:pt x="12" y="14"/>
                      <a:pt x="12" y="12"/>
                    </a:cubicBezTo>
                    <a:cubicBezTo>
                      <a:pt x="11" y="11"/>
                      <a:pt x="9" y="12"/>
                      <a:pt x="8" y="12"/>
                    </a:cubicBezTo>
                    <a:cubicBezTo>
                      <a:pt x="7" y="13"/>
                      <a:pt x="6" y="15"/>
                      <a:pt x="4" y="13"/>
                    </a:cubicBezTo>
                    <a:cubicBezTo>
                      <a:pt x="3" y="12"/>
                      <a:pt x="4" y="10"/>
                      <a:pt x="5" y="10"/>
                    </a:cubicBezTo>
                    <a:cubicBezTo>
                      <a:pt x="7" y="7"/>
                      <a:pt x="5" y="6"/>
                      <a:pt x="3" y="5"/>
                    </a:cubicBezTo>
                    <a:cubicBezTo>
                      <a:pt x="2" y="5"/>
                      <a:pt x="0" y="5"/>
                      <a:pt x="1" y="2"/>
                    </a:cubicBezTo>
                    <a:cubicBezTo>
                      <a:pt x="2" y="0"/>
                      <a:pt x="3" y="3"/>
                      <a:pt x="4" y="3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6" name="Freeform 1049"/>
              <p:cNvSpPr/>
              <p:nvPr/>
            </p:nvSpPr>
            <p:spPr bwMode="auto">
              <a:xfrm>
                <a:off x="872" y="2255"/>
                <a:ext cx="29" cy="42"/>
              </a:xfrm>
              <a:custGeom>
                <a:avLst/>
                <a:gdLst>
                  <a:gd name="T0" fmla="*/ 9 w 12"/>
                  <a:gd name="T1" fmla="*/ 4 h 18"/>
                  <a:gd name="T2" fmla="*/ 9 w 12"/>
                  <a:gd name="T3" fmla="*/ 11 h 18"/>
                  <a:gd name="T4" fmla="*/ 4 w 12"/>
                  <a:gd name="T5" fmla="*/ 10 h 18"/>
                  <a:gd name="T6" fmla="*/ 9 w 12"/>
                  <a:gd name="T7" fmla="*/ 14 h 18"/>
                  <a:gd name="T8" fmla="*/ 12 w 12"/>
                  <a:gd name="T9" fmla="*/ 16 h 18"/>
                  <a:gd name="T10" fmla="*/ 8 w 12"/>
                  <a:gd name="T11" fmla="*/ 17 h 18"/>
                  <a:gd name="T12" fmla="*/ 4 w 12"/>
                  <a:gd name="T13" fmla="*/ 14 h 18"/>
                  <a:gd name="T14" fmla="*/ 0 w 12"/>
                  <a:gd name="T15" fmla="*/ 10 h 18"/>
                  <a:gd name="T16" fmla="*/ 3 w 12"/>
                  <a:gd name="T17" fmla="*/ 4 h 18"/>
                  <a:gd name="T18" fmla="*/ 3 w 12"/>
                  <a:gd name="T19" fmla="*/ 0 h 18"/>
                  <a:gd name="T20" fmla="*/ 5 w 12"/>
                  <a:gd name="T21" fmla="*/ 0 h 18"/>
                  <a:gd name="T22" fmla="*/ 7 w 12"/>
                  <a:gd name="T23" fmla="*/ 1 h 18"/>
                  <a:gd name="T24" fmla="*/ 9 w 12"/>
                  <a:gd name="T25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8">
                    <a:moveTo>
                      <a:pt x="9" y="4"/>
                    </a:moveTo>
                    <a:cubicBezTo>
                      <a:pt x="5" y="6"/>
                      <a:pt x="10" y="9"/>
                      <a:pt x="9" y="11"/>
                    </a:cubicBezTo>
                    <a:cubicBezTo>
                      <a:pt x="7" y="12"/>
                      <a:pt x="6" y="10"/>
                      <a:pt x="4" y="10"/>
                    </a:cubicBezTo>
                    <a:cubicBezTo>
                      <a:pt x="4" y="13"/>
                      <a:pt x="7" y="14"/>
                      <a:pt x="9" y="14"/>
                    </a:cubicBezTo>
                    <a:cubicBezTo>
                      <a:pt x="11" y="14"/>
                      <a:pt x="11" y="15"/>
                      <a:pt x="12" y="16"/>
                    </a:cubicBezTo>
                    <a:cubicBezTo>
                      <a:pt x="11" y="16"/>
                      <a:pt x="9" y="16"/>
                      <a:pt x="8" y="17"/>
                    </a:cubicBezTo>
                    <a:cubicBezTo>
                      <a:pt x="6" y="17"/>
                      <a:pt x="5" y="18"/>
                      <a:pt x="4" y="14"/>
                    </a:cubicBezTo>
                    <a:cubicBezTo>
                      <a:pt x="4" y="12"/>
                      <a:pt x="1" y="12"/>
                      <a:pt x="0" y="10"/>
                    </a:cubicBezTo>
                    <a:cubicBezTo>
                      <a:pt x="2" y="9"/>
                      <a:pt x="4" y="7"/>
                      <a:pt x="3" y="4"/>
                    </a:cubicBezTo>
                    <a:cubicBezTo>
                      <a:pt x="3" y="2"/>
                      <a:pt x="2" y="1"/>
                      <a:pt x="3" y="0"/>
                    </a:cubicBezTo>
                    <a:cubicBezTo>
                      <a:pt x="4" y="0"/>
                      <a:pt x="4" y="2"/>
                      <a:pt x="5" y="0"/>
                    </a:cubicBezTo>
                    <a:cubicBezTo>
                      <a:pt x="6" y="0"/>
                      <a:pt x="6" y="0"/>
                      <a:pt x="7" y="1"/>
                    </a:cubicBezTo>
                    <a:cubicBezTo>
                      <a:pt x="6" y="3"/>
                      <a:pt x="9" y="2"/>
                      <a:pt x="9" y="4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7" name="Freeform 1050"/>
              <p:cNvSpPr/>
              <p:nvPr/>
            </p:nvSpPr>
            <p:spPr bwMode="auto">
              <a:xfrm>
                <a:off x="979" y="2200"/>
                <a:ext cx="29" cy="26"/>
              </a:xfrm>
              <a:custGeom>
                <a:avLst/>
                <a:gdLst>
                  <a:gd name="T0" fmla="*/ 12 w 12"/>
                  <a:gd name="T1" fmla="*/ 0 h 11"/>
                  <a:gd name="T2" fmla="*/ 10 w 12"/>
                  <a:gd name="T3" fmla="*/ 10 h 11"/>
                  <a:gd name="T4" fmla="*/ 0 w 12"/>
                  <a:gd name="T5" fmla="*/ 11 h 11"/>
                  <a:gd name="T6" fmla="*/ 12 w 12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11">
                    <a:moveTo>
                      <a:pt x="12" y="0"/>
                    </a:moveTo>
                    <a:cubicBezTo>
                      <a:pt x="11" y="3"/>
                      <a:pt x="11" y="7"/>
                      <a:pt x="10" y="10"/>
                    </a:cubicBezTo>
                    <a:cubicBezTo>
                      <a:pt x="7" y="11"/>
                      <a:pt x="3" y="10"/>
                      <a:pt x="0" y="11"/>
                    </a:cubicBezTo>
                    <a:cubicBezTo>
                      <a:pt x="3" y="7"/>
                      <a:pt x="7" y="3"/>
                      <a:pt x="12" y="0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8" name="Freeform 1051"/>
              <p:cNvSpPr/>
              <p:nvPr/>
            </p:nvSpPr>
            <p:spPr bwMode="auto">
              <a:xfrm>
                <a:off x="989" y="2226"/>
                <a:ext cx="14" cy="19"/>
              </a:xfrm>
              <a:custGeom>
                <a:avLst/>
                <a:gdLst>
                  <a:gd name="T0" fmla="*/ 6 w 6"/>
                  <a:gd name="T1" fmla="*/ 0 h 8"/>
                  <a:gd name="T2" fmla="*/ 4 w 6"/>
                  <a:gd name="T3" fmla="*/ 8 h 8"/>
                  <a:gd name="T4" fmla="*/ 6 w 6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cubicBezTo>
                      <a:pt x="5" y="3"/>
                      <a:pt x="5" y="5"/>
                      <a:pt x="4" y="8"/>
                    </a:cubicBezTo>
                    <a:cubicBezTo>
                      <a:pt x="0" y="4"/>
                      <a:pt x="1" y="2"/>
                      <a:pt x="6" y="0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399" name="Freeform 1052"/>
              <p:cNvSpPr/>
              <p:nvPr/>
            </p:nvSpPr>
            <p:spPr bwMode="auto">
              <a:xfrm>
                <a:off x="1005" y="2178"/>
                <a:ext cx="14" cy="19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8 h 8"/>
                  <a:gd name="T4" fmla="*/ 2 w 6"/>
                  <a:gd name="T5" fmla="*/ 7 h 8"/>
                  <a:gd name="T6" fmla="*/ 4 w 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cubicBezTo>
                      <a:pt x="4" y="3"/>
                      <a:pt x="3" y="5"/>
                      <a:pt x="6" y="8"/>
                    </a:cubicBezTo>
                    <a:cubicBezTo>
                      <a:pt x="4" y="7"/>
                      <a:pt x="3" y="7"/>
                      <a:pt x="2" y="7"/>
                    </a:cubicBezTo>
                    <a:cubicBezTo>
                      <a:pt x="3" y="5"/>
                      <a:pt x="0" y="1"/>
                      <a:pt x="4" y="0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0" name="Freeform 1053"/>
              <p:cNvSpPr/>
              <p:nvPr/>
            </p:nvSpPr>
            <p:spPr bwMode="auto">
              <a:xfrm>
                <a:off x="955" y="2283"/>
                <a:ext cx="12" cy="7"/>
              </a:xfrm>
              <a:custGeom>
                <a:avLst/>
                <a:gdLst>
                  <a:gd name="T0" fmla="*/ 0 w 5"/>
                  <a:gd name="T1" fmla="*/ 0 h 3"/>
                  <a:gd name="T2" fmla="*/ 5 w 5"/>
                  <a:gd name="T3" fmla="*/ 0 h 3"/>
                  <a:gd name="T4" fmla="*/ 2 w 5"/>
                  <a:gd name="T5" fmla="*/ 3 h 3"/>
                  <a:gd name="T6" fmla="*/ 0 w 5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2" y="0"/>
                      <a:pt x="3" y="0"/>
                      <a:pt x="5" y="0"/>
                    </a:cubicBezTo>
                    <a:cubicBezTo>
                      <a:pt x="4" y="2"/>
                      <a:pt x="3" y="3"/>
                      <a:pt x="2" y="3"/>
                    </a:cubicBezTo>
                    <a:cubicBezTo>
                      <a:pt x="0" y="3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1" name="Freeform 1054"/>
              <p:cNvSpPr/>
              <p:nvPr/>
            </p:nvSpPr>
            <p:spPr bwMode="auto">
              <a:xfrm>
                <a:off x="837" y="2148"/>
                <a:ext cx="9" cy="11"/>
              </a:xfrm>
              <a:custGeom>
                <a:avLst/>
                <a:gdLst>
                  <a:gd name="T0" fmla="*/ 3 w 4"/>
                  <a:gd name="T1" fmla="*/ 5 h 5"/>
                  <a:gd name="T2" fmla="*/ 1 w 4"/>
                  <a:gd name="T3" fmla="*/ 1 h 5"/>
                  <a:gd name="T4" fmla="*/ 2 w 4"/>
                  <a:gd name="T5" fmla="*/ 0 h 5"/>
                  <a:gd name="T6" fmla="*/ 3 w 4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3" y="5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4" y="1"/>
                      <a:pt x="2" y="3"/>
                      <a:pt x="3" y="5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2" name="Freeform 1055"/>
              <p:cNvSpPr/>
              <p:nvPr/>
            </p:nvSpPr>
            <p:spPr bwMode="auto">
              <a:xfrm>
                <a:off x="982" y="2197"/>
                <a:ext cx="7" cy="12"/>
              </a:xfrm>
              <a:custGeom>
                <a:avLst/>
                <a:gdLst>
                  <a:gd name="T0" fmla="*/ 2 w 3"/>
                  <a:gd name="T1" fmla="*/ 0 h 5"/>
                  <a:gd name="T2" fmla="*/ 3 w 3"/>
                  <a:gd name="T3" fmla="*/ 5 h 5"/>
                  <a:gd name="T4" fmla="*/ 2 w 3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5">
                    <a:moveTo>
                      <a:pt x="2" y="0"/>
                    </a:moveTo>
                    <a:cubicBezTo>
                      <a:pt x="3" y="2"/>
                      <a:pt x="3" y="3"/>
                      <a:pt x="3" y="5"/>
                    </a:cubicBezTo>
                    <a:cubicBezTo>
                      <a:pt x="0" y="4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3" name="Freeform 1056"/>
              <p:cNvSpPr/>
              <p:nvPr/>
            </p:nvSpPr>
            <p:spPr bwMode="auto">
              <a:xfrm>
                <a:off x="982" y="2228"/>
                <a:ext cx="7" cy="8"/>
              </a:xfrm>
              <a:custGeom>
                <a:avLst/>
                <a:gdLst>
                  <a:gd name="T0" fmla="*/ 1 w 3"/>
                  <a:gd name="T1" fmla="*/ 0 h 3"/>
                  <a:gd name="T2" fmla="*/ 3 w 3"/>
                  <a:gd name="T3" fmla="*/ 2 h 3"/>
                  <a:gd name="T4" fmla="*/ 2 w 3"/>
                  <a:gd name="T5" fmla="*/ 3 h 3"/>
                  <a:gd name="T6" fmla="*/ 0 w 3"/>
                  <a:gd name="T7" fmla="*/ 2 h 3"/>
                  <a:gd name="T8" fmla="*/ 1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2" y="0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4" name="Freeform 1057"/>
              <p:cNvSpPr/>
              <p:nvPr/>
            </p:nvSpPr>
            <p:spPr bwMode="auto">
              <a:xfrm>
                <a:off x="889" y="2247"/>
                <a:ext cx="9" cy="10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1" y="2"/>
                      <a:pt x="2" y="1"/>
                      <a:pt x="4" y="0"/>
                    </a:cubicBezTo>
                    <a:cubicBezTo>
                      <a:pt x="4" y="3"/>
                      <a:pt x="2" y="4"/>
                      <a:pt x="0" y="4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5" name="Freeform 1058"/>
              <p:cNvSpPr/>
              <p:nvPr/>
            </p:nvSpPr>
            <p:spPr bwMode="auto">
              <a:xfrm>
                <a:off x="898" y="2293"/>
                <a:ext cx="5" cy="9"/>
              </a:xfrm>
              <a:custGeom>
                <a:avLst/>
                <a:gdLst>
                  <a:gd name="T0" fmla="*/ 2 w 2"/>
                  <a:gd name="T1" fmla="*/ 2 h 4"/>
                  <a:gd name="T2" fmla="*/ 1 w 2"/>
                  <a:gd name="T3" fmla="*/ 3 h 4"/>
                  <a:gd name="T4" fmla="*/ 0 w 2"/>
                  <a:gd name="T5" fmla="*/ 2 h 4"/>
                  <a:gd name="T6" fmla="*/ 1 w 2"/>
                  <a:gd name="T7" fmla="*/ 0 h 4"/>
                  <a:gd name="T8" fmla="*/ 2 w 2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2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6" name="Freeform 1059"/>
              <p:cNvSpPr/>
              <p:nvPr/>
            </p:nvSpPr>
            <p:spPr bwMode="auto">
              <a:xfrm>
                <a:off x="986" y="2240"/>
                <a:ext cx="10" cy="12"/>
              </a:xfrm>
              <a:custGeom>
                <a:avLst/>
                <a:gdLst>
                  <a:gd name="T0" fmla="*/ 4 w 4"/>
                  <a:gd name="T1" fmla="*/ 3 h 5"/>
                  <a:gd name="T2" fmla="*/ 4 w 4"/>
                  <a:gd name="T3" fmla="*/ 5 h 5"/>
                  <a:gd name="T4" fmla="*/ 4 w 4"/>
                  <a:gd name="T5" fmla="*/ 5 h 5"/>
                  <a:gd name="T6" fmla="*/ 1 w 4"/>
                  <a:gd name="T7" fmla="*/ 2 h 5"/>
                  <a:gd name="T8" fmla="*/ 4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3"/>
                    </a:moveTo>
                    <a:cubicBezTo>
                      <a:pt x="4" y="4"/>
                      <a:pt x="4" y="4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3" y="4"/>
                      <a:pt x="0" y="5"/>
                      <a:pt x="1" y="2"/>
                    </a:cubicBezTo>
                    <a:cubicBezTo>
                      <a:pt x="2" y="0"/>
                      <a:pt x="3" y="4"/>
                      <a:pt x="4" y="3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7" name="Freeform 1060"/>
              <p:cNvSpPr/>
              <p:nvPr/>
            </p:nvSpPr>
            <p:spPr bwMode="auto">
              <a:xfrm>
                <a:off x="811" y="2124"/>
                <a:ext cx="7" cy="7"/>
              </a:xfrm>
              <a:custGeom>
                <a:avLst/>
                <a:gdLst>
                  <a:gd name="T0" fmla="*/ 0 w 3"/>
                  <a:gd name="T1" fmla="*/ 0 h 3"/>
                  <a:gd name="T2" fmla="*/ 3 w 3"/>
                  <a:gd name="T3" fmla="*/ 2 h 3"/>
                  <a:gd name="T4" fmla="*/ 2 w 3"/>
                  <a:gd name="T5" fmla="*/ 3 h 3"/>
                  <a:gd name="T6" fmla="*/ 0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cubicBezTo>
                      <a:pt x="1" y="0"/>
                      <a:pt x="3" y="0"/>
                      <a:pt x="3" y="2"/>
                    </a:cubicBezTo>
                    <a:cubicBezTo>
                      <a:pt x="3" y="2"/>
                      <a:pt x="2" y="3"/>
                      <a:pt x="2" y="3"/>
                    </a:cubicBezTo>
                    <a:cubicBezTo>
                      <a:pt x="0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C0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8" name="Freeform 1061"/>
              <p:cNvSpPr/>
              <p:nvPr/>
            </p:nvSpPr>
            <p:spPr bwMode="auto">
              <a:xfrm>
                <a:off x="979" y="2243"/>
                <a:ext cx="5" cy="4"/>
              </a:xfrm>
              <a:custGeom>
                <a:avLst/>
                <a:gdLst>
                  <a:gd name="T0" fmla="*/ 2 w 2"/>
                  <a:gd name="T1" fmla="*/ 0 h 2"/>
                  <a:gd name="T2" fmla="*/ 1 w 2"/>
                  <a:gd name="T3" fmla="*/ 1 h 2"/>
                  <a:gd name="T4" fmla="*/ 0 w 2"/>
                  <a:gd name="T5" fmla="*/ 0 h 2"/>
                  <a:gd name="T6" fmla="*/ 1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2"/>
                      <a:pt x="1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09" name="Freeform 1062"/>
              <p:cNvSpPr/>
              <p:nvPr/>
            </p:nvSpPr>
            <p:spPr bwMode="auto">
              <a:xfrm>
                <a:off x="856" y="2433"/>
                <a:ext cx="114" cy="142"/>
              </a:xfrm>
              <a:custGeom>
                <a:avLst/>
                <a:gdLst>
                  <a:gd name="T0" fmla="*/ 21 w 48"/>
                  <a:gd name="T1" fmla="*/ 43 h 60"/>
                  <a:gd name="T2" fmla="*/ 14 w 48"/>
                  <a:gd name="T3" fmla="*/ 35 h 60"/>
                  <a:gd name="T4" fmla="*/ 5 w 48"/>
                  <a:gd name="T5" fmla="*/ 15 h 60"/>
                  <a:gd name="T6" fmla="*/ 0 w 48"/>
                  <a:gd name="T7" fmla="*/ 0 h 60"/>
                  <a:gd name="T8" fmla="*/ 4 w 48"/>
                  <a:gd name="T9" fmla="*/ 7 h 60"/>
                  <a:gd name="T10" fmla="*/ 7 w 48"/>
                  <a:gd name="T11" fmla="*/ 11 h 60"/>
                  <a:gd name="T12" fmla="*/ 8 w 48"/>
                  <a:gd name="T13" fmla="*/ 13 h 60"/>
                  <a:gd name="T14" fmla="*/ 10 w 48"/>
                  <a:gd name="T15" fmla="*/ 20 h 60"/>
                  <a:gd name="T16" fmla="*/ 16 w 48"/>
                  <a:gd name="T17" fmla="*/ 18 h 60"/>
                  <a:gd name="T18" fmla="*/ 14 w 48"/>
                  <a:gd name="T19" fmla="*/ 25 h 60"/>
                  <a:gd name="T20" fmla="*/ 17 w 48"/>
                  <a:gd name="T21" fmla="*/ 31 h 60"/>
                  <a:gd name="T22" fmla="*/ 20 w 48"/>
                  <a:gd name="T23" fmla="*/ 33 h 60"/>
                  <a:gd name="T24" fmla="*/ 26 w 48"/>
                  <a:gd name="T25" fmla="*/ 33 h 60"/>
                  <a:gd name="T26" fmla="*/ 24 w 48"/>
                  <a:gd name="T27" fmla="*/ 37 h 60"/>
                  <a:gd name="T28" fmla="*/ 25 w 48"/>
                  <a:gd name="T29" fmla="*/ 41 h 60"/>
                  <a:gd name="T30" fmla="*/ 29 w 48"/>
                  <a:gd name="T31" fmla="*/ 45 h 60"/>
                  <a:gd name="T32" fmla="*/ 39 w 48"/>
                  <a:gd name="T33" fmla="*/ 56 h 60"/>
                  <a:gd name="T34" fmla="*/ 45 w 48"/>
                  <a:gd name="T35" fmla="*/ 57 h 60"/>
                  <a:gd name="T36" fmla="*/ 45 w 48"/>
                  <a:gd name="T37" fmla="*/ 59 h 60"/>
                  <a:gd name="T38" fmla="*/ 40 w 48"/>
                  <a:gd name="T39" fmla="*/ 59 h 60"/>
                  <a:gd name="T40" fmla="*/ 22 w 48"/>
                  <a:gd name="T41" fmla="*/ 45 h 60"/>
                  <a:gd name="T42" fmla="*/ 21 w 48"/>
                  <a:gd name="T43" fmla="*/ 43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8" h="60">
                    <a:moveTo>
                      <a:pt x="21" y="43"/>
                    </a:moveTo>
                    <a:cubicBezTo>
                      <a:pt x="20" y="39"/>
                      <a:pt x="16" y="39"/>
                      <a:pt x="14" y="35"/>
                    </a:cubicBezTo>
                    <a:cubicBezTo>
                      <a:pt x="12" y="28"/>
                      <a:pt x="7" y="22"/>
                      <a:pt x="5" y="15"/>
                    </a:cubicBezTo>
                    <a:cubicBezTo>
                      <a:pt x="3" y="10"/>
                      <a:pt x="2" y="4"/>
                      <a:pt x="0" y="0"/>
                    </a:cubicBezTo>
                    <a:cubicBezTo>
                      <a:pt x="2" y="2"/>
                      <a:pt x="4" y="3"/>
                      <a:pt x="4" y="7"/>
                    </a:cubicBezTo>
                    <a:cubicBezTo>
                      <a:pt x="4" y="8"/>
                      <a:pt x="4" y="11"/>
                      <a:pt x="7" y="11"/>
                    </a:cubicBezTo>
                    <a:cubicBezTo>
                      <a:pt x="9" y="11"/>
                      <a:pt x="9" y="12"/>
                      <a:pt x="8" y="13"/>
                    </a:cubicBezTo>
                    <a:cubicBezTo>
                      <a:pt x="6" y="16"/>
                      <a:pt x="9" y="18"/>
                      <a:pt x="10" y="20"/>
                    </a:cubicBezTo>
                    <a:cubicBezTo>
                      <a:pt x="11" y="21"/>
                      <a:pt x="13" y="19"/>
                      <a:pt x="16" y="18"/>
                    </a:cubicBezTo>
                    <a:cubicBezTo>
                      <a:pt x="15" y="21"/>
                      <a:pt x="14" y="23"/>
                      <a:pt x="14" y="25"/>
                    </a:cubicBezTo>
                    <a:cubicBezTo>
                      <a:pt x="13" y="28"/>
                      <a:pt x="13" y="31"/>
                      <a:pt x="17" y="31"/>
                    </a:cubicBezTo>
                    <a:cubicBezTo>
                      <a:pt x="19" y="31"/>
                      <a:pt x="19" y="32"/>
                      <a:pt x="20" y="33"/>
                    </a:cubicBezTo>
                    <a:cubicBezTo>
                      <a:pt x="21" y="36"/>
                      <a:pt x="23" y="37"/>
                      <a:pt x="26" y="33"/>
                    </a:cubicBezTo>
                    <a:cubicBezTo>
                      <a:pt x="26" y="35"/>
                      <a:pt x="26" y="36"/>
                      <a:pt x="24" y="37"/>
                    </a:cubicBezTo>
                    <a:cubicBezTo>
                      <a:pt x="19" y="39"/>
                      <a:pt x="22" y="40"/>
                      <a:pt x="25" y="41"/>
                    </a:cubicBezTo>
                    <a:cubicBezTo>
                      <a:pt x="27" y="42"/>
                      <a:pt x="28" y="43"/>
                      <a:pt x="29" y="45"/>
                    </a:cubicBezTo>
                    <a:cubicBezTo>
                      <a:pt x="32" y="50"/>
                      <a:pt x="38" y="50"/>
                      <a:pt x="39" y="56"/>
                    </a:cubicBezTo>
                    <a:cubicBezTo>
                      <a:pt x="39" y="56"/>
                      <a:pt x="43" y="57"/>
                      <a:pt x="45" y="57"/>
                    </a:cubicBezTo>
                    <a:cubicBezTo>
                      <a:pt x="48" y="58"/>
                      <a:pt x="44" y="59"/>
                      <a:pt x="45" y="59"/>
                    </a:cubicBezTo>
                    <a:cubicBezTo>
                      <a:pt x="43" y="60"/>
                      <a:pt x="42" y="59"/>
                      <a:pt x="40" y="59"/>
                    </a:cubicBezTo>
                    <a:cubicBezTo>
                      <a:pt x="33" y="55"/>
                      <a:pt x="28" y="50"/>
                      <a:pt x="22" y="45"/>
                    </a:cubicBezTo>
                    <a:cubicBezTo>
                      <a:pt x="21" y="45"/>
                      <a:pt x="20" y="44"/>
                      <a:pt x="21" y="43"/>
                    </a:cubicBezTo>
                    <a:close/>
                  </a:path>
                </a:pathLst>
              </a:custGeom>
              <a:solidFill>
                <a:srgbClr val="95BA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0" name="Freeform 1063"/>
              <p:cNvSpPr/>
              <p:nvPr/>
            </p:nvSpPr>
            <p:spPr bwMode="auto">
              <a:xfrm>
                <a:off x="967" y="2585"/>
                <a:ext cx="24" cy="19"/>
              </a:xfrm>
              <a:custGeom>
                <a:avLst/>
                <a:gdLst>
                  <a:gd name="T0" fmla="*/ 9 w 10"/>
                  <a:gd name="T1" fmla="*/ 6 h 8"/>
                  <a:gd name="T2" fmla="*/ 9 w 10"/>
                  <a:gd name="T3" fmla="*/ 8 h 8"/>
                  <a:gd name="T4" fmla="*/ 0 w 10"/>
                  <a:gd name="T5" fmla="*/ 0 h 8"/>
                  <a:gd name="T6" fmla="*/ 1 w 10"/>
                  <a:gd name="T7" fmla="*/ 0 h 8"/>
                  <a:gd name="T8" fmla="*/ 8 w 10"/>
                  <a:gd name="T9" fmla="*/ 2 h 8"/>
                  <a:gd name="T10" fmla="*/ 9 w 10"/>
                  <a:gd name="T11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8">
                    <a:moveTo>
                      <a:pt x="9" y="6"/>
                    </a:moveTo>
                    <a:cubicBezTo>
                      <a:pt x="9" y="6"/>
                      <a:pt x="9" y="7"/>
                      <a:pt x="9" y="8"/>
                    </a:cubicBezTo>
                    <a:cubicBezTo>
                      <a:pt x="5" y="7"/>
                      <a:pt x="2" y="5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3" y="0"/>
                      <a:pt x="5" y="2"/>
                      <a:pt x="8" y="2"/>
                    </a:cubicBezTo>
                    <a:cubicBezTo>
                      <a:pt x="10" y="2"/>
                      <a:pt x="9" y="4"/>
                      <a:pt x="9" y="6"/>
                    </a:cubicBezTo>
                    <a:close/>
                  </a:path>
                </a:pathLst>
              </a:custGeom>
              <a:solidFill>
                <a:srgbClr val="B7D0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1" name="Freeform 1064"/>
              <p:cNvSpPr/>
              <p:nvPr/>
            </p:nvSpPr>
            <p:spPr bwMode="auto">
              <a:xfrm>
                <a:off x="951" y="2571"/>
                <a:ext cx="19" cy="14"/>
              </a:xfrm>
              <a:custGeom>
                <a:avLst/>
                <a:gdLst>
                  <a:gd name="T0" fmla="*/ 0 w 8"/>
                  <a:gd name="T1" fmla="*/ 0 h 6"/>
                  <a:gd name="T2" fmla="*/ 5 w 8"/>
                  <a:gd name="T3" fmla="*/ 1 h 6"/>
                  <a:gd name="T4" fmla="*/ 8 w 8"/>
                  <a:gd name="T5" fmla="*/ 6 h 6"/>
                  <a:gd name="T6" fmla="*/ 8 w 8"/>
                  <a:gd name="T7" fmla="*/ 6 h 6"/>
                  <a:gd name="T8" fmla="*/ 0 w 8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cubicBezTo>
                      <a:pt x="2" y="1"/>
                      <a:pt x="3" y="1"/>
                      <a:pt x="5" y="1"/>
                    </a:cubicBezTo>
                    <a:cubicBezTo>
                      <a:pt x="6" y="3"/>
                      <a:pt x="8" y="4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4" y="6"/>
                      <a:pt x="1" y="4"/>
                      <a:pt x="0" y="0"/>
                    </a:cubicBezTo>
                    <a:close/>
                  </a:path>
                </a:pathLst>
              </a:custGeom>
              <a:solidFill>
                <a:srgbClr val="B7D0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2" name="Freeform 1065"/>
              <p:cNvSpPr/>
              <p:nvPr/>
            </p:nvSpPr>
            <p:spPr bwMode="auto">
              <a:xfrm>
                <a:off x="844" y="2378"/>
                <a:ext cx="16" cy="10"/>
              </a:xfrm>
              <a:custGeom>
                <a:avLst/>
                <a:gdLst>
                  <a:gd name="T0" fmla="*/ 2 w 7"/>
                  <a:gd name="T1" fmla="*/ 4 h 4"/>
                  <a:gd name="T2" fmla="*/ 2 w 7"/>
                  <a:gd name="T3" fmla="*/ 0 h 4"/>
                  <a:gd name="T4" fmla="*/ 2 w 7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2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7" y="1"/>
                      <a:pt x="0" y="3"/>
                      <a:pt x="2" y="4"/>
                    </a:cubicBezTo>
                    <a:close/>
                  </a:path>
                </a:pathLst>
              </a:custGeom>
              <a:solidFill>
                <a:srgbClr val="98BC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3" name="Freeform 1066"/>
              <p:cNvSpPr/>
              <p:nvPr/>
            </p:nvSpPr>
            <p:spPr bwMode="auto">
              <a:xfrm>
                <a:off x="820" y="2086"/>
                <a:ext cx="26" cy="7"/>
              </a:xfrm>
              <a:custGeom>
                <a:avLst/>
                <a:gdLst>
                  <a:gd name="T0" fmla="*/ 9 w 11"/>
                  <a:gd name="T1" fmla="*/ 1 h 3"/>
                  <a:gd name="T2" fmla="*/ 11 w 11"/>
                  <a:gd name="T3" fmla="*/ 1 h 3"/>
                  <a:gd name="T4" fmla="*/ 9 w 11"/>
                  <a:gd name="T5" fmla="*/ 3 h 3"/>
                  <a:gd name="T6" fmla="*/ 0 w 11"/>
                  <a:gd name="T7" fmla="*/ 3 h 3"/>
                  <a:gd name="T8" fmla="*/ 4 w 11"/>
                  <a:gd name="T9" fmla="*/ 1 h 3"/>
                  <a:gd name="T10" fmla="*/ 9 w 11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3">
                    <a:moveTo>
                      <a:pt x="9" y="1"/>
                    </a:moveTo>
                    <a:cubicBezTo>
                      <a:pt x="10" y="1"/>
                      <a:pt x="11" y="0"/>
                      <a:pt x="11" y="1"/>
                    </a:cubicBezTo>
                    <a:cubicBezTo>
                      <a:pt x="11" y="2"/>
                      <a:pt x="10" y="3"/>
                      <a:pt x="9" y="3"/>
                    </a:cubicBezTo>
                    <a:cubicBezTo>
                      <a:pt x="6" y="3"/>
                      <a:pt x="3" y="3"/>
                      <a:pt x="0" y="3"/>
                    </a:cubicBezTo>
                    <a:cubicBezTo>
                      <a:pt x="1" y="1"/>
                      <a:pt x="3" y="1"/>
                      <a:pt x="4" y="1"/>
                    </a:cubicBezTo>
                    <a:cubicBezTo>
                      <a:pt x="6" y="2"/>
                      <a:pt x="7" y="2"/>
                      <a:pt x="9" y="1"/>
                    </a:cubicBezTo>
                    <a:close/>
                  </a:path>
                </a:pathLst>
              </a:custGeom>
              <a:solidFill>
                <a:srgbClr val="B3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4" name="Freeform 1067"/>
              <p:cNvSpPr/>
              <p:nvPr/>
            </p:nvSpPr>
            <p:spPr bwMode="auto">
              <a:xfrm>
                <a:off x="787" y="2053"/>
                <a:ext cx="12" cy="9"/>
              </a:xfrm>
              <a:custGeom>
                <a:avLst/>
                <a:gdLst>
                  <a:gd name="T0" fmla="*/ 5 w 5"/>
                  <a:gd name="T1" fmla="*/ 1 h 4"/>
                  <a:gd name="T2" fmla="*/ 0 w 5"/>
                  <a:gd name="T3" fmla="*/ 3 h 4"/>
                  <a:gd name="T4" fmla="*/ 0 w 5"/>
                  <a:gd name="T5" fmla="*/ 2 h 4"/>
                  <a:gd name="T6" fmla="*/ 5 w 5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3" y="4"/>
                      <a:pt x="1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2" y="3"/>
                      <a:pt x="5" y="1"/>
                    </a:cubicBezTo>
                    <a:close/>
                  </a:path>
                </a:pathLst>
              </a:custGeom>
              <a:solidFill>
                <a:srgbClr val="B4C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5" name="Freeform 1068"/>
              <p:cNvSpPr/>
              <p:nvPr/>
            </p:nvSpPr>
            <p:spPr bwMode="auto">
              <a:xfrm>
                <a:off x="682" y="2212"/>
                <a:ext cx="8" cy="4"/>
              </a:xfrm>
              <a:custGeom>
                <a:avLst/>
                <a:gdLst>
                  <a:gd name="T0" fmla="*/ 0 w 3"/>
                  <a:gd name="T1" fmla="*/ 1 h 2"/>
                  <a:gd name="T2" fmla="*/ 3 w 3"/>
                  <a:gd name="T3" fmla="*/ 0 h 2"/>
                  <a:gd name="T4" fmla="*/ 0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2"/>
                      <a:pt x="2" y="2"/>
                      <a:pt x="0" y="1"/>
                    </a:cubicBezTo>
                    <a:close/>
                  </a:path>
                </a:pathLst>
              </a:custGeom>
              <a:solidFill>
                <a:srgbClr val="9CB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6" name="Freeform 1069"/>
              <p:cNvSpPr/>
              <p:nvPr/>
            </p:nvSpPr>
            <p:spPr bwMode="auto">
              <a:xfrm>
                <a:off x="796" y="2435"/>
                <a:ext cx="55" cy="50"/>
              </a:xfrm>
              <a:custGeom>
                <a:avLst/>
                <a:gdLst>
                  <a:gd name="T0" fmla="*/ 13 w 23"/>
                  <a:gd name="T1" fmla="*/ 18 h 21"/>
                  <a:gd name="T2" fmla="*/ 11 w 23"/>
                  <a:gd name="T3" fmla="*/ 15 h 21"/>
                  <a:gd name="T4" fmla="*/ 8 w 23"/>
                  <a:gd name="T5" fmla="*/ 13 h 21"/>
                  <a:gd name="T6" fmla="*/ 6 w 23"/>
                  <a:gd name="T7" fmla="*/ 8 h 21"/>
                  <a:gd name="T8" fmla="*/ 4 w 23"/>
                  <a:gd name="T9" fmla="*/ 4 h 21"/>
                  <a:gd name="T10" fmla="*/ 5 w 23"/>
                  <a:gd name="T11" fmla="*/ 0 h 21"/>
                  <a:gd name="T12" fmla="*/ 5 w 23"/>
                  <a:gd name="T13" fmla="*/ 0 h 21"/>
                  <a:gd name="T14" fmla="*/ 10 w 23"/>
                  <a:gd name="T15" fmla="*/ 1 h 21"/>
                  <a:gd name="T16" fmla="*/ 11 w 23"/>
                  <a:gd name="T17" fmla="*/ 1 h 21"/>
                  <a:gd name="T18" fmla="*/ 17 w 23"/>
                  <a:gd name="T19" fmla="*/ 9 h 21"/>
                  <a:gd name="T20" fmla="*/ 22 w 23"/>
                  <a:gd name="T21" fmla="*/ 14 h 21"/>
                  <a:gd name="T22" fmla="*/ 22 w 23"/>
                  <a:gd name="T23" fmla="*/ 14 h 21"/>
                  <a:gd name="T24" fmla="*/ 20 w 23"/>
                  <a:gd name="T25" fmla="*/ 19 h 21"/>
                  <a:gd name="T26" fmla="*/ 13 w 23"/>
                  <a:gd name="T27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" h="21">
                    <a:moveTo>
                      <a:pt x="13" y="18"/>
                    </a:moveTo>
                    <a:cubicBezTo>
                      <a:pt x="13" y="16"/>
                      <a:pt x="13" y="15"/>
                      <a:pt x="11" y="15"/>
                    </a:cubicBezTo>
                    <a:cubicBezTo>
                      <a:pt x="9" y="15"/>
                      <a:pt x="9" y="13"/>
                      <a:pt x="8" y="13"/>
                    </a:cubicBezTo>
                    <a:cubicBezTo>
                      <a:pt x="6" y="11"/>
                      <a:pt x="8" y="8"/>
                      <a:pt x="6" y="8"/>
                    </a:cubicBezTo>
                    <a:cubicBezTo>
                      <a:pt x="2" y="8"/>
                      <a:pt x="5" y="5"/>
                      <a:pt x="4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7" y="0"/>
                      <a:pt x="9" y="0"/>
                      <a:pt x="10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5"/>
                      <a:pt x="15" y="7"/>
                      <a:pt x="17" y="9"/>
                    </a:cubicBezTo>
                    <a:cubicBezTo>
                      <a:pt x="20" y="9"/>
                      <a:pt x="20" y="12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6"/>
                      <a:pt x="22" y="18"/>
                      <a:pt x="20" y="19"/>
                    </a:cubicBezTo>
                    <a:cubicBezTo>
                      <a:pt x="18" y="19"/>
                      <a:pt x="15" y="21"/>
                      <a:pt x="13" y="18"/>
                    </a:cubicBezTo>
                    <a:close/>
                  </a:path>
                </a:pathLst>
              </a:custGeom>
              <a:solidFill>
                <a:srgbClr val="FED4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7" name="Freeform 1070"/>
              <p:cNvSpPr/>
              <p:nvPr/>
            </p:nvSpPr>
            <p:spPr bwMode="auto">
              <a:xfrm>
                <a:off x="756" y="2333"/>
                <a:ext cx="29" cy="76"/>
              </a:xfrm>
              <a:custGeom>
                <a:avLst/>
                <a:gdLst>
                  <a:gd name="T0" fmla="*/ 11 w 12"/>
                  <a:gd name="T1" fmla="*/ 32 h 32"/>
                  <a:gd name="T2" fmla="*/ 5 w 12"/>
                  <a:gd name="T3" fmla="*/ 22 h 32"/>
                  <a:gd name="T4" fmla="*/ 3 w 12"/>
                  <a:gd name="T5" fmla="*/ 16 h 32"/>
                  <a:gd name="T6" fmla="*/ 0 w 12"/>
                  <a:gd name="T7" fmla="*/ 1 h 32"/>
                  <a:gd name="T8" fmla="*/ 1 w 12"/>
                  <a:gd name="T9" fmla="*/ 0 h 32"/>
                  <a:gd name="T10" fmla="*/ 9 w 12"/>
                  <a:gd name="T11" fmla="*/ 7 h 32"/>
                  <a:gd name="T12" fmla="*/ 6 w 12"/>
                  <a:gd name="T13" fmla="*/ 9 h 32"/>
                  <a:gd name="T14" fmla="*/ 7 w 12"/>
                  <a:gd name="T15" fmla="*/ 15 h 32"/>
                  <a:gd name="T16" fmla="*/ 9 w 12"/>
                  <a:gd name="T17" fmla="*/ 24 h 32"/>
                  <a:gd name="T18" fmla="*/ 9 w 12"/>
                  <a:gd name="T19" fmla="*/ 27 h 32"/>
                  <a:gd name="T20" fmla="*/ 11 w 12"/>
                  <a:gd name="T21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32">
                    <a:moveTo>
                      <a:pt x="11" y="32"/>
                    </a:moveTo>
                    <a:cubicBezTo>
                      <a:pt x="8" y="29"/>
                      <a:pt x="8" y="25"/>
                      <a:pt x="5" y="22"/>
                    </a:cubicBezTo>
                    <a:cubicBezTo>
                      <a:pt x="6" y="20"/>
                      <a:pt x="4" y="18"/>
                      <a:pt x="3" y="16"/>
                    </a:cubicBezTo>
                    <a:cubicBezTo>
                      <a:pt x="2" y="11"/>
                      <a:pt x="1" y="6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5"/>
                      <a:pt x="4" y="7"/>
                      <a:pt x="9" y="7"/>
                    </a:cubicBezTo>
                    <a:cubicBezTo>
                      <a:pt x="8" y="10"/>
                      <a:pt x="4" y="8"/>
                      <a:pt x="6" y="9"/>
                    </a:cubicBezTo>
                    <a:cubicBezTo>
                      <a:pt x="7" y="11"/>
                      <a:pt x="4" y="13"/>
                      <a:pt x="7" y="15"/>
                    </a:cubicBezTo>
                    <a:cubicBezTo>
                      <a:pt x="12" y="17"/>
                      <a:pt x="12" y="20"/>
                      <a:pt x="9" y="24"/>
                    </a:cubicBezTo>
                    <a:cubicBezTo>
                      <a:pt x="8" y="26"/>
                      <a:pt x="9" y="26"/>
                      <a:pt x="9" y="27"/>
                    </a:cubicBezTo>
                    <a:cubicBezTo>
                      <a:pt x="10" y="29"/>
                      <a:pt x="11" y="30"/>
                      <a:pt x="11" y="32"/>
                    </a:cubicBezTo>
                    <a:close/>
                  </a:path>
                </a:pathLst>
              </a:custGeom>
              <a:solidFill>
                <a:srgbClr val="FEEC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8" name="Freeform 1071"/>
              <p:cNvSpPr/>
              <p:nvPr/>
            </p:nvSpPr>
            <p:spPr bwMode="auto">
              <a:xfrm>
                <a:off x="815" y="2437"/>
                <a:ext cx="22" cy="19"/>
              </a:xfrm>
              <a:custGeom>
                <a:avLst/>
                <a:gdLst>
                  <a:gd name="T0" fmla="*/ 9 w 9"/>
                  <a:gd name="T1" fmla="*/ 8 h 8"/>
                  <a:gd name="T2" fmla="*/ 2 w 9"/>
                  <a:gd name="T3" fmla="*/ 4 h 8"/>
                  <a:gd name="T4" fmla="*/ 3 w 9"/>
                  <a:gd name="T5" fmla="*/ 0 h 8"/>
                  <a:gd name="T6" fmla="*/ 9 w 9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8">
                    <a:moveTo>
                      <a:pt x="9" y="8"/>
                    </a:moveTo>
                    <a:cubicBezTo>
                      <a:pt x="6" y="7"/>
                      <a:pt x="5" y="5"/>
                      <a:pt x="2" y="4"/>
                    </a:cubicBezTo>
                    <a:cubicBezTo>
                      <a:pt x="0" y="3"/>
                      <a:pt x="4" y="1"/>
                      <a:pt x="3" y="0"/>
                    </a:cubicBezTo>
                    <a:cubicBezTo>
                      <a:pt x="5" y="2"/>
                      <a:pt x="7" y="5"/>
                      <a:pt x="9" y="8"/>
                    </a:cubicBezTo>
                    <a:close/>
                  </a:path>
                </a:pathLst>
              </a:custGeom>
              <a:solidFill>
                <a:srgbClr val="FED8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19" name="Freeform 1072"/>
              <p:cNvSpPr/>
              <p:nvPr/>
            </p:nvSpPr>
            <p:spPr bwMode="auto">
              <a:xfrm>
                <a:off x="808" y="2433"/>
                <a:ext cx="12" cy="7"/>
              </a:xfrm>
              <a:custGeom>
                <a:avLst/>
                <a:gdLst>
                  <a:gd name="T0" fmla="*/ 5 w 5"/>
                  <a:gd name="T1" fmla="*/ 2 h 3"/>
                  <a:gd name="T2" fmla="*/ 0 w 5"/>
                  <a:gd name="T3" fmla="*/ 1 h 3"/>
                  <a:gd name="T4" fmla="*/ 5 w 5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5" y="2"/>
                    </a:moveTo>
                    <a:cubicBezTo>
                      <a:pt x="3" y="3"/>
                      <a:pt x="2" y="1"/>
                      <a:pt x="0" y="1"/>
                    </a:cubicBezTo>
                    <a:cubicBezTo>
                      <a:pt x="2" y="1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FED8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0" name="Freeform 1073"/>
              <p:cNvSpPr/>
              <p:nvPr/>
            </p:nvSpPr>
            <p:spPr bwMode="auto">
              <a:xfrm>
                <a:off x="792" y="2485"/>
                <a:ext cx="197" cy="154"/>
              </a:xfrm>
              <a:custGeom>
                <a:avLst/>
                <a:gdLst>
                  <a:gd name="T0" fmla="*/ 6 w 83"/>
                  <a:gd name="T1" fmla="*/ 23 h 65"/>
                  <a:gd name="T2" fmla="*/ 2 w 83"/>
                  <a:gd name="T3" fmla="*/ 18 h 65"/>
                  <a:gd name="T4" fmla="*/ 1 w 83"/>
                  <a:gd name="T5" fmla="*/ 16 h 65"/>
                  <a:gd name="T6" fmla="*/ 2 w 83"/>
                  <a:gd name="T7" fmla="*/ 12 h 65"/>
                  <a:gd name="T8" fmla="*/ 4 w 83"/>
                  <a:gd name="T9" fmla="*/ 12 h 65"/>
                  <a:gd name="T10" fmla="*/ 8 w 83"/>
                  <a:gd name="T11" fmla="*/ 10 h 65"/>
                  <a:gd name="T12" fmla="*/ 8 w 83"/>
                  <a:gd name="T13" fmla="*/ 7 h 65"/>
                  <a:gd name="T14" fmla="*/ 8 w 83"/>
                  <a:gd name="T15" fmla="*/ 6 h 65"/>
                  <a:gd name="T16" fmla="*/ 14 w 83"/>
                  <a:gd name="T17" fmla="*/ 3 h 65"/>
                  <a:gd name="T18" fmla="*/ 17 w 83"/>
                  <a:gd name="T19" fmla="*/ 4 h 65"/>
                  <a:gd name="T20" fmla="*/ 23 w 83"/>
                  <a:gd name="T21" fmla="*/ 6 h 65"/>
                  <a:gd name="T22" fmla="*/ 25 w 83"/>
                  <a:gd name="T23" fmla="*/ 6 h 65"/>
                  <a:gd name="T24" fmla="*/ 27 w 83"/>
                  <a:gd name="T25" fmla="*/ 8 h 65"/>
                  <a:gd name="T26" fmla="*/ 34 w 83"/>
                  <a:gd name="T27" fmla="*/ 14 h 65"/>
                  <a:gd name="T28" fmla="*/ 40 w 83"/>
                  <a:gd name="T29" fmla="*/ 18 h 65"/>
                  <a:gd name="T30" fmla="*/ 69 w 83"/>
                  <a:gd name="T31" fmla="*/ 40 h 65"/>
                  <a:gd name="T32" fmla="*/ 82 w 83"/>
                  <a:gd name="T33" fmla="*/ 51 h 65"/>
                  <a:gd name="T34" fmla="*/ 81 w 83"/>
                  <a:gd name="T35" fmla="*/ 53 h 65"/>
                  <a:gd name="T36" fmla="*/ 79 w 83"/>
                  <a:gd name="T37" fmla="*/ 58 h 65"/>
                  <a:gd name="T38" fmla="*/ 76 w 83"/>
                  <a:gd name="T39" fmla="*/ 57 h 65"/>
                  <a:gd name="T40" fmla="*/ 72 w 83"/>
                  <a:gd name="T41" fmla="*/ 57 h 65"/>
                  <a:gd name="T42" fmla="*/ 70 w 83"/>
                  <a:gd name="T43" fmla="*/ 62 h 65"/>
                  <a:gd name="T44" fmla="*/ 65 w 83"/>
                  <a:gd name="T45" fmla="*/ 64 h 65"/>
                  <a:gd name="T46" fmla="*/ 58 w 83"/>
                  <a:gd name="T47" fmla="*/ 64 h 65"/>
                  <a:gd name="T48" fmla="*/ 57 w 83"/>
                  <a:gd name="T49" fmla="*/ 64 h 65"/>
                  <a:gd name="T50" fmla="*/ 44 w 83"/>
                  <a:gd name="T51" fmla="*/ 55 h 65"/>
                  <a:gd name="T52" fmla="*/ 41 w 83"/>
                  <a:gd name="T53" fmla="*/ 52 h 65"/>
                  <a:gd name="T54" fmla="*/ 34 w 83"/>
                  <a:gd name="T55" fmla="*/ 47 h 65"/>
                  <a:gd name="T56" fmla="*/ 30 w 83"/>
                  <a:gd name="T57" fmla="*/ 45 h 65"/>
                  <a:gd name="T58" fmla="*/ 28 w 83"/>
                  <a:gd name="T59" fmla="*/ 42 h 65"/>
                  <a:gd name="T60" fmla="*/ 29 w 83"/>
                  <a:gd name="T61" fmla="*/ 31 h 65"/>
                  <a:gd name="T62" fmla="*/ 19 w 83"/>
                  <a:gd name="T63" fmla="*/ 33 h 65"/>
                  <a:gd name="T64" fmla="*/ 10 w 83"/>
                  <a:gd name="T65" fmla="*/ 27 h 65"/>
                  <a:gd name="T66" fmla="*/ 6 w 83"/>
                  <a:gd name="T67" fmla="*/ 23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3" h="65">
                    <a:moveTo>
                      <a:pt x="6" y="23"/>
                    </a:moveTo>
                    <a:cubicBezTo>
                      <a:pt x="6" y="20"/>
                      <a:pt x="3" y="20"/>
                      <a:pt x="2" y="18"/>
                    </a:cubicBezTo>
                    <a:cubicBezTo>
                      <a:pt x="1" y="17"/>
                      <a:pt x="0" y="17"/>
                      <a:pt x="1" y="16"/>
                    </a:cubicBezTo>
                    <a:cubicBezTo>
                      <a:pt x="4" y="16"/>
                      <a:pt x="1" y="13"/>
                      <a:pt x="2" y="12"/>
                    </a:cubicBezTo>
                    <a:cubicBezTo>
                      <a:pt x="2" y="11"/>
                      <a:pt x="3" y="11"/>
                      <a:pt x="4" y="12"/>
                    </a:cubicBezTo>
                    <a:cubicBezTo>
                      <a:pt x="7" y="14"/>
                      <a:pt x="8" y="12"/>
                      <a:pt x="8" y="10"/>
                    </a:cubicBezTo>
                    <a:cubicBezTo>
                      <a:pt x="8" y="9"/>
                      <a:pt x="8" y="8"/>
                      <a:pt x="8" y="7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8" y="0"/>
                      <a:pt x="8" y="0"/>
                      <a:pt x="14" y="3"/>
                    </a:cubicBezTo>
                    <a:cubicBezTo>
                      <a:pt x="15" y="3"/>
                      <a:pt x="16" y="3"/>
                      <a:pt x="17" y="4"/>
                    </a:cubicBezTo>
                    <a:cubicBezTo>
                      <a:pt x="19" y="5"/>
                      <a:pt x="21" y="5"/>
                      <a:pt x="23" y="6"/>
                    </a:cubicBezTo>
                    <a:cubicBezTo>
                      <a:pt x="23" y="6"/>
                      <a:pt x="24" y="6"/>
                      <a:pt x="25" y="6"/>
                    </a:cubicBezTo>
                    <a:cubicBezTo>
                      <a:pt x="26" y="7"/>
                      <a:pt x="27" y="8"/>
                      <a:pt x="27" y="8"/>
                    </a:cubicBezTo>
                    <a:cubicBezTo>
                      <a:pt x="28" y="12"/>
                      <a:pt x="32" y="13"/>
                      <a:pt x="34" y="14"/>
                    </a:cubicBezTo>
                    <a:cubicBezTo>
                      <a:pt x="36" y="15"/>
                      <a:pt x="38" y="16"/>
                      <a:pt x="40" y="18"/>
                    </a:cubicBezTo>
                    <a:cubicBezTo>
                      <a:pt x="48" y="27"/>
                      <a:pt x="59" y="32"/>
                      <a:pt x="69" y="40"/>
                    </a:cubicBezTo>
                    <a:cubicBezTo>
                      <a:pt x="73" y="43"/>
                      <a:pt x="78" y="47"/>
                      <a:pt x="82" y="51"/>
                    </a:cubicBezTo>
                    <a:cubicBezTo>
                      <a:pt x="82" y="51"/>
                      <a:pt x="78" y="51"/>
                      <a:pt x="81" y="53"/>
                    </a:cubicBezTo>
                    <a:cubicBezTo>
                      <a:pt x="83" y="55"/>
                      <a:pt x="80" y="57"/>
                      <a:pt x="79" y="58"/>
                    </a:cubicBezTo>
                    <a:cubicBezTo>
                      <a:pt x="78" y="59"/>
                      <a:pt x="77" y="58"/>
                      <a:pt x="76" y="57"/>
                    </a:cubicBezTo>
                    <a:cubicBezTo>
                      <a:pt x="74" y="54"/>
                      <a:pt x="73" y="54"/>
                      <a:pt x="72" y="57"/>
                    </a:cubicBezTo>
                    <a:cubicBezTo>
                      <a:pt x="71" y="59"/>
                      <a:pt x="71" y="61"/>
                      <a:pt x="70" y="62"/>
                    </a:cubicBezTo>
                    <a:cubicBezTo>
                      <a:pt x="68" y="64"/>
                      <a:pt x="67" y="65"/>
                      <a:pt x="65" y="64"/>
                    </a:cubicBezTo>
                    <a:cubicBezTo>
                      <a:pt x="63" y="61"/>
                      <a:pt x="61" y="61"/>
                      <a:pt x="58" y="64"/>
                    </a:cubicBezTo>
                    <a:cubicBezTo>
                      <a:pt x="58" y="64"/>
                      <a:pt x="57" y="64"/>
                      <a:pt x="57" y="64"/>
                    </a:cubicBezTo>
                    <a:cubicBezTo>
                      <a:pt x="53" y="60"/>
                      <a:pt x="47" y="60"/>
                      <a:pt x="44" y="55"/>
                    </a:cubicBezTo>
                    <a:cubicBezTo>
                      <a:pt x="44" y="54"/>
                      <a:pt x="43" y="53"/>
                      <a:pt x="41" y="52"/>
                    </a:cubicBezTo>
                    <a:cubicBezTo>
                      <a:pt x="39" y="51"/>
                      <a:pt x="36" y="49"/>
                      <a:pt x="34" y="47"/>
                    </a:cubicBezTo>
                    <a:cubicBezTo>
                      <a:pt x="33" y="45"/>
                      <a:pt x="32" y="46"/>
                      <a:pt x="30" y="45"/>
                    </a:cubicBezTo>
                    <a:cubicBezTo>
                      <a:pt x="29" y="44"/>
                      <a:pt x="29" y="43"/>
                      <a:pt x="28" y="42"/>
                    </a:cubicBezTo>
                    <a:cubicBezTo>
                      <a:pt x="25" y="38"/>
                      <a:pt x="26" y="34"/>
                      <a:pt x="29" y="31"/>
                    </a:cubicBezTo>
                    <a:cubicBezTo>
                      <a:pt x="25" y="35"/>
                      <a:pt x="25" y="35"/>
                      <a:pt x="19" y="33"/>
                    </a:cubicBezTo>
                    <a:cubicBezTo>
                      <a:pt x="16" y="31"/>
                      <a:pt x="14" y="29"/>
                      <a:pt x="10" y="27"/>
                    </a:cubicBezTo>
                    <a:cubicBezTo>
                      <a:pt x="8" y="27"/>
                      <a:pt x="8" y="24"/>
                      <a:pt x="6" y="23"/>
                    </a:cubicBezTo>
                    <a:close/>
                  </a:path>
                </a:pathLst>
              </a:custGeom>
              <a:solidFill>
                <a:srgbClr val="FE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1" name="Freeform 1074"/>
              <p:cNvSpPr/>
              <p:nvPr/>
            </p:nvSpPr>
            <p:spPr bwMode="auto">
              <a:xfrm>
                <a:off x="697" y="2464"/>
                <a:ext cx="66" cy="45"/>
              </a:xfrm>
              <a:custGeom>
                <a:avLst/>
                <a:gdLst>
                  <a:gd name="T0" fmla="*/ 0 w 28"/>
                  <a:gd name="T1" fmla="*/ 2 h 19"/>
                  <a:gd name="T2" fmla="*/ 4 w 28"/>
                  <a:gd name="T3" fmla="*/ 1 h 19"/>
                  <a:gd name="T4" fmla="*/ 7 w 28"/>
                  <a:gd name="T5" fmla="*/ 0 h 19"/>
                  <a:gd name="T6" fmla="*/ 9 w 28"/>
                  <a:gd name="T7" fmla="*/ 0 h 19"/>
                  <a:gd name="T8" fmla="*/ 10 w 28"/>
                  <a:gd name="T9" fmla="*/ 1 h 19"/>
                  <a:gd name="T10" fmla="*/ 15 w 28"/>
                  <a:gd name="T11" fmla="*/ 5 h 19"/>
                  <a:gd name="T12" fmla="*/ 21 w 28"/>
                  <a:gd name="T13" fmla="*/ 11 h 19"/>
                  <a:gd name="T14" fmla="*/ 28 w 28"/>
                  <a:gd name="T15" fmla="*/ 18 h 19"/>
                  <a:gd name="T16" fmla="*/ 19 w 28"/>
                  <a:gd name="T17" fmla="*/ 16 h 19"/>
                  <a:gd name="T18" fmla="*/ 12 w 28"/>
                  <a:gd name="T19" fmla="*/ 15 h 19"/>
                  <a:gd name="T20" fmla="*/ 1 w 28"/>
                  <a:gd name="T21" fmla="*/ 10 h 19"/>
                  <a:gd name="T22" fmla="*/ 5 w 28"/>
                  <a:gd name="T23" fmla="*/ 10 h 19"/>
                  <a:gd name="T24" fmla="*/ 0 w 28"/>
                  <a:gd name="T25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19">
                    <a:moveTo>
                      <a:pt x="0" y="2"/>
                    </a:moveTo>
                    <a:cubicBezTo>
                      <a:pt x="1" y="1"/>
                      <a:pt x="2" y="0"/>
                      <a:pt x="4" y="1"/>
                    </a:cubicBezTo>
                    <a:cubicBezTo>
                      <a:pt x="6" y="3"/>
                      <a:pt x="7" y="2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2" y="2"/>
                      <a:pt x="14" y="2"/>
                      <a:pt x="15" y="5"/>
                    </a:cubicBezTo>
                    <a:cubicBezTo>
                      <a:pt x="16" y="8"/>
                      <a:pt x="19" y="9"/>
                      <a:pt x="21" y="11"/>
                    </a:cubicBezTo>
                    <a:cubicBezTo>
                      <a:pt x="23" y="14"/>
                      <a:pt x="27" y="15"/>
                      <a:pt x="28" y="18"/>
                    </a:cubicBezTo>
                    <a:cubicBezTo>
                      <a:pt x="25" y="19"/>
                      <a:pt x="22" y="19"/>
                      <a:pt x="19" y="16"/>
                    </a:cubicBezTo>
                    <a:cubicBezTo>
                      <a:pt x="18" y="14"/>
                      <a:pt x="15" y="13"/>
                      <a:pt x="12" y="15"/>
                    </a:cubicBezTo>
                    <a:cubicBezTo>
                      <a:pt x="10" y="17"/>
                      <a:pt x="5" y="15"/>
                      <a:pt x="1" y="10"/>
                    </a:cubicBezTo>
                    <a:cubicBezTo>
                      <a:pt x="2" y="9"/>
                      <a:pt x="3" y="11"/>
                      <a:pt x="5" y="10"/>
                    </a:cubicBezTo>
                    <a:cubicBezTo>
                      <a:pt x="1" y="9"/>
                      <a:pt x="3" y="4"/>
                      <a:pt x="0" y="2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2" name="Freeform 1075"/>
              <p:cNvSpPr/>
              <p:nvPr/>
            </p:nvSpPr>
            <p:spPr bwMode="auto">
              <a:xfrm>
                <a:off x="820" y="2468"/>
                <a:ext cx="40" cy="34"/>
              </a:xfrm>
              <a:custGeom>
                <a:avLst/>
                <a:gdLst>
                  <a:gd name="T0" fmla="*/ 13 w 17"/>
                  <a:gd name="T1" fmla="*/ 14 h 14"/>
                  <a:gd name="T2" fmla="*/ 11 w 17"/>
                  <a:gd name="T3" fmla="*/ 13 h 14"/>
                  <a:gd name="T4" fmla="*/ 0 w 17"/>
                  <a:gd name="T5" fmla="*/ 6 h 14"/>
                  <a:gd name="T6" fmla="*/ 0 w 17"/>
                  <a:gd name="T7" fmla="*/ 5 h 14"/>
                  <a:gd name="T8" fmla="*/ 0 w 17"/>
                  <a:gd name="T9" fmla="*/ 4 h 14"/>
                  <a:gd name="T10" fmla="*/ 0 w 17"/>
                  <a:gd name="T11" fmla="*/ 4 h 14"/>
                  <a:gd name="T12" fmla="*/ 3 w 17"/>
                  <a:gd name="T13" fmla="*/ 4 h 14"/>
                  <a:gd name="T14" fmla="*/ 12 w 17"/>
                  <a:gd name="T15" fmla="*/ 0 h 14"/>
                  <a:gd name="T16" fmla="*/ 15 w 17"/>
                  <a:gd name="T17" fmla="*/ 10 h 14"/>
                  <a:gd name="T18" fmla="*/ 13 w 17"/>
                  <a:gd name="T1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4">
                    <a:moveTo>
                      <a:pt x="13" y="14"/>
                    </a:moveTo>
                    <a:cubicBezTo>
                      <a:pt x="12" y="14"/>
                      <a:pt x="11" y="14"/>
                      <a:pt x="11" y="13"/>
                    </a:cubicBezTo>
                    <a:cubicBezTo>
                      <a:pt x="7" y="11"/>
                      <a:pt x="3" y="9"/>
                      <a:pt x="0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4"/>
                      <a:pt x="3" y="4"/>
                    </a:cubicBezTo>
                    <a:cubicBezTo>
                      <a:pt x="7" y="4"/>
                      <a:pt x="11" y="6"/>
                      <a:pt x="12" y="0"/>
                    </a:cubicBezTo>
                    <a:cubicBezTo>
                      <a:pt x="14" y="3"/>
                      <a:pt x="13" y="7"/>
                      <a:pt x="15" y="10"/>
                    </a:cubicBezTo>
                    <a:cubicBezTo>
                      <a:pt x="17" y="13"/>
                      <a:pt x="15" y="14"/>
                      <a:pt x="13" y="14"/>
                    </a:cubicBezTo>
                    <a:close/>
                  </a:path>
                </a:pathLst>
              </a:custGeom>
              <a:solidFill>
                <a:srgbClr val="FEE6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3" name="Freeform 1076"/>
              <p:cNvSpPr/>
              <p:nvPr/>
            </p:nvSpPr>
            <p:spPr bwMode="auto">
              <a:xfrm>
                <a:off x="742" y="2478"/>
                <a:ext cx="54" cy="50"/>
              </a:xfrm>
              <a:custGeom>
                <a:avLst/>
                <a:gdLst>
                  <a:gd name="T0" fmla="*/ 9 w 23"/>
                  <a:gd name="T1" fmla="*/ 12 h 21"/>
                  <a:gd name="T2" fmla="*/ 2 w 23"/>
                  <a:gd name="T3" fmla="*/ 6 h 21"/>
                  <a:gd name="T4" fmla="*/ 2 w 23"/>
                  <a:gd name="T5" fmla="*/ 2 h 21"/>
                  <a:gd name="T6" fmla="*/ 4 w 23"/>
                  <a:gd name="T7" fmla="*/ 0 h 21"/>
                  <a:gd name="T8" fmla="*/ 11 w 23"/>
                  <a:gd name="T9" fmla="*/ 9 h 21"/>
                  <a:gd name="T10" fmla="*/ 14 w 23"/>
                  <a:gd name="T11" fmla="*/ 11 h 21"/>
                  <a:gd name="T12" fmla="*/ 18 w 23"/>
                  <a:gd name="T13" fmla="*/ 14 h 21"/>
                  <a:gd name="T14" fmla="*/ 22 w 23"/>
                  <a:gd name="T15" fmla="*/ 19 h 21"/>
                  <a:gd name="T16" fmla="*/ 23 w 23"/>
                  <a:gd name="T17" fmla="*/ 21 h 21"/>
                  <a:gd name="T18" fmla="*/ 14 w 23"/>
                  <a:gd name="T19" fmla="*/ 15 h 21"/>
                  <a:gd name="T20" fmla="*/ 9 w 23"/>
                  <a:gd name="T21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1">
                    <a:moveTo>
                      <a:pt x="9" y="12"/>
                    </a:moveTo>
                    <a:cubicBezTo>
                      <a:pt x="7" y="10"/>
                      <a:pt x="4" y="8"/>
                      <a:pt x="2" y="6"/>
                    </a:cubicBezTo>
                    <a:cubicBezTo>
                      <a:pt x="1" y="4"/>
                      <a:pt x="0" y="3"/>
                      <a:pt x="2" y="2"/>
                    </a:cubicBezTo>
                    <a:cubicBezTo>
                      <a:pt x="2" y="1"/>
                      <a:pt x="3" y="1"/>
                      <a:pt x="4" y="0"/>
                    </a:cubicBezTo>
                    <a:cubicBezTo>
                      <a:pt x="3" y="5"/>
                      <a:pt x="6" y="8"/>
                      <a:pt x="11" y="9"/>
                    </a:cubicBezTo>
                    <a:cubicBezTo>
                      <a:pt x="12" y="9"/>
                      <a:pt x="13" y="9"/>
                      <a:pt x="14" y="11"/>
                    </a:cubicBezTo>
                    <a:cubicBezTo>
                      <a:pt x="15" y="13"/>
                      <a:pt x="16" y="14"/>
                      <a:pt x="18" y="14"/>
                    </a:cubicBezTo>
                    <a:cubicBezTo>
                      <a:pt x="21" y="14"/>
                      <a:pt x="20" y="18"/>
                      <a:pt x="22" y="19"/>
                    </a:cubicBezTo>
                    <a:cubicBezTo>
                      <a:pt x="22" y="20"/>
                      <a:pt x="22" y="20"/>
                      <a:pt x="23" y="21"/>
                    </a:cubicBezTo>
                    <a:cubicBezTo>
                      <a:pt x="19" y="20"/>
                      <a:pt x="16" y="17"/>
                      <a:pt x="14" y="15"/>
                    </a:cubicBezTo>
                    <a:cubicBezTo>
                      <a:pt x="12" y="14"/>
                      <a:pt x="11" y="13"/>
                      <a:pt x="9" y="12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4" name="Freeform 1077"/>
              <p:cNvSpPr/>
              <p:nvPr/>
            </p:nvSpPr>
            <p:spPr bwMode="auto">
              <a:xfrm>
                <a:off x="720" y="2452"/>
                <a:ext cx="36" cy="31"/>
              </a:xfrm>
              <a:custGeom>
                <a:avLst/>
                <a:gdLst>
                  <a:gd name="T0" fmla="*/ 5 w 15"/>
                  <a:gd name="T1" fmla="*/ 10 h 13"/>
                  <a:gd name="T2" fmla="*/ 0 w 15"/>
                  <a:gd name="T3" fmla="*/ 6 h 13"/>
                  <a:gd name="T4" fmla="*/ 3 w 15"/>
                  <a:gd name="T5" fmla="*/ 3 h 13"/>
                  <a:gd name="T6" fmla="*/ 7 w 15"/>
                  <a:gd name="T7" fmla="*/ 0 h 13"/>
                  <a:gd name="T8" fmla="*/ 7 w 15"/>
                  <a:gd name="T9" fmla="*/ 0 h 13"/>
                  <a:gd name="T10" fmla="*/ 9 w 15"/>
                  <a:gd name="T11" fmla="*/ 2 h 13"/>
                  <a:gd name="T12" fmla="*/ 7 w 15"/>
                  <a:gd name="T13" fmla="*/ 5 h 13"/>
                  <a:gd name="T14" fmla="*/ 15 w 15"/>
                  <a:gd name="T15" fmla="*/ 8 h 13"/>
                  <a:gd name="T16" fmla="*/ 10 w 15"/>
                  <a:gd name="T17" fmla="*/ 12 h 13"/>
                  <a:gd name="T18" fmla="*/ 5 w 15"/>
                  <a:gd name="T19" fmla="*/ 1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3">
                    <a:moveTo>
                      <a:pt x="5" y="10"/>
                    </a:moveTo>
                    <a:cubicBezTo>
                      <a:pt x="3" y="9"/>
                      <a:pt x="1" y="8"/>
                      <a:pt x="0" y="6"/>
                    </a:cubicBezTo>
                    <a:cubicBezTo>
                      <a:pt x="1" y="6"/>
                      <a:pt x="4" y="6"/>
                      <a:pt x="3" y="3"/>
                    </a:cubicBezTo>
                    <a:cubicBezTo>
                      <a:pt x="2" y="0"/>
                      <a:pt x="7" y="3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8" y="0"/>
                      <a:pt x="9" y="0"/>
                      <a:pt x="9" y="2"/>
                    </a:cubicBezTo>
                    <a:cubicBezTo>
                      <a:pt x="10" y="3"/>
                      <a:pt x="10" y="5"/>
                      <a:pt x="7" y="5"/>
                    </a:cubicBezTo>
                    <a:cubicBezTo>
                      <a:pt x="10" y="6"/>
                      <a:pt x="12" y="7"/>
                      <a:pt x="15" y="8"/>
                    </a:cubicBezTo>
                    <a:cubicBezTo>
                      <a:pt x="12" y="9"/>
                      <a:pt x="9" y="8"/>
                      <a:pt x="10" y="12"/>
                    </a:cubicBezTo>
                    <a:cubicBezTo>
                      <a:pt x="7" y="13"/>
                      <a:pt x="6" y="11"/>
                      <a:pt x="5" y="10"/>
                    </a:cubicBezTo>
                    <a:close/>
                  </a:path>
                </a:pathLst>
              </a:custGeom>
              <a:solidFill>
                <a:srgbClr val="FE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5" name="Freeform 1078"/>
              <p:cNvSpPr/>
              <p:nvPr/>
            </p:nvSpPr>
            <p:spPr bwMode="auto">
              <a:xfrm>
                <a:off x="694" y="2440"/>
                <a:ext cx="26" cy="24"/>
              </a:xfrm>
              <a:custGeom>
                <a:avLst/>
                <a:gdLst>
                  <a:gd name="T0" fmla="*/ 10 w 11"/>
                  <a:gd name="T1" fmla="*/ 10 h 10"/>
                  <a:gd name="T2" fmla="*/ 8 w 11"/>
                  <a:gd name="T3" fmla="*/ 10 h 10"/>
                  <a:gd name="T4" fmla="*/ 4 w 11"/>
                  <a:gd name="T5" fmla="*/ 7 h 10"/>
                  <a:gd name="T6" fmla="*/ 0 w 11"/>
                  <a:gd name="T7" fmla="*/ 3 h 10"/>
                  <a:gd name="T8" fmla="*/ 0 w 11"/>
                  <a:gd name="T9" fmla="*/ 3 h 10"/>
                  <a:gd name="T10" fmla="*/ 5 w 11"/>
                  <a:gd name="T11" fmla="*/ 1 h 10"/>
                  <a:gd name="T12" fmla="*/ 5 w 11"/>
                  <a:gd name="T13" fmla="*/ 1 h 10"/>
                  <a:gd name="T14" fmla="*/ 7 w 11"/>
                  <a:gd name="T15" fmla="*/ 4 h 10"/>
                  <a:gd name="T16" fmla="*/ 10 w 11"/>
                  <a:gd name="T1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0">
                    <a:moveTo>
                      <a:pt x="10" y="10"/>
                    </a:moveTo>
                    <a:cubicBezTo>
                      <a:pt x="9" y="10"/>
                      <a:pt x="9" y="10"/>
                      <a:pt x="8" y="10"/>
                    </a:cubicBezTo>
                    <a:cubicBezTo>
                      <a:pt x="7" y="9"/>
                      <a:pt x="6" y="7"/>
                      <a:pt x="4" y="7"/>
                    </a:cubicBezTo>
                    <a:cubicBezTo>
                      <a:pt x="3" y="6"/>
                      <a:pt x="1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2"/>
                      <a:pt x="3" y="0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3"/>
                      <a:pt x="6" y="4"/>
                      <a:pt x="7" y="4"/>
                    </a:cubicBezTo>
                    <a:cubicBezTo>
                      <a:pt x="11" y="4"/>
                      <a:pt x="10" y="7"/>
                      <a:pt x="10" y="10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6" name="Freeform 1079"/>
              <p:cNvSpPr/>
              <p:nvPr/>
            </p:nvSpPr>
            <p:spPr bwMode="auto">
              <a:xfrm>
                <a:off x="792" y="2502"/>
                <a:ext cx="21" cy="21"/>
              </a:xfrm>
              <a:custGeom>
                <a:avLst/>
                <a:gdLst>
                  <a:gd name="T0" fmla="*/ 8 w 9"/>
                  <a:gd name="T1" fmla="*/ 3 h 9"/>
                  <a:gd name="T2" fmla="*/ 9 w 9"/>
                  <a:gd name="T3" fmla="*/ 7 h 9"/>
                  <a:gd name="T4" fmla="*/ 4 w 9"/>
                  <a:gd name="T5" fmla="*/ 6 h 9"/>
                  <a:gd name="T6" fmla="*/ 2 w 9"/>
                  <a:gd name="T7" fmla="*/ 5 h 9"/>
                  <a:gd name="T8" fmla="*/ 2 w 9"/>
                  <a:gd name="T9" fmla="*/ 1 h 9"/>
                  <a:gd name="T10" fmla="*/ 6 w 9"/>
                  <a:gd name="T11" fmla="*/ 1 h 9"/>
                  <a:gd name="T12" fmla="*/ 8 w 9"/>
                  <a:gd name="T13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9">
                    <a:moveTo>
                      <a:pt x="8" y="3"/>
                    </a:moveTo>
                    <a:cubicBezTo>
                      <a:pt x="9" y="5"/>
                      <a:pt x="9" y="7"/>
                      <a:pt x="9" y="7"/>
                    </a:cubicBezTo>
                    <a:cubicBezTo>
                      <a:pt x="7" y="8"/>
                      <a:pt x="5" y="9"/>
                      <a:pt x="4" y="6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6" y="1"/>
                    </a:cubicBezTo>
                    <a:cubicBezTo>
                      <a:pt x="7" y="2"/>
                      <a:pt x="7" y="3"/>
                      <a:pt x="8" y="3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7" name="Freeform 1080"/>
              <p:cNvSpPr/>
              <p:nvPr/>
            </p:nvSpPr>
            <p:spPr bwMode="auto">
              <a:xfrm>
                <a:off x="799" y="2483"/>
                <a:ext cx="33" cy="19"/>
              </a:xfrm>
              <a:custGeom>
                <a:avLst/>
                <a:gdLst>
                  <a:gd name="T0" fmla="*/ 14 w 14"/>
                  <a:gd name="T1" fmla="*/ 6 h 8"/>
                  <a:gd name="T2" fmla="*/ 5 w 14"/>
                  <a:gd name="T3" fmla="*/ 3 h 8"/>
                  <a:gd name="T4" fmla="*/ 5 w 14"/>
                  <a:gd name="T5" fmla="*/ 8 h 8"/>
                  <a:gd name="T6" fmla="*/ 5 w 14"/>
                  <a:gd name="T7" fmla="*/ 7 h 8"/>
                  <a:gd name="T8" fmla="*/ 2 w 14"/>
                  <a:gd name="T9" fmla="*/ 0 h 8"/>
                  <a:gd name="T10" fmla="*/ 9 w 14"/>
                  <a:gd name="T11" fmla="*/ 2 h 8"/>
                  <a:gd name="T12" fmla="*/ 14 w 14"/>
                  <a:gd name="T13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8">
                    <a:moveTo>
                      <a:pt x="14" y="6"/>
                    </a:moveTo>
                    <a:cubicBezTo>
                      <a:pt x="10" y="7"/>
                      <a:pt x="9" y="3"/>
                      <a:pt x="5" y="3"/>
                    </a:cubicBezTo>
                    <a:cubicBezTo>
                      <a:pt x="6" y="5"/>
                      <a:pt x="6" y="7"/>
                      <a:pt x="5" y="8"/>
                    </a:cubicBezTo>
                    <a:cubicBezTo>
                      <a:pt x="5" y="8"/>
                      <a:pt x="4" y="7"/>
                      <a:pt x="5" y="7"/>
                    </a:cubicBezTo>
                    <a:cubicBezTo>
                      <a:pt x="5" y="4"/>
                      <a:pt x="0" y="3"/>
                      <a:pt x="2" y="0"/>
                    </a:cubicBezTo>
                    <a:cubicBezTo>
                      <a:pt x="3" y="0"/>
                      <a:pt x="7" y="1"/>
                      <a:pt x="9" y="2"/>
                    </a:cubicBezTo>
                    <a:cubicBezTo>
                      <a:pt x="12" y="1"/>
                      <a:pt x="14" y="3"/>
                      <a:pt x="14" y="6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8" name="Freeform 1081"/>
              <p:cNvSpPr/>
              <p:nvPr/>
            </p:nvSpPr>
            <p:spPr bwMode="auto">
              <a:xfrm>
                <a:off x="820" y="2483"/>
                <a:ext cx="26" cy="19"/>
              </a:xfrm>
              <a:custGeom>
                <a:avLst/>
                <a:gdLst>
                  <a:gd name="T0" fmla="*/ 5 w 11"/>
                  <a:gd name="T1" fmla="*/ 6 h 8"/>
                  <a:gd name="T2" fmla="*/ 0 w 11"/>
                  <a:gd name="T3" fmla="*/ 2 h 8"/>
                  <a:gd name="T4" fmla="*/ 0 w 11"/>
                  <a:gd name="T5" fmla="*/ 0 h 8"/>
                  <a:gd name="T6" fmla="*/ 11 w 11"/>
                  <a:gd name="T7" fmla="*/ 7 h 8"/>
                  <a:gd name="T8" fmla="*/ 5 w 11"/>
                  <a:gd name="T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8">
                    <a:moveTo>
                      <a:pt x="5" y="6"/>
                    </a:moveTo>
                    <a:cubicBezTo>
                      <a:pt x="4" y="4"/>
                      <a:pt x="2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4" y="2"/>
                      <a:pt x="8" y="4"/>
                      <a:pt x="11" y="7"/>
                    </a:cubicBezTo>
                    <a:cubicBezTo>
                      <a:pt x="9" y="7"/>
                      <a:pt x="6" y="8"/>
                      <a:pt x="5" y="6"/>
                    </a:cubicBezTo>
                    <a:close/>
                  </a:path>
                </a:pathLst>
              </a:custGeom>
              <a:solidFill>
                <a:srgbClr val="FE8C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29" name="Freeform 1082"/>
              <p:cNvSpPr/>
              <p:nvPr/>
            </p:nvSpPr>
            <p:spPr bwMode="auto">
              <a:xfrm>
                <a:off x="732" y="2476"/>
                <a:ext cx="15" cy="16"/>
              </a:xfrm>
              <a:custGeom>
                <a:avLst/>
                <a:gdLst>
                  <a:gd name="T0" fmla="*/ 0 w 6"/>
                  <a:gd name="T1" fmla="*/ 0 h 7"/>
                  <a:gd name="T2" fmla="*/ 5 w 6"/>
                  <a:gd name="T3" fmla="*/ 2 h 7"/>
                  <a:gd name="T4" fmla="*/ 6 w 6"/>
                  <a:gd name="T5" fmla="*/ 3 h 7"/>
                  <a:gd name="T6" fmla="*/ 6 w 6"/>
                  <a:gd name="T7" fmla="*/ 7 h 7"/>
                  <a:gd name="T8" fmla="*/ 0 w 6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cubicBezTo>
                      <a:pt x="1" y="1"/>
                      <a:pt x="3" y="1"/>
                      <a:pt x="5" y="2"/>
                    </a:cubicBezTo>
                    <a:cubicBezTo>
                      <a:pt x="5" y="2"/>
                      <a:pt x="5" y="2"/>
                      <a:pt x="6" y="3"/>
                    </a:cubicBezTo>
                    <a:cubicBezTo>
                      <a:pt x="6" y="4"/>
                      <a:pt x="6" y="5"/>
                      <a:pt x="6" y="7"/>
                    </a:cubicBezTo>
                    <a:cubicBezTo>
                      <a:pt x="2" y="6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95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0" name="Freeform 1083"/>
              <p:cNvSpPr/>
              <p:nvPr/>
            </p:nvSpPr>
            <p:spPr bwMode="auto">
              <a:xfrm>
                <a:off x="811" y="2473"/>
                <a:ext cx="9" cy="7"/>
              </a:xfrm>
              <a:custGeom>
                <a:avLst/>
                <a:gdLst>
                  <a:gd name="T0" fmla="*/ 4 w 4"/>
                  <a:gd name="T1" fmla="*/ 2 h 3"/>
                  <a:gd name="T2" fmla="*/ 4 w 4"/>
                  <a:gd name="T3" fmla="*/ 3 h 3"/>
                  <a:gd name="T4" fmla="*/ 0 w 4"/>
                  <a:gd name="T5" fmla="*/ 0 h 3"/>
                  <a:gd name="T6" fmla="*/ 4 w 4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4" y="2"/>
                    </a:moveTo>
                    <a:cubicBezTo>
                      <a:pt x="4" y="2"/>
                      <a:pt x="4" y="2"/>
                      <a:pt x="4" y="3"/>
                    </a:cubicBezTo>
                    <a:cubicBezTo>
                      <a:pt x="2" y="3"/>
                      <a:pt x="1" y="2"/>
                      <a:pt x="0" y="0"/>
                    </a:cubicBezTo>
                    <a:cubicBezTo>
                      <a:pt x="2" y="0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FEDC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1" name="Freeform 1084"/>
              <p:cNvSpPr/>
              <p:nvPr/>
            </p:nvSpPr>
            <p:spPr bwMode="auto">
              <a:xfrm>
                <a:off x="732" y="2447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1 h 2"/>
                  <a:gd name="T4" fmla="*/ 1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2" name="Freeform 1085"/>
              <p:cNvSpPr/>
              <p:nvPr/>
            </p:nvSpPr>
            <p:spPr bwMode="auto">
              <a:xfrm>
                <a:off x="789" y="2288"/>
                <a:ext cx="26" cy="33"/>
              </a:xfrm>
              <a:custGeom>
                <a:avLst/>
                <a:gdLst>
                  <a:gd name="T0" fmla="*/ 9 w 11"/>
                  <a:gd name="T1" fmla="*/ 6 h 14"/>
                  <a:gd name="T2" fmla="*/ 11 w 11"/>
                  <a:gd name="T3" fmla="*/ 10 h 14"/>
                  <a:gd name="T4" fmla="*/ 7 w 11"/>
                  <a:gd name="T5" fmla="*/ 11 h 14"/>
                  <a:gd name="T6" fmla="*/ 1 w 11"/>
                  <a:gd name="T7" fmla="*/ 6 h 14"/>
                  <a:gd name="T8" fmla="*/ 0 w 11"/>
                  <a:gd name="T9" fmla="*/ 0 h 14"/>
                  <a:gd name="T10" fmla="*/ 9 w 11"/>
                  <a:gd name="T1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14">
                    <a:moveTo>
                      <a:pt x="9" y="6"/>
                    </a:moveTo>
                    <a:cubicBezTo>
                      <a:pt x="10" y="7"/>
                      <a:pt x="11" y="9"/>
                      <a:pt x="11" y="10"/>
                    </a:cubicBezTo>
                    <a:cubicBezTo>
                      <a:pt x="11" y="13"/>
                      <a:pt x="9" y="14"/>
                      <a:pt x="7" y="11"/>
                    </a:cubicBezTo>
                    <a:cubicBezTo>
                      <a:pt x="5" y="9"/>
                      <a:pt x="1" y="9"/>
                      <a:pt x="1" y="6"/>
                    </a:cubicBezTo>
                    <a:cubicBezTo>
                      <a:pt x="2" y="3"/>
                      <a:pt x="0" y="2"/>
                      <a:pt x="0" y="0"/>
                    </a:cubicBezTo>
                    <a:cubicBezTo>
                      <a:pt x="3" y="2"/>
                      <a:pt x="5" y="6"/>
                      <a:pt x="9" y="6"/>
                    </a:cubicBezTo>
                    <a:close/>
                  </a:path>
                </a:pathLst>
              </a:custGeom>
              <a:solidFill>
                <a:srgbClr val="FEC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3" name="Freeform 1086"/>
              <p:cNvSpPr/>
              <p:nvPr/>
            </p:nvSpPr>
            <p:spPr bwMode="auto">
              <a:xfrm>
                <a:off x="860" y="2506"/>
                <a:ext cx="129" cy="100"/>
              </a:xfrm>
              <a:custGeom>
                <a:avLst/>
                <a:gdLst>
                  <a:gd name="T0" fmla="*/ 53 w 54"/>
                  <a:gd name="T1" fmla="*/ 41 h 42"/>
                  <a:gd name="T2" fmla="*/ 26 w 54"/>
                  <a:gd name="T3" fmla="*/ 22 h 42"/>
                  <a:gd name="T4" fmla="*/ 5 w 54"/>
                  <a:gd name="T5" fmla="*/ 6 h 42"/>
                  <a:gd name="T6" fmla="*/ 0 w 54"/>
                  <a:gd name="T7" fmla="*/ 0 h 42"/>
                  <a:gd name="T8" fmla="*/ 2 w 54"/>
                  <a:gd name="T9" fmla="*/ 0 h 42"/>
                  <a:gd name="T10" fmla="*/ 19 w 54"/>
                  <a:gd name="T11" fmla="*/ 12 h 42"/>
                  <a:gd name="T12" fmla="*/ 38 w 54"/>
                  <a:gd name="T13" fmla="*/ 27 h 42"/>
                  <a:gd name="T14" fmla="*/ 46 w 54"/>
                  <a:gd name="T15" fmla="*/ 33 h 42"/>
                  <a:gd name="T16" fmla="*/ 54 w 54"/>
                  <a:gd name="T17" fmla="*/ 41 h 42"/>
                  <a:gd name="T18" fmla="*/ 54 w 54"/>
                  <a:gd name="T19" fmla="*/ 42 h 42"/>
                  <a:gd name="T20" fmla="*/ 53 w 54"/>
                  <a:gd name="T21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" h="42">
                    <a:moveTo>
                      <a:pt x="53" y="41"/>
                    </a:moveTo>
                    <a:cubicBezTo>
                      <a:pt x="43" y="36"/>
                      <a:pt x="36" y="28"/>
                      <a:pt x="26" y="22"/>
                    </a:cubicBezTo>
                    <a:cubicBezTo>
                      <a:pt x="18" y="18"/>
                      <a:pt x="13" y="10"/>
                      <a:pt x="5" y="6"/>
                    </a:cubicBezTo>
                    <a:cubicBezTo>
                      <a:pt x="3" y="4"/>
                      <a:pt x="0" y="3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" y="4"/>
                      <a:pt x="12" y="9"/>
                      <a:pt x="19" y="12"/>
                    </a:cubicBezTo>
                    <a:cubicBezTo>
                      <a:pt x="25" y="18"/>
                      <a:pt x="31" y="22"/>
                      <a:pt x="38" y="27"/>
                    </a:cubicBezTo>
                    <a:cubicBezTo>
                      <a:pt x="40" y="30"/>
                      <a:pt x="43" y="31"/>
                      <a:pt x="46" y="33"/>
                    </a:cubicBezTo>
                    <a:cubicBezTo>
                      <a:pt x="47" y="37"/>
                      <a:pt x="51" y="38"/>
                      <a:pt x="54" y="41"/>
                    </a:cubicBezTo>
                    <a:cubicBezTo>
                      <a:pt x="54" y="41"/>
                      <a:pt x="54" y="41"/>
                      <a:pt x="54" y="42"/>
                    </a:cubicBezTo>
                    <a:cubicBezTo>
                      <a:pt x="54" y="42"/>
                      <a:pt x="53" y="42"/>
                      <a:pt x="53" y="41"/>
                    </a:cubicBezTo>
                    <a:close/>
                  </a:path>
                </a:pathLst>
              </a:custGeom>
              <a:solidFill>
                <a:srgbClr val="F5ED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4" name="Freeform 1087"/>
              <p:cNvSpPr/>
              <p:nvPr/>
            </p:nvSpPr>
            <p:spPr bwMode="auto">
              <a:xfrm>
                <a:off x="851" y="2492"/>
                <a:ext cx="14" cy="17"/>
              </a:xfrm>
              <a:custGeom>
                <a:avLst/>
                <a:gdLst>
                  <a:gd name="T0" fmla="*/ 6 w 6"/>
                  <a:gd name="T1" fmla="*/ 6 h 7"/>
                  <a:gd name="T2" fmla="*/ 4 w 6"/>
                  <a:gd name="T3" fmla="*/ 6 h 7"/>
                  <a:gd name="T4" fmla="*/ 2 w 6"/>
                  <a:gd name="T5" fmla="*/ 6 h 7"/>
                  <a:gd name="T6" fmla="*/ 0 w 6"/>
                  <a:gd name="T7" fmla="*/ 4 h 7"/>
                  <a:gd name="T8" fmla="*/ 2 w 6"/>
                  <a:gd name="T9" fmla="*/ 0 h 7"/>
                  <a:gd name="T10" fmla="*/ 6 w 6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6" y="6"/>
                    </a:moveTo>
                    <a:cubicBezTo>
                      <a:pt x="5" y="6"/>
                      <a:pt x="5" y="6"/>
                      <a:pt x="4" y="6"/>
                    </a:cubicBezTo>
                    <a:cubicBezTo>
                      <a:pt x="3" y="7"/>
                      <a:pt x="2" y="6"/>
                      <a:pt x="2" y="6"/>
                    </a:cubicBezTo>
                    <a:cubicBezTo>
                      <a:pt x="1" y="5"/>
                      <a:pt x="0" y="5"/>
                      <a:pt x="0" y="4"/>
                    </a:cubicBezTo>
                    <a:cubicBezTo>
                      <a:pt x="1" y="3"/>
                      <a:pt x="3" y="2"/>
                      <a:pt x="2" y="0"/>
                    </a:cubicBezTo>
                    <a:cubicBezTo>
                      <a:pt x="5" y="1"/>
                      <a:pt x="5" y="4"/>
                      <a:pt x="6" y="6"/>
                    </a:cubicBezTo>
                    <a:close/>
                  </a:path>
                </a:pathLst>
              </a:custGeom>
              <a:solidFill>
                <a:srgbClr val="FCF9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5" name="Freeform 1088"/>
              <p:cNvSpPr/>
              <p:nvPr/>
            </p:nvSpPr>
            <p:spPr bwMode="auto">
              <a:xfrm>
                <a:off x="1169" y="1974"/>
                <a:ext cx="31" cy="41"/>
              </a:xfrm>
              <a:custGeom>
                <a:avLst/>
                <a:gdLst>
                  <a:gd name="T0" fmla="*/ 13 w 13"/>
                  <a:gd name="T1" fmla="*/ 17 h 17"/>
                  <a:gd name="T2" fmla="*/ 1 w 13"/>
                  <a:gd name="T3" fmla="*/ 7 h 17"/>
                  <a:gd name="T4" fmla="*/ 0 w 13"/>
                  <a:gd name="T5" fmla="*/ 4 h 17"/>
                  <a:gd name="T6" fmla="*/ 6 w 13"/>
                  <a:gd name="T7" fmla="*/ 3 h 17"/>
                  <a:gd name="T8" fmla="*/ 9 w 13"/>
                  <a:gd name="T9" fmla="*/ 5 h 17"/>
                  <a:gd name="T10" fmla="*/ 11 w 13"/>
                  <a:gd name="T11" fmla="*/ 6 h 17"/>
                  <a:gd name="T12" fmla="*/ 8 w 13"/>
                  <a:gd name="T13" fmla="*/ 7 h 17"/>
                  <a:gd name="T14" fmla="*/ 13 w 13"/>
                  <a:gd name="T15" fmla="*/ 9 h 17"/>
                  <a:gd name="T16" fmla="*/ 13 w 13"/>
                  <a:gd name="T17" fmla="*/ 15 h 17"/>
                  <a:gd name="T18" fmla="*/ 13 w 13"/>
                  <a:gd name="T1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7">
                    <a:moveTo>
                      <a:pt x="13" y="17"/>
                    </a:moveTo>
                    <a:cubicBezTo>
                      <a:pt x="8" y="15"/>
                      <a:pt x="5" y="10"/>
                      <a:pt x="1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2" y="3"/>
                      <a:pt x="4" y="0"/>
                      <a:pt x="6" y="3"/>
                    </a:cubicBezTo>
                    <a:cubicBezTo>
                      <a:pt x="6" y="5"/>
                      <a:pt x="8" y="5"/>
                      <a:pt x="9" y="5"/>
                    </a:cubicBezTo>
                    <a:cubicBezTo>
                      <a:pt x="10" y="5"/>
                      <a:pt x="11" y="5"/>
                      <a:pt x="11" y="6"/>
                    </a:cubicBezTo>
                    <a:cubicBezTo>
                      <a:pt x="11" y="8"/>
                      <a:pt x="9" y="6"/>
                      <a:pt x="8" y="7"/>
                    </a:cubicBezTo>
                    <a:cubicBezTo>
                      <a:pt x="9" y="9"/>
                      <a:pt x="11" y="8"/>
                      <a:pt x="13" y="9"/>
                    </a:cubicBezTo>
                    <a:cubicBezTo>
                      <a:pt x="10" y="11"/>
                      <a:pt x="10" y="13"/>
                      <a:pt x="13" y="15"/>
                    </a:cubicBezTo>
                    <a:cubicBezTo>
                      <a:pt x="13" y="15"/>
                      <a:pt x="13" y="16"/>
                      <a:pt x="13" y="17"/>
                    </a:cubicBezTo>
                    <a:close/>
                  </a:path>
                </a:pathLst>
              </a:custGeom>
              <a:solidFill>
                <a:srgbClr val="A1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6" name="Freeform 1089"/>
              <p:cNvSpPr/>
              <p:nvPr/>
            </p:nvSpPr>
            <p:spPr bwMode="auto">
              <a:xfrm>
                <a:off x="1278" y="2081"/>
                <a:ext cx="31" cy="29"/>
              </a:xfrm>
              <a:custGeom>
                <a:avLst/>
                <a:gdLst>
                  <a:gd name="T0" fmla="*/ 13 w 13"/>
                  <a:gd name="T1" fmla="*/ 9 h 12"/>
                  <a:gd name="T2" fmla="*/ 4 w 13"/>
                  <a:gd name="T3" fmla="*/ 11 h 12"/>
                  <a:gd name="T4" fmla="*/ 3 w 13"/>
                  <a:gd name="T5" fmla="*/ 9 h 12"/>
                  <a:gd name="T6" fmla="*/ 0 w 13"/>
                  <a:gd name="T7" fmla="*/ 2 h 12"/>
                  <a:gd name="T8" fmla="*/ 8 w 13"/>
                  <a:gd name="T9" fmla="*/ 6 h 12"/>
                  <a:gd name="T10" fmla="*/ 10 w 13"/>
                  <a:gd name="T11" fmla="*/ 8 h 12"/>
                  <a:gd name="T12" fmla="*/ 13 w 13"/>
                  <a:gd name="T13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2">
                    <a:moveTo>
                      <a:pt x="13" y="9"/>
                    </a:moveTo>
                    <a:cubicBezTo>
                      <a:pt x="10" y="8"/>
                      <a:pt x="7" y="12"/>
                      <a:pt x="4" y="11"/>
                    </a:cubicBezTo>
                    <a:cubicBezTo>
                      <a:pt x="3" y="10"/>
                      <a:pt x="3" y="11"/>
                      <a:pt x="3" y="9"/>
                    </a:cubicBezTo>
                    <a:cubicBezTo>
                      <a:pt x="4" y="6"/>
                      <a:pt x="3" y="4"/>
                      <a:pt x="0" y="2"/>
                    </a:cubicBezTo>
                    <a:cubicBezTo>
                      <a:pt x="6" y="0"/>
                      <a:pt x="7" y="0"/>
                      <a:pt x="8" y="6"/>
                    </a:cubicBezTo>
                    <a:cubicBezTo>
                      <a:pt x="8" y="8"/>
                      <a:pt x="9" y="8"/>
                      <a:pt x="10" y="8"/>
                    </a:cubicBezTo>
                    <a:cubicBezTo>
                      <a:pt x="12" y="7"/>
                      <a:pt x="12" y="8"/>
                      <a:pt x="13" y="9"/>
                    </a:cubicBezTo>
                    <a:close/>
                  </a:path>
                </a:pathLst>
              </a:custGeom>
              <a:solidFill>
                <a:srgbClr val="A7CC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7" name="Freeform 1090"/>
              <p:cNvSpPr/>
              <p:nvPr/>
            </p:nvSpPr>
            <p:spPr bwMode="auto">
              <a:xfrm>
                <a:off x="1321" y="2036"/>
                <a:ext cx="7" cy="7"/>
              </a:xfrm>
              <a:custGeom>
                <a:avLst/>
                <a:gdLst>
                  <a:gd name="T0" fmla="*/ 3 w 3"/>
                  <a:gd name="T1" fmla="*/ 2 h 3"/>
                  <a:gd name="T2" fmla="*/ 0 w 3"/>
                  <a:gd name="T3" fmla="*/ 3 h 3"/>
                  <a:gd name="T4" fmla="*/ 3 w 3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3" y="2"/>
                    </a:moveTo>
                    <a:cubicBezTo>
                      <a:pt x="2" y="3"/>
                      <a:pt x="1" y="3"/>
                      <a:pt x="0" y="3"/>
                    </a:cubicBezTo>
                    <a:cubicBezTo>
                      <a:pt x="0" y="0"/>
                      <a:pt x="2" y="1"/>
                      <a:pt x="3" y="2"/>
                    </a:cubicBezTo>
                    <a:close/>
                  </a:path>
                </a:pathLst>
              </a:custGeom>
              <a:solidFill>
                <a:srgbClr val="A2C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8" name="Freeform 1091"/>
              <p:cNvSpPr/>
              <p:nvPr/>
            </p:nvSpPr>
            <p:spPr bwMode="auto">
              <a:xfrm>
                <a:off x="1359" y="2285"/>
                <a:ext cx="76" cy="93"/>
              </a:xfrm>
              <a:custGeom>
                <a:avLst/>
                <a:gdLst>
                  <a:gd name="T0" fmla="*/ 3 w 32"/>
                  <a:gd name="T1" fmla="*/ 39 h 39"/>
                  <a:gd name="T2" fmla="*/ 5 w 32"/>
                  <a:gd name="T3" fmla="*/ 34 h 39"/>
                  <a:gd name="T4" fmla="*/ 1 w 32"/>
                  <a:gd name="T5" fmla="*/ 35 h 39"/>
                  <a:gd name="T6" fmla="*/ 1 w 32"/>
                  <a:gd name="T7" fmla="*/ 31 h 39"/>
                  <a:gd name="T8" fmla="*/ 1 w 32"/>
                  <a:gd name="T9" fmla="*/ 30 h 39"/>
                  <a:gd name="T10" fmla="*/ 8 w 32"/>
                  <a:gd name="T11" fmla="*/ 22 h 39"/>
                  <a:gd name="T12" fmla="*/ 5 w 32"/>
                  <a:gd name="T13" fmla="*/ 17 h 39"/>
                  <a:gd name="T14" fmla="*/ 19 w 32"/>
                  <a:gd name="T15" fmla="*/ 15 h 39"/>
                  <a:gd name="T16" fmla="*/ 9 w 32"/>
                  <a:gd name="T17" fmla="*/ 12 h 39"/>
                  <a:gd name="T18" fmla="*/ 9 w 32"/>
                  <a:gd name="T19" fmla="*/ 11 h 39"/>
                  <a:gd name="T20" fmla="*/ 9 w 32"/>
                  <a:gd name="T21" fmla="*/ 7 h 39"/>
                  <a:gd name="T22" fmla="*/ 17 w 32"/>
                  <a:gd name="T23" fmla="*/ 5 h 39"/>
                  <a:gd name="T24" fmla="*/ 20 w 32"/>
                  <a:gd name="T25" fmla="*/ 3 h 39"/>
                  <a:gd name="T26" fmla="*/ 22 w 32"/>
                  <a:gd name="T27" fmla="*/ 0 h 39"/>
                  <a:gd name="T28" fmla="*/ 23 w 32"/>
                  <a:gd name="T29" fmla="*/ 1 h 39"/>
                  <a:gd name="T30" fmla="*/ 26 w 32"/>
                  <a:gd name="T31" fmla="*/ 4 h 39"/>
                  <a:gd name="T32" fmla="*/ 28 w 32"/>
                  <a:gd name="T33" fmla="*/ 6 h 39"/>
                  <a:gd name="T34" fmla="*/ 27 w 32"/>
                  <a:gd name="T35" fmla="*/ 10 h 39"/>
                  <a:gd name="T36" fmla="*/ 18 w 32"/>
                  <a:gd name="T37" fmla="*/ 11 h 39"/>
                  <a:gd name="T38" fmla="*/ 18 w 32"/>
                  <a:gd name="T39" fmla="*/ 10 h 39"/>
                  <a:gd name="T40" fmla="*/ 18 w 32"/>
                  <a:gd name="T41" fmla="*/ 10 h 39"/>
                  <a:gd name="T42" fmla="*/ 18 w 32"/>
                  <a:gd name="T43" fmla="*/ 11 h 39"/>
                  <a:gd name="T44" fmla="*/ 19 w 32"/>
                  <a:gd name="T45" fmla="*/ 11 h 39"/>
                  <a:gd name="T46" fmla="*/ 23 w 32"/>
                  <a:gd name="T47" fmla="*/ 14 h 39"/>
                  <a:gd name="T48" fmla="*/ 19 w 32"/>
                  <a:gd name="T49" fmla="*/ 17 h 39"/>
                  <a:gd name="T50" fmla="*/ 20 w 32"/>
                  <a:gd name="T51" fmla="*/ 20 h 39"/>
                  <a:gd name="T52" fmla="*/ 19 w 32"/>
                  <a:gd name="T53" fmla="*/ 20 h 39"/>
                  <a:gd name="T54" fmla="*/ 19 w 32"/>
                  <a:gd name="T55" fmla="*/ 18 h 39"/>
                  <a:gd name="T56" fmla="*/ 19 w 32"/>
                  <a:gd name="T57" fmla="*/ 17 h 39"/>
                  <a:gd name="T58" fmla="*/ 29 w 32"/>
                  <a:gd name="T59" fmla="*/ 17 h 39"/>
                  <a:gd name="T60" fmla="*/ 31 w 32"/>
                  <a:gd name="T61" fmla="*/ 21 h 39"/>
                  <a:gd name="T62" fmla="*/ 23 w 32"/>
                  <a:gd name="T63" fmla="*/ 26 h 39"/>
                  <a:gd name="T64" fmla="*/ 12 w 32"/>
                  <a:gd name="T65" fmla="*/ 32 h 39"/>
                  <a:gd name="T66" fmla="*/ 12 w 32"/>
                  <a:gd name="T67" fmla="*/ 36 h 39"/>
                  <a:gd name="T68" fmla="*/ 3 w 32"/>
                  <a:gd name="T6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2" h="39">
                    <a:moveTo>
                      <a:pt x="3" y="39"/>
                    </a:moveTo>
                    <a:cubicBezTo>
                      <a:pt x="2" y="36"/>
                      <a:pt x="5" y="36"/>
                      <a:pt x="5" y="34"/>
                    </a:cubicBezTo>
                    <a:cubicBezTo>
                      <a:pt x="3" y="33"/>
                      <a:pt x="3" y="37"/>
                      <a:pt x="1" y="35"/>
                    </a:cubicBezTo>
                    <a:cubicBezTo>
                      <a:pt x="1" y="34"/>
                      <a:pt x="0" y="32"/>
                      <a:pt x="1" y="31"/>
                    </a:cubicBezTo>
                    <a:cubicBezTo>
                      <a:pt x="1" y="31"/>
                      <a:pt x="1" y="30"/>
                      <a:pt x="1" y="30"/>
                    </a:cubicBezTo>
                    <a:cubicBezTo>
                      <a:pt x="0" y="24"/>
                      <a:pt x="1" y="22"/>
                      <a:pt x="8" y="22"/>
                    </a:cubicBezTo>
                    <a:cubicBezTo>
                      <a:pt x="8" y="20"/>
                      <a:pt x="5" y="20"/>
                      <a:pt x="5" y="17"/>
                    </a:cubicBezTo>
                    <a:cubicBezTo>
                      <a:pt x="10" y="21"/>
                      <a:pt x="14" y="16"/>
                      <a:pt x="19" y="15"/>
                    </a:cubicBezTo>
                    <a:cubicBezTo>
                      <a:pt x="15" y="15"/>
                      <a:pt x="13" y="11"/>
                      <a:pt x="9" y="12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9" y="10"/>
                      <a:pt x="9" y="8"/>
                      <a:pt x="9" y="7"/>
                    </a:cubicBezTo>
                    <a:cubicBezTo>
                      <a:pt x="12" y="7"/>
                      <a:pt x="14" y="5"/>
                      <a:pt x="17" y="5"/>
                    </a:cubicBezTo>
                    <a:cubicBezTo>
                      <a:pt x="18" y="6"/>
                      <a:pt x="20" y="5"/>
                      <a:pt x="20" y="3"/>
                    </a:cubicBezTo>
                    <a:cubicBezTo>
                      <a:pt x="19" y="1"/>
                      <a:pt x="20" y="0"/>
                      <a:pt x="22" y="0"/>
                    </a:cubicBezTo>
                    <a:cubicBezTo>
                      <a:pt x="22" y="1"/>
                      <a:pt x="22" y="1"/>
                      <a:pt x="23" y="1"/>
                    </a:cubicBezTo>
                    <a:cubicBezTo>
                      <a:pt x="23" y="3"/>
                      <a:pt x="22" y="6"/>
                      <a:pt x="26" y="4"/>
                    </a:cubicBezTo>
                    <a:cubicBezTo>
                      <a:pt x="27" y="3"/>
                      <a:pt x="28" y="5"/>
                      <a:pt x="28" y="6"/>
                    </a:cubicBezTo>
                    <a:cubicBezTo>
                      <a:pt x="29" y="8"/>
                      <a:pt x="29" y="10"/>
                      <a:pt x="27" y="10"/>
                    </a:cubicBezTo>
                    <a:cubicBezTo>
                      <a:pt x="24" y="10"/>
                      <a:pt x="21" y="12"/>
                      <a:pt x="18" y="11"/>
                    </a:cubicBezTo>
                    <a:cubicBezTo>
                      <a:pt x="17" y="11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8" y="10"/>
                    </a:cubicBezTo>
                    <a:cubicBezTo>
                      <a:pt x="17" y="10"/>
                      <a:pt x="18" y="11"/>
                      <a:pt x="18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21" y="12"/>
                      <a:pt x="23" y="11"/>
                      <a:pt x="23" y="14"/>
                    </a:cubicBezTo>
                    <a:cubicBezTo>
                      <a:pt x="23" y="16"/>
                      <a:pt x="21" y="17"/>
                      <a:pt x="19" y="17"/>
                    </a:cubicBezTo>
                    <a:cubicBezTo>
                      <a:pt x="18" y="19"/>
                      <a:pt x="19" y="20"/>
                      <a:pt x="20" y="20"/>
                    </a:cubicBezTo>
                    <a:cubicBezTo>
                      <a:pt x="20" y="21"/>
                      <a:pt x="20" y="20"/>
                      <a:pt x="19" y="20"/>
                    </a:cubicBezTo>
                    <a:cubicBezTo>
                      <a:pt x="19" y="19"/>
                      <a:pt x="18" y="19"/>
                      <a:pt x="19" y="18"/>
                    </a:cubicBezTo>
                    <a:cubicBezTo>
                      <a:pt x="19" y="18"/>
                      <a:pt x="19" y="18"/>
                      <a:pt x="19" y="17"/>
                    </a:cubicBezTo>
                    <a:cubicBezTo>
                      <a:pt x="22" y="16"/>
                      <a:pt x="26" y="18"/>
                      <a:pt x="29" y="17"/>
                    </a:cubicBezTo>
                    <a:cubicBezTo>
                      <a:pt x="32" y="17"/>
                      <a:pt x="32" y="19"/>
                      <a:pt x="31" y="21"/>
                    </a:cubicBezTo>
                    <a:cubicBezTo>
                      <a:pt x="29" y="24"/>
                      <a:pt x="26" y="25"/>
                      <a:pt x="23" y="26"/>
                    </a:cubicBezTo>
                    <a:cubicBezTo>
                      <a:pt x="19" y="27"/>
                      <a:pt x="16" y="30"/>
                      <a:pt x="12" y="32"/>
                    </a:cubicBezTo>
                    <a:cubicBezTo>
                      <a:pt x="11" y="33"/>
                      <a:pt x="12" y="34"/>
                      <a:pt x="12" y="36"/>
                    </a:cubicBezTo>
                    <a:cubicBezTo>
                      <a:pt x="9" y="36"/>
                      <a:pt x="6" y="38"/>
                      <a:pt x="3" y="39"/>
                    </a:cubicBezTo>
                    <a:close/>
                  </a:path>
                </a:pathLst>
              </a:custGeom>
              <a:solidFill>
                <a:srgbClr val="AECB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39" name="Freeform 1092"/>
              <p:cNvSpPr/>
              <p:nvPr/>
            </p:nvSpPr>
            <p:spPr bwMode="auto">
              <a:xfrm>
                <a:off x="1402" y="2281"/>
                <a:ext cx="76" cy="54"/>
              </a:xfrm>
              <a:custGeom>
                <a:avLst/>
                <a:gdLst>
                  <a:gd name="T0" fmla="*/ 0 w 32"/>
                  <a:gd name="T1" fmla="*/ 13 h 23"/>
                  <a:gd name="T2" fmla="*/ 8 w 32"/>
                  <a:gd name="T3" fmla="*/ 11 h 23"/>
                  <a:gd name="T4" fmla="*/ 8 w 32"/>
                  <a:gd name="T5" fmla="*/ 6 h 23"/>
                  <a:gd name="T6" fmla="*/ 6 w 32"/>
                  <a:gd name="T7" fmla="*/ 9 h 23"/>
                  <a:gd name="T8" fmla="*/ 5 w 32"/>
                  <a:gd name="T9" fmla="*/ 3 h 23"/>
                  <a:gd name="T10" fmla="*/ 13 w 32"/>
                  <a:gd name="T11" fmla="*/ 3 h 23"/>
                  <a:gd name="T12" fmla="*/ 13 w 32"/>
                  <a:gd name="T13" fmla="*/ 10 h 23"/>
                  <a:gd name="T14" fmla="*/ 11 w 32"/>
                  <a:gd name="T15" fmla="*/ 12 h 23"/>
                  <a:gd name="T16" fmla="*/ 14 w 32"/>
                  <a:gd name="T17" fmla="*/ 14 h 23"/>
                  <a:gd name="T18" fmla="*/ 11 w 32"/>
                  <a:gd name="T19" fmla="*/ 15 h 23"/>
                  <a:gd name="T20" fmla="*/ 18 w 32"/>
                  <a:gd name="T21" fmla="*/ 18 h 23"/>
                  <a:gd name="T22" fmla="*/ 20 w 32"/>
                  <a:gd name="T23" fmla="*/ 19 h 23"/>
                  <a:gd name="T24" fmla="*/ 21 w 32"/>
                  <a:gd name="T25" fmla="*/ 18 h 23"/>
                  <a:gd name="T26" fmla="*/ 19 w 32"/>
                  <a:gd name="T27" fmla="*/ 16 h 23"/>
                  <a:gd name="T28" fmla="*/ 18 w 32"/>
                  <a:gd name="T29" fmla="*/ 14 h 23"/>
                  <a:gd name="T30" fmla="*/ 29 w 32"/>
                  <a:gd name="T31" fmla="*/ 12 h 23"/>
                  <a:gd name="T32" fmla="*/ 31 w 32"/>
                  <a:gd name="T33" fmla="*/ 15 h 23"/>
                  <a:gd name="T34" fmla="*/ 32 w 32"/>
                  <a:gd name="T35" fmla="*/ 18 h 23"/>
                  <a:gd name="T36" fmla="*/ 13 w 32"/>
                  <a:gd name="T37" fmla="*/ 23 h 23"/>
                  <a:gd name="T38" fmla="*/ 6 w 32"/>
                  <a:gd name="T39" fmla="*/ 20 h 23"/>
                  <a:gd name="T40" fmla="*/ 1 w 32"/>
                  <a:gd name="T41" fmla="*/ 20 h 23"/>
                  <a:gd name="T42" fmla="*/ 0 w 32"/>
                  <a:gd name="T43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" h="23">
                    <a:moveTo>
                      <a:pt x="0" y="13"/>
                    </a:moveTo>
                    <a:cubicBezTo>
                      <a:pt x="3" y="13"/>
                      <a:pt x="6" y="12"/>
                      <a:pt x="8" y="11"/>
                    </a:cubicBezTo>
                    <a:cubicBezTo>
                      <a:pt x="11" y="10"/>
                      <a:pt x="9" y="8"/>
                      <a:pt x="8" y="6"/>
                    </a:cubicBezTo>
                    <a:cubicBezTo>
                      <a:pt x="7" y="7"/>
                      <a:pt x="8" y="10"/>
                      <a:pt x="6" y="9"/>
                    </a:cubicBezTo>
                    <a:cubicBezTo>
                      <a:pt x="3" y="8"/>
                      <a:pt x="3" y="6"/>
                      <a:pt x="5" y="3"/>
                    </a:cubicBezTo>
                    <a:cubicBezTo>
                      <a:pt x="8" y="3"/>
                      <a:pt x="10" y="0"/>
                      <a:pt x="13" y="3"/>
                    </a:cubicBezTo>
                    <a:cubicBezTo>
                      <a:pt x="17" y="6"/>
                      <a:pt x="17" y="7"/>
                      <a:pt x="13" y="10"/>
                    </a:cubicBezTo>
                    <a:cubicBezTo>
                      <a:pt x="13" y="11"/>
                      <a:pt x="12" y="11"/>
                      <a:pt x="11" y="12"/>
                    </a:cubicBezTo>
                    <a:cubicBezTo>
                      <a:pt x="11" y="14"/>
                      <a:pt x="14" y="12"/>
                      <a:pt x="14" y="14"/>
                    </a:cubicBezTo>
                    <a:cubicBezTo>
                      <a:pt x="14" y="14"/>
                      <a:pt x="12" y="15"/>
                      <a:pt x="11" y="15"/>
                    </a:cubicBezTo>
                    <a:cubicBezTo>
                      <a:pt x="14" y="16"/>
                      <a:pt x="17" y="16"/>
                      <a:pt x="18" y="18"/>
                    </a:cubicBezTo>
                    <a:cubicBezTo>
                      <a:pt x="19" y="19"/>
                      <a:pt x="19" y="20"/>
                      <a:pt x="20" y="19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2" y="16"/>
                      <a:pt x="20" y="16"/>
                      <a:pt x="19" y="16"/>
                    </a:cubicBezTo>
                    <a:cubicBezTo>
                      <a:pt x="19" y="16"/>
                      <a:pt x="18" y="16"/>
                      <a:pt x="18" y="14"/>
                    </a:cubicBezTo>
                    <a:cubicBezTo>
                      <a:pt x="22" y="14"/>
                      <a:pt x="26" y="15"/>
                      <a:pt x="29" y="12"/>
                    </a:cubicBezTo>
                    <a:cubicBezTo>
                      <a:pt x="31" y="12"/>
                      <a:pt x="31" y="14"/>
                      <a:pt x="31" y="15"/>
                    </a:cubicBezTo>
                    <a:cubicBezTo>
                      <a:pt x="31" y="16"/>
                      <a:pt x="31" y="17"/>
                      <a:pt x="32" y="18"/>
                    </a:cubicBezTo>
                    <a:cubicBezTo>
                      <a:pt x="26" y="19"/>
                      <a:pt x="19" y="21"/>
                      <a:pt x="13" y="23"/>
                    </a:cubicBezTo>
                    <a:cubicBezTo>
                      <a:pt x="13" y="18"/>
                      <a:pt x="8" y="23"/>
                      <a:pt x="6" y="20"/>
                    </a:cubicBezTo>
                    <a:cubicBezTo>
                      <a:pt x="4" y="22"/>
                      <a:pt x="3" y="19"/>
                      <a:pt x="1" y="20"/>
                    </a:cubicBezTo>
                    <a:cubicBezTo>
                      <a:pt x="7" y="16"/>
                      <a:pt x="2" y="15"/>
                      <a:pt x="0" y="13"/>
                    </a:cubicBezTo>
                    <a:close/>
                  </a:path>
                </a:pathLst>
              </a:custGeom>
              <a:solidFill>
                <a:srgbClr val="A8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0" name="Freeform 1093"/>
              <p:cNvSpPr/>
              <p:nvPr/>
            </p:nvSpPr>
            <p:spPr bwMode="auto">
              <a:xfrm>
                <a:off x="1463" y="2297"/>
                <a:ext cx="38" cy="19"/>
              </a:xfrm>
              <a:custGeom>
                <a:avLst/>
                <a:gdLst>
                  <a:gd name="T0" fmla="*/ 16 w 16"/>
                  <a:gd name="T1" fmla="*/ 4 h 8"/>
                  <a:gd name="T2" fmla="*/ 9 w 16"/>
                  <a:gd name="T3" fmla="*/ 7 h 8"/>
                  <a:gd name="T4" fmla="*/ 0 w 16"/>
                  <a:gd name="T5" fmla="*/ 5 h 8"/>
                  <a:gd name="T6" fmla="*/ 10 w 16"/>
                  <a:gd name="T7" fmla="*/ 3 h 8"/>
                  <a:gd name="T8" fmla="*/ 14 w 16"/>
                  <a:gd name="T9" fmla="*/ 3 h 8"/>
                  <a:gd name="T10" fmla="*/ 16 w 16"/>
                  <a:gd name="T11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8">
                    <a:moveTo>
                      <a:pt x="16" y="4"/>
                    </a:moveTo>
                    <a:cubicBezTo>
                      <a:pt x="15" y="8"/>
                      <a:pt x="12" y="7"/>
                      <a:pt x="9" y="7"/>
                    </a:cubicBezTo>
                    <a:cubicBezTo>
                      <a:pt x="7" y="2"/>
                      <a:pt x="4" y="2"/>
                      <a:pt x="0" y="5"/>
                    </a:cubicBezTo>
                    <a:cubicBezTo>
                      <a:pt x="3" y="0"/>
                      <a:pt x="6" y="0"/>
                      <a:pt x="10" y="3"/>
                    </a:cubicBezTo>
                    <a:cubicBezTo>
                      <a:pt x="11" y="4"/>
                      <a:pt x="12" y="7"/>
                      <a:pt x="14" y="3"/>
                    </a:cubicBezTo>
                    <a:cubicBezTo>
                      <a:pt x="14" y="3"/>
                      <a:pt x="16" y="3"/>
                      <a:pt x="16" y="4"/>
                    </a:cubicBezTo>
                    <a:close/>
                  </a:path>
                </a:pathLst>
              </a:custGeom>
              <a:solidFill>
                <a:srgbClr val="A8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1" name="Freeform 1094"/>
              <p:cNvSpPr/>
              <p:nvPr/>
            </p:nvSpPr>
            <p:spPr bwMode="auto">
              <a:xfrm>
                <a:off x="1209" y="2119"/>
                <a:ext cx="183" cy="171"/>
              </a:xfrm>
              <a:custGeom>
                <a:avLst/>
                <a:gdLst>
                  <a:gd name="T0" fmla="*/ 69 w 77"/>
                  <a:gd name="T1" fmla="*/ 65 h 72"/>
                  <a:gd name="T2" fmla="*/ 57 w 77"/>
                  <a:gd name="T3" fmla="*/ 71 h 72"/>
                  <a:gd name="T4" fmla="*/ 54 w 77"/>
                  <a:gd name="T5" fmla="*/ 66 h 72"/>
                  <a:gd name="T6" fmla="*/ 53 w 77"/>
                  <a:gd name="T7" fmla="*/ 62 h 72"/>
                  <a:gd name="T8" fmla="*/ 45 w 77"/>
                  <a:gd name="T9" fmla="*/ 64 h 72"/>
                  <a:gd name="T10" fmla="*/ 37 w 77"/>
                  <a:gd name="T11" fmla="*/ 67 h 72"/>
                  <a:gd name="T12" fmla="*/ 27 w 77"/>
                  <a:gd name="T13" fmla="*/ 67 h 72"/>
                  <a:gd name="T14" fmla="*/ 30 w 77"/>
                  <a:gd name="T15" fmla="*/ 62 h 72"/>
                  <a:gd name="T16" fmla="*/ 19 w 77"/>
                  <a:gd name="T17" fmla="*/ 59 h 72"/>
                  <a:gd name="T18" fmla="*/ 16 w 77"/>
                  <a:gd name="T19" fmla="*/ 55 h 72"/>
                  <a:gd name="T20" fmla="*/ 21 w 77"/>
                  <a:gd name="T21" fmla="*/ 52 h 72"/>
                  <a:gd name="T22" fmla="*/ 19 w 77"/>
                  <a:gd name="T23" fmla="*/ 48 h 72"/>
                  <a:gd name="T24" fmla="*/ 23 w 77"/>
                  <a:gd name="T25" fmla="*/ 44 h 72"/>
                  <a:gd name="T26" fmla="*/ 32 w 77"/>
                  <a:gd name="T27" fmla="*/ 43 h 72"/>
                  <a:gd name="T28" fmla="*/ 31 w 77"/>
                  <a:gd name="T29" fmla="*/ 37 h 72"/>
                  <a:gd name="T30" fmla="*/ 25 w 77"/>
                  <a:gd name="T31" fmla="*/ 38 h 72"/>
                  <a:gd name="T32" fmla="*/ 22 w 77"/>
                  <a:gd name="T33" fmla="*/ 37 h 72"/>
                  <a:gd name="T34" fmla="*/ 19 w 77"/>
                  <a:gd name="T35" fmla="*/ 36 h 72"/>
                  <a:gd name="T36" fmla="*/ 13 w 77"/>
                  <a:gd name="T37" fmla="*/ 39 h 72"/>
                  <a:gd name="T38" fmla="*/ 11 w 77"/>
                  <a:gd name="T39" fmla="*/ 32 h 72"/>
                  <a:gd name="T40" fmla="*/ 16 w 77"/>
                  <a:gd name="T41" fmla="*/ 29 h 72"/>
                  <a:gd name="T42" fmla="*/ 13 w 77"/>
                  <a:gd name="T43" fmla="*/ 25 h 72"/>
                  <a:gd name="T44" fmla="*/ 2 w 77"/>
                  <a:gd name="T45" fmla="*/ 23 h 72"/>
                  <a:gd name="T46" fmla="*/ 9 w 77"/>
                  <a:gd name="T47" fmla="*/ 19 h 72"/>
                  <a:gd name="T48" fmla="*/ 9 w 77"/>
                  <a:gd name="T49" fmla="*/ 16 h 72"/>
                  <a:gd name="T50" fmla="*/ 19 w 77"/>
                  <a:gd name="T51" fmla="*/ 16 h 72"/>
                  <a:gd name="T52" fmla="*/ 17 w 77"/>
                  <a:gd name="T53" fmla="*/ 10 h 72"/>
                  <a:gd name="T54" fmla="*/ 15 w 77"/>
                  <a:gd name="T55" fmla="*/ 6 h 72"/>
                  <a:gd name="T56" fmla="*/ 25 w 77"/>
                  <a:gd name="T57" fmla="*/ 0 h 72"/>
                  <a:gd name="T58" fmla="*/ 39 w 77"/>
                  <a:gd name="T59" fmla="*/ 3 h 72"/>
                  <a:gd name="T60" fmla="*/ 45 w 77"/>
                  <a:gd name="T61" fmla="*/ 10 h 72"/>
                  <a:gd name="T62" fmla="*/ 55 w 77"/>
                  <a:gd name="T63" fmla="*/ 3 h 72"/>
                  <a:gd name="T64" fmla="*/ 58 w 77"/>
                  <a:gd name="T65" fmla="*/ 7 h 72"/>
                  <a:gd name="T66" fmla="*/ 52 w 77"/>
                  <a:gd name="T67" fmla="*/ 10 h 72"/>
                  <a:gd name="T68" fmla="*/ 45 w 77"/>
                  <a:gd name="T69" fmla="*/ 17 h 72"/>
                  <a:gd name="T70" fmla="*/ 45 w 77"/>
                  <a:gd name="T71" fmla="*/ 17 h 72"/>
                  <a:gd name="T72" fmla="*/ 45 w 77"/>
                  <a:gd name="T73" fmla="*/ 17 h 72"/>
                  <a:gd name="T74" fmla="*/ 60 w 77"/>
                  <a:gd name="T75" fmla="*/ 12 h 72"/>
                  <a:gd name="T76" fmla="*/ 61 w 77"/>
                  <a:gd name="T77" fmla="*/ 18 h 72"/>
                  <a:gd name="T78" fmla="*/ 57 w 77"/>
                  <a:gd name="T79" fmla="*/ 20 h 72"/>
                  <a:gd name="T80" fmla="*/ 57 w 77"/>
                  <a:gd name="T81" fmla="*/ 20 h 72"/>
                  <a:gd name="T82" fmla="*/ 63 w 77"/>
                  <a:gd name="T83" fmla="*/ 24 h 72"/>
                  <a:gd name="T84" fmla="*/ 65 w 77"/>
                  <a:gd name="T85" fmla="*/ 23 h 72"/>
                  <a:gd name="T86" fmla="*/ 72 w 77"/>
                  <a:gd name="T87" fmla="*/ 20 h 72"/>
                  <a:gd name="T88" fmla="*/ 68 w 77"/>
                  <a:gd name="T89" fmla="*/ 25 h 72"/>
                  <a:gd name="T90" fmla="*/ 71 w 77"/>
                  <a:gd name="T91" fmla="*/ 31 h 72"/>
                  <a:gd name="T92" fmla="*/ 68 w 77"/>
                  <a:gd name="T93" fmla="*/ 40 h 72"/>
                  <a:gd name="T94" fmla="*/ 77 w 77"/>
                  <a:gd name="T95" fmla="*/ 43 h 72"/>
                  <a:gd name="T96" fmla="*/ 69 w 77"/>
                  <a:gd name="T97" fmla="*/ 50 h 72"/>
                  <a:gd name="T98" fmla="*/ 63 w 77"/>
                  <a:gd name="T99" fmla="*/ 62 h 72"/>
                  <a:gd name="T100" fmla="*/ 71 w 77"/>
                  <a:gd name="T101" fmla="*/ 6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2">
                    <a:moveTo>
                      <a:pt x="71" y="63"/>
                    </a:moveTo>
                    <a:cubicBezTo>
                      <a:pt x="71" y="64"/>
                      <a:pt x="72" y="65"/>
                      <a:pt x="69" y="65"/>
                    </a:cubicBezTo>
                    <a:cubicBezTo>
                      <a:pt x="67" y="65"/>
                      <a:pt x="64" y="68"/>
                      <a:pt x="62" y="70"/>
                    </a:cubicBezTo>
                    <a:cubicBezTo>
                      <a:pt x="60" y="71"/>
                      <a:pt x="59" y="71"/>
                      <a:pt x="57" y="71"/>
                    </a:cubicBezTo>
                    <a:cubicBezTo>
                      <a:pt x="55" y="72"/>
                      <a:pt x="54" y="71"/>
                      <a:pt x="53" y="70"/>
                    </a:cubicBezTo>
                    <a:cubicBezTo>
                      <a:pt x="52" y="68"/>
                      <a:pt x="53" y="67"/>
                      <a:pt x="54" y="66"/>
                    </a:cubicBezTo>
                    <a:cubicBezTo>
                      <a:pt x="55" y="65"/>
                      <a:pt x="57" y="65"/>
                      <a:pt x="56" y="63"/>
                    </a:cubicBezTo>
                    <a:cubicBezTo>
                      <a:pt x="56" y="62"/>
                      <a:pt x="54" y="62"/>
                      <a:pt x="53" y="62"/>
                    </a:cubicBezTo>
                    <a:cubicBezTo>
                      <a:pt x="51" y="62"/>
                      <a:pt x="49" y="62"/>
                      <a:pt x="49" y="59"/>
                    </a:cubicBezTo>
                    <a:cubicBezTo>
                      <a:pt x="48" y="61"/>
                      <a:pt x="50" y="65"/>
                      <a:pt x="45" y="64"/>
                    </a:cubicBezTo>
                    <a:cubicBezTo>
                      <a:pt x="44" y="64"/>
                      <a:pt x="43" y="65"/>
                      <a:pt x="42" y="65"/>
                    </a:cubicBezTo>
                    <a:cubicBezTo>
                      <a:pt x="41" y="67"/>
                      <a:pt x="39" y="68"/>
                      <a:pt x="37" y="67"/>
                    </a:cubicBezTo>
                    <a:cubicBezTo>
                      <a:pt x="36" y="66"/>
                      <a:pt x="35" y="67"/>
                      <a:pt x="34" y="68"/>
                    </a:cubicBezTo>
                    <a:cubicBezTo>
                      <a:pt x="32" y="72"/>
                      <a:pt x="29" y="68"/>
                      <a:pt x="27" y="67"/>
                    </a:cubicBezTo>
                    <a:cubicBezTo>
                      <a:pt x="26" y="67"/>
                      <a:pt x="26" y="66"/>
                      <a:pt x="27" y="65"/>
                    </a:cubicBezTo>
                    <a:cubicBezTo>
                      <a:pt x="27" y="64"/>
                      <a:pt x="29" y="64"/>
                      <a:pt x="30" y="62"/>
                    </a:cubicBezTo>
                    <a:cubicBezTo>
                      <a:pt x="26" y="64"/>
                      <a:pt x="25" y="61"/>
                      <a:pt x="24" y="59"/>
                    </a:cubicBezTo>
                    <a:cubicBezTo>
                      <a:pt x="23" y="56"/>
                      <a:pt x="21" y="55"/>
                      <a:pt x="19" y="59"/>
                    </a:cubicBezTo>
                    <a:cubicBezTo>
                      <a:pt x="17" y="62"/>
                      <a:pt x="15" y="61"/>
                      <a:pt x="14" y="58"/>
                    </a:cubicBezTo>
                    <a:cubicBezTo>
                      <a:pt x="13" y="56"/>
                      <a:pt x="15" y="56"/>
                      <a:pt x="16" y="55"/>
                    </a:cubicBezTo>
                    <a:cubicBezTo>
                      <a:pt x="17" y="54"/>
                      <a:pt x="18" y="53"/>
                      <a:pt x="19" y="52"/>
                    </a:cubicBezTo>
                    <a:cubicBezTo>
                      <a:pt x="19" y="51"/>
                      <a:pt x="20" y="52"/>
                      <a:pt x="21" y="52"/>
                    </a:cubicBezTo>
                    <a:cubicBezTo>
                      <a:pt x="20" y="51"/>
                      <a:pt x="19" y="50"/>
                      <a:pt x="18" y="49"/>
                    </a:cubicBezTo>
                    <a:cubicBezTo>
                      <a:pt x="18" y="49"/>
                      <a:pt x="18" y="49"/>
                      <a:pt x="19" y="48"/>
                    </a:cubicBezTo>
                    <a:cubicBezTo>
                      <a:pt x="19" y="46"/>
                      <a:pt x="22" y="46"/>
                      <a:pt x="22" y="44"/>
                    </a:cubicBezTo>
                    <a:cubicBezTo>
                      <a:pt x="22" y="43"/>
                      <a:pt x="22" y="43"/>
                      <a:pt x="23" y="44"/>
                    </a:cubicBezTo>
                    <a:cubicBezTo>
                      <a:pt x="26" y="48"/>
                      <a:pt x="28" y="45"/>
                      <a:pt x="31" y="43"/>
                    </a:cubicBezTo>
                    <a:cubicBezTo>
                      <a:pt x="31" y="43"/>
                      <a:pt x="31" y="43"/>
                      <a:pt x="32" y="43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2" y="41"/>
                      <a:pt x="28" y="40"/>
                      <a:pt x="31" y="37"/>
                    </a:cubicBezTo>
                    <a:cubicBezTo>
                      <a:pt x="32" y="37"/>
                      <a:pt x="31" y="36"/>
                      <a:pt x="30" y="36"/>
                    </a:cubicBezTo>
                    <a:cubicBezTo>
                      <a:pt x="28" y="35"/>
                      <a:pt x="26" y="36"/>
                      <a:pt x="25" y="38"/>
                    </a:cubicBezTo>
                    <a:cubicBezTo>
                      <a:pt x="24" y="39"/>
                      <a:pt x="23" y="39"/>
                      <a:pt x="22" y="39"/>
                    </a:cubicBezTo>
                    <a:cubicBezTo>
                      <a:pt x="20" y="38"/>
                      <a:pt x="22" y="37"/>
                      <a:pt x="22" y="37"/>
                    </a:cubicBezTo>
                    <a:cubicBezTo>
                      <a:pt x="23" y="35"/>
                      <a:pt x="22" y="36"/>
                      <a:pt x="21" y="36"/>
                    </a:cubicBezTo>
                    <a:cubicBezTo>
                      <a:pt x="21" y="35"/>
                      <a:pt x="19" y="34"/>
                      <a:pt x="19" y="36"/>
                    </a:cubicBezTo>
                    <a:cubicBezTo>
                      <a:pt x="19" y="38"/>
                      <a:pt x="17" y="38"/>
                      <a:pt x="16" y="39"/>
                    </a:cubicBezTo>
                    <a:cubicBezTo>
                      <a:pt x="16" y="41"/>
                      <a:pt x="14" y="40"/>
                      <a:pt x="13" y="39"/>
                    </a:cubicBezTo>
                    <a:cubicBezTo>
                      <a:pt x="12" y="39"/>
                      <a:pt x="13" y="38"/>
                      <a:pt x="13" y="37"/>
                    </a:cubicBezTo>
                    <a:cubicBezTo>
                      <a:pt x="12" y="36"/>
                      <a:pt x="13" y="34"/>
                      <a:pt x="11" y="32"/>
                    </a:cubicBezTo>
                    <a:cubicBezTo>
                      <a:pt x="10" y="31"/>
                      <a:pt x="11" y="29"/>
                      <a:pt x="13" y="29"/>
                    </a:cubicBezTo>
                    <a:cubicBezTo>
                      <a:pt x="14" y="29"/>
                      <a:pt x="15" y="30"/>
                      <a:pt x="16" y="29"/>
                    </a:cubicBezTo>
                    <a:cubicBezTo>
                      <a:pt x="16" y="27"/>
                      <a:pt x="14" y="26"/>
                      <a:pt x="13" y="25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3" y="23"/>
                      <a:pt x="12" y="22"/>
                      <a:pt x="10" y="22"/>
                    </a:cubicBezTo>
                    <a:cubicBezTo>
                      <a:pt x="7" y="24"/>
                      <a:pt x="5" y="20"/>
                      <a:pt x="2" y="23"/>
                    </a:cubicBezTo>
                    <a:cubicBezTo>
                      <a:pt x="1" y="24"/>
                      <a:pt x="0" y="22"/>
                      <a:pt x="1" y="21"/>
                    </a:cubicBezTo>
                    <a:cubicBezTo>
                      <a:pt x="2" y="17"/>
                      <a:pt x="5" y="16"/>
                      <a:pt x="9" y="19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11" y="18"/>
                      <a:pt x="8" y="18"/>
                      <a:pt x="9" y="16"/>
                    </a:cubicBezTo>
                    <a:cubicBezTo>
                      <a:pt x="11" y="17"/>
                      <a:pt x="14" y="17"/>
                      <a:pt x="16" y="17"/>
                    </a:cubicBezTo>
                    <a:cubicBezTo>
                      <a:pt x="17" y="17"/>
                      <a:pt x="18" y="17"/>
                      <a:pt x="19" y="16"/>
                    </a:cubicBezTo>
                    <a:cubicBezTo>
                      <a:pt x="19" y="14"/>
                      <a:pt x="18" y="14"/>
                      <a:pt x="17" y="14"/>
                    </a:cubicBezTo>
                    <a:cubicBezTo>
                      <a:pt x="14" y="12"/>
                      <a:pt x="14" y="12"/>
                      <a:pt x="17" y="10"/>
                    </a:cubicBezTo>
                    <a:cubicBezTo>
                      <a:pt x="19" y="9"/>
                      <a:pt x="20" y="7"/>
                      <a:pt x="19" y="6"/>
                    </a:cubicBezTo>
                    <a:cubicBezTo>
                      <a:pt x="19" y="4"/>
                      <a:pt x="17" y="6"/>
                      <a:pt x="15" y="6"/>
                    </a:cubicBezTo>
                    <a:cubicBezTo>
                      <a:pt x="17" y="4"/>
                      <a:pt x="21" y="3"/>
                      <a:pt x="26" y="4"/>
                    </a:cubicBezTo>
                    <a:cubicBezTo>
                      <a:pt x="27" y="2"/>
                      <a:pt x="24" y="2"/>
                      <a:pt x="25" y="0"/>
                    </a:cubicBezTo>
                    <a:cubicBezTo>
                      <a:pt x="27" y="2"/>
                      <a:pt x="29" y="2"/>
                      <a:pt x="32" y="1"/>
                    </a:cubicBezTo>
                    <a:cubicBezTo>
                      <a:pt x="35" y="0"/>
                      <a:pt x="37" y="1"/>
                      <a:pt x="39" y="3"/>
                    </a:cubicBezTo>
                    <a:cubicBezTo>
                      <a:pt x="40" y="3"/>
                      <a:pt x="40" y="4"/>
                      <a:pt x="41" y="4"/>
                    </a:cubicBezTo>
                    <a:cubicBezTo>
                      <a:pt x="46" y="3"/>
                      <a:pt x="44" y="7"/>
                      <a:pt x="45" y="10"/>
                    </a:cubicBezTo>
                    <a:cubicBezTo>
                      <a:pt x="46" y="7"/>
                      <a:pt x="47" y="4"/>
                      <a:pt x="52" y="7"/>
                    </a:cubicBezTo>
                    <a:cubicBezTo>
                      <a:pt x="54" y="9"/>
                      <a:pt x="53" y="4"/>
                      <a:pt x="55" y="3"/>
                    </a:cubicBezTo>
                    <a:cubicBezTo>
                      <a:pt x="56" y="3"/>
                      <a:pt x="56" y="5"/>
                      <a:pt x="58" y="5"/>
                    </a:cubicBezTo>
                    <a:cubicBezTo>
                      <a:pt x="59" y="5"/>
                      <a:pt x="59" y="6"/>
                      <a:pt x="58" y="7"/>
                    </a:cubicBezTo>
                    <a:cubicBezTo>
                      <a:pt x="57" y="8"/>
                      <a:pt x="55" y="7"/>
                      <a:pt x="54" y="9"/>
                    </a:cubicBezTo>
                    <a:cubicBezTo>
                      <a:pt x="53" y="9"/>
                      <a:pt x="52" y="10"/>
                      <a:pt x="52" y="10"/>
                    </a:cubicBezTo>
                    <a:cubicBezTo>
                      <a:pt x="51" y="15"/>
                      <a:pt x="51" y="15"/>
                      <a:pt x="47" y="16"/>
                    </a:cubicBezTo>
                    <a:cubicBezTo>
                      <a:pt x="47" y="16"/>
                      <a:pt x="46" y="16"/>
                      <a:pt x="45" y="17"/>
                    </a:cubicBezTo>
                    <a:cubicBezTo>
                      <a:pt x="45" y="17"/>
                      <a:pt x="45" y="18"/>
                      <a:pt x="46" y="18"/>
                    </a:cubicBezTo>
                    <a:cubicBezTo>
                      <a:pt x="46" y="18"/>
                      <a:pt x="45" y="18"/>
                      <a:pt x="45" y="17"/>
                    </a:cubicBezTo>
                    <a:cubicBezTo>
                      <a:pt x="45" y="17"/>
                      <a:pt x="45" y="17"/>
                      <a:pt x="45" y="16"/>
                    </a:cubicBezTo>
                    <a:cubicBezTo>
                      <a:pt x="45" y="16"/>
                      <a:pt x="45" y="17"/>
                      <a:pt x="45" y="17"/>
                    </a:cubicBezTo>
                    <a:cubicBezTo>
                      <a:pt x="49" y="17"/>
                      <a:pt x="54" y="19"/>
                      <a:pt x="57" y="14"/>
                    </a:cubicBezTo>
                    <a:cubicBezTo>
                      <a:pt x="57" y="13"/>
                      <a:pt x="58" y="10"/>
                      <a:pt x="60" y="12"/>
                    </a:cubicBezTo>
                    <a:cubicBezTo>
                      <a:pt x="62" y="13"/>
                      <a:pt x="61" y="14"/>
                      <a:pt x="61" y="16"/>
                    </a:cubicBezTo>
                    <a:cubicBezTo>
                      <a:pt x="61" y="17"/>
                      <a:pt x="61" y="17"/>
                      <a:pt x="61" y="18"/>
                    </a:cubicBezTo>
                    <a:cubicBezTo>
                      <a:pt x="59" y="18"/>
                      <a:pt x="60" y="15"/>
                      <a:pt x="58" y="15"/>
                    </a:cubicBezTo>
                    <a:cubicBezTo>
                      <a:pt x="56" y="17"/>
                      <a:pt x="61" y="19"/>
                      <a:pt x="57" y="20"/>
                    </a:cubicBezTo>
                    <a:cubicBezTo>
                      <a:pt x="55" y="19"/>
                      <a:pt x="54" y="20"/>
                      <a:pt x="53" y="20"/>
                    </a:cubicBezTo>
                    <a:cubicBezTo>
                      <a:pt x="54" y="21"/>
                      <a:pt x="56" y="19"/>
                      <a:pt x="57" y="20"/>
                    </a:cubicBezTo>
                    <a:cubicBezTo>
                      <a:pt x="58" y="21"/>
                      <a:pt x="58" y="22"/>
                      <a:pt x="59" y="22"/>
                    </a:cubicBezTo>
                    <a:cubicBezTo>
                      <a:pt x="61" y="21"/>
                      <a:pt x="62" y="22"/>
                      <a:pt x="63" y="24"/>
                    </a:cubicBezTo>
                    <a:cubicBezTo>
                      <a:pt x="64" y="25"/>
                      <a:pt x="64" y="26"/>
                      <a:pt x="65" y="25"/>
                    </a:cubicBezTo>
                    <a:cubicBezTo>
                      <a:pt x="66" y="24"/>
                      <a:pt x="66" y="23"/>
                      <a:pt x="65" y="23"/>
                    </a:cubicBezTo>
                    <a:cubicBezTo>
                      <a:pt x="65" y="21"/>
                      <a:pt x="62" y="20"/>
                      <a:pt x="64" y="18"/>
                    </a:cubicBezTo>
                    <a:cubicBezTo>
                      <a:pt x="66" y="20"/>
                      <a:pt x="68" y="24"/>
                      <a:pt x="72" y="20"/>
                    </a:cubicBezTo>
                    <a:cubicBezTo>
                      <a:pt x="73" y="22"/>
                      <a:pt x="70" y="24"/>
                      <a:pt x="73" y="26"/>
                    </a:cubicBezTo>
                    <a:cubicBezTo>
                      <a:pt x="71" y="27"/>
                      <a:pt x="69" y="25"/>
                      <a:pt x="68" y="25"/>
                    </a:cubicBezTo>
                    <a:cubicBezTo>
                      <a:pt x="67" y="27"/>
                      <a:pt x="73" y="26"/>
                      <a:pt x="69" y="29"/>
                    </a:cubicBezTo>
                    <a:cubicBezTo>
                      <a:pt x="68" y="30"/>
                      <a:pt x="70" y="30"/>
                      <a:pt x="71" y="31"/>
                    </a:cubicBezTo>
                    <a:cubicBezTo>
                      <a:pt x="73" y="32"/>
                      <a:pt x="75" y="34"/>
                      <a:pt x="71" y="35"/>
                    </a:cubicBezTo>
                    <a:cubicBezTo>
                      <a:pt x="68" y="36"/>
                      <a:pt x="69" y="38"/>
                      <a:pt x="68" y="40"/>
                    </a:cubicBezTo>
                    <a:cubicBezTo>
                      <a:pt x="71" y="37"/>
                      <a:pt x="72" y="40"/>
                      <a:pt x="74" y="40"/>
                    </a:cubicBezTo>
                    <a:cubicBezTo>
                      <a:pt x="73" y="43"/>
                      <a:pt x="77" y="42"/>
                      <a:pt x="77" y="43"/>
                    </a:cubicBezTo>
                    <a:cubicBezTo>
                      <a:pt x="77" y="48"/>
                      <a:pt x="73" y="43"/>
                      <a:pt x="72" y="46"/>
                    </a:cubicBezTo>
                    <a:cubicBezTo>
                      <a:pt x="72" y="48"/>
                      <a:pt x="74" y="51"/>
                      <a:pt x="69" y="50"/>
                    </a:cubicBezTo>
                    <a:cubicBezTo>
                      <a:pt x="69" y="50"/>
                      <a:pt x="68" y="50"/>
                      <a:pt x="67" y="51"/>
                    </a:cubicBezTo>
                    <a:cubicBezTo>
                      <a:pt x="65" y="55"/>
                      <a:pt x="63" y="58"/>
                      <a:pt x="63" y="62"/>
                    </a:cubicBezTo>
                    <a:cubicBezTo>
                      <a:pt x="62" y="64"/>
                      <a:pt x="65" y="64"/>
                      <a:pt x="66" y="64"/>
                    </a:cubicBezTo>
                    <a:cubicBezTo>
                      <a:pt x="68" y="64"/>
                      <a:pt x="70" y="63"/>
                      <a:pt x="71" y="63"/>
                    </a:cubicBezTo>
                    <a:close/>
                  </a:path>
                </a:pathLst>
              </a:custGeom>
              <a:solidFill>
                <a:srgbClr val="B7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2" name="Freeform 1095"/>
              <p:cNvSpPr/>
              <p:nvPr/>
            </p:nvSpPr>
            <p:spPr bwMode="auto">
              <a:xfrm>
                <a:off x="1387" y="2212"/>
                <a:ext cx="10" cy="4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1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1" y="0"/>
                      <a:pt x="2" y="1"/>
                      <a:pt x="4" y="1"/>
                    </a:cubicBezTo>
                    <a:cubicBezTo>
                      <a:pt x="2" y="2"/>
                      <a:pt x="2" y="2"/>
                      <a:pt x="0" y="0"/>
                    </a:cubicBezTo>
                    <a:close/>
                  </a:path>
                </a:pathLst>
              </a:custGeom>
              <a:solidFill>
                <a:srgbClr val="B7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3" name="Freeform 1096"/>
              <p:cNvSpPr/>
              <p:nvPr/>
            </p:nvSpPr>
            <p:spPr bwMode="auto">
              <a:xfrm>
                <a:off x="1397" y="2221"/>
                <a:ext cx="7" cy="10"/>
              </a:xfrm>
              <a:custGeom>
                <a:avLst/>
                <a:gdLst>
                  <a:gd name="T0" fmla="*/ 3 w 3"/>
                  <a:gd name="T1" fmla="*/ 0 h 4"/>
                  <a:gd name="T2" fmla="*/ 2 w 3"/>
                  <a:gd name="T3" fmla="*/ 3 h 4"/>
                  <a:gd name="T4" fmla="*/ 0 w 3"/>
                  <a:gd name="T5" fmla="*/ 1 h 4"/>
                  <a:gd name="T6" fmla="*/ 3 w 3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3" y="1"/>
                      <a:pt x="3" y="3"/>
                      <a:pt x="2" y="3"/>
                    </a:cubicBezTo>
                    <a:cubicBezTo>
                      <a:pt x="0" y="4"/>
                      <a:pt x="2" y="1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B6D1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4" name="Freeform 1097"/>
              <p:cNvSpPr/>
              <p:nvPr/>
            </p:nvSpPr>
            <p:spPr bwMode="auto">
              <a:xfrm>
                <a:off x="1190" y="2449"/>
                <a:ext cx="252" cy="155"/>
              </a:xfrm>
              <a:custGeom>
                <a:avLst/>
                <a:gdLst>
                  <a:gd name="T0" fmla="*/ 27 w 106"/>
                  <a:gd name="T1" fmla="*/ 64 h 65"/>
                  <a:gd name="T2" fmla="*/ 24 w 106"/>
                  <a:gd name="T3" fmla="*/ 65 h 65"/>
                  <a:gd name="T4" fmla="*/ 27 w 106"/>
                  <a:gd name="T5" fmla="*/ 57 h 65"/>
                  <a:gd name="T6" fmla="*/ 26 w 106"/>
                  <a:gd name="T7" fmla="*/ 50 h 65"/>
                  <a:gd name="T8" fmla="*/ 10 w 106"/>
                  <a:gd name="T9" fmla="*/ 41 h 65"/>
                  <a:gd name="T10" fmla="*/ 7 w 106"/>
                  <a:gd name="T11" fmla="*/ 37 h 65"/>
                  <a:gd name="T12" fmla="*/ 10 w 106"/>
                  <a:gd name="T13" fmla="*/ 27 h 65"/>
                  <a:gd name="T14" fmla="*/ 12 w 106"/>
                  <a:gd name="T15" fmla="*/ 26 h 65"/>
                  <a:gd name="T16" fmla="*/ 25 w 106"/>
                  <a:gd name="T17" fmla="*/ 20 h 65"/>
                  <a:gd name="T18" fmla="*/ 8 w 106"/>
                  <a:gd name="T19" fmla="*/ 19 h 65"/>
                  <a:gd name="T20" fmla="*/ 7 w 106"/>
                  <a:gd name="T21" fmla="*/ 19 h 65"/>
                  <a:gd name="T22" fmla="*/ 2 w 106"/>
                  <a:gd name="T23" fmla="*/ 19 h 65"/>
                  <a:gd name="T24" fmla="*/ 0 w 106"/>
                  <a:gd name="T25" fmla="*/ 19 h 65"/>
                  <a:gd name="T26" fmla="*/ 0 w 106"/>
                  <a:gd name="T27" fmla="*/ 19 h 65"/>
                  <a:gd name="T28" fmla="*/ 12 w 106"/>
                  <a:gd name="T29" fmla="*/ 8 h 65"/>
                  <a:gd name="T30" fmla="*/ 26 w 106"/>
                  <a:gd name="T31" fmla="*/ 0 h 65"/>
                  <a:gd name="T32" fmla="*/ 14 w 106"/>
                  <a:gd name="T33" fmla="*/ 11 h 65"/>
                  <a:gd name="T34" fmla="*/ 11 w 106"/>
                  <a:gd name="T35" fmla="*/ 15 h 65"/>
                  <a:gd name="T36" fmla="*/ 16 w 106"/>
                  <a:gd name="T37" fmla="*/ 16 h 65"/>
                  <a:gd name="T38" fmla="*/ 46 w 106"/>
                  <a:gd name="T39" fmla="*/ 9 h 65"/>
                  <a:gd name="T40" fmla="*/ 47 w 106"/>
                  <a:gd name="T41" fmla="*/ 8 h 65"/>
                  <a:gd name="T42" fmla="*/ 51 w 106"/>
                  <a:gd name="T43" fmla="*/ 7 h 65"/>
                  <a:gd name="T44" fmla="*/ 63 w 106"/>
                  <a:gd name="T45" fmla="*/ 4 h 65"/>
                  <a:gd name="T46" fmla="*/ 67 w 106"/>
                  <a:gd name="T47" fmla="*/ 4 h 65"/>
                  <a:gd name="T48" fmla="*/ 72 w 106"/>
                  <a:gd name="T49" fmla="*/ 5 h 65"/>
                  <a:gd name="T50" fmla="*/ 73 w 106"/>
                  <a:gd name="T51" fmla="*/ 10 h 65"/>
                  <a:gd name="T52" fmla="*/ 79 w 106"/>
                  <a:gd name="T53" fmla="*/ 15 h 65"/>
                  <a:gd name="T54" fmla="*/ 84 w 106"/>
                  <a:gd name="T55" fmla="*/ 18 h 65"/>
                  <a:gd name="T56" fmla="*/ 106 w 106"/>
                  <a:gd name="T57" fmla="*/ 21 h 65"/>
                  <a:gd name="T58" fmla="*/ 85 w 106"/>
                  <a:gd name="T59" fmla="*/ 34 h 65"/>
                  <a:gd name="T60" fmla="*/ 82 w 106"/>
                  <a:gd name="T61" fmla="*/ 35 h 65"/>
                  <a:gd name="T62" fmla="*/ 70 w 106"/>
                  <a:gd name="T63" fmla="*/ 32 h 65"/>
                  <a:gd name="T64" fmla="*/ 68 w 106"/>
                  <a:gd name="T65" fmla="*/ 26 h 65"/>
                  <a:gd name="T66" fmla="*/ 67 w 106"/>
                  <a:gd name="T67" fmla="*/ 16 h 65"/>
                  <a:gd name="T68" fmla="*/ 53 w 106"/>
                  <a:gd name="T69" fmla="*/ 14 h 65"/>
                  <a:gd name="T70" fmla="*/ 46 w 106"/>
                  <a:gd name="T71" fmla="*/ 15 h 65"/>
                  <a:gd name="T72" fmla="*/ 32 w 106"/>
                  <a:gd name="T73" fmla="*/ 22 h 65"/>
                  <a:gd name="T74" fmla="*/ 31 w 106"/>
                  <a:gd name="T75" fmla="*/ 24 h 65"/>
                  <a:gd name="T76" fmla="*/ 29 w 106"/>
                  <a:gd name="T77" fmla="*/ 41 h 65"/>
                  <a:gd name="T78" fmla="*/ 30 w 106"/>
                  <a:gd name="T79" fmla="*/ 43 h 65"/>
                  <a:gd name="T80" fmla="*/ 30 w 106"/>
                  <a:gd name="T81" fmla="*/ 44 h 65"/>
                  <a:gd name="T82" fmla="*/ 34 w 106"/>
                  <a:gd name="T83" fmla="*/ 56 h 65"/>
                  <a:gd name="T84" fmla="*/ 34 w 106"/>
                  <a:gd name="T85" fmla="*/ 57 h 65"/>
                  <a:gd name="T86" fmla="*/ 28 w 106"/>
                  <a:gd name="T87" fmla="*/ 64 h 65"/>
                  <a:gd name="T88" fmla="*/ 27 w 106"/>
                  <a:gd name="T89" fmla="*/ 6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6" h="65">
                    <a:moveTo>
                      <a:pt x="27" y="64"/>
                    </a:moveTo>
                    <a:cubicBezTo>
                      <a:pt x="26" y="64"/>
                      <a:pt x="25" y="64"/>
                      <a:pt x="24" y="65"/>
                    </a:cubicBezTo>
                    <a:cubicBezTo>
                      <a:pt x="24" y="61"/>
                      <a:pt x="27" y="60"/>
                      <a:pt x="27" y="57"/>
                    </a:cubicBezTo>
                    <a:cubicBezTo>
                      <a:pt x="27" y="54"/>
                      <a:pt x="27" y="52"/>
                      <a:pt x="26" y="50"/>
                    </a:cubicBezTo>
                    <a:cubicBezTo>
                      <a:pt x="22" y="43"/>
                      <a:pt x="17" y="41"/>
                      <a:pt x="10" y="41"/>
                    </a:cubicBezTo>
                    <a:cubicBezTo>
                      <a:pt x="7" y="42"/>
                      <a:pt x="6" y="40"/>
                      <a:pt x="7" y="37"/>
                    </a:cubicBezTo>
                    <a:cubicBezTo>
                      <a:pt x="7" y="34"/>
                      <a:pt x="8" y="30"/>
                      <a:pt x="10" y="27"/>
                    </a:cubicBezTo>
                    <a:cubicBezTo>
                      <a:pt x="11" y="26"/>
                      <a:pt x="11" y="26"/>
                      <a:pt x="12" y="26"/>
                    </a:cubicBezTo>
                    <a:cubicBezTo>
                      <a:pt x="16" y="24"/>
                      <a:pt x="21" y="23"/>
                      <a:pt x="25" y="20"/>
                    </a:cubicBezTo>
                    <a:cubicBezTo>
                      <a:pt x="20" y="19"/>
                      <a:pt x="14" y="18"/>
                      <a:pt x="8" y="19"/>
                    </a:cubicBezTo>
                    <a:cubicBezTo>
                      <a:pt x="8" y="19"/>
                      <a:pt x="7" y="19"/>
                      <a:pt x="7" y="19"/>
                    </a:cubicBezTo>
                    <a:cubicBezTo>
                      <a:pt x="5" y="19"/>
                      <a:pt x="4" y="19"/>
                      <a:pt x="2" y="19"/>
                    </a:cubicBezTo>
                    <a:cubicBezTo>
                      <a:pt x="1" y="19"/>
                      <a:pt x="1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3" y="15"/>
                      <a:pt x="7" y="10"/>
                      <a:pt x="12" y="8"/>
                    </a:cubicBezTo>
                    <a:cubicBezTo>
                      <a:pt x="17" y="7"/>
                      <a:pt x="20" y="1"/>
                      <a:pt x="26" y="0"/>
                    </a:cubicBezTo>
                    <a:cubicBezTo>
                      <a:pt x="23" y="5"/>
                      <a:pt x="17" y="7"/>
                      <a:pt x="14" y="11"/>
                    </a:cubicBezTo>
                    <a:cubicBezTo>
                      <a:pt x="13" y="12"/>
                      <a:pt x="10" y="13"/>
                      <a:pt x="11" y="15"/>
                    </a:cubicBezTo>
                    <a:cubicBezTo>
                      <a:pt x="12" y="17"/>
                      <a:pt x="15" y="16"/>
                      <a:pt x="16" y="16"/>
                    </a:cubicBezTo>
                    <a:cubicBezTo>
                      <a:pt x="27" y="15"/>
                      <a:pt x="36" y="12"/>
                      <a:pt x="46" y="9"/>
                    </a:cubicBezTo>
                    <a:cubicBezTo>
                      <a:pt x="46" y="9"/>
                      <a:pt x="46" y="8"/>
                      <a:pt x="47" y="8"/>
                    </a:cubicBezTo>
                    <a:cubicBezTo>
                      <a:pt x="48" y="8"/>
                      <a:pt x="50" y="8"/>
                      <a:pt x="51" y="7"/>
                    </a:cubicBezTo>
                    <a:cubicBezTo>
                      <a:pt x="55" y="6"/>
                      <a:pt x="59" y="3"/>
                      <a:pt x="63" y="4"/>
                    </a:cubicBezTo>
                    <a:cubicBezTo>
                      <a:pt x="64" y="4"/>
                      <a:pt x="66" y="4"/>
                      <a:pt x="67" y="4"/>
                    </a:cubicBezTo>
                    <a:cubicBezTo>
                      <a:pt x="69" y="4"/>
                      <a:pt x="71" y="1"/>
                      <a:pt x="72" y="5"/>
                    </a:cubicBezTo>
                    <a:cubicBezTo>
                      <a:pt x="73" y="7"/>
                      <a:pt x="74" y="7"/>
                      <a:pt x="73" y="10"/>
                    </a:cubicBezTo>
                    <a:cubicBezTo>
                      <a:pt x="77" y="10"/>
                      <a:pt x="80" y="10"/>
                      <a:pt x="79" y="15"/>
                    </a:cubicBezTo>
                    <a:cubicBezTo>
                      <a:pt x="79" y="16"/>
                      <a:pt x="80" y="18"/>
                      <a:pt x="84" y="18"/>
                    </a:cubicBezTo>
                    <a:cubicBezTo>
                      <a:pt x="91" y="19"/>
                      <a:pt x="99" y="18"/>
                      <a:pt x="106" y="21"/>
                    </a:cubicBezTo>
                    <a:cubicBezTo>
                      <a:pt x="100" y="27"/>
                      <a:pt x="92" y="31"/>
                      <a:pt x="85" y="34"/>
                    </a:cubicBezTo>
                    <a:cubicBezTo>
                      <a:pt x="84" y="34"/>
                      <a:pt x="83" y="35"/>
                      <a:pt x="82" y="35"/>
                    </a:cubicBezTo>
                    <a:cubicBezTo>
                      <a:pt x="78" y="34"/>
                      <a:pt x="74" y="34"/>
                      <a:pt x="70" y="32"/>
                    </a:cubicBezTo>
                    <a:cubicBezTo>
                      <a:pt x="69" y="31"/>
                      <a:pt x="69" y="29"/>
                      <a:pt x="68" y="26"/>
                    </a:cubicBezTo>
                    <a:cubicBezTo>
                      <a:pt x="68" y="23"/>
                      <a:pt x="68" y="19"/>
                      <a:pt x="67" y="16"/>
                    </a:cubicBezTo>
                    <a:cubicBezTo>
                      <a:pt x="63" y="11"/>
                      <a:pt x="58" y="14"/>
                      <a:pt x="53" y="14"/>
                    </a:cubicBezTo>
                    <a:cubicBezTo>
                      <a:pt x="51" y="14"/>
                      <a:pt x="48" y="15"/>
                      <a:pt x="46" y="15"/>
                    </a:cubicBezTo>
                    <a:cubicBezTo>
                      <a:pt x="40" y="15"/>
                      <a:pt x="36" y="19"/>
                      <a:pt x="32" y="22"/>
                    </a:cubicBezTo>
                    <a:cubicBezTo>
                      <a:pt x="32" y="23"/>
                      <a:pt x="31" y="24"/>
                      <a:pt x="31" y="24"/>
                    </a:cubicBezTo>
                    <a:cubicBezTo>
                      <a:pt x="24" y="29"/>
                      <a:pt x="26" y="35"/>
                      <a:pt x="29" y="41"/>
                    </a:cubicBezTo>
                    <a:cubicBezTo>
                      <a:pt x="30" y="42"/>
                      <a:pt x="30" y="43"/>
                      <a:pt x="30" y="43"/>
                    </a:cubicBezTo>
                    <a:cubicBezTo>
                      <a:pt x="30" y="44"/>
                      <a:pt x="30" y="44"/>
                      <a:pt x="30" y="44"/>
                    </a:cubicBezTo>
                    <a:cubicBezTo>
                      <a:pt x="31" y="48"/>
                      <a:pt x="33" y="52"/>
                      <a:pt x="34" y="56"/>
                    </a:cubicBezTo>
                    <a:cubicBezTo>
                      <a:pt x="34" y="56"/>
                      <a:pt x="34" y="57"/>
                      <a:pt x="34" y="57"/>
                    </a:cubicBezTo>
                    <a:cubicBezTo>
                      <a:pt x="34" y="61"/>
                      <a:pt x="31" y="63"/>
                      <a:pt x="28" y="64"/>
                    </a:cubicBezTo>
                    <a:cubicBezTo>
                      <a:pt x="27" y="64"/>
                      <a:pt x="27" y="64"/>
                      <a:pt x="27" y="64"/>
                    </a:cubicBezTo>
                    <a:close/>
                  </a:path>
                </a:pathLst>
              </a:custGeom>
              <a:solidFill>
                <a:srgbClr val="F8F5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5" name="Freeform 1098"/>
              <p:cNvSpPr/>
              <p:nvPr/>
            </p:nvSpPr>
            <p:spPr bwMode="auto">
              <a:xfrm>
                <a:off x="1371" y="2383"/>
                <a:ext cx="118" cy="85"/>
              </a:xfrm>
              <a:custGeom>
                <a:avLst/>
                <a:gdLst>
                  <a:gd name="T0" fmla="*/ 5 w 50"/>
                  <a:gd name="T1" fmla="*/ 27 h 36"/>
                  <a:gd name="T2" fmla="*/ 17 w 50"/>
                  <a:gd name="T3" fmla="*/ 17 h 36"/>
                  <a:gd name="T4" fmla="*/ 31 w 50"/>
                  <a:gd name="T5" fmla="*/ 7 h 36"/>
                  <a:gd name="T6" fmla="*/ 45 w 50"/>
                  <a:gd name="T7" fmla="*/ 0 h 36"/>
                  <a:gd name="T8" fmla="*/ 49 w 50"/>
                  <a:gd name="T9" fmla="*/ 11 h 36"/>
                  <a:gd name="T10" fmla="*/ 46 w 50"/>
                  <a:gd name="T11" fmla="*/ 16 h 36"/>
                  <a:gd name="T12" fmla="*/ 35 w 50"/>
                  <a:gd name="T13" fmla="*/ 22 h 36"/>
                  <a:gd name="T14" fmla="*/ 22 w 50"/>
                  <a:gd name="T15" fmla="*/ 27 h 36"/>
                  <a:gd name="T16" fmla="*/ 12 w 50"/>
                  <a:gd name="T17" fmla="*/ 32 h 36"/>
                  <a:gd name="T18" fmla="*/ 3 w 50"/>
                  <a:gd name="T19" fmla="*/ 35 h 36"/>
                  <a:gd name="T20" fmla="*/ 1 w 50"/>
                  <a:gd name="T21" fmla="*/ 35 h 36"/>
                  <a:gd name="T22" fmla="*/ 2 w 50"/>
                  <a:gd name="T23" fmla="*/ 32 h 36"/>
                  <a:gd name="T24" fmla="*/ 5 w 50"/>
                  <a:gd name="T25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36">
                    <a:moveTo>
                      <a:pt x="5" y="27"/>
                    </a:moveTo>
                    <a:cubicBezTo>
                      <a:pt x="7" y="22"/>
                      <a:pt x="12" y="19"/>
                      <a:pt x="17" y="17"/>
                    </a:cubicBezTo>
                    <a:cubicBezTo>
                      <a:pt x="22" y="14"/>
                      <a:pt x="26" y="10"/>
                      <a:pt x="31" y="7"/>
                    </a:cubicBezTo>
                    <a:cubicBezTo>
                      <a:pt x="36" y="5"/>
                      <a:pt x="40" y="2"/>
                      <a:pt x="45" y="0"/>
                    </a:cubicBezTo>
                    <a:cubicBezTo>
                      <a:pt x="48" y="1"/>
                      <a:pt x="50" y="7"/>
                      <a:pt x="49" y="11"/>
                    </a:cubicBezTo>
                    <a:cubicBezTo>
                      <a:pt x="48" y="12"/>
                      <a:pt x="47" y="14"/>
                      <a:pt x="46" y="16"/>
                    </a:cubicBezTo>
                    <a:cubicBezTo>
                      <a:pt x="43" y="20"/>
                      <a:pt x="39" y="20"/>
                      <a:pt x="35" y="22"/>
                    </a:cubicBezTo>
                    <a:cubicBezTo>
                      <a:pt x="30" y="23"/>
                      <a:pt x="26" y="25"/>
                      <a:pt x="22" y="27"/>
                    </a:cubicBezTo>
                    <a:cubicBezTo>
                      <a:pt x="19" y="29"/>
                      <a:pt x="16" y="31"/>
                      <a:pt x="12" y="32"/>
                    </a:cubicBezTo>
                    <a:cubicBezTo>
                      <a:pt x="9" y="32"/>
                      <a:pt x="7" y="35"/>
                      <a:pt x="3" y="35"/>
                    </a:cubicBezTo>
                    <a:cubicBezTo>
                      <a:pt x="3" y="35"/>
                      <a:pt x="2" y="36"/>
                      <a:pt x="1" y="35"/>
                    </a:cubicBezTo>
                    <a:cubicBezTo>
                      <a:pt x="0" y="34"/>
                      <a:pt x="1" y="33"/>
                      <a:pt x="2" y="32"/>
                    </a:cubicBezTo>
                    <a:cubicBezTo>
                      <a:pt x="3" y="31"/>
                      <a:pt x="6" y="30"/>
                      <a:pt x="5" y="27"/>
                    </a:cubicBezTo>
                    <a:close/>
                  </a:path>
                </a:pathLst>
              </a:custGeom>
              <a:solidFill>
                <a:srgbClr val="F1EB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6" name="Freeform 1099"/>
              <p:cNvSpPr/>
              <p:nvPr/>
            </p:nvSpPr>
            <p:spPr bwMode="auto">
              <a:xfrm>
                <a:off x="1295" y="2418"/>
                <a:ext cx="69" cy="53"/>
              </a:xfrm>
              <a:custGeom>
                <a:avLst/>
                <a:gdLst>
                  <a:gd name="T0" fmla="*/ 19 w 29"/>
                  <a:gd name="T1" fmla="*/ 17 h 22"/>
                  <a:gd name="T2" fmla="*/ 7 w 29"/>
                  <a:gd name="T3" fmla="*/ 21 h 22"/>
                  <a:gd name="T4" fmla="*/ 3 w 29"/>
                  <a:gd name="T5" fmla="*/ 22 h 22"/>
                  <a:gd name="T6" fmla="*/ 2 w 29"/>
                  <a:gd name="T7" fmla="*/ 22 h 22"/>
                  <a:gd name="T8" fmla="*/ 0 w 29"/>
                  <a:gd name="T9" fmla="*/ 19 h 22"/>
                  <a:gd name="T10" fmla="*/ 2 w 29"/>
                  <a:gd name="T11" fmla="*/ 16 h 22"/>
                  <a:gd name="T12" fmla="*/ 10 w 29"/>
                  <a:gd name="T13" fmla="*/ 6 h 22"/>
                  <a:gd name="T14" fmla="*/ 19 w 29"/>
                  <a:gd name="T15" fmla="*/ 1 h 22"/>
                  <a:gd name="T16" fmla="*/ 20 w 29"/>
                  <a:gd name="T17" fmla="*/ 1 h 22"/>
                  <a:gd name="T18" fmla="*/ 29 w 29"/>
                  <a:gd name="T19" fmla="*/ 5 h 22"/>
                  <a:gd name="T20" fmla="*/ 26 w 29"/>
                  <a:gd name="T21" fmla="*/ 10 h 22"/>
                  <a:gd name="T22" fmla="*/ 19 w 29"/>
                  <a:gd name="T23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22">
                    <a:moveTo>
                      <a:pt x="19" y="17"/>
                    </a:moveTo>
                    <a:cubicBezTo>
                      <a:pt x="15" y="18"/>
                      <a:pt x="11" y="20"/>
                      <a:pt x="7" y="21"/>
                    </a:cubicBezTo>
                    <a:cubicBezTo>
                      <a:pt x="5" y="22"/>
                      <a:pt x="4" y="22"/>
                      <a:pt x="3" y="2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1" y="21"/>
                      <a:pt x="0" y="20"/>
                      <a:pt x="0" y="19"/>
                    </a:cubicBezTo>
                    <a:cubicBezTo>
                      <a:pt x="0" y="18"/>
                      <a:pt x="1" y="17"/>
                      <a:pt x="2" y="16"/>
                    </a:cubicBezTo>
                    <a:cubicBezTo>
                      <a:pt x="6" y="14"/>
                      <a:pt x="4" y="7"/>
                      <a:pt x="10" y="6"/>
                    </a:cubicBezTo>
                    <a:cubicBezTo>
                      <a:pt x="13" y="6"/>
                      <a:pt x="17" y="5"/>
                      <a:pt x="19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4" y="0"/>
                      <a:pt x="27" y="2"/>
                      <a:pt x="29" y="5"/>
                    </a:cubicBezTo>
                    <a:cubicBezTo>
                      <a:pt x="29" y="6"/>
                      <a:pt x="27" y="9"/>
                      <a:pt x="26" y="10"/>
                    </a:cubicBezTo>
                    <a:cubicBezTo>
                      <a:pt x="26" y="15"/>
                      <a:pt x="21" y="15"/>
                      <a:pt x="19" y="17"/>
                    </a:cubicBezTo>
                    <a:close/>
                  </a:path>
                </a:pathLst>
              </a:custGeom>
              <a:solidFill>
                <a:srgbClr val="F1EB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7" name="Freeform 1100"/>
              <p:cNvSpPr/>
              <p:nvPr/>
            </p:nvSpPr>
            <p:spPr bwMode="auto">
              <a:xfrm>
                <a:off x="1487" y="2371"/>
                <a:ext cx="66" cy="45"/>
              </a:xfrm>
              <a:custGeom>
                <a:avLst/>
                <a:gdLst>
                  <a:gd name="T0" fmla="*/ 14 w 28"/>
                  <a:gd name="T1" fmla="*/ 16 h 19"/>
                  <a:gd name="T2" fmla="*/ 18 w 28"/>
                  <a:gd name="T3" fmla="*/ 5 h 19"/>
                  <a:gd name="T4" fmla="*/ 3 w 28"/>
                  <a:gd name="T5" fmla="*/ 5 h 19"/>
                  <a:gd name="T6" fmla="*/ 0 w 28"/>
                  <a:gd name="T7" fmla="*/ 3 h 19"/>
                  <a:gd name="T8" fmla="*/ 2 w 28"/>
                  <a:gd name="T9" fmla="*/ 3 h 19"/>
                  <a:gd name="T10" fmla="*/ 20 w 28"/>
                  <a:gd name="T11" fmla="*/ 2 h 19"/>
                  <a:gd name="T12" fmla="*/ 26 w 28"/>
                  <a:gd name="T13" fmla="*/ 3 h 19"/>
                  <a:gd name="T14" fmla="*/ 26 w 28"/>
                  <a:gd name="T15" fmla="*/ 8 h 19"/>
                  <a:gd name="T16" fmla="*/ 24 w 28"/>
                  <a:gd name="T17" fmla="*/ 14 h 19"/>
                  <a:gd name="T18" fmla="*/ 20 w 28"/>
                  <a:gd name="T19" fmla="*/ 18 h 19"/>
                  <a:gd name="T20" fmla="*/ 15 w 28"/>
                  <a:gd name="T21" fmla="*/ 18 h 19"/>
                  <a:gd name="T22" fmla="*/ 14 w 28"/>
                  <a:gd name="T23" fmla="*/ 1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19">
                    <a:moveTo>
                      <a:pt x="14" y="16"/>
                    </a:moveTo>
                    <a:cubicBezTo>
                      <a:pt x="13" y="12"/>
                      <a:pt x="14" y="8"/>
                      <a:pt x="18" y="5"/>
                    </a:cubicBezTo>
                    <a:cubicBezTo>
                      <a:pt x="12" y="5"/>
                      <a:pt x="7" y="5"/>
                      <a:pt x="3" y="5"/>
                    </a:cubicBezTo>
                    <a:cubicBezTo>
                      <a:pt x="2" y="5"/>
                      <a:pt x="0" y="5"/>
                      <a:pt x="0" y="3"/>
                    </a:cubicBezTo>
                    <a:cubicBezTo>
                      <a:pt x="0" y="1"/>
                      <a:pt x="2" y="3"/>
                      <a:pt x="2" y="3"/>
                    </a:cubicBezTo>
                    <a:cubicBezTo>
                      <a:pt x="8" y="0"/>
                      <a:pt x="14" y="1"/>
                      <a:pt x="20" y="2"/>
                    </a:cubicBezTo>
                    <a:cubicBezTo>
                      <a:pt x="22" y="3"/>
                      <a:pt x="24" y="0"/>
                      <a:pt x="26" y="3"/>
                    </a:cubicBezTo>
                    <a:cubicBezTo>
                      <a:pt x="28" y="5"/>
                      <a:pt x="28" y="6"/>
                      <a:pt x="26" y="8"/>
                    </a:cubicBezTo>
                    <a:cubicBezTo>
                      <a:pt x="24" y="10"/>
                      <a:pt x="24" y="12"/>
                      <a:pt x="24" y="14"/>
                    </a:cubicBezTo>
                    <a:cubicBezTo>
                      <a:pt x="24" y="17"/>
                      <a:pt x="23" y="19"/>
                      <a:pt x="20" y="18"/>
                    </a:cubicBezTo>
                    <a:cubicBezTo>
                      <a:pt x="18" y="17"/>
                      <a:pt x="17" y="18"/>
                      <a:pt x="15" y="18"/>
                    </a:cubicBezTo>
                    <a:cubicBezTo>
                      <a:pt x="15" y="17"/>
                      <a:pt x="14" y="17"/>
                      <a:pt x="14" y="16"/>
                    </a:cubicBezTo>
                    <a:close/>
                  </a:path>
                </a:pathLst>
              </a:custGeom>
              <a:solidFill>
                <a:srgbClr val="F1E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8" name="Freeform 1101"/>
              <p:cNvSpPr/>
              <p:nvPr/>
            </p:nvSpPr>
            <p:spPr bwMode="auto">
              <a:xfrm>
                <a:off x="1390" y="2497"/>
                <a:ext cx="64" cy="38"/>
              </a:xfrm>
              <a:custGeom>
                <a:avLst/>
                <a:gdLst>
                  <a:gd name="T0" fmla="*/ 0 w 27"/>
                  <a:gd name="T1" fmla="*/ 13 h 16"/>
                  <a:gd name="T2" fmla="*/ 22 w 27"/>
                  <a:gd name="T3" fmla="*/ 1 h 16"/>
                  <a:gd name="T4" fmla="*/ 27 w 27"/>
                  <a:gd name="T5" fmla="*/ 0 h 16"/>
                  <a:gd name="T6" fmla="*/ 5 w 27"/>
                  <a:gd name="T7" fmla="*/ 14 h 16"/>
                  <a:gd name="T8" fmla="*/ 0 w 27"/>
                  <a:gd name="T9" fmla="*/ 1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6">
                    <a:moveTo>
                      <a:pt x="0" y="13"/>
                    </a:moveTo>
                    <a:cubicBezTo>
                      <a:pt x="8" y="10"/>
                      <a:pt x="15" y="6"/>
                      <a:pt x="22" y="1"/>
                    </a:cubicBezTo>
                    <a:cubicBezTo>
                      <a:pt x="24" y="1"/>
                      <a:pt x="25" y="0"/>
                      <a:pt x="27" y="0"/>
                    </a:cubicBezTo>
                    <a:cubicBezTo>
                      <a:pt x="20" y="5"/>
                      <a:pt x="13" y="11"/>
                      <a:pt x="5" y="14"/>
                    </a:cubicBezTo>
                    <a:cubicBezTo>
                      <a:pt x="3" y="14"/>
                      <a:pt x="1" y="16"/>
                      <a:pt x="0" y="13"/>
                    </a:cubicBezTo>
                    <a:close/>
                  </a:path>
                </a:pathLst>
              </a:custGeom>
              <a:solidFill>
                <a:srgbClr val="C1D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49" name="Freeform 1102"/>
              <p:cNvSpPr/>
              <p:nvPr/>
            </p:nvSpPr>
            <p:spPr bwMode="auto">
              <a:xfrm>
                <a:off x="1145" y="2492"/>
                <a:ext cx="45" cy="43"/>
              </a:xfrm>
              <a:custGeom>
                <a:avLst/>
                <a:gdLst>
                  <a:gd name="T0" fmla="*/ 0 w 19"/>
                  <a:gd name="T1" fmla="*/ 17 h 18"/>
                  <a:gd name="T2" fmla="*/ 12 w 19"/>
                  <a:gd name="T3" fmla="*/ 2 h 18"/>
                  <a:gd name="T4" fmla="*/ 19 w 19"/>
                  <a:gd name="T5" fmla="*/ 1 h 18"/>
                  <a:gd name="T6" fmla="*/ 19 w 19"/>
                  <a:gd name="T7" fmla="*/ 1 h 18"/>
                  <a:gd name="T8" fmla="*/ 13 w 19"/>
                  <a:gd name="T9" fmla="*/ 9 h 18"/>
                  <a:gd name="T10" fmla="*/ 4 w 19"/>
                  <a:gd name="T11" fmla="*/ 16 h 18"/>
                  <a:gd name="T12" fmla="*/ 0 w 19"/>
                  <a:gd name="T13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8">
                    <a:moveTo>
                      <a:pt x="0" y="17"/>
                    </a:moveTo>
                    <a:cubicBezTo>
                      <a:pt x="3" y="11"/>
                      <a:pt x="9" y="7"/>
                      <a:pt x="12" y="2"/>
                    </a:cubicBezTo>
                    <a:cubicBezTo>
                      <a:pt x="14" y="1"/>
                      <a:pt x="16" y="0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4"/>
                      <a:pt x="16" y="7"/>
                      <a:pt x="13" y="9"/>
                    </a:cubicBezTo>
                    <a:cubicBezTo>
                      <a:pt x="10" y="11"/>
                      <a:pt x="6" y="13"/>
                      <a:pt x="4" y="16"/>
                    </a:cubicBezTo>
                    <a:cubicBezTo>
                      <a:pt x="3" y="18"/>
                      <a:pt x="2" y="18"/>
                      <a:pt x="0" y="17"/>
                    </a:cubicBezTo>
                    <a:close/>
                  </a:path>
                </a:pathLst>
              </a:custGeom>
              <a:solidFill>
                <a:srgbClr val="F8F5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0" name="Freeform 1103"/>
              <p:cNvSpPr/>
              <p:nvPr/>
            </p:nvSpPr>
            <p:spPr bwMode="auto">
              <a:xfrm>
                <a:off x="732" y="2535"/>
                <a:ext cx="181" cy="138"/>
              </a:xfrm>
              <a:custGeom>
                <a:avLst/>
                <a:gdLst>
                  <a:gd name="T0" fmla="*/ 31 w 76"/>
                  <a:gd name="T1" fmla="*/ 2 h 58"/>
                  <a:gd name="T2" fmla="*/ 45 w 76"/>
                  <a:gd name="T3" fmla="*/ 10 h 58"/>
                  <a:gd name="T4" fmla="*/ 53 w 76"/>
                  <a:gd name="T5" fmla="*/ 22 h 58"/>
                  <a:gd name="T6" fmla="*/ 53 w 76"/>
                  <a:gd name="T7" fmla="*/ 25 h 58"/>
                  <a:gd name="T8" fmla="*/ 54 w 76"/>
                  <a:gd name="T9" fmla="*/ 29 h 58"/>
                  <a:gd name="T10" fmla="*/ 57 w 76"/>
                  <a:gd name="T11" fmla="*/ 33 h 58"/>
                  <a:gd name="T12" fmla="*/ 59 w 76"/>
                  <a:gd name="T13" fmla="*/ 42 h 58"/>
                  <a:gd name="T14" fmla="*/ 59 w 76"/>
                  <a:gd name="T15" fmla="*/ 42 h 58"/>
                  <a:gd name="T16" fmla="*/ 59 w 76"/>
                  <a:gd name="T17" fmla="*/ 42 h 58"/>
                  <a:gd name="T18" fmla="*/ 57 w 76"/>
                  <a:gd name="T19" fmla="*/ 34 h 58"/>
                  <a:gd name="T20" fmla="*/ 60 w 76"/>
                  <a:gd name="T21" fmla="*/ 32 h 58"/>
                  <a:gd name="T22" fmla="*/ 64 w 76"/>
                  <a:gd name="T23" fmla="*/ 40 h 58"/>
                  <a:gd name="T24" fmla="*/ 68 w 76"/>
                  <a:gd name="T25" fmla="*/ 37 h 58"/>
                  <a:gd name="T26" fmla="*/ 71 w 76"/>
                  <a:gd name="T27" fmla="*/ 40 h 58"/>
                  <a:gd name="T28" fmla="*/ 69 w 76"/>
                  <a:gd name="T29" fmla="*/ 43 h 58"/>
                  <a:gd name="T30" fmla="*/ 66 w 76"/>
                  <a:gd name="T31" fmla="*/ 45 h 58"/>
                  <a:gd name="T32" fmla="*/ 69 w 76"/>
                  <a:gd name="T33" fmla="*/ 47 h 58"/>
                  <a:gd name="T34" fmla="*/ 75 w 76"/>
                  <a:gd name="T35" fmla="*/ 47 h 58"/>
                  <a:gd name="T36" fmla="*/ 71 w 76"/>
                  <a:gd name="T37" fmla="*/ 52 h 58"/>
                  <a:gd name="T38" fmla="*/ 70 w 76"/>
                  <a:gd name="T39" fmla="*/ 55 h 58"/>
                  <a:gd name="T40" fmla="*/ 65 w 76"/>
                  <a:gd name="T41" fmla="*/ 58 h 58"/>
                  <a:gd name="T42" fmla="*/ 60 w 76"/>
                  <a:gd name="T43" fmla="*/ 54 h 58"/>
                  <a:gd name="T44" fmla="*/ 60 w 76"/>
                  <a:gd name="T45" fmla="*/ 54 h 58"/>
                  <a:gd name="T46" fmla="*/ 37 w 76"/>
                  <a:gd name="T47" fmla="*/ 40 h 58"/>
                  <a:gd name="T48" fmla="*/ 32 w 76"/>
                  <a:gd name="T49" fmla="*/ 37 h 58"/>
                  <a:gd name="T50" fmla="*/ 29 w 76"/>
                  <a:gd name="T51" fmla="*/ 33 h 58"/>
                  <a:gd name="T52" fmla="*/ 9 w 76"/>
                  <a:gd name="T53" fmla="*/ 16 h 58"/>
                  <a:gd name="T54" fmla="*/ 2 w 76"/>
                  <a:gd name="T55" fmla="*/ 9 h 58"/>
                  <a:gd name="T56" fmla="*/ 0 w 76"/>
                  <a:gd name="T57" fmla="*/ 8 h 58"/>
                  <a:gd name="T58" fmla="*/ 6 w 76"/>
                  <a:gd name="T59" fmla="*/ 10 h 58"/>
                  <a:gd name="T60" fmla="*/ 10 w 76"/>
                  <a:gd name="T61" fmla="*/ 14 h 58"/>
                  <a:gd name="T62" fmla="*/ 9 w 76"/>
                  <a:gd name="T63" fmla="*/ 12 h 58"/>
                  <a:gd name="T64" fmla="*/ 7 w 76"/>
                  <a:gd name="T65" fmla="*/ 5 h 58"/>
                  <a:gd name="T66" fmla="*/ 5 w 76"/>
                  <a:gd name="T67" fmla="*/ 6 h 58"/>
                  <a:gd name="T68" fmla="*/ 3 w 76"/>
                  <a:gd name="T69" fmla="*/ 6 h 58"/>
                  <a:gd name="T70" fmla="*/ 3 w 76"/>
                  <a:gd name="T71" fmla="*/ 4 h 58"/>
                  <a:gd name="T72" fmla="*/ 5 w 76"/>
                  <a:gd name="T73" fmla="*/ 4 h 58"/>
                  <a:gd name="T74" fmla="*/ 8 w 76"/>
                  <a:gd name="T75" fmla="*/ 4 h 58"/>
                  <a:gd name="T76" fmla="*/ 11 w 76"/>
                  <a:gd name="T77" fmla="*/ 3 h 58"/>
                  <a:gd name="T78" fmla="*/ 13 w 76"/>
                  <a:gd name="T79" fmla="*/ 0 h 58"/>
                  <a:gd name="T80" fmla="*/ 14 w 76"/>
                  <a:gd name="T81" fmla="*/ 2 h 58"/>
                  <a:gd name="T82" fmla="*/ 17 w 76"/>
                  <a:gd name="T83" fmla="*/ 4 h 58"/>
                  <a:gd name="T84" fmla="*/ 17 w 76"/>
                  <a:gd name="T85" fmla="*/ 0 h 58"/>
                  <a:gd name="T86" fmla="*/ 23 w 76"/>
                  <a:gd name="T87" fmla="*/ 0 h 58"/>
                  <a:gd name="T88" fmla="*/ 24 w 76"/>
                  <a:gd name="T89" fmla="*/ 4 h 58"/>
                  <a:gd name="T90" fmla="*/ 28 w 76"/>
                  <a:gd name="T91" fmla="*/ 1 h 58"/>
                  <a:gd name="T92" fmla="*/ 30 w 76"/>
                  <a:gd name="T93" fmla="*/ 5 h 58"/>
                  <a:gd name="T94" fmla="*/ 31 w 76"/>
                  <a:gd name="T95" fmla="*/ 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6" h="58">
                    <a:moveTo>
                      <a:pt x="31" y="2"/>
                    </a:moveTo>
                    <a:cubicBezTo>
                      <a:pt x="35" y="6"/>
                      <a:pt x="41" y="7"/>
                      <a:pt x="45" y="10"/>
                    </a:cubicBezTo>
                    <a:cubicBezTo>
                      <a:pt x="48" y="14"/>
                      <a:pt x="49" y="19"/>
                      <a:pt x="53" y="22"/>
                    </a:cubicBezTo>
                    <a:cubicBezTo>
                      <a:pt x="54" y="23"/>
                      <a:pt x="53" y="24"/>
                      <a:pt x="53" y="25"/>
                    </a:cubicBezTo>
                    <a:cubicBezTo>
                      <a:pt x="50" y="27"/>
                      <a:pt x="50" y="29"/>
                      <a:pt x="54" y="29"/>
                    </a:cubicBezTo>
                    <a:cubicBezTo>
                      <a:pt x="57" y="29"/>
                      <a:pt x="57" y="30"/>
                      <a:pt x="57" y="33"/>
                    </a:cubicBezTo>
                    <a:cubicBezTo>
                      <a:pt x="56" y="36"/>
                      <a:pt x="58" y="39"/>
                      <a:pt x="59" y="42"/>
                    </a:cubicBezTo>
                    <a:cubicBezTo>
                      <a:pt x="60" y="42"/>
                      <a:pt x="60" y="41"/>
                      <a:pt x="59" y="42"/>
                    </a:cubicBezTo>
                    <a:cubicBezTo>
                      <a:pt x="59" y="42"/>
                      <a:pt x="59" y="42"/>
                      <a:pt x="59" y="42"/>
                    </a:cubicBezTo>
                    <a:cubicBezTo>
                      <a:pt x="57" y="39"/>
                      <a:pt x="58" y="36"/>
                      <a:pt x="57" y="34"/>
                    </a:cubicBezTo>
                    <a:cubicBezTo>
                      <a:pt x="56" y="32"/>
                      <a:pt x="58" y="32"/>
                      <a:pt x="60" y="32"/>
                    </a:cubicBezTo>
                    <a:cubicBezTo>
                      <a:pt x="63" y="34"/>
                      <a:pt x="63" y="37"/>
                      <a:pt x="64" y="40"/>
                    </a:cubicBezTo>
                    <a:cubicBezTo>
                      <a:pt x="64" y="38"/>
                      <a:pt x="66" y="37"/>
                      <a:pt x="68" y="37"/>
                    </a:cubicBezTo>
                    <a:cubicBezTo>
                      <a:pt x="70" y="37"/>
                      <a:pt x="70" y="39"/>
                      <a:pt x="71" y="40"/>
                    </a:cubicBezTo>
                    <a:cubicBezTo>
                      <a:pt x="71" y="43"/>
                      <a:pt x="71" y="44"/>
                      <a:pt x="69" y="43"/>
                    </a:cubicBezTo>
                    <a:cubicBezTo>
                      <a:pt x="66" y="43"/>
                      <a:pt x="66" y="45"/>
                      <a:pt x="66" y="45"/>
                    </a:cubicBezTo>
                    <a:cubicBezTo>
                      <a:pt x="67" y="47"/>
                      <a:pt x="67" y="48"/>
                      <a:pt x="69" y="47"/>
                    </a:cubicBezTo>
                    <a:cubicBezTo>
                      <a:pt x="71" y="47"/>
                      <a:pt x="74" y="45"/>
                      <a:pt x="75" y="47"/>
                    </a:cubicBezTo>
                    <a:cubicBezTo>
                      <a:pt x="76" y="50"/>
                      <a:pt x="73" y="51"/>
                      <a:pt x="71" y="52"/>
                    </a:cubicBezTo>
                    <a:cubicBezTo>
                      <a:pt x="70" y="53"/>
                      <a:pt x="70" y="53"/>
                      <a:pt x="70" y="55"/>
                    </a:cubicBezTo>
                    <a:cubicBezTo>
                      <a:pt x="70" y="57"/>
                      <a:pt x="67" y="57"/>
                      <a:pt x="65" y="58"/>
                    </a:cubicBezTo>
                    <a:cubicBezTo>
                      <a:pt x="63" y="58"/>
                      <a:pt x="62" y="56"/>
                      <a:pt x="60" y="54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50" y="52"/>
                      <a:pt x="44" y="45"/>
                      <a:pt x="37" y="40"/>
                    </a:cubicBezTo>
                    <a:cubicBezTo>
                      <a:pt x="35" y="39"/>
                      <a:pt x="34" y="38"/>
                      <a:pt x="32" y="37"/>
                    </a:cubicBezTo>
                    <a:cubicBezTo>
                      <a:pt x="30" y="36"/>
                      <a:pt x="29" y="34"/>
                      <a:pt x="29" y="33"/>
                    </a:cubicBezTo>
                    <a:cubicBezTo>
                      <a:pt x="23" y="26"/>
                      <a:pt x="15" y="21"/>
                      <a:pt x="9" y="16"/>
                    </a:cubicBezTo>
                    <a:cubicBezTo>
                      <a:pt x="6" y="14"/>
                      <a:pt x="4" y="12"/>
                      <a:pt x="2" y="9"/>
                    </a:cubicBezTo>
                    <a:cubicBezTo>
                      <a:pt x="1" y="9"/>
                      <a:pt x="0" y="8"/>
                      <a:pt x="0" y="8"/>
                    </a:cubicBezTo>
                    <a:cubicBezTo>
                      <a:pt x="3" y="6"/>
                      <a:pt x="4" y="8"/>
                      <a:pt x="6" y="10"/>
                    </a:cubicBezTo>
                    <a:cubicBezTo>
                      <a:pt x="7" y="11"/>
                      <a:pt x="7" y="14"/>
                      <a:pt x="10" y="14"/>
                    </a:cubicBezTo>
                    <a:cubicBezTo>
                      <a:pt x="11" y="13"/>
                      <a:pt x="8" y="12"/>
                      <a:pt x="9" y="12"/>
                    </a:cubicBezTo>
                    <a:cubicBezTo>
                      <a:pt x="13" y="8"/>
                      <a:pt x="6" y="8"/>
                      <a:pt x="7" y="5"/>
                    </a:cubicBezTo>
                    <a:cubicBezTo>
                      <a:pt x="7" y="5"/>
                      <a:pt x="6" y="5"/>
                      <a:pt x="5" y="6"/>
                    </a:cubicBezTo>
                    <a:cubicBezTo>
                      <a:pt x="5" y="6"/>
                      <a:pt x="4" y="7"/>
                      <a:pt x="3" y="6"/>
                    </a:cubicBezTo>
                    <a:cubicBezTo>
                      <a:pt x="3" y="5"/>
                      <a:pt x="3" y="4"/>
                      <a:pt x="3" y="4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6" y="4"/>
                      <a:pt x="7" y="4"/>
                      <a:pt x="8" y="4"/>
                    </a:cubicBezTo>
                    <a:cubicBezTo>
                      <a:pt x="10" y="5"/>
                      <a:pt x="10" y="5"/>
                      <a:pt x="11" y="3"/>
                    </a:cubicBezTo>
                    <a:cubicBezTo>
                      <a:pt x="11" y="2"/>
                      <a:pt x="11" y="0"/>
                      <a:pt x="13" y="0"/>
                    </a:cubicBezTo>
                    <a:cubicBezTo>
                      <a:pt x="16" y="0"/>
                      <a:pt x="13" y="2"/>
                      <a:pt x="14" y="2"/>
                    </a:cubicBezTo>
                    <a:cubicBezTo>
                      <a:pt x="14" y="3"/>
                      <a:pt x="16" y="3"/>
                      <a:pt x="17" y="4"/>
                    </a:cubicBezTo>
                    <a:cubicBezTo>
                      <a:pt x="18" y="3"/>
                      <a:pt x="16" y="1"/>
                      <a:pt x="17" y="0"/>
                    </a:cubicBezTo>
                    <a:cubicBezTo>
                      <a:pt x="19" y="2"/>
                      <a:pt x="21" y="5"/>
                      <a:pt x="23" y="0"/>
                    </a:cubicBezTo>
                    <a:cubicBezTo>
                      <a:pt x="25" y="0"/>
                      <a:pt x="21" y="3"/>
                      <a:pt x="24" y="4"/>
                    </a:cubicBezTo>
                    <a:cubicBezTo>
                      <a:pt x="26" y="4"/>
                      <a:pt x="27" y="2"/>
                      <a:pt x="28" y="1"/>
                    </a:cubicBezTo>
                    <a:cubicBezTo>
                      <a:pt x="30" y="2"/>
                      <a:pt x="27" y="5"/>
                      <a:pt x="30" y="5"/>
                    </a:cubicBezTo>
                    <a:cubicBezTo>
                      <a:pt x="33" y="5"/>
                      <a:pt x="31" y="3"/>
                      <a:pt x="31" y="2"/>
                    </a:cubicBezTo>
                    <a:close/>
                  </a:path>
                </a:pathLst>
              </a:custGeom>
              <a:solidFill>
                <a:srgbClr val="FE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1" name="Freeform 1104"/>
              <p:cNvSpPr/>
              <p:nvPr/>
            </p:nvSpPr>
            <p:spPr bwMode="auto">
              <a:xfrm>
                <a:off x="692" y="2464"/>
                <a:ext cx="5" cy="7"/>
              </a:xfrm>
              <a:custGeom>
                <a:avLst/>
                <a:gdLst>
                  <a:gd name="T0" fmla="*/ 0 w 2"/>
                  <a:gd name="T1" fmla="*/ 1 h 3"/>
                  <a:gd name="T2" fmla="*/ 1 w 2"/>
                  <a:gd name="T3" fmla="*/ 0 h 3"/>
                  <a:gd name="T4" fmla="*/ 2 w 2"/>
                  <a:gd name="T5" fmla="*/ 2 h 3"/>
                  <a:gd name="T6" fmla="*/ 1 w 2"/>
                  <a:gd name="T7" fmla="*/ 2 h 3"/>
                  <a:gd name="T8" fmla="*/ 0 w 2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3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1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2" name="Freeform 1105"/>
              <p:cNvSpPr/>
              <p:nvPr/>
            </p:nvSpPr>
            <p:spPr bwMode="auto">
              <a:xfrm>
                <a:off x="685" y="2421"/>
                <a:ext cx="26" cy="26"/>
              </a:xfrm>
              <a:custGeom>
                <a:avLst/>
                <a:gdLst>
                  <a:gd name="T0" fmla="*/ 9 w 11"/>
                  <a:gd name="T1" fmla="*/ 9 h 11"/>
                  <a:gd name="T2" fmla="*/ 4 w 11"/>
                  <a:gd name="T3" fmla="*/ 11 h 11"/>
                  <a:gd name="T4" fmla="*/ 0 w 11"/>
                  <a:gd name="T5" fmla="*/ 3 h 11"/>
                  <a:gd name="T6" fmla="*/ 7 w 11"/>
                  <a:gd name="T7" fmla="*/ 0 h 11"/>
                  <a:gd name="T8" fmla="*/ 7 w 11"/>
                  <a:gd name="T9" fmla="*/ 4 h 11"/>
                  <a:gd name="T10" fmla="*/ 10 w 11"/>
                  <a:gd name="T11" fmla="*/ 4 h 11"/>
                  <a:gd name="T12" fmla="*/ 9 w 11"/>
                  <a:gd name="T13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1">
                    <a:moveTo>
                      <a:pt x="9" y="9"/>
                    </a:moveTo>
                    <a:cubicBezTo>
                      <a:pt x="7" y="9"/>
                      <a:pt x="6" y="11"/>
                      <a:pt x="4" y="11"/>
                    </a:cubicBezTo>
                    <a:cubicBezTo>
                      <a:pt x="4" y="8"/>
                      <a:pt x="2" y="6"/>
                      <a:pt x="0" y="3"/>
                    </a:cubicBezTo>
                    <a:cubicBezTo>
                      <a:pt x="4" y="5"/>
                      <a:pt x="6" y="4"/>
                      <a:pt x="7" y="0"/>
                    </a:cubicBezTo>
                    <a:cubicBezTo>
                      <a:pt x="8" y="2"/>
                      <a:pt x="7" y="3"/>
                      <a:pt x="7" y="4"/>
                    </a:cubicBezTo>
                    <a:cubicBezTo>
                      <a:pt x="8" y="5"/>
                      <a:pt x="10" y="2"/>
                      <a:pt x="10" y="4"/>
                    </a:cubicBezTo>
                    <a:cubicBezTo>
                      <a:pt x="11" y="6"/>
                      <a:pt x="10" y="8"/>
                      <a:pt x="9" y="9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3" name="Freeform 1106"/>
              <p:cNvSpPr/>
              <p:nvPr/>
            </p:nvSpPr>
            <p:spPr bwMode="auto">
              <a:xfrm>
                <a:off x="972" y="2887"/>
                <a:ext cx="5" cy="35"/>
              </a:xfrm>
              <a:custGeom>
                <a:avLst/>
                <a:gdLst>
                  <a:gd name="T0" fmla="*/ 2 w 2"/>
                  <a:gd name="T1" fmla="*/ 15 h 15"/>
                  <a:gd name="T2" fmla="*/ 0 w 2"/>
                  <a:gd name="T3" fmla="*/ 11 h 15"/>
                  <a:gd name="T4" fmla="*/ 0 w 2"/>
                  <a:gd name="T5" fmla="*/ 0 h 15"/>
                  <a:gd name="T6" fmla="*/ 2 w 2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5">
                    <a:moveTo>
                      <a:pt x="2" y="15"/>
                    </a:moveTo>
                    <a:cubicBezTo>
                      <a:pt x="1" y="14"/>
                      <a:pt x="0" y="13"/>
                      <a:pt x="0" y="11"/>
                    </a:cubicBezTo>
                    <a:cubicBezTo>
                      <a:pt x="0" y="8"/>
                      <a:pt x="0" y="4"/>
                      <a:pt x="0" y="0"/>
                    </a:cubicBezTo>
                    <a:cubicBezTo>
                      <a:pt x="1" y="5"/>
                      <a:pt x="2" y="10"/>
                      <a:pt x="2" y="15"/>
                    </a:cubicBezTo>
                    <a:close/>
                  </a:path>
                </a:pathLst>
              </a:custGeom>
              <a:solidFill>
                <a:srgbClr val="FEF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4" name="Freeform 1107"/>
              <p:cNvSpPr/>
              <p:nvPr/>
            </p:nvSpPr>
            <p:spPr bwMode="auto">
              <a:xfrm>
                <a:off x="982" y="2803"/>
                <a:ext cx="11" cy="12"/>
              </a:xfrm>
              <a:custGeom>
                <a:avLst/>
                <a:gdLst>
                  <a:gd name="T0" fmla="*/ 0 w 5"/>
                  <a:gd name="T1" fmla="*/ 0 h 5"/>
                  <a:gd name="T2" fmla="*/ 1 w 5"/>
                  <a:gd name="T3" fmla="*/ 5 h 5"/>
                  <a:gd name="T4" fmla="*/ 0 w 5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cubicBezTo>
                      <a:pt x="3" y="1"/>
                      <a:pt x="5" y="3"/>
                      <a:pt x="1" y="5"/>
                    </a:cubicBezTo>
                    <a:cubicBezTo>
                      <a:pt x="1" y="3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5" name="Freeform 1108"/>
              <p:cNvSpPr/>
              <p:nvPr/>
            </p:nvSpPr>
            <p:spPr bwMode="auto">
              <a:xfrm>
                <a:off x="972" y="2853"/>
                <a:ext cx="7" cy="17"/>
              </a:xfrm>
              <a:custGeom>
                <a:avLst/>
                <a:gdLst>
                  <a:gd name="T0" fmla="*/ 1 w 3"/>
                  <a:gd name="T1" fmla="*/ 0 h 7"/>
                  <a:gd name="T2" fmla="*/ 1 w 3"/>
                  <a:gd name="T3" fmla="*/ 7 h 7"/>
                  <a:gd name="T4" fmla="*/ 1 w 3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7">
                    <a:moveTo>
                      <a:pt x="1" y="0"/>
                    </a:moveTo>
                    <a:cubicBezTo>
                      <a:pt x="3" y="3"/>
                      <a:pt x="2" y="5"/>
                      <a:pt x="1" y="7"/>
                    </a:cubicBezTo>
                    <a:cubicBezTo>
                      <a:pt x="1" y="5"/>
                      <a:pt x="0" y="2"/>
                      <a:pt x="1" y="0"/>
                    </a:cubicBezTo>
                    <a:close/>
                  </a:path>
                </a:pathLst>
              </a:custGeom>
              <a:solidFill>
                <a:srgbClr val="FEFC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6" name="Freeform 1109"/>
              <p:cNvSpPr/>
              <p:nvPr/>
            </p:nvSpPr>
            <p:spPr bwMode="auto">
              <a:xfrm>
                <a:off x="901" y="2651"/>
                <a:ext cx="107" cy="91"/>
              </a:xfrm>
              <a:custGeom>
                <a:avLst/>
                <a:gdLst>
                  <a:gd name="T0" fmla="*/ 8 w 45"/>
                  <a:gd name="T1" fmla="*/ 19 h 38"/>
                  <a:gd name="T2" fmla="*/ 0 w 45"/>
                  <a:gd name="T3" fmla="*/ 11 h 38"/>
                  <a:gd name="T4" fmla="*/ 0 w 45"/>
                  <a:gd name="T5" fmla="*/ 11 h 38"/>
                  <a:gd name="T6" fmla="*/ 11 w 45"/>
                  <a:gd name="T7" fmla="*/ 10 h 38"/>
                  <a:gd name="T8" fmla="*/ 12 w 45"/>
                  <a:gd name="T9" fmla="*/ 15 h 38"/>
                  <a:gd name="T10" fmla="*/ 21 w 45"/>
                  <a:gd name="T11" fmla="*/ 12 h 38"/>
                  <a:gd name="T12" fmla="*/ 22 w 45"/>
                  <a:gd name="T13" fmla="*/ 11 h 38"/>
                  <a:gd name="T14" fmla="*/ 23 w 45"/>
                  <a:gd name="T15" fmla="*/ 6 h 38"/>
                  <a:gd name="T16" fmla="*/ 20 w 45"/>
                  <a:gd name="T17" fmla="*/ 9 h 38"/>
                  <a:gd name="T18" fmla="*/ 18 w 45"/>
                  <a:gd name="T19" fmla="*/ 6 h 38"/>
                  <a:gd name="T20" fmla="*/ 19 w 45"/>
                  <a:gd name="T21" fmla="*/ 2 h 38"/>
                  <a:gd name="T22" fmla="*/ 23 w 45"/>
                  <a:gd name="T23" fmla="*/ 0 h 38"/>
                  <a:gd name="T24" fmla="*/ 29 w 45"/>
                  <a:gd name="T25" fmla="*/ 3 h 38"/>
                  <a:gd name="T26" fmla="*/ 31 w 45"/>
                  <a:gd name="T27" fmla="*/ 4 h 38"/>
                  <a:gd name="T28" fmla="*/ 33 w 45"/>
                  <a:gd name="T29" fmla="*/ 7 h 38"/>
                  <a:gd name="T30" fmla="*/ 41 w 45"/>
                  <a:gd name="T31" fmla="*/ 14 h 38"/>
                  <a:gd name="T32" fmla="*/ 40 w 45"/>
                  <a:gd name="T33" fmla="*/ 21 h 38"/>
                  <a:gd name="T34" fmla="*/ 40 w 45"/>
                  <a:gd name="T35" fmla="*/ 25 h 38"/>
                  <a:gd name="T36" fmla="*/ 42 w 45"/>
                  <a:gd name="T37" fmla="*/ 32 h 38"/>
                  <a:gd name="T38" fmla="*/ 40 w 45"/>
                  <a:gd name="T39" fmla="*/ 37 h 38"/>
                  <a:gd name="T40" fmla="*/ 32 w 45"/>
                  <a:gd name="T41" fmla="*/ 33 h 38"/>
                  <a:gd name="T42" fmla="*/ 31 w 45"/>
                  <a:gd name="T43" fmla="*/ 29 h 38"/>
                  <a:gd name="T44" fmla="*/ 28 w 45"/>
                  <a:gd name="T45" fmla="*/ 33 h 38"/>
                  <a:gd name="T46" fmla="*/ 21 w 45"/>
                  <a:gd name="T47" fmla="*/ 29 h 38"/>
                  <a:gd name="T48" fmla="*/ 19 w 45"/>
                  <a:gd name="T49" fmla="*/ 28 h 38"/>
                  <a:gd name="T50" fmla="*/ 8 w 4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5" h="38">
                    <a:moveTo>
                      <a:pt x="8" y="19"/>
                    </a:moveTo>
                    <a:cubicBezTo>
                      <a:pt x="6" y="16"/>
                      <a:pt x="2" y="15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8"/>
                      <a:pt x="8" y="7"/>
                      <a:pt x="11" y="10"/>
                    </a:cubicBezTo>
                    <a:cubicBezTo>
                      <a:pt x="13" y="11"/>
                      <a:pt x="13" y="13"/>
                      <a:pt x="12" y="15"/>
                    </a:cubicBezTo>
                    <a:cubicBezTo>
                      <a:pt x="15" y="14"/>
                      <a:pt x="17" y="11"/>
                      <a:pt x="21" y="12"/>
                    </a:cubicBezTo>
                    <a:cubicBezTo>
                      <a:pt x="21" y="13"/>
                      <a:pt x="21" y="11"/>
                      <a:pt x="22" y="11"/>
                    </a:cubicBezTo>
                    <a:cubicBezTo>
                      <a:pt x="22" y="9"/>
                      <a:pt x="23" y="8"/>
                      <a:pt x="23" y="6"/>
                    </a:cubicBezTo>
                    <a:cubicBezTo>
                      <a:pt x="22" y="7"/>
                      <a:pt x="22" y="10"/>
                      <a:pt x="20" y="9"/>
                    </a:cubicBezTo>
                    <a:cubicBezTo>
                      <a:pt x="19" y="9"/>
                      <a:pt x="18" y="7"/>
                      <a:pt x="18" y="6"/>
                    </a:cubicBezTo>
                    <a:cubicBezTo>
                      <a:pt x="17" y="4"/>
                      <a:pt x="18" y="3"/>
                      <a:pt x="19" y="2"/>
                    </a:cubicBezTo>
                    <a:cubicBezTo>
                      <a:pt x="20" y="1"/>
                      <a:pt x="22" y="1"/>
                      <a:pt x="23" y="0"/>
                    </a:cubicBezTo>
                    <a:cubicBezTo>
                      <a:pt x="25" y="0"/>
                      <a:pt x="27" y="1"/>
                      <a:pt x="29" y="3"/>
                    </a:cubicBezTo>
                    <a:cubicBezTo>
                      <a:pt x="29" y="3"/>
                      <a:pt x="30" y="4"/>
                      <a:pt x="31" y="4"/>
                    </a:cubicBezTo>
                    <a:cubicBezTo>
                      <a:pt x="32" y="5"/>
                      <a:pt x="32" y="6"/>
                      <a:pt x="33" y="7"/>
                    </a:cubicBezTo>
                    <a:cubicBezTo>
                      <a:pt x="36" y="9"/>
                      <a:pt x="40" y="10"/>
                      <a:pt x="41" y="14"/>
                    </a:cubicBezTo>
                    <a:cubicBezTo>
                      <a:pt x="40" y="16"/>
                      <a:pt x="38" y="18"/>
                      <a:pt x="40" y="21"/>
                    </a:cubicBezTo>
                    <a:cubicBezTo>
                      <a:pt x="41" y="22"/>
                      <a:pt x="41" y="24"/>
                      <a:pt x="40" y="25"/>
                    </a:cubicBezTo>
                    <a:cubicBezTo>
                      <a:pt x="40" y="28"/>
                      <a:pt x="39" y="30"/>
                      <a:pt x="42" y="32"/>
                    </a:cubicBezTo>
                    <a:cubicBezTo>
                      <a:pt x="45" y="33"/>
                      <a:pt x="43" y="36"/>
                      <a:pt x="40" y="37"/>
                    </a:cubicBezTo>
                    <a:cubicBezTo>
                      <a:pt x="37" y="38"/>
                      <a:pt x="35" y="35"/>
                      <a:pt x="32" y="33"/>
                    </a:cubicBezTo>
                    <a:cubicBezTo>
                      <a:pt x="32" y="32"/>
                      <a:pt x="32" y="31"/>
                      <a:pt x="31" y="29"/>
                    </a:cubicBezTo>
                    <a:cubicBezTo>
                      <a:pt x="30" y="30"/>
                      <a:pt x="29" y="31"/>
                      <a:pt x="28" y="33"/>
                    </a:cubicBezTo>
                    <a:cubicBezTo>
                      <a:pt x="25" y="33"/>
                      <a:pt x="23" y="30"/>
                      <a:pt x="21" y="29"/>
                    </a:cubicBezTo>
                    <a:cubicBezTo>
                      <a:pt x="20" y="29"/>
                      <a:pt x="20" y="28"/>
                      <a:pt x="19" y="28"/>
                    </a:cubicBezTo>
                    <a:cubicBezTo>
                      <a:pt x="16" y="24"/>
                      <a:pt x="11" y="23"/>
                      <a:pt x="8" y="19"/>
                    </a:cubicBezTo>
                    <a:close/>
                  </a:path>
                </a:pathLst>
              </a:custGeom>
              <a:solidFill>
                <a:srgbClr val="FE9A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7" name="Freeform 1110"/>
              <p:cNvSpPr/>
              <p:nvPr/>
            </p:nvSpPr>
            <p:spPr bwMode="auto">
              <a:xfrm>
                <a:off x="780" y="2620"/>
                <a:ext cx="114" cy="86"/>
              </a:xfrm>
              <a:custGeom>
                <a:avLst/>
                <a:gdLst>
                  <a:gd name="T0" fmla="*/ 40 w 48"/>
                  <a:gd name="T1" fmla="*/ 18 h 36"/>
                  <a:gd name="T2" fmla="*/ 45 w 48"/>
                  <a:gd name="T3" fmla="*/ 21 h 36"/>
                  <a:gd name="T4" fmla="*/ 45 w 48"/>
                  <a:gd name="T5" fmla="*/ 22 h 36"/>
                  <a:gd name="T6" fmla="*/ 45 w 48"/>
                  <a:gd name="T7" fmla="*/ 22 h 36"/>
                  <a:gd name="T8" fmla="*/ 45 w 48"/>
                  <a:gd name="T9" fmla="*/ 29 h 36"/>
                  <a:gd name="T10" fmla="*/ 37 w 48"/>
                  <a:gd name="T11" fmla="*/ 31 h 36"/>
                  <a:gd name="T12" fmla="*/ 42 w 48"/>
                  <a:gd name="T13" fmla="*/ 36 h 36"/>
                  <a:gd name="T14" fmla="*/ 34 w 48"/>
                  <a:gd name="T15" fmla="*/ 32 h 36"/>
                  <a:gd name="T16" fmla="*/ 27 w 48"/>
                  <a:gd name="T17" fmla="*/ 25 h 36"/>
                  <a:gd name="T18" fmla="*/ 23 w 48"/>
                  <a:gd name="T19" fmla="*/ 25 h 36"/>
                  <a:gd name="T20" fmla="*/ 15 w 48"/>
                  <a:gd name="T21" fmla="*/ 21 h 36"/>
                  <a:gd name="T22" fmla="*/ 9 w 48"/>
                  <a:gd name="T23" fmla="*/ 17 h 36"/>
                  <a:gd name="T24" fmla="*/ 8 w 48"/>
                  <a:gd name="T25" fmla="*/ 16 h 36"/>
                  <a:gd name="T26" fmla="*/ 6 w 48"/>
                  <a:gd name="T27" fmla="*/ 13 h 36"/>
                  <a:gd name="T28" fmla="*/ 4 w 48"/>
                  <a:gd name="T29" fmla="*/ 9 h 36"/>
                  <a:gd name="T30" fmla="*/ 0 w 48"/>
                  <a:gd name="T31" fmla="*/ 6 h 36"/>
                  <a:gd name="T32" fmla="*/ 0 w 48"/>
                  <a:gd name="T33" fmla="*/ 5 h 36"/>
                  <a:gd name="T34" fmla="*/ 1 w 48"/>
                  <a:gd name="T35" fmla="*/ 2 h 36"/>
                  <a:gd name="T36" fmla="*/ 12 w 48"/>
                  <a:gd name="T37" fmla="*/ 0 h 36"/>
                  <a:gd name="T38" fmla="*/ 23 w 48"/>
                  <a:gd name="T39" fmla="*/ 8 h 36"/>
                  <a:gd name="T40" fmla="*/ 40 w 48"/>
                  <a:gd name="T41" fmla="*/ 16 h 36"/>
                  <a:gd name="T42" fmla="*/ 40 w 48"/>
                  <a:gd name="T43" fmla="*/ 18 h 36"/>
                  <a:gd name="T44" fmla="*/ 38 w 48"/>
                  <a:gd name="T45" fmla="*/ 24 h 36"/>
                  <a:gd name="T46" fmla="*/ 36 w 48"/>
                  <a:gd name="T47" fmla="*/ 28 h 36"/>
                  <a:gd name="T48" fmla="*/ 39 w 48"/>
                  <a:gd name="T49" fmla="*/ 22 h 36"/>
                  <a:gd name="T50" fmla="*/ 40 w 48"/>
                  <a:gd name="T51" fmla="*/ 1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8" h="36">
                    <a:moveTo>
                      <a:pt x="40" y="18"/>
                    </a:moveTo>
                    <a:cubicBezTo>
                      <a:pt x="43" y="18"/>
                      <a:pt x="43" y="21"/>
                      <a:pt x="45" y="21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4" y="25"/>
                      <a:pt x="48" y="27"/>
                      <a:pt x="45" y="29"/>
                    </a:cubicBezTo>
                    <a:cubicBezTo>
                      <a:pt x="41" y="24"/>
                      <a:pt x="40" y="31"/>
                      <a:pt x="37" y="31"/>
                    </a:cubicBezTo>
                    <a:cubicBezTo>
                      <a:pt x="38" y="35"/>
                      <a:pt x="43" y="31"/>
                      <a:pt x="42" y="36"/>
                    </a:cubicBezTo>
                    <a:cubicBezTo>
                      <a:pt x="39" y="35"/>
                      <a:pt x="36" y="34"/>
                      <a:pt x="34" y="32"/>
                    </a:cubicBezTo>
                    <a:cubicBezTo>
                      <a:pt x="31" y="30"/>
                      <a:pt x="30" y="27"/>
                      <a:pt x="27" y="25"/>
                    </a:cubicBezTo>
                    <a:cubicBezTo>
                      <a:pt x="25" y="25"/>
                      <a:pt x="24" y="24"/>
                      <a:pt x="23" y="25"/>
                    </a:cubicBezTo>
                    <a:cubicBezTo>
                      <a:pt x="20" y="25"/>
                      <a:pt x="17" y="23"/>
                      <a:pt x="15" y="21"/>
                    </a:cubicBezTo>
                    <a:cubicBezTo>
                      <a:pt x="14" y="19"/>
                      <a:pt x="12" y="18"/>
                      <a:pt x="9" y="17"/>
                    </a:cubicBezTo>
                    <a:cubicBezTo>
                      <a:pt x="9" y="17"/>
                      <a:pt x="8" y="16"/>
                      <a:pt x="8" y="16"/>
                    </a:cubicBezTo>
                    <a:cubicBezTo>
                      <a:pt x="8" y="14"/>
                      <a:pt x="7" y="14"/>
                      <a:pt x="6" y="13"/>
                    </a:cubicBez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3" y="6"/>
                      <a:pt x="0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2"/>
                      <a:pt x="1" y="2"/>
                    </a:cubicBezTo>
                    <a:cubicBezTo>
                      <a:pt x="5" y="2"/>
                      <a:pt x="9" y="1"/>
                      <a:pt x="12" y="0"/>
                    </a:cubicBezTo>
                    <a:cubicBezTo>
                      <a:pt x="17" y="2"/>
                      <a:pt x="20" y="5"/>
                      <a:pt x="23" y="8"/>
                    </a:cubicBezTo>
                    <a:cubicBezTo>
                      <a:pt x="28" y="11"/>
                      <a:pt x="33" y="16"/>
                      <a:pt x="40" y="16"/>
                    </a:cubicBezTo>
                    <a:cubicBezTo>
                      <a:pt x="41" y="16"/>
                      <a:pt x="40" y="17"/>
                      <a:pt x="40" y="18"/>
                    </a:cubicBezTo>
                    <a:cubicBezTo>
                      <a:pt x="39" y="19"/>
                      <a:pt x="38" y="21"/>
                      <a:pt x="38" y="24"/>
                    </a:cubicBezTo>
                    <a:cubicBezTo>
                      <a:pt x="39" y="26"/>
                      <a:pt x="37" y="27"/>
                      <a:pt x="36" y="28"/>
                    </a:cubicBezTo>
                    <a:cubicBezTo>
                      <a:pt x="40" y="26"/>
                      <a:pt x="40" y="26"/>
                      <a:pt x="39" y="22"/>
                    </a:cubicBezTo>
                    <a:cubicBezTo>
                      <a:pt x="38" y="20"/>
                      <a:pt x="39" y="19"/>
                      <a:pt x="40" y="18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8" name="Freeform 1111"/>
              <p:cNvSpPr/>
              <p:nvPr/>
            </p:nvSpPr>
            <p:spPr bwMode="auto">
              <a:xfrm>
                <a:off x="846" y="2585"/>
                <a:ext cx="90" cy="95"/>
              </a:xfrm>
              <a:custGeom>
                <a:avLst/>
                <a:gdLst>
                  <a:gd name="T0" fmla="*/ 17 w 38"/>
                  <a:gd name="T1" fmla="*/ 37 h 40"/>
                  <a:gd name="T2" fmla="*/ 17 w 38"/>
                  <a:gd name="T3" fmla="*/ 36 h 40"/>
                  <a:gd name="T4" fmla="*/ 20 w 38"/>
                  <a:gd name="T5" fmla="*/ 35 h 40"/>
                  <a:gd name="T6" fmla="*/ 21 w 38"/>
                  <a:gd name="T7" fmla="*/ 34 h 40"/>
                  <a:gd name="T8" fmla="*/ 22 w 38"/>
                  <a:gd name="T9" fmla="*/ 31 h 40"/>
                  <a:gd name="T10" fmla="*/ 26 w 38"/>
                  <a:gd name="T11" fmla="*/ 26 h 40"/>
                  <a:gd name="T12" fmla="*/ 20 w 38"/>
                  <a:gd name="T13" fmla="*/ 30 h 40"/>
                  <a:gd name="T14" fmla="*/ 19 w 38"/>
                  <a:gd name="T15" fmla="*/ 21 h 40"/>
                  <a:gd name="T16" fmla="*/ 20 w 38"/>
                  <a:gd name="T17" fmla="*/ 20 h 40"/>
                  <a:gd name="T18" fmla="*/ 22 w 38"/>
                  <a:gd name="T19" fmla="*/ 22 h 40"/>
                  <a:gd name="T20" fmla="*/ 22 w 38"/>
                  <a:gd name="T21" fmla="*/ 21 h 40"/>
                  <a:gd name="T22" fmla="*/ 20 w 38"/>
                  <a:gd name="T23" fmla="*/ 17 h 40"/>
                  <a:gd name="T24" fmla="*/ 17 w 38"/>
                  <a:gd name="T25" fmla="*/ 19 h 40"/>
                  <a:gd name="T26" fmla="*/ 16 w 38"/>
                  <a:gd name="T27" fmla="*/ 20 h 40"/>
                  <a:gd name="T28" fmla="*/ 14 w 38"/>
                  <a:gd name="T29" fmla="*/ 15 h 40"/>
                  <a:gd name="T30" fmla="*/ 11 w 38"/>
                  <a:gd name="T31" fmla="*/ 12 h 40"/>
                  <a:gd name="T32" fmla="*/ 10 w 38"/>
                  <a:gd name="T33" fmla="*/ 12 h 40"/>
                  <a:gd name="T34" fmla="*/ 11 w 38"/>
                  <a:gd name="T35" fmla="*/ 16 h 40"/>
                  <a:gd name="T36" fmla="*/ 12 w 38"/>
                  <a:gd name="T37" fmla="*/ 16 h 40"/>
                  <a:gd name="T38" fmla="*/ 15 w 38"/>
                  <a:gd name="T39" fmla="*/ 23 h 40"/>
                  <a:gd name="T40" fmla="*/ 8 w 38"/>
                  <a:gd name="T41" fmla="*/ 17 h 40"/>
                  <a:gd name="T42" fmla="*/ 8 w 38"/>
                  <a:gd name="T43" fmla="*/ 10 h 40"/>
                  <a:gd name="T44" fmla="*/ 6 w 38"/>
                  <a:gd name="T45" fmla="*/ 9 h 40"/>
                  <a:gd name="T46" fmla="*/ 3 w 38"/>
                  <a:gd name="T47" fmla="*/ 8 h 40"/>
                  <a:gd name="T48" fmla="*/ 0 w 38"/>
                  <a:gd name="T49" fmla="*/ 5 h 40"/>
                  <a:gd name="T50" fmla="*/ 4 w 38"/>
                  <a:gd name="T51" fmla="*/ 3 h 40"/>
                  <a:gd name="T52" fmla="*/ 5 w 38"/>
                  <a:gd name="T53" fmla="*/ 1 h 40"/>
                  <a:gd name="T54" fmla="*/ 7 w 38"/>
                  <a:gd name="T55" fmla="*/ 3 h 40"/>
                  <a:gd name="T56" fmla="*/ 11 w 38"/>
                  <a:gd name="T57" fmla="*/ 3 h 40"/>
                  <a:gd name="T58" fmla="*/ 23 w 38"/>
                  <a:gd name="T59" fmla="*/ 14 h 40"/>
                  <a:gd name="T60" fmla="*/ 23 w 38"/>
                  <a:gd name="T61" fmla="*/ 14 h 40"/>
                  <a:gd name="T62" fmla="*/ 35 w 38"/>
                  <a:gd name="T63" fmla="*/ 21 h 40"/>
                  <a:gd name="T64" fmla="*/ 36 w 38"/>
                  <a:gd name="T65" fmla="*/ 22 h 40"/>
                  <a:gd name="T66" fmla="*/ 35 w 38"/>
                  <a:gd name="T67" fmla="*/ 23 h 40"/>
                  <a:gd name="T68" fmla="*/ 34 w 38"/>
                  <a:gd name="T69" fmla="*/ 25 h 40"/>
                  <a:gd name="T70" fmla="*/ 31 w 38"/>
                  <a:gd name="T71" fmla="*/ 30 h 40"/>
                  <a:gd name="T72" fmla="*/ 25 w 38"/>
                  <a:gd name="T73" fmla="*/ 36 h 40"/>
                  <a:gd name="T74" fmla="*/ 23 w 38"/>
                  <a:gd name="T75" fmla="*/ 39 h 40"/>
                  <a:gd name="T76" fmla="*/ 23 w 38"/>
                  <a:gd name="T77" fmla="*/ 39 h 40"/>
                  <a:gd name="T78" fmla="*/ 17 w 38"/>
                  <a:gd name="T79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8" h="40">
                    <a:moveTo>
                      <a:pt x="17" y="37"/>
                    </a:moveTo>
                    <a:cubicBezTo>
                      <a:pt x="17" y="37"/>
                      <a:pt x="17" y="37"/>
                      <a:pt x="17" y="36"/>
                    </a:cubicBezTo>
                    <a:cubicBezTo>
                      <a:pt x="18" y="35"/>
                      <a:pt x="19" y="36"/>
                      <a:pt x="20" y="35"/>
                    </a:cubicBezTo>
                    <a:cubicBezTo>
                      <a:pt x="20" y="35"/>
                      <a:pt x="21" y="35"/>
                      <a:pt x="21" y="34"/>
                    </a:cubicBezTo>
                    <a:cubicBezTo>
                      <a:pt x="22" y="33"/>
                      <a:pt x="17" y="32"/>
                      <a:pt x="22" y="31"/>
                    </a:cubicBezTo>
                    <a:cubicBezTo>
                      <a:pt x="23" y="31"/>
                      <a:pt x="25" y="29"/>
                      <a:pt x="26" y="26"/>
                    </a:cubicBezTo>
                    <a:cubicBezTo>
                      <a:pt x="24" y="28"/>
                      <a:pt x="21" y="25"/>
                      <a:pt x="20" y="30"/>
                    </a:cubicBezTo>
                    <a:cubicBezTo>
                      <a:pt x="18" y="27"/>
                      <a:pt x="15" y="24"/>
                      <a:pt x="19" y="21"/>
                    </a:cubicBezTo>
                    <a:cubicBezTo>
                      <a:pt x="19" y="21"/>
                      <a:pt x="19" y="20"/>
                      <a:pt x="20" y="20"/>
                    </a:cubicBezTo>
                    <a:cubicBezTo>
                      <a:pt x="20" y="21"/>
                      <a:pt x="20" y="22"/>
                      <a:pt x="22" y="22"/>
                    </a:cubicBezTo>
                    <a:cubicBezTo>
                      <a:pt x="22" y="22"/>
                      <a:pt x="22" y="21"/>
                      <a:pt x="22" y="21"/>
                    </a:cubicBezTo>
                    <a:cubicBezTo>
                      <a:pt x="21" y="20"/>
                      <a:pt x="22" y="17"/>
                      <a:pt x="20" y="17"/>
                    </a:cubicBezTo>
                    <a:cubicBezTo>
                      <a:pt x="18" y="16"/>
                      <a:pt x="17" y="17"/>
                      <a:pt x="17" y="19"/>
                    </a:cubicBezTo>
                    <a:cubicBezTo>
                      <a:pt x="17" y="20"/>
                      <a:pt x="17" y="20"/>
                      <a:pt x="16" y="20"/>
                    </a:cubicBezTo>
                    <a:cubicBezTo>
                      <a:pt x="15" y="19"/>
                      <a:pt x="13" y="18"/>
                      <a:pt x="14" y="15"/>
                    </a:cubicBezTo>
                    <a:cubicBezTo>
                      <a:pt x="14" y="13"/>
                      <a:pt x="12" y="13"/>
                      <a:pt x="11" y="12"/>
                    </a:cubicBezTo>
                    <a:cubicBezTo>
                      <a:pt x="11" y="12"/>
                      <a:pt x="10" y="12"/>
                      <a:pt x="10" y="12"/>
                    </a:cubicBezTo>
                    <a:cubicBezTo>
                      <a:pt x="9" y="14"/>
                      <a:pt x="10" y="15"/>
                      <a:pt x="11" y="16"/>
                    </a:cubicBezTo>
                    <a:cubicBezTo>
                      <a:pt x="11" y="16"/>
                      <a:pt x="12" y="16"/>
                      <a:pt x="12" y="16"/>
                    </a:cubicBezTo>
                    <a:cubicBezTo>
                      <a:pt x="9" y="20"/>
                      <a:pt x="14" y="20"/>
                      <a:pt x="15" y="23"/>
                    </a:cubicBezTo>
                    <a:cubicBezTo>
                      <a:pt x="12" y="22"/>
                      <a:pt x="9" y="21"/>
                      <a:pt x="8" y="17"/>
                    </a:cubicBezTo>
                    <a:cubicBezTo>
                      <a:pt x="8" y="15"/>
                      <a:pt x="6" y="13"/>
                      <a:pt x="8" y="10"/>
                    </a:cubicBezTo>
                    <a:cubicBezTo>
                      <a:pt x="9" y="9"/>
                      <a:pt x="7" y="8"/>
                      <a:pt x="6" y="9"/>
                    </a:cubicBezTo>
                    <a:cubicBezTo>
                      <a:pt x="4" y="11"/>
                      <a:pt x="4" y="8"/>
                      <a:pt x="3" y="8"/>
                    </a:cubicBezTo>
                    <a:cubicBezTo>
                      <a:pt x="1" y="7"/>
                      <a:pt x="0" y="6"/>
                      <a:pt x="0" y="5"/>
                    </a:cubicBezTo>
                    <a:cubicBezTo>
                      <a:pt x="0" y="3"/>
                      <a:pt x="2" y="3"/>
                      <a:pt x="4" y="3"/>
                    </a:cubicBezTo>
                    <a:cubicBezTo>
                      <a:pt x="5" y="3"/>
                      <a:pt x="4" y="2"/>
                      <a:pt x="5" y="1"/>
                    </a:cubicBezTo>
                    <a:cubicBezTo>
                      <a:pt x="6" y="0"/>
                      <a:pt x="6" y="2"/>
                      <a:pt x="7" y="3"/>
                    </a:cubicBezTo>
                    <a:cubicBezTo>
                      <a:pt x="9" y="3"/>
                      <a:pt x="10" y="2"/>
                      <a:pt x="11" y="3"/>
                    </a:cubicBezTo>
                    <a:cubicBezTo>
                      <a:pt x="14" y="8"/>
                      <a:pt x="21" y="8"/>
                      <a:pt x="23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8" y="15"/>
                      <a:pt x="31" y="20"/>
                      <a:pt x="35" y="21"/>
                    </a:cubicBezTo>
                    <a:cubicBezTo>
                      <a:pt x="35" y="21"/>
                      <a:pt x="36" y="21"/>
                      <a:pt x="36" y="22"/>
                    </a:cubicBezTo>
                    <a:cubicBezTo>
                      <a:pt x="36" y="22"/>
                      <a:pt x="36" y="23"/>
                      <a:pt x="35" y="23"/>
                    </a:cubicBezTo>
                    <a:cubicBezTo>
                      <a:pt x="35" y="24"/>
                      <a:pt x="34" y="24"/>
                      <a:pt x="34" y="25"/>
                    </a:cubicBezTo>
                    <a:cubicBezTo>
                      <a:pt x="38" y="30"/>
                      <a:pt x="35" y="29"/>
                      <a:pt x="31" y="30"/>
                    </a:cubicBezTo>
                    <a:cubicBezTo>
                      <a:pt x="29" y="31"/>
                      <a:pt x="25" y="32"/>
                      <a:pt x="25" y="36"/>
                    </a:cubicBezTo>
                    <a:cubicBezTo>
                      <a:pt x="26" y="38"/>
                      <a:pt x="23" y="38"/>
                      <a:pt x="23" y="39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0" y="40"/>
                      <a:pt x="19" y="37"/>
                      <a:pt x="17" y="37"/>
                    </a:cubicBezTo>
                    <a:close/>
                  </a:path>
                </a:pathLst>
              </a:custGeom>
              <a:solidFill>
                <a:srgbClr val="FE9A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59" name="Freeform 1112"/>
              <p:cNvSpPr/>
              <p:nvPr/>
            </p:nvSpPr>
            <p:spPr bwMode="auto">
              <a:xfrm>
                <a:off x="917" y="2696"/>
                <a:ext cx="36" cy="46"/>
              </a:xfrm>
              <a:custGeom>
                <a:avLst/>
                <a:gdLst>
                  <a:gd name="T0" fmla="*/ 1 w 15"/>
                  <a:gd name="T1" fmla="*/ 0 h 19"/>
                  <a:gd name="T2" fmla="*/ 13 w 15"/>
                  <a:gd name="T3" fmla="*/ 9 h 19"/>
                  <a:gd name="T4" fmla="*/ 14 w 15"/>
                  <a:gd name="T5" fmla="*/ 15 h 19"/>
                  <a:gd name="T6" fmla="*/ 13 w 15"/>
                  <a:gd name="T7" fmla="*/ 19 h 19"/>
                  <a:gd name="T8" fmla="*/ 10 w 15"/>
                  <a:gd name="T9" fmla="*/ 16 h 19"/>
                  <a:gd name="T10" fmla="*/ 10 w 15"/>
                  <a:gd name="T11" fmla="*/ 15 h 19"/>
                  <a:gd name="T12" fmla="*/ 8 w 15"/>
                  <a:gd name="T13" fmla="*/ 13 h 19"/>
                  <a:gd name="T14" fmla="*/ 8 w 15"/>
                  <a:gd name="T15" fmla="*/ 13 h 19"/>
                  <a:gd name="T16" fmla="*/ 0 w 15"/>
                  <a:gd name="T17" fmla="*/ 3 h 19"/>
                  <a:gd name="T18" fmla="*/ 1 w 15"/>
                  <a:gd name="T1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9">
                    <a:moveTo>
                      <a:pt x="1" y="0"/>
                    </a:moveTo>
                    <a:cubicBezTo>
                      <a:pt x="5" y="3"/>
                      <a:pt x="10" y="4"/>
                      <a:pt x="13" y="9"/>
                    </a:cubicBezTo>
                    <a:cubicBezTo>
                      <a:pt x="11" y="11"/>
                      <a:pt x="13" y="13"/>
                      <a:pt x="14" y="15"/>
                    </a:cubicBezTo>
                    <a:cubicBezTo>
                      <a:pt x="15" y="16"/>
                      <a:pt x="15" y="18"/>
                      <a:pt x="13" y="19"/>
                    </a:cubicBezTo>
                    <a:cubicBezTo>
                      <a:pt x="11" y="19"/>
                      <a:pt x="10" y="18"/>
                      <a:pt x="10" y="16"/>
                    </a:cubicBezTo>
                    <a:cubicBezTo>
                      <a:pt x="10" y="16"/>
                      <a:pt x="10" y="16"/>
                      <a:pt x="10" y="15"/>
                    </a:cubicBezTo>
                    <a:cubicBezTo>
                      <a:pt x="9" y="15"/>
                      <a:pt x="9" y="14"/>
                      <a:pt x="8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8" y="9"/>
                      <a:pt x="4" y="3"/>
                      <a:pt x="0" y="3"/>
                    </a:cubicBezTo>
                    <a:cubicBezTo>
                      <a:pt x="0" y="2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0" name="Freeform 1113"/>
              <p:cNvSpPr/>
              <p:nvPr/>
            </p:nvSpPr>
            <p:spPr bwMode="auto">
              <a:xfrm>
                <a:off x="841" y="2699"/>
                <a:ext cx="27" cy="17"/>
              </a:xfrm>
              <a:custGeom>
                <a:avLst/>
                <a:gdLst>
                  <a:gd name="T0" fmla="*/ 1 w 11"/>
                  <a:gd name="T1" fmla="*/ 7 h 7"/>
                  <a:gd name="T2" fmla="*/ 2 w 11"/>
                  <a:gd name="T3" fmla="*/ 2 h 7"/>
                  <a:gd name="T4" fmla="*/ 5 w 11"/>
                  <a:gd name="T5" fmla="*/ 2 h 7"/>
                  <a:gd name="T6" fmla="*/ 11 w 11"/>
                  <a:gd name="T7" fmla="*/ 7 h 7"/>
                  <a:gd name="T8" fmla="*/ 1 w 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7">
                    <a:moveTo>
                      <a:pt x="1" y="7"/>
                    </a:moveTo>
                    <a:cubicBezTo>
                      <a:pt x="0" y="5"/>
                      <a:pt x="1" y="4"/>
                      <a:pt x="2" y="2"/>
                    </a:cubicBezTo>
                    <a:cubicBezTo>
                      <a:pt x="2" y="1"/>
                      <a:pt x="4" y="0"/>
                      <a:pt x="5" y="2"/>
                    </a:cubicBezTo>
                    <a:cubicBezTo>
                      <a:pt x="7" y="4"/>
                      <a:pt x="9" y="5"/>
                      <a:pt x="11" y="7"/>
                    </a:cubicBezTo>
                    <a:cubicBezTo>
                      <a:pt x="7" y="7"/>
                      <a:pt x="4" y="7"/>
                      <a:pt x="1" y="7"/>
                    </a:cubicBezTo>
                    <a:close/>
                  </a:path>
                </a:pathLst>
              </a:custGeom>
              <a:solidFill>
                <a:srgbClr val="FEF2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1" name="Freeform 1114"/>
              <p:cNvSpPr/>
              <p:nvPr/>
            </p:nvSpPr>
            <p:spPr bwMode="auto">
              <a:xfrm>
                <a:off x="882" y="2768"/>
                <a:ext cx="16" cy="7"/>
              </a:xfrm>
              <a:custGeom>
                <a:avLst/>
                <a:gdLst>
                  <a:gd name="T0" fmla="*/ 0 w 7"/>
                  <a:gd name="T1" fmla="*/ 1 h 3"/>
                  <a:gd name="T2" fmla="*/ 7 w 7"/>
                  <a:gd name="T3" fmla="*/ 2 h 3"/>
                  <a:gd name="T4" fmla="*/ 0 w 7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0" y="1"/>
                    </a:moveTo>
                    <a:cubicBezTo>
                      <a:pt x="2" y="1"/>
                      <a:pt x="4" y="0"/>
                      <a:pt x="7" y="2"/>
                    </a:cubicBezTo>
                    <a:cubicBezTo>
                      <a:pt x="4" y="3"/>
                      <a:pt x="2" y="2"/>
                      <a:pt x="0" y="1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2" name="Freeform 1115"/>
              <p:cNvSpPr/>
              <p:nvPr/>
            </p:nvSpPr>
            <p:spPr bwMode="auto">
              <a:xfrm>
                <a:off x="903" y="2784"/>
                <a:ext cx="7" cy="5"/>
              </a:xfrm>
              <a:custGeom>
                <a:avLst/>
                <a:gdLst>
                  <a:gd name="T0" fmla="*/ 3 w 3"/>
                  <a:gd name="T1" fmla="*/ 1 h 2"/>
                  <a:gd name="T2" fmla="*/ 1 w 3"/>
                  <a:gd name="T3" fmla="*/ 1 h 2"/>
                  <a:gd name="T4" fmla="*/ 1 w 3"/>
                  <a:gd name="T5" fmla="*/ 0 h 2"/>
                  <a:gd name="T6" fmla="*/ 1 w 3"/>
                  <a:gd name="T7" fmla="*/ 0 h 2"/>
                  <a:gd name="T8" fmla="*/ 3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1"/>
                    </a:moveTo>
                    <a:cubicBezTo>
                      <a:pt x="2" y="2"/>
                      <a:pt x="2" y="2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3" y="1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3" name="Freeform 1116"/>
              <p:cNvSpPr/>
              <p:nvPr/>
            </p:nvSpPr>
            <p:spPr bwMode="auto">
              <a:xfrm>
                <a:off x="963" y="2739"/>
                <a:ext cx="111" cy="98"/>
              </a:xfrm>
              <a:custGeom>
                <a:avLst/>
                <a:gdLst>
                  <a:gd name="T0" fmla="*/ 33 w 47"/>
                  <a:gd name="T1" fmla="*/ 21 h 41"/>
                  <a:gd name="T2" fmla="*/ 35 w 47"/>
                  <a:gd name="T3" fmla="*/ 22 h 41"/>
                  <a:gd name="T4" fmla="*/ 45 w 47"/>
                  <a:gd name="T5" fmla="*/ 35 h 41"/>
                  <a:gd name="T6" fmla="*/ 47 w 47"/>
                  <a:gd name="T7" fmla="*/ 41 h 41"/>
                  <a:gd name="T8" fmla="*/ 45 w 47"/>
                  <a:gd name="T9" fmla="*/ 41 h 41"/>
                  <a:gd name="T10" fmla="*/ 42 w 47"/>
                  <a:gd name="T11" fmla="*/ 39 h 41"/>
                  <a:gd name="T12" fmla="*/ 11 w 47"/>
                  <a:gd name="T13" fmla="*/ 24 h 41"/>
                  <a:gd name="T14" fmla="*/ 10 w 47"/>
                  <a:gd name="T15" fmla="*/ 20 h 41"/>
                  <a:gd name="T16" fmla="*/ 10 w 47"/>
                  <a:gd name="T17" fmla="*/ 16 h 41"/>
                  <a:gd name="T18" fmla="*/ 7 w 47"/>
                  <a:gd name="T19" fmla="*/ 17 h 41"/>
                  <a:gd name="T20" fmla="*/ 0 w 47"/>
                  <a:gd name="T21" fmla="*/ 12 h 41"/>
                  <a:gd name="T22" fmla="*/ 8 w 47"/>
                  <a:gd name="T23" fmla="*/ 7 h 41"/>
                  <a:gd name="T24" fmla="*/ 9 w 47"/>
                  <a:gd name="T25" fmla="*/ 6 h 41"/>
                  <a:gd name="T26" fmla="*/ 8 w 47"/>
                  <a:gd name="T27" fmla="*/ 6 h 41"/>
                  <a:gd name="T28" fmla="*/ 7 w 47"/>
                  <a:gd name="T29" fmla="*/ 1 h 41"/>
                  <a:gd name="T30" fmla="*/ 13 w 47"/>
                  <a:gd name="T31" fmla="*/ 3 h 41"/>
                  <a:gd name="T32" fmla="*/ 25 w 47"/>
                  <a:gd name="T33" fmla="*/ 14 h 41"/>
                  <a:gd name="T34" fmla="*/ 33 w 47"/>
                  <a:gd name="T35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7" h="41">
                    <a:moveTo>
                      <a:pt x="33" y="21"/>
                    </a:moveTo>
                    <a:cubicBezTo>
                      <a:pt x="34" y="22"/>
                      <a:pt x="35" y="22"/>
                      <a:pt x="35" y="22"/>
                    </a:cubicBezTo>
                    <a:cubicBezTo>
                      <a:pt x="39" y="26"/>
                      <a:pt x="43" y="29"/>
                      <a:pt x="45" y="35"/>
                    </a:cubicBezTo>
                    <a:cubicBezTo>
                      <a:pt x="45" y="37"/>
                      <a:pt x="47" y="38"/>
                      <a:pt x="47" y="41"/>
                    </a:cubicBezTo>
                    <a:cubicBezTo>
                      <a:pt x="46" y="41"/>
                      <a:pt x="46" y="41"/>
                      <a:pt x="45" y="41"/>
                    </a:cubicBezTo>
                    <a:cubicBezTo>
                      <a:pt x="43" y="41"/>
                      <a:pt x="43" y="40"/>
                      <a:pt x="42" y="39"/>
                    </a:cubicBezTo>
                    <a:cubicBezTo>
                      <a:pt x="31" y="36"/>
                      <a:pt x="20" y="31"/>
                      <a:pt x="11" y="24"/>
                    </a:cubicBezTo>
                    <a:cubicBezTo>
                      <a:pt x="9" y="23"/>
                      <a:pt x="10" y="22"/>
                      <a:pt x="10" y="20"/>
                    </a:cubicBezTo>
                    <a:cubicBezTo>
                      <a:pt x="11" y="19"/>
                      <a:pt x="12" y="17"/>
                      <a:pt x="10" y="16"/>
                    </a:cubicBezTo>
                    <a:cubicBezTo>
                      <a:pt x="8" y="13"/>
                      <a:pt x="8" y="16"/>
                      <a:pt x="7" y="17"/>
                    </a:cubicBezTo>
                    <a:cubicBezTo>
                      <a:pt x="6" y="13"/>
                      <a:pt x="0" y="16"/>
                      <a:pt x="0" y="12"/>
                    </a:cubicBezTo>
                    <a:cubicBezTo>
                      <a:pt x="2" y="9"/>
                      <a:pt x="3" y="5"/>
                      <a:pt x="8" y="7"/>
                    </a:cubicBezTo>
                    <a:cubicBezTo>
                      <a:pt x="8" y="7"/>
                      <a:pt x="9" y="7"/>
                      <a:pt x="9" y="6"/>
                    </a:cubicBezTo>
                    <a:cubicBezTo>
                      <a:pt x="9" y="6"/>
                      <a:pt x="8" y="6"/>
                      <a:pt x="8" y="6"/>
                    </a:cubicBezTo>
                    <a:cubicBezTo>
                      <a:pt x="6" y="5"/>
                      <a:pt x="6" y="3"/>
                      <a:pt x="7" y="1"/>
                    </a:cubicBezTo>
                    <a:cubicBezTo>
                      <a:pt x="10" y="0"/>
                      <a:pt x="11" y="2"/>
                      <a:pt x="13" y="3"/>
                    </a:cubicBezTo>
                    <a:cubicBezTo>
                      <a:pt x="17" y="7"/>
                      <a:pt x="22" y="10"/>
                      <a:pt x="25" y="14"/>
                    </a:cubicBezTo>
                    <a:cubicBezTo>
                      <a:pt x="27" y="17"/>
                      <a:pt x="32" y="18"/>
                      <a:pt x="33" y="21"/>
                    </a:cubicBezTo>
                    <a:close/>
                  </a:path>
                </a:pathLst>
              </a:custGeom>
              <a:solidFill>
                <a:srgbClr val="FE7B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4" name="Freeform 1117"/>
              <p:cNvSpPr/>
              <p:nvPr/>
            </p:nvSpPr>
            <p:spPr bwMode="auto">
              <a:xfrm>
                <a:off x="929" y="2713"/>
                <a:ext cx="60" cy="55"/>
              </a:xfrm>
              <a:custGeom>
                <a:avLst/>
                <a:gdLst>
                  <a:gd name="T0" fmla="*/ 21 w 25"/>
                  <a:gd name="T1" fmla="*/ 12 h 23"/>
                  <a:gd name="T2" fmla="*/ 25 w 25"/>
                  <a:gd name="T3" fmla="*/ 16 h 23"/>
                  <a:gd name="T4" fmla="*/ 18 w 25"/>
                  <a:gd name="T5" fmla="*/ 19 h 23"/>
                  <a:gd name="T6" fmla="*/ 16 w 25"/>
                  <a:gd name="T7" fmla="*/ 21 h 23"/>
                  <a:gd name="T8" fmla="*/ 14 w 25"/>
                  <a:gd name="T9" fmla="*/ 23 h 23"/>
                  <a:gd name="T10" fmla="*/ 14 w 25"/>
                  <a:gd name="T11" fmla="*/ 16 h 23"/>
                  <a:gd name="T12" fmla="*/ 13 w 25"/>
                  <a:gd name="T13" fmla="*/ 14 h 23"/>
                  <a:gd name="T14" fmla="*/ 10 w 25"/>
                  <a:gd name="T15" fmla="*/ 14 h 23"/>
                  <a:gd name="T16" fmla="*/ 10 w 25"/>
                  <a:gd name="T17" fmla="*/ 17 h 23"/>
                  <a:gd name="T18" fmla="*/ 2 w 25"/>
                  <a:gd name="T19" fmla="*/ 13 h 23"/>
                  <a:gd name="T20" fmla="*/ 0 w 25"/>
                  <a:gd name="T21" fmla="*/ 10 h 23"/>
                  <a:gd name="T22" fmla="*/ 3 w 25"/>
                  <a:gd name="T23" fmla="*/ 9 h 23"/>
                  <a:gd name="T24" fmla="*/ 3 w 25"/>
                  <a:gd name="T25" fmla="*/ 6 h 23"/>
                  <a:gd name="T26" fmla="*/ 6 w 25"/>
                  <a:gd name="T27" fmla="*/ 9 h 23"/>
                  <a:gd name="T28" fmla="*/ 7 w 25"/>
                  <a:gd name="T29" fmla="*/ 11 h 23"/>
                  <a:gd name="T30" fmla="*/ 8 w 25"/>
                  <a:gd name="T31" fmla="*/ 11 h 23"/>
                  <a:gd name="T32" fmla="*/ 8 w 25"/>
                  <a:gd name="T33" fmla="*/ 7 h 23"/>
                  <a:gd name="T34" fmla="*/ 5 w 25"/>
                  <a:gd name="T35" fmla="*/ 3 h 23"/>
                  <a:gd name="T36" fmla="*/ 8 w 25"/>
                  <a:gd name="T37" fmla="*/ 2 h 23"/>
                  <a:gd name="T38" fmla="*/ 9 w 25"/>
                  <a:gd name="T39" fmla="*/ 3 h 23"/>
                  <a:gd name="T40" fmla="*/ 13 w 25"/>
                  <a:gd name="T41" fmla="*/ 5 h 23"/>
                  <a:gd name="T42" fmla="*/ 14 w 25"/>
                  <a:gd name="T43" fmla="*/ 8 h 23"/>
                  <a:gd name="T44" fmla="*/ 13 w 25"/>
                  <a:gd name="T45" fmla="*/ 9 h 23"/>
                  <a:gd name="T46" fmla="*/ 15 w 25"/>
                  <a:gd name="T47" fmla="*/ 9 h 23"/>
                  <a:gd name="T48" fmla="*/ 17 w 25"/>
                  <a:gd name="T49" fmla="*/ 14 h 23"/>
                  <a:gd name="T50" fmla="*/ 21 w 25"/>
                  <a:gd name="T51" fmla="*/ 12 h 23"/>
                  <a:gd name="T52" fmla="*/ 21 w 25"/>
                  <a:gd name="T53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23">
                    <a:moveTo>
                      <a:pt x="21" y="12"/>
                    </a:moveTo>
                    <a:cubicBezTo>
                      <a:pt x="21" y="14"/>
                      <a:pt x="20" y="18"/>
                      <a:pt x="25" y="16"/>
                    </a:cubicBezTo>
                    <a:cubicBezTo>
                      <a:pt x="23" y="19"/>
                      <a:pt x="21" y="20"/>
                      <a:pt x="18" y="19"/>
                    </a:cubicBezTo>
                    <a:cubicBezTo>
                      <a:pt x="17" y="19"/>
                      <a:pt x="16" y="19"/>
                      <a:pt x="16" y="21"/>
                    </a:cubicBezTo>
                    <a:cubicBezTo>
                      <a:pt x="16" y="22"/>
                      <a:pt x="15" y="23"/>
                      <a:pt x="14" y="23"/>
                    </a:cubicBezTo>
                    <a:cubicBezTo>
                      <a:pt x="14" y="21"/>
                      <a:pt x="11" y="18"/>
                      <a:pt x="14" y="16"/>
                    </a:cubicBezTo>
                    <a:cubicBezTo>
                      <a:pt x="15" y="16"/>
                      <a:pt x="13" y="15"/>
                      <a:pt x="13" y="14"/>
                    </a:cubicBezTo>
                    <a:cubicBezTo>
                      <a:pt x="12" y="13"/>
                      <a:pt x="11" y="14"/>
                      <a:pt x="10" y="14"/>
                    </a:cubicBezTo>
                    <a:cubicBezTo>
                      <a:pt x="8" y="15"/>
                      <a:pt x="10" y="16"/>
                      <a:pt x="10" y="17"/>
                    </a:cubicBezTo>
                    <a:cubicBezTo>
                      <a:pt x="8" y="15"/>
                      <a:pt x="4" y="15"/>
                      <a:pt x="2" y="13"/>
                    </a:cubicBezTo>
                    <a:cubicBezTo>
                      <a:pt x="0" y="12"/>
                      <a:pt x="0" y="11"/>
                      <a:pt x="0" y="10"/>
                    </a:cubicBezTo>
                    <a:cubicBezTo>
                      <a:pt x="1" y="8"/>
                      <a:pt x="2" y="9"/>
                      <a:pt x="3" y="9"/>
                    </a:cubicBezTo>
                    <a:cubicBezTo>
                      <a:pt x="5" y="9"/>
                      <a:pt x="2" y="7"/>
                      <a:pt x="3" y="6"/>
                    </a:cubicBezTo>
                    <a:cubicBezTo>
                      <a:pt x="5" y="6"/>
                      <a:pt x="5" y="8"/>
                      <a:pt x="6" y="9"/>
                    </a:cubicBezTo>
                    <a:cubicBezTo>
                      <a:pt x="6" y="10"/>
                      <a:pt x="5" y="11"/>
                      <a:pt x="7" y="11"/>
                    </a:cubicBezTo>
                    <a:cubicBezTo>
                      <a:pt x="7" y="11"/>
                      <a:pt x="8" y="11"/>
                      <a:pt x="8" y="11"/>
                    </a:cubicBezTo>
                    <a:cubicBezTo>
                      <a:pt x="8" y="10"/>
                      <a:pt x="9" y="8"/>
                      <a:pt x="8" y="7"/>
                    </a:cubicBezTo>
                    <a:cubicBezTo>
                      <a:pt x="6" y="6"/>
                      <a:pt x="6" y="5"/>
                      <a:pt x="5" y="3"/>
                    </a:cubicBezTo>
                    <a:cubicBezTo>
                      <a:pt x="5" y="0"/>
                      <a:pt x="6" y="1"/>
                      <a:pt x="8" y="2"/>
                    </a:cubicBezTo>
                    <a:cubicBezTo>
                      <a:pt x="8" y="2"/>
                      <a:pt x="9" y="2"/>
                      <a:pt x="9" y="3"/>
                    </a:cubicBezTo>
                    <a:cubicBezTo>
                      <a:pt x="10" y="4"/>
                      <a:pt x="11" y="5"/>
                      <a:pt x="13" y="5"/>
                    </a:cubicBezTo>
                    <a:cubicBezTo>
                      <a:pt x="14" y="6"/>
                      <a:pt x="14" y="7"/>
                      <a:pt x="14" y="8"/>
                    </a:cubicBezTo>
                    <a:cubicBezTo>
                      <a:pt x="14" y="8"/>
                      <a:pt x="13" y="8"/>
                      <a:pt x="13" y="9"/>
                    </a:cubicBezTo>
                    <a:cubicBezTo>
                      <a:pt x="14" y="9"/>
                      <a:pt x="14" y="8"/>
                      <a:pt x="15" y="9"/>
                    </a:cubicBezTo>
                    <a:cubicBezTo>
                      <a:pt x="18" y="9"/>
                      <a:pt x="19" y="11"/>
                      <a:pt x="17" y="14"/>
                    </a:cubicBezTo>
                    <a:cubicBezTo>
                      <a:pt x="18" y="13"/>
                      <a:pt x="19" y="11"/>
                      <a:pt x="21" y="12"/>
                    </a:cubicBezTo>
                    <a:cubicBezTo>
                      <a:pt x="21" y="12"/>
                      <a:pt x="21" y="12"/>
                      <a:pt x="21" y="12"/>
                    </a:cubicBezTo>
                    <a:close/>
                  </a:path>
                </a:pathLst>
              </a:custGeom>
              <a:solidFill>
                <a:srgbClr val="FE7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5" name="Freeform 1118"/>
              <p:cNvSpPr/>
              <p:nvPr/>
            </p:nvSpPr>
            <p:spPr bwMode="auto">
              <a:xfrm>
                <a:off x="941" y="2796"/>
                <a:ext cx="33" cy="34"/>
              </a:xfrm>
              <a:custGeom>
                <a:avLst/>
                <a:gdLst>
                  <a:gd name="T0" fmla="*/ 14 w 14"/>
                  <a:gd name="T1" fmla="*/ 7 h 14"/>
                  <a:gd name="T2" fmla="*/ 10 w 14"/>
                  <a:gd name="T3" fmla="*/ 10 h 14"/>
                  <a:gd name="T4" fmla="*/ 3 w 14"/>
                  <a:gd name="T5" fmla="*/ 12 h 14"/>
                  <a:gd name="T6" fmla="*/ 1 w 14"/>
                  <a:gd name="T7" fmla="*/ 7 h 14"/>
                  <a:gd name="T8" fmla="*/ 5 w 14"/>
                  <a:gd name="T9" fmla="*/ 0 h 14"/>
                  <a:gd name="T10" fmla="*/ 12 w 14"/>
                  <a:gd name="T11" fmla="*/ 0 h 14"/>
                  <a:gd name="T12" fmla="*/ 13 w 14"/>
                  <a:gd name="T13" fmla="*/ 4 h 14"/>
                  <a:gd name="T14" fmla="*/ 14 w 14"/>
                  <a:gd name="T1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4">
                    <a:moveTo>
                      <a:pt x="14" y="7"/>
                    </a:moveTo>
                    <a:cubicBezTo>
                      <a:pt x="12" y="8"/>
                      <a:pt x="11" y="8"/>
                      <a:pt x="10" y="10"/>
                    </a:cubicBezTo>
                    <a:cubicBezTo>
                      <a:pt x="9" y="14"/>
                      <a:pt x="6" y="13"/>
                      <a:pt x="3" y="12"/>
                    </a:cubicBezTo>
                    <a:cubicBezTo>
                      <a:pt x="0" y="12"/>
                      <a:pt x="3" y="8"/>
                      <a:pt x="1" y="7"/>
                    </a:cubicBezTo>
                    <a:cubicBezTo>
                      <a:pt x="5" y="6"/>
                      <a:pt x="1" y="2"/>
                      <a:pt x="5" y="0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4" y="0"/>
                      <a:pt x="12" y="3"/>
                      <a:pt x="13" y="4"/>
                    </a:cubicBezTo>
                    <a:cubicBezTo>
                      <a:pt x="13" y="5"/>
                      <a:pt x="13" y="6"/>
                      <a:pt x="14" y="7"/>
                    </a:cubicBezTo>
                    <a:close/>
                  </a:path>
                </a:pathLst>
              </a:custGeom>
              <a:solidFill>
                <a:srgbClr val="FED2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6" name="Freeform 1119"/>
              <p:cNvSpPr/>
              <p:nvPr/>
            </p:nvSpPr>
            <p:spPr bwMode="auto">
              <a:xfrm>
                <a:off x="1349" y="2578"/>
                <a:ext cx="76" cy="126"/>
              </a:xfrm>
              <a:custGeom>
                <a:avLst/>
                <a:gdLst>
                  <a:gd name="T0" fmla="*/ 27 w 32"/>
                  <a:gd name="T1" fmla="*/ 39 h 53"/>
                  <a:gd name="T2" fmla="*/ 27 w 32"/>
                  <a:gd name="T3" fmla="*/ 39 h 53"/>
                  <a:gd name="T4" fmla="*/ 25 w 32"/>
                  <a:gd name="T5" fmla="*/ 42 h 53"/>
                  <a:gd name="T6" fmla="*/ 22 w 32"/>
                  <a:gd name="T7" fmla="*/ 44 h 53"/>
                  <a:gd name="T8" fmla="*/ 17 w 32"/>
                  <a:gd name="T9" fmla="*/ 45 h 53"/>
                  <a:gd name="T10" fmla="*/ 8 w 32"/>
                  <a:gd name="T11" fmla="*/ 50 h 53"/>
                  <a:gd name="T12" fmla="*/ 5 w 32"/>
                  <a:gd name="T13" fmla="*/ 50 h 53"/>
                  <a:gd name="T14" fmla="*/ 5 w 32"/>
                  <a:gd name="T15" fmla="*/ 44 h 53"/>
                  <a:gd name="T16" fmla="*/ 6 w 32"/>
                  <a:gd name="T17" fmla="*/ 40 h 53"/>
                  <a:gd name="T18" fmla="*/ 3 w 32"/>
                  <a:gd name="T19" fmla="*/ 31 h 53"/>
                  <a:gd name="T20" fmla="*/ 3 w 32"/>
                  <a:gd name="T21" fmla="*/ 31 h 53"/>
                  <a:gd name="T22" fmla="*/ 1 w 32"/>
                  <a:gd name="T23" fmla="*/ 28 h 53"/>
                  <a:gd name="T24" fmla="*/ 4 w 32"/>
                  <a:gd name="T25" fmla="*/ 19 h 53"/>
                  <a:gd name="T26" fmla="*/ 5 w 32"/>
                  <a:gd name="T27" fmla="*/ 13 h 53"/>
                  <a:gd name="T28" fmla="*/ 5 w 32"/>
                  <a:gd name="T29" fmla="*/ 12 h 53"/>
                  <a:gd name="T30" fmla="*/ 6 w 32"/>
                  <a:gd name="T31" fmla="*/ 7 h 53"/>
                  <a:gd name="T32" fmla="*/ 7 w 32"/>
                  <a:gd name="T33" fmla="*/ 5 h 53"/>
                  <a:gd name="T34" fmla="*/ 9 w 32"/>
                  <a:gd name="T35" fmla="*/ 7 h 53"/>
                  <a:gd name="T36" fmla="*/ 12 w 32"/>
                  <a:gd name="T37" fmla="*/ 9 h 53"/>
                  <a:gd name="T38" fmla="*/ 9 w 32"/>
                  <a:gd name="T39" fmla="*/ 7 h 53"/>
                  <a:gd name="T40" fmla="*/ 14 w 32"/>
                  <a:gd name="T41" fmla="*/ 5 h 53"/>
                  <a:gd name="T42" fmla="*/ 22 w 32"/>
                  <a:gd name="T43" fmla="*/ 2 h 53"/>
                  <a:gd name="T44" fmla="*/ 29 w 32"/>
                  <a:gd name="T45" fmla="*/ 1 h 53"/>
                  <a:gd name="T46" fmla="*/ 29 w 32"/>
                  <a:gd name="T47" fmla="*/ 3 h 53"/>
                  <a:gd name="T48" fmla="*/ 27 w 32"/>
                  <a:gd name="T49" fmla="*/ 7 h 53"/>
                  <a:gd name="T50" fmla="*/ 28 w 32"/>
                  <a:gd name="T51" fmla="*/ 6 h 53"/>
                  <a:gd name="T52" fmla="*/ 31 w 32"/>
                  <a:gd name="T53" fmla="*/ 6 h 53"/>
                  <a:gd name="T54" fmla="*/ 29 w 32"/>
                  <a:gd name="T55" fmla="*/ 8 h 53"/>
                  <a:gd name="T56" fmla="*/ 23 w 32"/>
                  <a:gd name="T57" fmla="*/ 13 h 53"/>
                  <a:gd name="T58" fmla="*/ 21 w 32"/>
                  <a:gd name="T59" fmla="*/ 13 h 53"/>
                  <a:gd name="T60" fmla="*/ 20 w 32"/>
                  <a:gd name="T61" fmla="*/ 9 h 53"/>
                  <a:gd name="T62" fmla="*/ 18 w 32"/>
                  <a:gd name="T63" fmla="*/ 12 h 53"/>
                  <a:gd name="T64" fmla="*/ 17 w 32"/>
                  <a:gd name="T65" fmla="*/ 15 h 53"/>
                  <a:gd name="T66" fmla="*/ 15 w 32"/>
                  <a:gd name="T67" fmla="*/ 14 h 53"/>
                  <a:gd name="T68" fmla="*/ 10 w 32"/>
                  <a:gd name="T69" fmla="*/ 16 h 53"/>
                  <a:gd name="T70" fmla="*/ 16 w 32"/>
                  <a:gd name="T71" fmla="*/ 21 h 53"/>
                  <a:gd name="T72" fmla="*/ 19 w 32"/>
                  <a:gd name="T73" fmla="*/ 20 h 53"/>
                  <a:gd name="T74" fmla="*/ 22 w 32"/>
                  <a:gd name="T75" fmla="*/ 19 h 53"/>
                  <a:gd name="T76" fmla="*/ 28 w 32"/>
                  <a:gd name="T77" fmla="*/ 20 h 53"/>
                  <a:gd name="T78" fmla="*/ 28 w 32"/>
                  <a:gd name="T79" fmla="*/ 23 h 53"/>
                  <a:gd name="T80" fmla="*/ 24 w 32"/>
                  <a:gd name="T81" fmla="*/ 22 h 53"/>
                  <a:gd name="T82" fmla="*/ 20 w 32"/>
                  <a:gd name="T83" fmla="*/ 23 h 53"/>
                  <a:gd name="T84" fmla="*/ 23 w 32"/>
                  <a:gd name="T85" fmla="*/ 26 h 53"/>
                  <a:gd name="T86" fmla="*/ 21 w 32"/>
                  <a:gd name="T87" fmla="*/ 26 h 53"/>
                  <a:gd name="T88" fmla="*/ 18 w 32"/>
                  <a:gd name="T89" fmla="*/ 28 h 53"/>
                  <a:gd name="T90" fmla="*/ 17 w 32"/>
                  <a:gd name="T91" fmla="*/ 30 h 53"/>
                  <a:gd name="T92" fmla="*/ 17 w 32"/>
                  <a:gd name="T93" fmla="*/ 31 h 53"/>
                  <a:gd name="T94" fmla="*/ 19 w 32"/>
                  <a:gd name="T95" fmla="*/ 33 h 53"/>
                  <a:gd name="T96" fmla="*/ 27 w 32"/>
                  <a:gd name="T97" fmla="*/ 39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2" h="53">
                    <a:moveTo>
                      <a:pt x="27" y="39"/>
                    </a:move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40"/>
                      <a:pt x="26" y="42"/>
                      <a:pt x="25" y="42"/>
                    </a:cubicBezTo>
                    <a:cubicBezTo>
                      <a:pt x="22" y="40"/>
                      <a:pt x="23" y="44"/>
                      <a:pt x="22" y="44"/>
                    </a:cubicBezTo>
                    <a:cubicBezTo>
                      <a:pt x="20" y="45"/>
                      <a:pt x="19" y="45"/>
                      <a:pt x="17" y="45"/>
                    </a:cubicBezTo>
                    <a:cubicBezTo>
                      <a:pt x="14" y="46"/>
                      <a:pt x="10" y="46"/>
                      <a:pt x="8" y="50"/>
                    </a:cubicBezTo>
                    <a:cubicBezTo>
                      <a:pt x="8" y="51"/>
                      <a:pt x="6" y="53"/>
                      <a:pt x="5" y="50"/>
                    </a:cubicBezTo>
                    <a:cubicBezTo>
                      <a:pt x="4" y="48"/>
                      <a:pt x="6" y="46"/>
                      <a:pt x="5" y="44"/>
                    </a:cubicBezTo>
                    <a:cubicBezTo>
                      <a:pt x="4" y="42"/>
                      <a:pt x="5" y="41"/>
                      <a:pt x="6" y="40"/>
                    </a:cubicBezTo>
                    <a:cubicBezTo>
                      <a:pt x="1" y="38"/>
                      <a:pt x="0" y="35"/>
                      <a:pt x="3" y="31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3" y="22"/>
                      <a:pt x="4" y="19"/>
                    </a:cubicBezTo>
                    <a:cubicBezTo>
                      <a:pt x="6" y="17"/>
                      <a:pt x="6" y="15"/>
                      <a:pt x="5" y="13"/>
                    </a:cubicBezTo>
                    <a:cubicBezTo>
                      <a:pt x="5" y="13"/>
                      <a:pt x="5" y="12"/>
                      <a:pt x="5" y="12"/>
                    </a:cubicBezTo>
                    <a:cubicBezTo>
                      <a:pt x="5" y="10"/>
                      <a:pt x="6" y="8"/>
                      <a:pt x="6" y="7"/>
                    </a:cubicBezTo>
                    <a:cubicBezTo>
                      <a:pt x="6" y="6"/>
                      <a:pt x="6" y="5"/>
                      <a:pt x="7" y="5"/>
                    </a:cubicBezTo>
                    <a:cubicBezTo>
                      <a:pt x="9" y="4"/>
                      <a:pt x="9" y="6"/>
                      <a:pt x="9" y="7"/>
                    </a:cubicBezTo>
                    <a:cubicBezTo>
                      <a:pt x="10" y="8"/>
                      <a:pt x="10" y="10"/>
                      <a:pt x="12" y="9"/>
                    </a:cubicBezTo>
                    <a:cubicBezTo>
                      <a:pt x="11" y="9"/>
                      <a:pt x="10" y="8"/>
                      <a:pt x="9" y="7"/>
                    </a:cubicBezTo>
                    <a:cubicBezTo>
                      <a:pt x="10" y="4"/>
                      <a:pt x="12" y="5"/>
                      <a:pt x="14" y="5"/>
                    </a:cubicBezTo>
                    <a:cubicBezTo>
                      <a:pt x="17" y="6"/>
                      <a:pt x="20" y="7"/>
                      <a:pt x="22" y="2"/>
                    </a:cubicBezTo>
                    <a:cubicBezTo>
                      <a:pt x="24" y="2"/>
                      <a:pt x="26" y="0"/>
                      <a:pt x="29" y="1"/>
                    </a:cubicBezTo>
                    <a:cubicBezTo>
                      <a:pt x="30" y="1"/>
                      <a:pt x="31" y="2"/>
                      <a:pt x="29" y="3"/>
                    </a:cubicBezTo>
                    <a:cubicBezTo>
                      <a:pt x="27" y="3"/>
                      <a:pt x="26" y="4"/>
                      <a:pt x="27" y="7"/>
                    </a:cubicBezTo>
                    <a:cubicBezTo>
                      <a:pt x="27" y="7"/>
                      <a:pt x="28" y="7"/>
                      <a:pt x="28" y="6"/>
                    </a:cubicBezTo>
                    <a:cubicBezTo>
                      <a:pt x="29" y="6"/>
                      <a:pt x="30" y="4"/>
                      <a:pt x="31" y="6"/>
                    </a:cubicBezTo>
                    <a:cubicBezTo>
                      <a:pt x="32" y="8"/>
                      <a:pt x="30" y="8"/>
                      <a:pt x="29" y="8"/>
                    </a:cubicBezTo>
                    <a:cubicBezTo>
                      <a:pt x="28" y="8"/>
                      <a:pt x="24" y="12"/>
                      <a:pt x="23" y="13"/>
                    </a:cubicBezTo>
                    <a:cubicBezTo>
                      <a:pt x="23" y="14"/>
                      <a:pt x="22" y="13"/>
                      <a:pt x="21" y="13"/>
                    </a:cubicBezTo>
                    <a:cubicBezTo>
                      <a:pt x="20" y="12"/>
                      <a:pt x="20" y="11"/>
                      <a:pt x="20" y="9"/>
                    </a:cubicBezTo>
                    <a:cubicBezTo>
                      <a:pt x="18" y="10"/>
                      <a:pt x="17" y="11"/>
                      <a:pt x="18" y="12"/>
                    </a:cubicBezTo>
                    <a:cubicBezTo>
                      <a:pt x="19" y="14"/>
                      <a:pt x="18" y="14"/>
                      <a:pt x="17" y="15"/>
                    </a:cubicBezTo>
                    <a:cubicBezTo>
                      <a:pt x="16" y="16"/>
                      <a:pt x="16" y="15"/>
                      <a:pt x="15" y="14"/>
                    </a:cubicBezTo>
                    <a:cubicBezTo>
                      <a:pt x="14" y="13"/>
                      <a:pt x="12" y="15"/>
                      <a:pt x="10" y="16"/>
                    </a:cubicBezTo>
                    <a:cubicBezTo>
                      <a:pt x="13" y="16"/>
                      <a:pt x="15" y="17"/>
                      <a:pt x="16" y="21"/>
                    </a:cubicBezTo>
                    <a:cubicBezTo>
                      <a:pt x="17" y="20"/>
                      <a:pt x="18" y="19"/>
                      <a:pt x="19" y="20"/>
                    </a:cubicBezTo>
                    <a:cubicBezTo>
                      <a:pt x="20" y="20"/>
                      <a:pt x="21" y="19"/>
                      <a:pt x="22" y="19"/>
                    </a:cubicBezTo>
                    <a:cubicBezTo>
                      <a:pt x="25" y="17"/>
                      <a:pt x="26" y="19"/>
                      <a:pt x="28" y="20"/>
                    </a:cubicBezTo>
                    <a:cubicBezTo>
                      <a:pt x="25" y="21"/>
                      <a:pt x="30" y="22"/>
                      <a:pt x="28" y="23"/>
                    </a:cubicBezTo>
                    <a:cubicBezTo>
                      <a:pt x="26" y="24"/>
                      <a:pt x="25" y="22"/>
                      <a:pt x="24" y="22"/>
                    </a:cubicBezTo>
                    <a:cubicBezTo>
                      <a:pt x="23" y="22"/>
                      <a:pt x="21" y="20"/>
                      <a:pt x="20" y="23"/>
                    </a:cubicBezTo>
                    <a:cubicBezTo>
                      <a:pt x="19" y="25"/>
                      <a:pt x="23" y="24"/>
                      <a:pt x="23" y="26"/>
                    </a:cubicBezTo>
                    <a:cubicBezTo>
                      <a:pt x="23" y="27"/>
                      <a:pt x="22" y="27"/>
                      <a:pt x="21" y="26"/>
                    </a:cubicBezTo>
                    <a:cubicBezTo>
                      <a:pt x="19" y="25"/>
                      <a:pt x="18" y="26"/>
                      <a:pt x="18" y="28"/>
                    </a:cubicBezTo>
                    <a:cubicBezTo>
                      <a:pt x="18" y="29"/>
                      <a:pt x="20" y="31"/>
                      <a:pt x="17" y="30"/>
                    </a:cubicBezTo>
                    <a:cubicBezTo>
                      <a:pt x="16" y="30"/>
                      <a:pt x="16" y="31"/>
                      <a:pt x="17" y="31"/>
                    </a:cubicBezTo>
                    <a:cubicBezTo>
                      <a:pt x="17" y="32"/>
                      <a:pt x="18" y="33"/>
                      <a:pt x="19" y="33"/>
                    </a:cubicBezTo>
                    <a:cubicBezTo>
                      <a:pt x="23" y="33"/>
                      <a:pt x="26" y="34"/>
                      <a:pt x="27" y="39"/>
                    </a:cubicBezTo>
                    <a:close/>
                  </a:path>
                </a:pathLst>
              </a:custGeom>
              <a:solidFill>
                <a:srgbClr val="FE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7" name="Freeform 1120"/>
              <p:cNvSpPr/>
              <p:nvPr/>
            </p:nvSpPr>
            <p:spPr bwMode="auto">
              <a:xfrm>
                <a:off x="1378" y="2509"/>
                <a:ext cx="116" cy="81"/>
              </a:xfrm>
              <a:custGeom>
                <a:avLst/>
                <a:gdLst>
                  <a:gd name="T0" fmla="*/ 17 w 49"/>
                  <a:gd name="T1" fmla="*/ 30 h 34"/>
                  <a:gd name="T2" fmla="*/ 10 w 49"/>
                  <a:gd name="T3" fmla="*/ 32 h 34"/>
                  <a:gd name="T4" fmla="*/ 6 w 49"/>
                  <a:gd name="T5" fmla="*/ 33 h 34"/>
                  <a:gd name="T6" fmla="*/ 1 w 49"/>
                  <a:gd name="T7" fmla="*/ 31 h 34"/>
                  <a:gd name="T8" fmla="*/ 3 w 49"/>
                  <a:gd name="T9" fmla="*/ 26 h 34"/>
                  <a:gd name="T10" fmla="*/ 15 w 49"/>
                  <a:gd name="T11" fmla="*/ 15 h 34"/>
                  <a:gd name="T12" fmla="*/ 20 w 49"/>
                  <a:gd name="T13" fmla="*/ 11 h 34"/>
                  <a:gd name="T14" fmla="*/ 28 w 49"/>
                  <a:gd name="T15" fmla="*/ 7 h 34"/>
                  <a:gd name="T16" fmla="*/ 42 w 49"/>
                  <a:gd name="T17" fmla="*/ 0 h 34"/>
                  <a:gd name="T18" fmla="*/ 40 w 49"/>
                  <a:gd name="T19" fmla="*/ 4 h 34"/>
                  <a:gd name="T20" fmla="*/ 46 w 49"/>
                  <a:gd name="T21" fmla="*/ 6 h 34"/>
                  <a:gd name="T22" fmla="*/ 48 w 49"/>
                  <a:gd name="T23" fmla="*/ 7 h 34"/>
                  <a:gd name="T24" fmla="*/ 46 w 49"/>
                  <a:gd name="T25" fmla="*/ 8 h 34"/>
                  <a:gd name="T26" fmla="*/ 44 w 49"/>
                  <a:gd name="T27" fmla="*/ 8 h 34"/>
                  <a:gd name="T28" fmla="*/ 44 w 49"/>
                  <a:gd name="T29" fmla="*/ 9 h 34"/>
                  <a:gd name="T30" fmla="*/ 48 w 49"/>
                  <a:gd name="T31" fmla="*/ 11 h 34"/>
                  <a:gd name="T32" fmla="*/ 49 w 49"/>
                  <a:gd name="T33" fmla="*/ 10 h 34"/>
                  <a:gd name="T34" fmla="*/ 47 w 49"/>
                  <a:gd name="T35" fmla="*/ 15 h 34"/>
                  <a:gd name="T36" fmla="*/ 41 w 49"/>
                  <a:gd name="T37" fmla="*/ 10 h 34"/>
                  <a:gd name="T38" fmla="*/ 39 w 49"/>
                  <a:gd name="T39" fmla="*/ 12 h 34"/>
                  <a:gd name="T40" fmla="*/ 36 w 49"/>
                  <a:gd name="T41" fmla="*/ 17 h 34"/>
                  <a:gd name="T42" fmla="*/ 33 w 49"/>
                  <a:gd name="T43" fmla="*/ 19 h 34"/>
                  <a:gd name="T44" fmla="*/ 36 w 49"/>
                  <a:gd name="T45" fmla="*/ 20 h 34"/>
                  <a:gd name="T46" fmla="*/ 33 w 49"/>
                  <a:gd name="T47" fmla="*/ 22 h 34"/>
                  <a:gd name="T48" fmla="*/ 33 w 49"/>
                  <a:gd name="T49" fmla="*/ 22 h 34"/>
                  <a:gd name="T50" fmla="*/ 18 w 49"/>
                  <a:gd name="T51" fmla="*/ 28 h 34"/>
                  <a:gd name="T52" fmla="*/ 17 w 49"/>
                  <a:gd name="T53" fmla="*/ 3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9" h="34">
                    <a:moveTo>
                      <a:pt x="17" y="30"/>
                    </a:moveTo>
                    <a:cubicBezTo>
                      <a:pt x="14" y="30"/>
                      <a:pt x="13" y="32"/>
                      <a:pt x="10" y="32"/>
                    </a:cubicBezTo>
                    <a:cubicBezTo>
                      <a:pt x="9" y="33"/>
                      <a:pt x="8" y="34"/>
                      <a:pt x="6" y="33"/>
                    </a:cubicBezTo>
                    <a:cubicBezTo>
                      <a:pt x="4" y="33"/>
                      <a:pt x="2" y="34"/>
                      <a:pt x="1" y="31"/>
                    </a:cubicBezTo>
                    <a:cubicBezTo>
                      <a:pt x="0" y="29"/>
                      <a:pt x="1" y="28"/>
                      <a:pt x="3" y="26"/>
                    </a:cubicBezTo>
                    <a:cubicBezTo>
                      <a:pt x="6" y="22"/>
                      <a:pt x="11" y="19"/>
                      <a:pt x="15" y="15"/>
                    </a:cubicBezTo>
                    <a:cubicBezTo>
                      <a:pt x="17" y="14"/>
                      <a:pt x="19" y="13"/>
                      <a:pt x="20" y="11"/>
                    </a:cubicBezTo>
                    <a:cubicBezTo>
                      <a:pt x="22" y="9"/>
                      <a:pt x="25" y="7"/>
                      <a:pt x="28" y="7"/>
                    </a:cubicBezTo>
                    <a:cubicBezTo>
                      <a:pt x="34" y="7"/>
                      <a:pt x="38" y="3"/>
                      <a:pt x="42" y="0"/>
                    </a:cubicBezTo>
                    <a:cubicBezTo>
                      <a:pt x="45" y="3"/>
                      <a:pt x="41" y="3"/>
                      <a:pt x="40" y="4"/>
                    </a:cubicBezTo>
                    <a:cubicBezTo>
                      <a:pt x="42" y="7"/>
                      <a:pt x="44" y="5"/>
                      <a:pt x="46" y="6"/>
                    </a:cubicBezTo>
                    <a:cubicBezTo>
                      <a:pt x="47" y="6"/>
                      <a:pt x="48" y="6"/>
                      <a:pt x="48" y="7"/>
                    </a:cubicBezTo>
                    <a:cubicBezTo>
                      <a:pt x="48" y="9"/>
                      <a:pt x="47" y="8"/>
                      <a:pt x="46" y="8"/>
                    </a:cubicBezTo>
                    <a:cubicBezTo>
                      <a:pt x="45" y="7"/>
                      <a:pt x="44" y="8"/>
                      <a:pt x="44" y="8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6" y="9"/>
                      <a:pt x="46" y="12"/>
                      <a:pt x="48" y="11"/>
                    </a:cubicBezTo>
                    <a:cubicBezTo>
                      <a:pt x="48" y="11"/>
                      <a:pt x="49" y="10"/>
                      <a:pt x="49" y="10"/>
                    </a:cubicBezTo>
                    <a:cubicBezTo>
                      <a:pt x="49" y="12"/>
                      <a:pt x="48" y="14"/>
                      <a:pt x="47" y="15"/>
                    </a:cubicBezTo>
                    <a:cubicBezTo>
                      <a:pt x="47" y="11"/>
                      <a:pt x="39" y="16"/>
                      <a:pt x="41" y="10"/>
                    </a:cubicBezTo>
                    <a:cubicBezTo>
                      <a:pt x="39" y="10"/>
                      <a:pt x="39" y="12"/>
                      <a:pt x="39" y="12"/>
                    </a:cubicBezTo>
                    <a:cubicBezTo>
                      <a:pt x="41" y="16"/>
                      <a:pt x="38" y="17"/>
                      <a:pt x="36" y="17"/>
                    </a:cubicBezTo>
                    <a:cubicBezTo>
                      <a:pt x="34" y="18"/>
                      <a:pt x="33" y="18"/>
                      <a:pt x="33" y="19"/>
                    </a:cubicBezTo>
                    <a:cubicBezTo>
                      <a:pt x="33" y="21"/>
                      <a:pt x="35" y="19"/>
                      <a:pt x="36" y="20"/>
                    </a:cubicBezTo>
                    <a:cubicBezTo>
                      <a:pt x="35" y="21"/>
                      <a:pt x="34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28" y="24"/>
                      <a:pt x="23" y="26"/>
                      <a:pt x="18" y="28"/>
                    </a:cubicBezTo>
                    <a:cubicBezTo>
                      <a:pt x="18" y="28"/>
                      <a:pt x="17" y="29"/>
                      <a:pt x="17" y="30"/>
                    </a:cubicBezTo>
                    <a:close/>
                  </a:path>
                </a:pathLst>
              </a:custGeom>
              <a:solidFill>
                <a:srgbClr val="FE8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8" name="Freeform 1121"/>
              <p:cNvSpPr/>
              <p:nvPr/>
            </p:nvSpPr>
            <p:spPr bwMode="auto">
              <a:xfrm>
                <a:off x="1451" y="2625"/>
                <a:ext cx="12" cy="12"/>
              </a:xfrm>
              <a:custGeom>
                <a:avLst/>
                <a:gdLst>
                  <a:gd name="T0" fmla="*/ 4 w 5"/>
                  <a:gd name="T1" fmla="*/ 0 h 5"/>
                  <a:gd name="T2" fmla="*/ 1 w 5"/>
                  <a:gd name="T3" fmla="*/ 4 h 5"/>
                  <a:gd name="T4" fmla="*/ 4 w 5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4" y="0"/>
                    </a:moveTo>
                    <a:cubicBezTo>
                      <a:pt x="4" y="3"/>
                      <a:pt x="5" y="5"/>
                      <a:pt x="1" y="4"/>
                    </a:cubicBezTo>
                    <a:cubicBezTo>
                      <a:pt x="0" y="1"/>
                      <a:pt x="3" y="1"/>
                      <a:pt x="4" y="0"/>
                    </a:cubicBezTo>
                    <a:close/>
                  </a:path>
                </a:pathLst>
              </a:custGeom>
              <a:solidFill>
                <a:srgbClr val="FE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69" name="Freeform 1122"/>
              <p:cNvSpPr/>
              <p:nvPr/>
            </p:nvSpPr>
            <p:spPr bwMode="auto">
              <a:xfrm>
                <a:off x="1461" y="2618"/>
                <a:ext cx="12" cy="7"/>
              </a:xfrm>
              <a:custGeom>
                <a:avLst/>
                <a:gdLst>
                  <a:gd name="T0" fmla="*/ 4 w 5"/>
                  <a:gd name="T1" fmla="*/ 0 h 3"/>
                  <a:gd name="T2" fmla="*/ 4 w 5"/>
                  <a:gd name="T3" fmla="*/ 3 h 3"/>
                  <a:gd name="T4" fmla="*/ 0 w 5"/>
                  <a:gd name="T5" fmla="*/ 3 h 3"/>
                  <a:gd name="T6" fmla="*/ 4 w 5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4" y="0"/>
                    </a:moveTo>
                    <a:cubicBezTo>
                      <a:pt x="5" y="2"/>
                      <a:pt x="5" y="3"/>
                      <a:pt x="4" y="3"/>
                    </a:cubicBezTo>
                    <a:cubicBezTo>
                      <a:pt x="2" y="3"/>
                      <a:pt x="1" y="3"/>
                      <a:pt x="0" y="3"/>
                    </a:cubicBezTo>
                    <a:cubicBezTo>
                      <a:pt x="1" y="2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E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0" name="Freeform 1123"/>
              <p:cNvSpPr/>
              <p:nvPr/>
            </p:nvSpPr>
            <p:spPr bwMode="auto">
              <a:xfrm>
                <a:off x="1456" y="2561"/>
                <a:ext cx="12" cy="7"/>
              </a:xfrm>
              <a:custGeom>
                <a:avLst/>
                <a:gdLst>
                  <a:gd name="T0" fmla="*/ 0 w 5"/>
                  <a:gd name="T1" fmla="*/ 0 h 3"/>
                  <a:gd name="T2" fmla="*/ 5 w 5"/>
                  <a:gd name="T3" fmla="*/ 3 h 3"/>
                  <a:gd name="T4" fmla="*/ 0 w 5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2" y="1"/>
                      <a:pt x="3" y="1"/>
                      <a:pt x="5" y="3"/>
                    </a:cubicBezTo>
                    <a:cubicBezTo>
                      <a:pt x="2" y="3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FE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1" name="Freeform 1124"/>
              <p:cNvSpPr/>
              <p:nvPr/>
            </p:nvSpPr>
            <p:spPr bwMode="auto">
              <a:xfrm>
                <a:off x="1413" y="2656"/>
                <a:ext cx="10" cy="10"/>
              </a:xfrm>
              <a:custGeom>
                <a:avLst/>
                <a:gdLst>
                  <a:gd name="T0" fmla="*/ 4 w 4"/>
                  <a:gd name="T1" fmla="*/ 2 h 4"/>
                  <a:gd name="T2" fmla="*/ 2 w 4"/>
                  <a:gd name="T3" fmla="*/ 4 h 4"/>
                  <a:gd name="T4" fmla="*/ 1 w 4"/>
                  <a:gd name="T5" fmla="*/ 1 h 4"/>
                  <a:gd name="T6" fmla="*/ 4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4" y="2"/>
                    </a:moveTo>
                    <a:cubicBezTo>
                      <a:pt x="3" y="2"/>
                      <a:pt x="2" y="3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lose/>
                  </a:path>
                </a:pathLst>
              </a:custGeom>
              <a:solidFill>
                <a:srgbClr val="FE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2" name="Freeform 1125"/>
              <p:cNvSpPr/>
              <p:nvPr/>
            </p:nvSpPr>
            <p:spPr bwMode="auto">
              <a:xfrm>
                <a:off x="1473" y="2561"/>
                <a:ext cx="5" cy="7"/>
              </a:xfrm>
              <a:custGeom>
                <a:avLst/>
                <a:gdLst>
                  <a:gd name="T0" fmla="*/ 2 w 2"/>
                  <a:gd name="T1" fmla="*/ 1 h 3"/>
                  <a:gd name="T2" fmla="*/ 0 w 2"/>
                  <a:gd name="T3" fmla="*/ 3 h 3"/>
                  <a:gd name="T4" fmla="*/ 0 w 2"/>
                  <a:gd name="T5" fmla="*/ 2 h 3"/>
                  <a:gd name="T6" fmla="*/ 1 w 2"/>
                  <a:gd name="T7" fmla="*/ 1 h 3"/>
                  <a:gd name="T8" fmla="*/ 2 w 2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1" y="2"/>
                      <a:pt x="1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3" name="Oval 1126"/>
              <p:cNvSpPr>
                <a:spLocks noChangeArrowheads="1"/>
              </p:cNvSpPr>
              <p:nvPr/>
            </p:nvSpPr>
            <p:spPr bwMode="auto">
              <a:xfrm>
                <a:off x="1466" y="2575"/>
                <a:ext cx="4" cy="5"/>
              </a:xfrm>
              <a:prstGeom prst="ellipse">
                <a:avLst/>
              </a:prstGeom>
              <a:solidFill>
                <a:srgbClr val="FE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4" name="Freeform 1127"/>
              <p:cNvSpPr/>
              <p:nvPr/>
            </p:nvSpPr>
            <p:spPr bwMode="auto">
              <a:xfrm>
                <a:off x="1371" y="2658"/>
                <a:ext cx="118" cy="60"/>
              </a:xfrm>
              <a:custGeom>
                <a:avLst/>
                <a:gdLst>
                  <a:gd name="T0" fmla="*/ 13 w 50"/>
                  <a:gd name="T1" fmla="*/ 9 h 25"/>
                  <a:gd name="T2" fmla="*/ 12 w 50"/>
                  <a:gd name="T3" fmla="*/ 5 h 25"/>
                  <a:gd name="T4" fmla="*/ 18 w 50"/>
                  <a:gd name="T5" fmla="*/ 5 h 25"/>
                  <a:gd name="T6" fmla="*/ 35 w 50"/>
                  <a:gd name="T7" fmla="*/ 4 h 25"/>
                  <a:gd name="T8" fmla="*/ 50 w 50"/>
                  <a:gd name="T9" fmla="*/ 0 h 25"/>
                  <a:gd name="T10" fmla="*/ 31 w 50"/>
                  <a:gd name="T11" fmla="*/ 10 h 25"/>
                  <a:gd name="T12" fmla="*/ 16 w 50"/>
                  <a:gd name="T13" fmla="*/ 18 h 25"/>
                  <a:gd name="T14" fmla="*/ 6 w 50"/>
                  <a:gd name="T15" fmla="*/ 25 h 25"/>
                  <a:gd name="T16" fmla="*/ 2 w 50"/>
                  <a:gd name="T17" fmla="*/ 18 h 25"/>
                  <a:gd name="T18" fmla="*/ 4 w 50"/>
                  <a:gd name="T19" fmla="*/ 17 h 25"/>
                  <a:gd name="T20" fmla="*/ 8 w 50"/>
                  <a:gd name="T21" fmla="*/ 16 h 25"/>
                  <a:gd name="T22" fmla="*/ 14 w 50"/>
                  <a:gd name="T23" fmla="*/ 15 h 25"/>
                  <a:gd name="T24" fmla="*/ 13 w 50"/>
                  <a:gd name="T25" fmla="*/ 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25">
                    <a:moveTo>
                      <a:pt x="13" y="9"/>
                    </a:moveTo>
                    <a:cubicBezTo>
                      <a:pt x="13" y="8"/>
                      <a:pt x="12" y="6"/>
                      <a:pt x="12" y="5"/>
                    </a:cubicBezTo>
                    <a:cubicBezTo>
                      <a:pt x="14" y="4"/>
                      <a:pt x="15" y="9"/>
                      <a:pt x="18" y="5"/>
                    </a:cubicBezTo>
                    <a:cubicBezTo>
                      <a:pt x="24" y="9"/>
                      <a:pt x="29" y="5"/>
                      <a:pt x="35" y="4"/>
                    </a:cubicBezTo>
                    <a:cubicBezTo>
                      <a:pt x="40" y="2"/>
                      <a:pt x="45" y="0"/>
                      <a:pt x="50" y="0"/>
                    </a:cubicBezTo>
                    <a:cubicBezTo>
                      <a:pt x="44" y="4"/>
                      <a:pt x="38" y="7"/>
                      <a:pt x="31" y="10"/>
                    </a:cubicBezTo>
                    <a:cubicBezTo>
                      <a:pt x="26" y="12"/>
                      <a:pt x="21" y="16"/>
                      <a:pt x="16" y="18"/>
                    </a:cubicBezTo>
                    <a:cubicBezTo>
                      <a:pt x="14" y="22"/>
                      <a:pt x="10" y="23"/>
                      <a:pt x="6" y="25"/>
                    </a:cubicBezTo>
                    <a:cubicBezTo>
                      <a:pt x="1" y="24"/>
                      <a:pt x="0" y="21"/>
                      <a:pt x="2" y="18"/>
                    </a:cubicBezTo>
                    <a:cubicBezTo>
                      <a:pt x="3" y="17"/>
                      <a:pt x="4" y="16"/>
                      <a:pt x="4" y="17"/>
                    </a:cubicBezTo>
                    <a:cubicBezTo>
                      <a:pt x="7" y="20"/>
                      <a:pt x="7" y="17"/>
                      <a:pt x="8" y="16"/>
                    </a:cubicBezTo>
                    <a:cubicBezTo>
                      <a:pt x="10" y="13"/>
                      <a:pt x="11" y="12"/>
                      <a:pt x="14" y="15"/>
                    </a:cubicBezTo>
                    <a:cubicBezTo>
                      <a:pt x="15" y="12"/>
                      <a:pt x="6" y="13"/>
                      <a:pt x="13" y="9"/>
                    </a:cubicBezTo>
                    <a:close/>
                  </a:path>
                </a:pathLst>
              </a:custGeom>
              <a:solidFill>
                <a:srgbClr val="FBA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5" name="Freeform 1128"/>
              <p:cNvSpPr/>
              <p:nvPr/>
            </p:nvSpPr>
            <p:spPr bwMode="auto">
              <a:xfrm>
                <a:off x="1515" y="2616"/>
                <a:ext cx="50" cy="28"/>
              </a:xfrm>
              <a:custGeom>
                <a:avLst/>
                <a:gdLst>
                  <a:gd name="T0" fmla="*/ 16 w 21"/>
                  <a:gd name="T1" fmla="*/ 8 h 12"/>
                  <a:gd name="T2" fmla="*/ 7 w 21"/>
                  <a:gd name="T3" fmla="*/ 12 h 12"/>
                  <a:gd name="T4" fmla="*/ 2 w 21"/>
                  <a:gd name="T5" fmla="*/ 1 h 12"/>
                  <a:gd name="T6" fmla="*/ 5 w 21"/>
                  <a:gd name="T7" fmla="*/ 0 h 12"/>
                  <a:gd name="T8" fmla="*/ 8 w 21"/>
                  <a:gd name="T9" fmla="*/ 4 h 12"/>
                  <a:gd name="T10" fmla="*/ 9 w 21"/>
                  <a:gd name="T11" fmla="*/ 9 h 12"/>
                  <a:gd name="T12" fmla="*/ 16 w 21"/>
                  <a:gd name="T13" fmla="*/ 3 h 12"/>
                  <a:gd name="T14" fmla="*/ 21 w 21"/>
                  <a:gd name="T15" fmla="*/ 3 h 12"/>
                  <a:gd name="T16" fmla="*/ 16 w 21"/>
                  <a:gd name="T1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12">
                    <a:moveTo>
                      <a:pt x="16" y="8"/>
                    </a:moveTo>
                    <a:cubicBezTo>
                      <a:pt x="13" y="8"/>
                      <a:pt x="10" y="11"/>
                      <a:pt x="7" y="12"/>
                    </a:cubicBezTo>
                    <a:cubicBezTo>
                      <a:pt x="5" y="8"/>
                      <a:pt x="0" y="6"/>
                      <a:pt x="2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5" y="2"/>
                      <a:pt x="6" y="4"/>
                      <a:pt x="8" y="4"/>
                    </a:cubicBezTo>
                    <a:cubicBezTo>
                      <a:pt x="9" y="5"/>
                      <a:pt x="10" y="6"/>
                      <a:pt x="9" y="9"/>
                    </a:cubicBezTo>
                    <a:cubicBezTo>
                      <a:pt x="11" y="6"/>
                      <a:pt x="14" y="5"/>
                      <a:pt x="16" y="3"/>
                    </a:cubicBezTo>
                    <a:cubicBezTo>
                      <a:pt x="18" y="2"/>
                      <a:pt x="19" y="2"/>
                      <a:pt x="21" y="3"/>
                    </a:cubicBezTo>
                    <a:cubicBezTo>
                      <a:pt x="20" y="6"/>
                      <a:pt x="17" y="6"/>
                      <a:pt x="16" y="8"/>
                    </a:cubicBezTo>
                    <a:close/>
                  </a:path>
                </a:pathLst>
              </a:custGeom>
              <a:solidFill>
                <a:srgbClr val="FB88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6" name="Freeform 1129"/>
              <p:cNvSpPr/>
              <p:nvPr/>
            </p:nvSpPr>
            <p:spPr bwMode="auto">
              <a:xfrm>
                <a:off x="1523" y="2594"/>
                <a:ext cx="59" cy="45"/>
              </a:xfrm>
              <a:custGeom>
                <a:avLst/>
                <a:gdLst>
                  <a:gd name="T0" fmla="*/ 18 w 25"/>
                  <a:gd name="T1" fmla="*/ 12 h 19"/>
                  <a:gd name="T2" fmla="*/ 10 w 25"/>
                  <a:gd name="T3" fmla="*/ 16 h 19"/>
                  <a:gd name="T4" fmla="*/ 4 w 25"/>
                  <a:gd name="T5" fmla="*/ 19 h 19"/>
                  <a:gd name="T6" fmla="*/ 3 w 25"/>
                  <a:gd name="T7" fmla="*/ 14 h 19"/>
                  <a:gd name="T8" fmla="*/ 2 w 25"/>
                  <a:gd name="T9" fmla="*/ 9 h 19"/>
                  <a:gd name="T10" fmla="*/ 5 w 25"/>
                  <a:gd name="T11" fmla="*/ 11 h 19"/>
                  <a:gd name="T12" fmla="*/ 9 w 25"/>
                  <a:gd name="T13" fmla="*/ 13 h 19"/>
                  <a:gd name="T14" fmla="*/ 15 w 25"/>
                  <a:gd name="T15" fmla="*/ 9 h 19"/>
                  <a:gd name="T16" fmla="*/ 17 w 25"/>
                  <a:gd name="T17" fmla="*/ 0 h 19"/>
                  <a:gd name="T18" fmla="*/ 21 w 25"/>
                  <a:gd name="T19" fmla="*/ 0 h 19"/>
                  <a:gd name="T20" fmla="*/ 24 w 25"/>
                  <a:gd name="T21" fmla="*/ 2 h 19"/>
                  <a:gd name="T22" fmla="*/ 24 w 25"/>
                  <a:gd name="T23" fmla="*/ 4 h 19"/>
                  <a:gd name="T24" fmla="*/ 23 w 25"/>
                  <a:gd name="T25" fmla="*/ 6 h 19"/>
                  <a:gd name="T26" fmla="*/ 21 w 25"/>
                  <a:gd name="T27" fmla="*/ 9 h 19"/>
                  <a:gd name="T28" fmla="*/ 18 w 25"/>
                  <a:gd name="T29" fmla="*/ 1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" h="19">
                    <a:moveTo>
                      <a:pt x="18" y="12"/>
                    </a:moveTo>
                    <a:cubicBezTo>
                      <a:pt x="14" y="12"/>
                      <a:pt x="12" y="14"/>
                      <a:pt x="10" y="16"/>
                    </a:cubicBezTo>
                    <a:cubicBezTo>
                      <a:pt x="8" y="17"/>
                      <a:pt x="7" y="19"/>
                      <a:pt x="4" y="19"/>
                    </a:cubicBezTo>
                    <a:cubicBezTo>
                      <a:pt x="6" y="16"/>
                      <a:pt x="6" y="15"/>
                      <a:pt x="3" y="14"/>
                    </a:cubicBezTo>
                    <a:cubicBezTo>
                      <a:pt x="2" y="13"/>
                      <a:pt x="0" y="12"/>
                      <a:pt x="2" y="9"/>
                    </a:cubicBezTo>
                    <a:cubicBezTo>
                      <a:pt x="4" y="9"/>
                      <a:pt x="4" y="9"/>
                      <a:pt x="5" y="11"/>
                    </a:cubicBezTo>
                    <a:cubicBezTo>
                      <a:pt x="5" y="13"/>
                      <a:pt x="9" y="13"/>
                      <a:pt x="9" y="13"/>
                    </a:cubicBezTo>
                    <a:cubicBezTo>
                      <a:pt x="10" y="10"/>
                      <a:pt x="14" y="12"/>
                      <a:pt x="15" y="9"/>
                    </a:cubicBezTo>
                    <a:cubicBezTo>
                      <a:pt x="16" y="6"/>
                      <a:pt x="20" y="4"/>
                      <a:pt x="17" y="0"/>
                    </a:cubicBezTo>
                    <a:cubicBezTo>
                      <a:pt x="18" y="0"/>
                      <a:pt x="20" y="0"/>
                      <a:pt x="21" y="0"/>
                    </a:cubicBezTo>
                    <a:cubicBezTo>
                      <a:pt x="21" y="2"/>
                      <a:pt x="24" y="0"/>
                      <a:pt x="24" y="2"/>
                    </a:cubicBezTo>
                    <a:cubicBezTo>
                      <a:pt x="25" y="3"/>
                      <a:pt x="24" y="3"/>
                      <a:pt x="24" y="4"/>
                    </a:cubicBezTo>
                    <a:cubicBezTo>
                      <a:pt x="24" y="4"/>
                      <a:pt x="23" y="5"/>
                      <a:pt x="23" y="6"/>
                    </a:cubicBezTo>
                    <a:cubicBezTo>
                      <a:pt x="22" y="7"/>
                      <a:pt x="22" y="8"/>
                      <a:pt x="21" y="9"/>
                    </a:cubicBezTo>
                    <a:cubicBezTo>
                      <a:pt x="20" y="10"/>
                      <a:pt x="19" y="11"/>
                      <a:pt x="18" y="12"/>
                    </a:cubicBezTo>
                    <a:close/>
                  </a:path>
                </a:pathLst>
              </a:custGeom>
              <a:solidFill>
                <a:srgbClr val="FD7C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7" name="Freeform 1130"/>
              <p:cNvSpPr/>
              <p:nvPr/>
            </p:nvSpPr>
            <p:spPr bwMode="auto">
              <a:xfrm>
                <a:off x="1580" y="2594"/>
                <a:ext cx="19" cy="15"/>
              </a:xfrm>
              <a:custGeom>
                <a:avLst/>
                <a:gdLst>
                  <a:gd name="T0" fmla="*/ 0 w 8"/>
                  <a:gd name="T1" fmla="*/ 4 h 6"/>
                  <a:gd name="T2" fmla="*/ 0 w 8"/>
                  <a:gd name="T3" fmla="*/ 2 h 6"/>
                  <a:gd name="T4" fmla="*/ 2 w 8"/>
                  <a:gd name="T5" fmla="*/ 1 h 6"/>
                  <a:gd name="T6" fmla="*/ 6 w 8"/>
                  <a:gd name="T7" fmla="*/ 2 h 6"/>
                  <a:gd name="T8" fmla="*/ 8 w 8"/>
                  <a:gd name="T9" fmla="*/ 5 h 6"/>
                  <a:gd name="T10" fmla="*/ 0 w 8"/>
                  <a:gd name="T11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cubicBezTo>
                      <a:pt x="0" y="3"/>
                      <a:pt x="0" y="2"/>
                      <a:pt x="0" y="2"/>
                    </a:cubicBezTo>
                    <a:cubicBezTo>
                      <a:pt x="0" y="0"/>
                      <a:pt x="1" y="0"/>
                      <a:pt x="2" y="1"/>
                    </a:cubicBezTo>
                    <a:cubicBezTo>
                      <a:pt x="3" y="2"/>
                      <a:pt x="4" y="3"/>
                      <a:pt x="6" y="2"/>
                    </a:cubicBezTo>
                    <a:cubicBezTo>
                      <a:pt x="8" y="2"/>
                      <a:pt x="8" y="3"/>
                      <a:pt x="8" y="5"/>
                    </a:cubicBezTo>
                    <a:cubicBezTo>
                      <a:pt x="5" y="6"/>
                      <a:pt x="2" y="6"/>
                      <a:pt x="0" y="4"/>
                    </a:cubicBezTo>
                    <a:close/>
                  </a:path>
                </a:pathLst>
              </a:custGeom>
              <a:solidFill>
                <a:srgbClr val="FA9B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8" name="Freeform 1131"/>
              <p:cNvSpPr/>
              <p:nvPr/>
            </p:nvSpPr>
            <p:spPr bwMode="auto">
              <a:xfrm>
                <a:off x="1558" y="2547"/>
                <a:ext cx="19" cy="9"/>
              </a:xfrm>
              <a:custGeom>
                <a:avLst/>
                <a:gdLst>
                  <a:gd name="T0" fmla="*/ 0 w 8"/>
                  <a:gd name="T1" fmla="*/ 0 h 4"/>
                  <a:gd name="T2" fmla="*/ 8 w 8"/>
                  <a:gd name="T3" fmla="*/ 1 h 4"/>
                  <a:gd name="T4" fmla="*/ 0 w 8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0" y="0"/>
                    </a:moveTo>
                    <a:cubicBezTo>
                      <a:pt x="3" y="0"/>
                      <a:pt x="5" y="0"/>
                      <a:pt x="8" y="1"/>
                    </a:cubicBezTo>
                    <a:cubicBezTo>
                      <a:pt x="5" y="3"/>
                      <a:pt x="2" y="4"/>
                      <a:pt x="0" y="0"/>
                    </a:cubicBezTo>
                    <a:close/>
                  </a:path>
                </a:pathLst>
              </a:custGeom>
              <a:solidFill>
                <a:srgbClr val="FE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79" name="Freeform 1132"/>
              <p:cNvSpPr/>
              <p:nvPr/>
            </p:nvSpPr>
            <p:spPr bwMode="auto">
              <a:xfrm>
                <a:off x="1572" y="2592"/>
                <a:ext cx="15" cy="7"/>
              </a:xfrm>
              <a:custGeom>
                <a:avLst/>
                <a:gdLst>
                  <a:gd name="T0" fmla="*/ 5 w 6"/>
                  <a:gd name="T1" fmla="*/ 2 h 3"/>
                  <a:gd name="T2" fmla="*/ 3 w 6"/>
                  <a:gd name="T3" fmla="*/ 3 h 3"/>
                  <a:gd name="T4" fmla="*/ 0 w 6"/>
                  <a:gd name="T5" fmla="*/ 1 h 3"/>
                  <a:gd name="T6" fmla="*/ 4 w 6"/>
                  <a:gd name="T7" fmla="*/ 0 h 3"/>
                  <a:gd name="T8" fmla="*/ 5 w 6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3">
                    <a:moveTo>
                      <a:pt x="5" y="2"/>
                    </a:moveTo>
                    <a:cubicBezTo>
                      <a:pt x="4" y="2"/>
                      <a:pt x="3" y="2"/>
                      <a:pt x="3" y="3"/>
                    </a:cubicBezTo>
                    <a:cubicBezTo>
                      <a:pt x="0" y="3"/>
                      <a:pt x="0" y="3"/>
                      <a:pt x="0" y="1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6" y="0"/>
                      <a:pt x="5" y="1"/>
                      <a:pt x="5" y="2"/>
                    </a:cubicBezTo>
                    <a:close/>
                  </a:path>
                </a:pathLst>
              </a:custGeom>
              <a:solidFill>
                <a:srgbClr val="FB88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0" name="Freeform 1133"/>
              <p:cNvSpPr/>
              <p:nvPr/>
            </p:nvSpPr>
            <p:spPr bwMode="auto">
              <a:xfrm>
                <a:off x="998" y="2007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1 w 2"/>
                  <a:gd name="T3" fmla="*/ 2 h 2"/>
                  <a:gd name="T4" fmla="*/ 0 w 2"/>
                  <a:gd name="T5" fmla="*/ 1 h 2"/>
                  <a:gd name="T6" fmla="*/ 1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A1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1" name="Freeform 1134"/>
              <p:cNvSpPr/>
              <p:nvPr/>
            </p:nvSpPr>
            <p:spPr bwMode="auto">
              <a:xfrm>
                <a:off x="879" y="2110"/>
                <a:ext cx="8" cy="11"/>
              </a:xfrm>
              <a:custGeom>
                <a:avLst/>
                <a:gdLst>
                  <a:gd name="T0" fmla="*/ 1 w 3"/>
                  <a:gd name="T1" fmla="*/ 5 h 5"/>
                  <a:gd name="T2" fmla="*/ 0 w 3"/>
                  <a:gd name="T3" fmla="*/ 0 h 5"/>
                  <a:gd name="T4" fmla="*/ 1 w 3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5">
                    <a:moveTo>
                      <a:pt x="1" y="5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2" y="1"/>
                      <a:pt x="3" y="3"/>
                      <a:pt x="1" y="5"/>
                    </a:cubicBezTo>
                    <a:close/>
                  </a:path>
                </a:pathLst>
              </a:custGeom>
              <a:solidFill>
                <a:srgbClr val="AF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2" name="Freeform 1135"/>
              <p:cNvSpPr/>
              <p:nvPr/>
            </p:nvSpPr>
            <p:spPr bwMode="auto">
              <a:xfrm>
                <a:off x="884" y="2019"/>
                <a:ext cx="7" cy="7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2 h 3"/>
                  <a:gd name="T4" fmla="*/ 1 w 3"/>
                  <a:gd name="T5" fmla="*/ 0 h 3"/>
                  <a:gd name="T6" fmla="*/ 2 w 3"/>
                  <a:gd name="T7" fmla="*/ 2 h 3"/>
                  <a:gd name="T8" fmla="*/ 2 w 3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3" y="2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rgbClr val="A8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3" name="Freeform 1136"/>
              <p:cNvSpPr/>
              <p:nvPr/>
            </p:nvSpPr>
            <p:spPr bwMode="auto">
              <a:xfrm>
                <a:off x="906" y="2012"/>
                <a:ext cx="4" cy="5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2 h 2"/>
                  <a:gd name="T4" fmla="*/ 0 w 2"/>
                  <a:gd name="T5" fmla="*/ 1 h 2"/>
                  <a:gd name="T6" fmla="*/ 2 w 2"/>
                  <a:gd name="T7" fmla="*/ 0 h 2"/>
                  <a:gd name="T8" fmla="*/ 2 w 2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A8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4" name="Freeform 1137"/>
              <p:cNvSpPr/>
              <p:nvPr/>
            </p:nvSpPr>
            <p:spPr bwMode="auto">
              <a:xfrm>
                <a:off x="1257" y="2701"/>
                <a:ext cx="230" cy="162"/>
              </a:xfrm>
              <a:custGeom>
                <a:avLst/>
                <a:gdLst>
                  <a:gd name="T0" fmla="*/ 64 w 97"/>
                  <a:gd name="T1" fmla="*/ 0 h 68"/>
                  <a:gd name="T2" fmla="*/ 82 w 97"/>
                  <a:gd name="T3" fmla="*/ 5 h 68"/>
                  <a:gd name="T4" fmla="*/ 97 w 97"/>
                  <a:gd name="T5" fmla="*/ 4 h 68"/>
                  <a:gd name="T6" fmla="*/ 82 w 97"/>
                  <a:gd name="T7" fmla="*/ 20 h 68"/>
                  <a:gd name="T8" fmla="*/ 62 w 97"/>
                  <a:gd name="T9" fmla="*/ 36 h 68"/>
                  <a:gd name="T10" fmla="*/ 48 w 97"/>
                  <a:gd name="T11" fmla="*/ 41 h 68"/>
                  <a:gd name="T12" fmla="*/ 44 w 97"/>
                  <a:gd name="T13" fmla="*/ 40 h 68"/>
                  <a:gd name="T14" fmla="*/ 70 w 97"/>
                  <a:gd name="T15" fmla="*/ 27 h 68"/>
                  <a:gd name="T16" fmla="*/ 49 w 97"/>
                  <a:gd name="T17" fmla="*/ 35 h 68"/>
                  <a:gd name="T18" fmla="*/ 38 w 97"/>
                  <a:gd name="T19" fmla="*/ 40 h 68"/>
                  <a:gd name="T20" fmla="*/ 14 w 97"/>
                  <a:gd name="T21" fmla="*/ 51 h 68"/>
                  <a:gd name="T22" fmla="*/ 25 w 97"/>
                  <a:gd name="T23" fmla="*/ 60 h 68"/>
                  <a:gd name="T24" fmla="*/ 22 w 97"/>
                  <a:gd name="T25" fmla="*/ 52 h 68"/>
                  <a:gd name="T26" fmla="*/ 33 w 97"/>
                  <a:gd name="T27" fmla="*/ 48 h 68"/>
                  <a:gd name="T28" fmla="*/ 45 w 97"/>
                  <a:gd name="T29" fmla="*/ 49 h 68"/>
                  <a:gd name="T30" fmla="*/ 54 w 97"/>
                  <a:gd name="T31" fmla="*/ 52 h 68"/>
                  <a:gd name="T32" fmla="*/ 52 w 97"/>
                  <a:gd name="T33" fmla="*/ 63 h 68"/>
                  <a:gd name="T34" fmla="*/ 44 w 97"/>
                  <a:gd name="T35" fmla="*/ 65 h 68"/>
                  <a:gd name="T36" fmla="*/ 41 w 97"/>
                  <a:gd name="T37" fmla="*/ 63 h 68"/>
                  <a:gd name="T38" fmla="*/ 35 w 97"/>
                  <a:gd name="T39" fmla="*/ 62 h 68"/>
                  <a:gd name="T40" fmla="*/ 33 w 97"/>
                  <a:gd name="T41" fmla="*/ 67 h 68"/>
                  <a:gd name="T42" fmla="*/ 31 w 97"/>
                  <a:gd name="T43" fmla="*/ 62 h 68"/>
                  <a:gd name="T44" fmla="*/ 26 w 97"/>
                  <a:gd name="T45" fmla="*/ 64 h 68"/>
                  <a:gd name="T46" fmla="*/ 15 w 97"/>
                  <a:gd name="T47" fmla="*/ 60 h 68"/>
                  <a:gd name="T48" fmla="*/ 13 w 97"/>
                  <a:gd name="T49" fmla="*/ 64 h 68"/>
                  <a:gd name="T50" fmla="*/ 12 w 97"/>
                  <a:gd name="T51" fmla="*/ 57 h 68"/>
                  <a:gd name="T52" fmla="*/ 1 w 97"/>
                  <a:gd name="T53" fmla="*/ 51 h 68"/>
                  <a:gd name="T54" fmla="*/ 6 w 97"/>
                  <a:gd name="T55" fmla="*/ 41 h 68"/>
                  <a:gd name="T56" fmla="*/ 20 w 97"/>
                  <a:gd name="T57" fmla="*/ 33 h 68"/>
                  <a:gd name="T58" fmla="*/ 30 w 97"/>
                  <a:gd name="T59" fmla="*/ 36 h 68"/>
                  <a:gd name="T60" fmla="*/ 28 w 97"/>
                  <a:gd name="T61" fmla="*/ 26 h 68"/>
                  <a:gd name="T62" fmla="*/ 41 w 97"/>
                  <a:gd name="T63" fmla="*/ 19 h 68"/>
                  <a:gd name="T64" fmla="*/ 44 w 97"/>
                  <a:gd name="T65" fmla="*/ 14 h 68"/>
                  <a:gd name="T66" fmla="*/ 49 w 97"/>
                  <a:gd name="T67" fmla="*/ 18 h 68"/>
                  <a:gd name="T68" fmla="*/ 56 w 97"/>
                  <a:gd name="T69" fmla="*/ 18 h 68"/>
                  <a:gd name="T70" fmla="*/ 54 w 97"/>
                  <a:gd name="T71" fmla="*/ 14 h 68"/>
                  <a:gd name="T72" fmla="*/ 53 w 97"/>
                  <a:gd name="T73" fmla="*/ 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7" h="68">
                    <a:moveTo>
                      <a:pt x="53" y="6"/>
                    </a:moveTo>
                    <a:cubicBezTo>
                      <a:pt x="57" y="5"/>
                      <a:pt x="61" y="2"/>
                      <a:pt x="64" y="0"/>
                    </a:cubicBezTo>
                    <a:cubicBezTo>
                      <a:pt x="66" y="2"/>
                      <a:pt x="68" y="2"/>
                      <a:pt x="71" y="2"/>
                    </a:cubicBezTo>
                    <a:cubicBezTo>
                      <a:pt x="75" y="2"/>
                      <a:pt x="79" y="2"/>
                      <a:pt x="82" y="5"/>
                    </a:cubicBezTo>
                    <a:cubicBezTo>
                      <a:pt x="84" y="7"/>
                      <a:pt x="87" y="6"/>
                      <a:pt x="89" y="5"/>
                    </a:cubicBezTo>
                    <a:cubicBezTo>
                      <a:pt x="91" y="4"/>
                      <a:pt x="93" y="3"/>
                      <a:pt x="97" y="4"/>
                    </a:cubicBezTo>
                    <a:cubicBezTo>
                      <a:pt x="88" y="6"/>
                      <a:pt x="85" y="12"/>
                      <a:pt x="83" y="19"/>
                    </a:cubicBezTo>
                    <a:cubicBezTo>
                      <a:pt x="83" y="19"/>
                      <a:pt x="83" y="20"/>
                      <a:pt x="82" y="20"/>
                    </a:cubicBezTo>
                    <a:cubicBezTo>
                      <a:pt x="79" y="23"/>
                      <a:pt x="77" y="26"/>
                      <a:pt x="75" y="30"/>
                    </a:cubicBezTo>
                    <a:cubicBezTo>
                      <a:pt x="73" y="35"/>
                      <a:pt x="67" y="37"/>
                      <a:pt x="62" y="36"/>
                    </a:cubicBezTo>
                    <a:cubicBezTo>
                      <a:pt x="57" y="38"/>
                      <a:pt x="53" y="40"/>
                      <a:pt x="49" y="41"/>
                    </a:cubicBezTo>
                    <a:cubicBezTo>
                      <a:pt x="48" y="41"/>
                      <a:pt x="48" y="41"/>
                      <a:pt x="48" y="41"/>
                    </a:cubicBezTo>
                    <a:cubicBezTo>
                      <a:pt x="47" y="42"/>
                      <a:pt x="46" y="42"/>
                      <a:pt x="46" y="42"/>
                    </a:cubicBezTo>
                    <a:cubicBezTo>
                      <a:pt x="44" y="41"/>
                      <a:pt x="44" y="41"/>
                      <a:pt x="44" y="40"/>
                    </a:cubicBezTo>
                    <a:cubicBezTo>
                      <a:pt x="44" y="38"/>
                      <a:pt x="44" y="37"/>
                      <a:pt x="46" y="37"/>
                    </a:cubicBezTo>
                    <a:cubicBezTo>
                      <a:pt x="54" y="34"/>
                      <a:pt x="62" y="31"/>
                      <a:pt x="70" y="27"/>
                    </a:cubicBezTo>
                    <a:cubicBezTo>
                      <a:pt x="68" y="28"/>
                      <a:pt x="65" y="28"/>
                      <a:pt x="62" y="29"/>
                    </a:cubicBezTo>
                    <a:cubicBezTo>
                      <a:pt x="57" y="29"/>
                      <a:pt x="53" y="31"/>
                      <a:pt x="49" y="35"/>
                    </a:cubicBezTo>
                    <a:cubicBezTo>
                      <a:pt x="48" y="37"/>
                      <a:pt x="45" y="36"/>
                      <a:pt x="43" y="38"/>
                    </a:cubicBezTo>
                    <a:cubicBezTo>
                      <a:pt x="41" y="39"/>
                      <a:pt x="40" y="40"/>
                      <a:pt x="38" y="40"/>
                    </a:cubicBezTo>
                    <a:cubicBezTo>
                      <a:pt x="36" y="39"/>
                      <a:pt x="35" y="39"/>
                      <a:pt x="35" y="40"/>
                    </a:cubicBezTo>
                    <a:cubicBezTo>
                      <a:pt x="28" y="44"/>
                      <a:pt x="21" y="48"/>
                      <a:pt x="14" y="51"/>
                    </a:cubicBezTo>
                    <a:cubicBezTo>
                      <a:pt x="15" y="53"/>
                      <a:pt x="17" y="53"/>
                      <a:pt x="18" y="54"/>
                    </a:cubicBezTo>
                    <a:cubicBezTo>
                      <a:pt x="19" y="57"/>
                      <a:pt x="22" y="58"/>
                      <a:pt x="25" y="60"/>
                    </a:cubicBezTo>
                    <a:cubicBezTo>
                      <a:pt x="25" y="60"/>
                      <a:pt x="25" y="60"/>
                      <a:pt x="25" y="59"/>
                    </a:cubicBezTo>
                    <a:cubicBezTo>
                      <a:pt x="24" y="57"/>
                      <a:pt x="22" y="55"/>
                      <a:pt x="22" y="52"/>
                    </a:cubicBezTo>
                    <a:cubicBezTo>
                      <a:pt x="23" y="50"/>
                      <a:pt x="23" y="48"/>
                      <a:pt x="26" y="48"/>
                    </a:cubicBezTo>
                    <a:cubicBezTo>
                      <a:pt x="28" y="50"/>
                      <a:pt x="30" y="49"/>
                      <a:pt x="33" y="48"/>
                    </a:cubicBezTo>
                    <a:cubicBezTo>
                      <a:pt x="33" y="48"/>
                      <a:pt x="34" y="48"/>
                      <a:pt x="34" y="49"/>
                    </a:cubicBezTo>
                    <a:cubicBezTo>
                      <a:pt x="38" y="49"/>
                      <a:pt x="41" y="48"/>
                      <a:pt x="45" y="49"/>
                    </a:cubicBezTo>
                    <a:cubicBezTo>
                      <a:pt x="48" y="49"/>
                      <a:pt x="51" y="49"/>
                      <a:pt x="53" y="52"/>
                    </a:cubicBezTo>
                    <a:cubicBezTo>
                      <a:pt x="53" y="52"/>
                      <a:pt x="54" y="52"/>
                      <a:pt x="54" y="52"/>
                    </a:cubicBezTo>
                    <a:cubicBezTo>
                      <a:pt x="58" y="52"/>
                      <a:pt x="59" y="55"/>
                      <a:pt x="58" y="58"/>
                    </a:cubicBezTo>
                    <a:cubicBezTo>
                      <a:pt x="56" y="60"/>
                      <a:pt x="54" y="61"/>
                      <a:pt x="52" y="63"/>
                    </a:cubicBezTo>
                    <a:cubicBezTo>
                      <a:pt x="51" y="64"/>
                      <a:pt x="50" y="67"/>
                      <a:pt x="47" y="64"/>
                    </a:cubicBezTo>
                    <a:cubicBezTo>
                      <a:pt x="46" y="63"/>
                      <a:pt x="44" y="64"/>
                      <a:pt x="44" y="65"/>
                    </a:cubicBezTo>
                    <a:cubicBezTo>
                      <a:pt x="43" y="67"/>
                      <a:pt x="41" y="68"/>
                      <a:pt x="39" y="67"/>
                    </a:cubicBezTo>
                    <a:cubicBezTo>
                      <a:pt x="37" y="65"/>
                      <a:pt x="42" y="65"/>
                      <a:pt x="41" y="63"/>
                    </a:cubicBezTo>
                    <a:cubicBezTo>
                      <a:pt x="40" y="62"/>
                      <a:pt x="43" y="63"/>
                      <a:pt x="42" y="61"/>
                    </a:cubicBezTo>
                    <a:cubicBezTo>
                      <a:pt x="40" y="60"/>
                      <a:pt x="38" y="63"/>
                      <a:pt x="35" y="62"/>
                    </a:cubicBezTo>
                    <a:cubicBezTo>
                      <a:pt x="34" y="64"/>
                      <a:pt x="37" y="64"/>
                      <a:pt x="36" y="66"/>
                    </a:cubicBezTo>
                    <a:cubicBezTo>
                      <a:pt x="35" y="67"/>
                      <a:pt x="35" y="67"/>
                      <a:pt x="33" y="67"/>
                    </a:cubicBezTo>
                    <a:cubicBezTo>
                      <a:pt x="32" y="66"/>
                      <a:pt x="31" y="66"/>
                      <a:pt x="32" y="64"/>
                    </a:cubicBezTo>
                    <a:cubicBezTo>
                      <a:pt x="33" y="63"/>
                      <a:pt x="32" y="62"/>
                      <a:pt x="31" y="62"/>
                    </a:cubicBezTo>
                    <a:cubicBezTo>
                      <a:pt x="30" y="61"/>
                      <a:pt x="30" y="63"/>
                      <a:pt x="30" y="63"/>
                    </a:cubicBezTo>
                    <a:cubicBezTo>
                      <a:pt x="29" y="65"/>
                      <a:pt x="26" y="65"/>
                      <a:pt x="26" y="64"/>
                    </a:cubicBezTo>
                    <a:cubicBezTo>
                      <a:pt x="24" y="60"/>
                      <a:pt x="19" y="62"/>
                      <a:pt x="17" y="60"/>
                    </a:cubicBezTo>
                    <a:cubicBezTo>
                      <a:pt x="17" y="59"/>
                      <a:pt x="16" y="60"/>
                      <a:pt x="15" y="60"/>
                    </a:cubicBezTo>
                    <a:cubicBezTo>
                      <a:pt x="16" y="61"/>
                      <a:pt x="18" y="63"/>
                      <a:pt x="16" y="64"/>
                    </a:cubicBezTo>
                    <a:cubicBezTo>
                      <a:pt x="14" y="66"/>
                      <a:pt x="13" y="64"/>
                      <a:pt x="13" y="64"/>
                    </a:cubicBezTo>
                    <a:cubicBezTo>
                      <a:pt x="9" y="65"/>
                      <a:pt x="10" y="60"/>
                      <a:pt x="7" y="60"/>
                    </a:cubicBezTo>
                    <a:cubicBezTo>
                      <a:pt x="7" y="57"/>
                      <a:pt x="10" y="58"/>
                      <a:pt x="12" y="57"/>
                    </a:cubicBezTo>
                    <a:cubicBezTo>
                      <a:pt x="10" y="55"/>
                      <a:pt x="8" y="54"/>
                      <a:pt x="4" y="55"/>
                    </a:cubicBezTo>
                    <a:cubicBezTo>
                      <a:pt x="2" y="56"/>
                      <a:pt x="0" y="54"/>
                      <a:pt x="1" y="51"/>
                    </a:cubicBezTo>
                    <a:cubicBezTo>
                      <a:pt x="2" y="48"/>
                      <a:pt x="3" y="46"/>
                      <a:pt x="3" y="43"/>
                    </a:cubicBezTo>
                    <a:cubicBezTo>
                      <a:pt x="3" y="40"/>
                      <a:pt x="5" y="41"/>
                      <a:pt x="6" y="41"/>
                    </a:cubicBezTo>
                    <a:cubicBezTo>
                      <a:pt x="10" y="39"/>
                      <a:pt x="12" y="36"/>
                      <a:pt x="15" y="34"/>
                    </a:cubicBezTo>
                    <a:cubicBezTo>
                      <a:pt x="16" y="33"/>
                      <a:pt x="18" y="32"/>
                      <a:pt x="20" y="33"/>
                    </a:cubicBezTo>
                    <a:cubicBezTo>
                      <a:pt x="22" y="33"/>
                      <a:pt x="25" y="32"/>
                      <a:pt x="27" y="35"/>
                    </a:cubicBezTo>
                    <a:cubicBezTo>
                      <a:pt x="27" y="36"/>
                      <a:pt x="29" y="37"/>
                      <a:pt x="30" y="36"/>
                    </a:cubicBezTo>
                    <a:cubicBezTo>
                      <a:pt x="32" y="35"/>
                      <a:pt x="31" y="33"/>
                      <a:pt x="31" y="32"/>
                    </a:cubicBezTo>
                    <a:cubicBezTo>
                      <a:pt x="30" y="30"/>
                      <a:pt x="27" y="29"/>
                      <a:pt x="28" y="26"/>
                    </a:cubicBezTo>
                    <a:cubicBezTo>
                      <a:pt x="30" y="24"/>
                      <a:pt x="33" y="22"/>
                      <a:pt x="35" y="20"/>
                    </a:cubicBezTo>
                    <a:cubicBezTo>
                      <a:pt x="37" y="18"/>
                      <a:pt x="39" y="20"/>
                      <a:pt x="41" y="19"/>
                    </a:cubicBezTo>
                    <a:cubicBezTo>
                      <a:pt x="42" y="18"/>
                      <a:pt x="43" y="19"/>
                      <a:pt x="42" y="17"/>
                    </a:cubicBezTo>
                    <a:cubicBezTo>
                      <a:pt x="42" y="16"/>
                      <a:pt x="43" y="15"/>
                      <a:pt x="44" y="14"/>
                    </a:cubicBezTo>
                    <a:cubicBezTo>
                      <a:pt x="46" y="14"/>
                      <a:pt x="47" y="14"/>
                      <a:pt x="47" y="15"/>
                    </a:cubicBezTo>
                    <a:cubicBezTo>
                      <a:pt x="48" y="16"/>
                      <a:pt x="49" y="17"/>
                      <a:pt x="49" y="18"/>
                    </a:cubicBezTo>
                    <a:cubicBezTo>
                      <a:pt x="50" y="20"/>
                      <a:pt x="51" y="21"/>
                      <a:pt x="52" y="20"/>
                    </a:cubicBezTo>
                    <a:cubicBezTo>
                      <a:pt x="54" y="20"/>
                      <a:pt x="55" y="19"/>
                      <a:pt x="56" y="18"/>
                    </a:cubicBezTo>
                    <a:cubicBezTo>
                      <a:pt x="57" y="17"/>
                      <a:pt x="56" y="17"/>
                      <a:pt x="55" y="17"/>
                    </a:cubicBezTo>
                    <a:cubicBezTo>
                      <a:pt x="54" y="16"/>
                      <a:pt x="53" y="15"/>
                      <a:pt x="54" y="14"/>
                    </a:cubicBezTo>
                    <a:cubicBezTo>
                      <a:pt x="59" y="11"/>
                      <a:pt x="56" y="9"/>
                      <a:pt x="53" y="7"/>
                    </a:cubicBezTo>
                    <a:cubicBezTo>
                      <a:pt x="53" y="6"/>
                      <a:pt x="53" y="6"/>
                      <a:pt x="53" y="6"/>
                    </a:cubicBezTo>
                    <a:close/>
                  </a:path>
                </a:pathLst>
              </a:custGeom>
              <a:solidFill>
                <a:srgbClr val="F2E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5" name="Freeform 1138"/>
              <p:cNvSpPr/>
              <p:nvPr/>
            </p:nvSpPr>
            <p:spPr bwMode="auto">
              <a:xfrm>
                <a:off x="1444" y="2768"/>
                <a:ext cx="52" cy="88"/>
              </a:xfrm>
              <a:custGeom>
                <a:avLst/>
                <a:gdLst>
                  <a:gd name="T0" fmla="*/ 18 w 22"/>
                  <a:gd name="T1" fmla="*/ 4 h 37"/>
                  <a:gd name="T2" fmla="*/ 19 w 22"/>
                  <a:gd name="T3" fmla="*/ 20 h 37"/>
                  <a:gd name="T4" fmla="*/ 7 w 22"/>
                  <a:gd name="T5" fmla="*/ 35 h 37"/>
                  <a:gd name="T6" fmla="*/ 2 w 22"/>
                  <a:gd name="T7" fmla="*/ 36 h 37"/>
                  <a:gd name="T8" fmla="*/ 1 w 22"/>
                  <a:gd name="T9" fmla="*/ 30 h 37"/>
                  <a:gd name="T10" fmla="*/ 4 w 22"/>
                  <a:gd name="T11" fmla="*/ 17 h 37"/>
                  <a:gd name="T12" fmla="*/ 5 w 22"/>
                  <a:gd name="T13" fmla="*/ 11 h 37"/>
                  <a:gd name="T14" fmla="*/ 17 w 22"/>
                  <a:gd name="T15" fmla="*/ 1 h 37"/>
                  <a:gd name="T16" fmla="*/ 20 w 22"/>
                  <a:gd name="T17" fmla="*/ 2 h 37"/>
                  <a:gd name="T18" fmla="*/ 20 w 22"/>
                  <a:gd name="T19" fmla="*/ 4 h 37"/>
                  <a:gd name="T20" fmla="*/ 18 w 22"/>
                  <a:gd name="T21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37">
                    <a:moveTo>
                      <a:pt x="18" y="4"/>
                    </a:moveTo>
                    <a:cubicBezTo>
                      <a:pt x="22" y="9"/>
                      <a:pt x="20" y="14"/>
                      <a:pt x="19" y="20"/>
                    </a:cubicBezTo>
                    <a:cubicBezTo>
                      <a:pt x="18" y="27"/>
                      <a:pt x="14" y="32"/>
                      <a:pt x="7" y="35"/>
                    </a:cubicBezTo>
                    <a:cubicBezTo>
                      <a:pt x="5" y="36"/>
                      <a:pt x="3" y="37"/>
                      <a:pt x="2" y="36"/>
                    </a:cubicBezTo>
                    <a:cubicBezTo>
                      <a:pt x="1" y="34"/>
                      <a:pt x="0" y="31"/>
                      <a:pt x="1" y="30"/>
                    </a:cubicBezTo>
                    <a:cubicBezTo>
                      <a:pt x="3" y="26"/>
                      <a:pt x="1" y="21"/>
                      <a:pt x="4" y="17"/>
                    </a:cubicBezTo>
                    <a:cubicBezTo>
                      <a:pt x="6" y="15"/>
                      <a:pt x="4" y="13"/>
                      <a:pt x="5" y="11"/>
                    </a:cubicBezTo>
                    <a:cubicBezTo>
                      <a:pt x="7" y="5"/>
                      <a:pt x="13" y="4"/>
                      <a:pt x="17" y="1"/>
                    </a:cubicBezTo>
                    <a:cubicBezTo>
                      <a:pt x="18" y="0"/>
                      <a:pt x="19" y="1"/>
                      <a:pt x="20" y="2"/>
                    </a:cubicBezTo>
                    <a:cubicBezTo>
                      <a:pt x="20" y="2"/>
                      <a:pt x="20" y="3"/>
                      <a:pt x="20" y="4"/>
                    </a:cubicBezTo>
                    <a:cubicBezTo>
                      <a:pt x="20" y="5"/>
                      <a:pt x="19" y="2"/>
                      <a:pt x="18" y="4"/>
                    </a:cubicBezTo>
                    <a:close/>
                  </a:path>
                </a:pathLst>
              </a:custGeom>
              <a:solidFill>
                <a:srgbClr val="F3EF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6" name="Freeform 1139"/>
              <p:cNvSpPr/>
              <p:nvPr/>
            </p:nvSpPr>
            <p:spPr bwMode="auto">
              <a:xfrm>
                <a:off x="1444" y="2723"/>
                <a:ext cx="74" cy="45"/>
              </a:xfrm>
              <a:custGeom>
                <a:avLst/>
                <a:gdLst>
                  <a:gd name="T0" fmla="*/ 31 w 31"/>
                  <a:gd name="T1" fmla="*/ 0 h 19"/>
                  <a:gd name="T2" fmla="*/ 27 w 31"/>
                  <a:gd name="T3" fmla="*/ 10 h 19"/>
                  <a:gd name="T4" fmla="*/ 18 w 31"/>
                  <a:gd name="T5" fmla="*/ 18 h 19"/>
                  <a:gd name="T6" fmla="*/ 3 w 31"/>
                  <a:gd name="T7" fmla="*/ 17 h 19"/>
                  <a:gd name="T8" fmla="*/ 3 w 31"/>
                  <a:gd name="T9" fmla="*/ 14 h 19"/>
                  <a:gd name="T10" fmla="*/ 15 w 31"/>
                  <a:gd name="T11" fmla="*/ 6 h 19"/>
                  <a:gd name="T12" fmla="*/ 31 w 31"/>
                  <a:gd name="T1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19">
                    <a:moveTo>
                      <a:pt x="31" y="0"/>
                    </a:moveTo>
                    <a:cubicBezTo>
                      <a:pt x="29" y="3"/>
                      <a:pt x="28" y="7"/>
                      <a:pt x="27" y="10"/>
                    </a:cubicBezTo>
                    <a:cubicBezTo>
                      <a:pt x="26" y="15"/>
                      <a:pt x="22" y="16"/>
                      <a:pt x="18" y="18"/>
                    </a:cubicBezTo>
                    <a:cubicBezTo>
                      <a:pt x="13" y="19"/>
                      <a:pt x="8" y="18"/>
                      <a:pt x="3" y="17"/>
                    </a:cubicBezTo>
                    <a:cubicBezTo>
                      <a:pt x="0" y="16"/>
                      <a:pt x="2" y="15"/>
                      <a:pt x="3" y="14"/>
                    </a:cubicBezTo>
                    <a:cubicBezTo>
                      <a:pt x="6" y="10"/>
                      <a:pt x="11" y="8"/>
                      <a:pt x="15" y="6"/>
                    </a:cubicBezTo>
                    <a:cubicBezTo>
                      <a:pt x="20" y="4"/>
                      <a:pt x="26" y="3"/>
                      <a:pt x="31" y="0"/>
                    </a:cubicBezTo>
                    <a:close/>
                  </a:path>
                </a:pathLst>
              </a:custGeom>
              <a:solidFill>
                <a:srgbClr val="FAF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7" name="Freeform 1140"/>
              <p:cNvSpPr/>
              <p:nvPr/>
            </p:nvSpPr>
            <p:spPr bwMode="auto">
              <a:xfrm>
                <a:off x="1335" y="2799"/>
                <a:ext cx="57" cy="26"/>
              </a:xfrm>
              <a:custGeom>
                <a:avLst/>
                <a:gdLst>
                  <a:gd name="T0" fmla="*/ 20 w 24"/>
                  <a:gd name="T1" fmla="*/ 11 h 11"/>
                  <a:gd name="T2" fmla="*/ 3 w 24"/>
                  <a:gd name="T3" fmla="*/ 9 h 11"/>
                  <a:gd name="T4" fmla="*/ 0 w 24"/>
                  <a:gd name="T5" fmla="*/ 8 h 11"/>
                  <a:gd name="T6" fmla="*/ 13 w 24"/>
                  <a:gd name="T7" fmla="*/ 0 h 11"/>
                  <a:gd name="T8" fmla="*/ 15 w 24"/>
                  <a:gd name="T9" fmla="*/ 0 h 11"/>
                  <a:gd name="T10" fmla="*/ 21 w 24"/>
                  <a:gd name="T11" fmla="*/ 2 h 11"/>
                  <a:gd name="T12" fmla="*/ 20 w 24"/>
                  <a:gd name="T1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1">
                    <a:moveTo>
                      <a:pt x="20" y="11"/>
                    </a:moveTo>
                    <a:cubicBezTo>
                      <a:pt x="15" y="9"/>
                      <a:pt x="9" y="8"/>
                      <a:pt x="3" y="9"/>
                    </a:cubicBezTo>
                    <a:cubicBezTo>
                      <a:pt x="1" y="10"/>
                      <a:pt x="1" y="9"/>
                      <a:pt x="0" y="8"/>
                    </a:cubicBezTo>
                    <a:cubicBezTo>
                      <a:pt x="3" y="3"/>
                      <a:pt x="8" y="1"/>
                      <a:pt x="13" y="0"/>
                    </a:cubicBezTo>
                    <a:cubicBezTo>
                      <a:pt x="13" y="0"/>
                      <a:pt x="14" y="0"/>
                      <a:pt x="15" y="0"/>
                    </a:cubicBezTo>
                    <a:cubicBezTo>
                      <a:pt x="16" y="2"/>
                      <a:pt x="19" y="0"/>
                      <a:pt x="21" y="2"/>
                    </a:cubicBezTo>
                    <a:cubicBezTo>
                      <a:pt x="24" y="7"/>
                      <a:pt x="24" y="7"/>
                      <a:pt x="20" y="11"/>
                    </a:cubicBezTo>
                    <a:close/>
                  </a:path>
                </a:pathLst>
              </a:custGeom>
              <a:solidFill>
                <a:srgbClr val="F5F2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8" name="Freeform 1141"/>
              <p:cNvSpPr/>
              <p:nvPr/>
            </p:nvSpPr>
            <p:spPr bwMode="auto">
              <a:xfrm>
                <a:off x="1373" y="2787"/>
                <a:ext cx="31" cy="14"/>
              </a:xfrm>
              <a:custGeom>
                <a:avLst/>
                <a:gdLst>
                  <a:gd name="T0" fmla="*/ 0 w 13"/>
                  <a:gd name="T1" fmla="*/ 5 h 6"/>
                  <a:gd name="T2" fmla="*/ 13 w 13"/>
                  <a:gd name="T3" fmla="*/ 0 h 6"/>
                  <a:gd name="T4" fmla="*/ 12 w 13"/>
                  <a:gd name="T5" fmla="*/ 3 h 6"/>
                  <a:gd name="T6" fmla="*/ 0 w 13"/>
                  <a:gd name="T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6">
                    <a:moveTo>
                      <a:pt x="0" y="5"/>
                    </a:moveTo>
                    <a:cubicBezTo>
                      <a:pt x="4" y="2"/>
                      <a:pt x="8" y="0"/>
                      <a:pt x="13" y="0"/>
                    </a:cubicBezTo>
                    <a:cubicBezTo>
                      <a:pt x="12" y="1"/>
                      <a:pt x="13" y="3"/>
                      <a:pt x="12" y="3"/>
                    </a:cubicBezTo>
                    <a:cubicBezTo>
                      <a:pt x="8" y="3"/>
                      <a:pt x="4" y="6"/>
                      <a:pt x="0" y="5"/>
                    </a:cubicBezTo>
                    <a:close/>
                  </a:path>
                </a:pathLst>
              </a:custGeom>
              <a:solidFill>
                <a:srgbClr val="F5F2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89" name="Freeform 1142"/>
              <p:cNvSpPr/>
              <p:nvPr/>
            </p:nvSpPr>
            <p:spPr bwMode="auto">
              <a:xfrm>
                <a:off x="1568" y="2609"/>
                <a:ext cx="9" cy="7"/>
              </a:xfrm>
              <a:custGeom>
                <a:avLst/>
                <a:gdLst>
                  <a:gd name="T0" fmla="*/ 2 w 4"/>
                  <a:gd name="T1" fmla="*/ 3 h 3"/>
                  <a:gd name="T2" fmla="*/ 4 w 4"/>
                  <a:gd name="T3" fmla="*/ 0 h 3"/>
                  <a:gd name="T4" fmla="*/ 2 w 4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2" y="3"/>
                    </a:moveTo>
                    <a:cubicBezTo>
                      <a:pt x="0" y="1"/>
                      <a:pt x="1" y="0"/>
                      <a:pt x="4" y="0"/>
                    </a:cubicBezTo>
                    <a:cubicBezTo>
                      <a:pt x="4" y="1"/>
                      <a:pt x="3" y="2"/>
                      <a:pt x="2" y="3"/>
                    </a:cubicBezTo>
                    <a:close/>
                  </a:path>
                </a:pathLst>
              </a:custGeom>
              <a:solidFill>
                <a:srgbClr val="FB88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0" name="Freeform 1143"/>
              <p:cNvSpPr/>
              <p:nvPr/>
            </p:nvSpPr>
            <p:spPr bwMode="auto">
              <a:xfrm>
                <a:off x="1057" y="2827"/>
                <a:ext cx="57" cy="67"/>
              </a:xfrm>
              <a:custGeom>
                <a:avLst/>
                <a:gdLst>
                  <a:gd name="T0" fmla="*/ 13 w 24"/>
                  <a:gd name="T1" fmla="*/ 22 h 28"/>
                  <a:gd name="T2" fmla="*/ 12 w 24"/>
                  <a:gd name="T3" fmla="*/ 24 h 28"/>
                  <a:gd name="T4" fmla="*/ 10 w 24"/>
                  <a:gd name="T5" fmla="*/ 28 h 28"/>
                  <a:gd name="T6" fmla="*/ 10 w 24"/>
                  <a:gd name="T7" fmla="*/ 23 h 28"/>
                  <a:gd name="T8" fmla="*/ 8 w 24"/>
                  <a:gd name="T9" fmla="*/ 28 h 28"/>
                  <a:gd name="T10" fmla="*/ 5 w 24"/>
                  <a:gd name="T11" fmla="*/ 19 h 28"/>
                  <a:gd name="T12" fmla="*/ 5 w 24"/>
                  <a:gd name="T13" fmla="*/ 16 h 28"/>
                  <a:gd name="T14" fmla="*/ 4 w 24"/>
                  <a:gd name="T15" fmla="*/ 7 h 28"/>
                  <a:gd name="T16" fmla="*/ 4 w 24"/>
                  <a:gd name="T17" fmla="*/ 5 h 28"/>
                  <a:gd name="T18" fmla="*/ 8 w 24"/>
                  <a:gd name="T19" fmla="*/ 3 h 28"/>
                  <a:gd name="T20" fmla="*/ 12 w 24"/>
                  <a:gd name="T21" fmla="*/ 3 h 28"/>
                  <a:gd name="T22" fmla="*/ 18 w 24"/>
                  <a:gd name="T23" fmla="*/ 3 h 28"/>
                  <a:gd name="T24" fmla="*/ 24 w 24"/>
                  <a:gd name="T25" fmla="*/ 5 h 28"/>
                  <a:gd name="T26" fmla="*/ 24 w 24"/>
                  <a:gd name="T27" fmla="*/ 8 h 28"/>
                  <a:gd name="T28" fmla="*/ 22 w 24"/>
                  <a:gd name="T29" fmla="*/ 12 h 28"/>
                  <a:gd name="T30" fmla="*/ 22 w 24"/>
                  <a:gd name="T31" fmla="*/ 16 h 28"/>
                  <a:gd name="T32" fmla="*/ 19 w 24"/>
                  <a:gd name="T33" fmla="*/ 22 h 28"/>
                  <a:gd name="T34" fmla="*/ 15 w 24"/>
                  <a:gd name="T35" fmla="*/ 21 h 28"/>
                  <a:gd name="T36" fmla="*/ 13 w 24"/>
                  <a:gd name="T37" fmla="*/ 22 h 28"/>
                  <a:gd name="T38" fmla="*/ 13 w 24"/>
                  <a:gd name="T39" fmla="*/ 17 h 28"/>
                  <a:gd name="T40" fmla="*/ 13 w 24"/>
                  <a:gd name="T41" fmla="*/ 2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28">
                    <a:moveTo>
                      <a:pt x="13" y="22"/>
                    </a:moveTo>
                    <a:cubicBezTo>
                      <a:pt x="12" y="23"/>
                      <a:pt x="12" y="24"/>
                      <a:pt x="12" y="24"/>
                    </a:cubicBezTo>
                    <a:cubicBezTo>
                      <a:pt x="16" y="28"/>
                      <a:pt x="12" y="28"/>
                      <a:pt x="10" y="28"/>
                    </a:cubicBezTo>
                    <a:cubicBezTo>
                      <a:pt x="10" y="27"/>
                      <a:pt x="11" y="25"/>
                      <a:pt x="10" y="23"/>
                    </a:cubicBezTo>
                    <a:cubicBezTo>
                      <a:pt x="8" y="25"/>
                      <a:pt x="9" y="27"/>
                      <a:pt x="8" y="28"/>
                    </a:cubicBezTo>
                    <a:cubicBezTo>
                      <a:pt x="6" y="27"/>
                      <a:pt x="5" y="21"/>
                      <a:pt x="5" y="19"/>
                    </a:cubicBezTo>
                    <a:cubicBezTo>
                      <a:pt x="5" y="18"/>
                      <a:pt x="5" y="16"/>
                      <a:pt x="5" y="16"/>
                    </a:cubicBezTo>
                    <a:cubicBezTo>
                      <a:pt x="2" y="13"/>
                      <a:pt x="0" y="10"/>
                      <a:pt x="4" y="7"/>
                    </a:cubicBezTo>
                    <a:cubicBezTo>
                      <a:pt x="4" y="7"/>
                      <a:pt x="3" y="6"/>
                      <a:pt x="4" y="5"/>
                    </a:cubicBezTo>
                    <a:cubicBezTo>
                      <a:pt x="5" y="4"/>
                      <a:pt x="7" y="4"/>
                      <a:pt x="8" y="3"/>
                    </a:cubicBezTo>
                    <a:cubicBezTo>
                      <a:pt x="9" y="2"/>
                      <a:pt x="11" y="2"/>
                      <a:pt x="12" y="3"/>
                    </a:cubicBezTo>
                    <a:cubicBezTo>
                      <a:pt x="14" y="6"/>
                      <a:pt x="16" y="5"/>
                      <a:pt x="18" y="3"/>
                    </a:cubicBezTo>
                    <a:cubicBezTo>
                      <a:pt x="21" y="0"/>
                      <a:pt x="23" y="2"/>
                      <a:pt x="24" y="5"/>
                    </a:cubicBezTo>
                    <a:cubicBezTo>
                      <a:pt x="24" y="6"/>
                      <a:pt x="24" y="7"/>
                      <a:pt x="24" y="8"/>
                    </a:cubicBezTo>
                    <a:cubicBezTo>
                      <a:pt x="24" y="9"/>
                      <a:pt x="23" y="11"/>
                      <a:pt x="22" y="12"/>
                    </a:cubicBezTo>
                    <a:cubicBezTo>
                      <a:pt x="21" y="13"/>
                      <a:pt x="20" y="14"/>
                      <a:pt x="22" y="16"/>
                    </a:cubicBezTo>
                    <a:cubicBezTo>
                      <a:pt x="21" y="18"/>
                      <a:pt x="20" y="20"/>
                      <a:pt x="19" y="22"/>
                    </a:cubicBezTo>
                    <a:cubicBezTo>
                      <a:pt x="19" y="19"/>
                      <a:pt x="19" y="16"/>
                      <a:pt x="15" y="21"/>
                    </a:cubicBezTo>
                    <a:cubicBezTo>
                      <a:pt x="15" y="21"/>
                      <a:pt x="14" y="21"/>
                      <a:pt x="13" y="22"/>
                    </a:cubicBezTo>
                    <a:cubicBezTo>
                      <a:pt x="11" y="20"/>
                      <a:pt x="13" y="19"/>
                      <a:pt x="13" y="17"/>
                    </a:cubicBezTo>
                    <a:cubicBezTo>
                      <a:pt x="13" y="19"/>
                      <a:pt x="11" y="20"/>
                      <a:pt x="13" y="22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1" name="Freeform 1144"/>
              <p:cNvSpPr/>
              <p:nvPr/>
            </p:nvSpPr>
            <p:spPr bwMode="auto">
              <a:xfrm>
                <a:off x="1046" y="2784"/>
                <a:ext cx="71" cy="60"/>
              </a:xfrm>
              <a:custGeom>
                <a:avLst/>
                <a:gdLst>
                  <a:gd name="T0" fmla="*/ 28 w 30"/>
                  <a:gd name="T1" fmla="*/ 23 h 25"/>
                  <a:gd name="T2" fmla="*/ 23 w 30"/>
                  <a:gd name="T3" fmla="*/ 23 h 25"/>
                  <a:gd name="T4" fmla="*/ 17 w 30"/>
                  <a:gd name="T5" fmla="*/ 25 h 25"/>
                  <a:gd name="T6" fmla="*/ 17 w 30"/>
                  <a:gd name="T7" fmla="*/ 25 h 25"/>
                  <a:gd name="T8" fmla="*/ 10 w 30"/>
                  <a:gd name="T9" fmla="*/ 23 h 25"/>
                  <a:gd name="T10" fmla="*/ 9 w 30"/>
                  <a:gd name="T11" fmla="*/ 23 h 25"/>
                  <a:gd name="T12" fmla="*/ 9 w 30"/>
                  <a:gd name="T13" fmla="*/ 23 h 25"/>
                  <a:gd name="T14" fmla="*/ 10 w 30"/>
                  <a:gd name="T15" fmla="*/ 22 h 25"/>
                  <a:gd name="T16" fmla="*/ 12 w 30"/>
                  <a:gd name="T17" fmla="*/ 22 h 25"/>
                  <a:gd name="T18" fmla="*/ 10 w 30"/>
                  <a:gd name="T19" fmla="*/ 16 h 25"/>
                  <a:gd name="T20" fmla="*/ 0 w 30"/>
                  <a:gd name="T21" fmla="*/ 3 h 25"/>
                  <a:gd name="T22" fmla="*/ 10 w 30"/>
                  <a:gd name="T23" fmla="*/ 4 h 25"/>
                  <a:gd name="T24" fmla="*/ 3 w 30"/>
                  <a:gd name="T25" fmla="*/ 0 h 25"/>
                  <a:gd name="T26" fmla="*/ 12 w 30"/>
                  <a:gd name="T27" fmla="*/ 5 h 25"/>
                  <a:gd name="T28" fmla="*/ 19 w 30"/>
                  <a:gd name="T29" fmla="*/ 7 h 25"/>
                  <a:gd name="T30" fmla="*/ 18 w 30"/>
                  <a:gd name="T31" fmla="*/ 17 h 25"/>
                  <a:gd name="T32" fmla="*/ 22 w 30"/>
                  <a:gd name="T33" fmla="*/ 20 h 25"/>
                  <a:gd name="T34" fmla="*/ 25 w 30"/>
                  <a:gd name="T35" fmla="*/ 18 h 25"/>
                  <a:gd name="T36" fmla="*/ 30 w 30"/>
                  <a:gd name="T37" fmla="*/ 21 h 25"/>
                  <a:gd name="T38" fmla="*/ 28 w 30"/>
                  <a:gd name="T39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25">
                    <a:moveTo>
                      <a:pt x="28" y="23"/>
                    </a:moveTo>
                    <a:cubicBezTo>
                      <a:pt x="26" y="21"/>
                      <a:pt x="25" y="18"/>
                      <a:pt x="23" y="23"/>
                    </a:cubicBezTo>
                    <a:cubicBezTo>
                      <a:pt x="22" y="24"/>
                      <a:pt x="19" y="23"/>
                      <a:pt x="17" y="25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6" y="24"/>
                      <a:pt x="12" y="23"/>
                      <a:pt x="10" y="23"/>
                    </a:cubicBezTo>
                    <a:cubicBezTo>
                      <a:pt x="10" y="24"/>
                      <a:pt x="9" y="23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9" y="22"/>
                      <a:pt x="10" y="22"/>
                    </a:cubicBezTo>
                    <a:cubicBezTo>
                      <a:pt x="10" y="22"/>
                      <a:pt x="11" y="22"/>
                      <a:pt x="12" y="22"/>
                    </a:cubicBezTo>
                    <a:cubicBezTo>
                      <a:pt x="12" y="19"/>
                      <a:pt x="10" y="18"/>
                      <a:pt x="10" y="16"/>
                    </a:cubicBezTo>
                    <a:cubicBezTo>
                      <a:pt x="7" y="12"/>
                      <a:pt x="3" y="8"/>
                      <a:pt x="0" y="3"/>
                    </a:cubicBezTo>
                    <a:cubicBezTo>
                      <a:pt x="4" y="2"/>
                      <a:pt x="7" y="5"/>
                      <a:pt x="10" y="4"/>
                    </a:cubicBezTo>
                    <a:cubicBezTo>
                      <a:pt x="8" y="2"/>
                      <a:pt x="5" y="3"/>
                      <a:pt x="3" y="0"/>
                    </a:cubicBezTo>
                    <a:cubicBezTo>
                      <a:pt x="11" y="0"/>
                      <a:pt x="13" y="1"/>
                      <a:pt x="12" y="5"/>
                    </a:cubicBezTo>
                    <a:cubicBezTo>
                      <a:pt x="15" y="2"/>
                      <a:pt x="19" y="4"/>
                      <a:pt x="19" y="7"/>
                    </a:cubicBezTo>
                    <a:cubicBezTo>
                      <a:pt x="20" y="10"/>
                      <a:pt x="23" y="14"/>
                      <a:pt x="18" y="17"/>
                    </a:cubicBezTo>
                    <a:cubicBezTo>
                      <a:pt x="18" y="19"/>
                      <a:pt x="19" y="22"/>
                      <a:pt x="22" y="20"/>
                    </a:cubicBezTo>
                    <a:cubicBezTo>
                      <a:pt x="23" y="19"/>
                      <a:pt x="24" y="19"/>
                      <a:pt x="25" y="18"/>
                    </a:cubicBezTo>
                    <a:cubicBezTo>
                      <a:pt x="27" y="16"/>
                      <a:pt x="29" y="17"/>
                      <a:pt x="30" y="21"/>
                    </a:cubicBezTo>
                    <a:cubicBezTo>
                      <a:pt x="30" y="22"/>
                      <a:pt x="30" y="23"/>
                      <a:pt x="28" y="23"/>
                    </a:cubicBezTo>
                    <a:close/>
                  </a:path>
                </a:pathLst>
              </a:custGeom>
              <a:solidFill>
                <a:srgbClr val="FE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2" name="Freeform 1145"/>
              <p:cNvSpPr/>
              <p:nvPr/>
            </p:nvSpPr>
            <p:spPr bwMode="auto">
              <a:xfrm>
                <a:off x="986" y="2825"/>
                <a:ext cx="29" cy="21"/>
              </a:xfrm>
              <a:custGeom>
                <a:avLst/>
                <a:gdLst>
                  <a:gd name="T0" fmla="*/ 12 w 12"/>
                  <a:gd name="T1" fmla="*/ 9 h 9"/>
                  <a:gd name="T2" fmla="*/ 8 w 12"/>
                  <a:gd name="T3" fmla="*/ 7 h 9"/>
                  <a:gd name="T4" fmla="*/ 0 w 12"/>
                  <a:gd name="T5" fmla="*/ 6 h 9"/>
                  <a:gd name="T6" fmla="*/ 6 w 12"/>
                  <a:gd name="T7" fmla="*/ 1 h 9"/>
                  <a:gd name="T8" fmla="*/ 11 w 12"/>
                  <a:gd name="T9" fmla="*/ 6 h 9"/>
                  <a:gd name="T10" fmla="*/ 12 w 12"/>
                  <a:gd name="T11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9">
                    <a:moveTo>
                      <a:pt x="12" y="9"/>
                    </a:moveTo>
                    <a:cubicBezTo>
                      <a:pt x="10" y="9"/>
                      <a:pt x="9" y="9"/>
                      <a:pt x="8" y="7"/>
                    </a:cubicBezTo>
                    <a:cubicBezTo>
                      <a:pt x="6" y="4"/>
                      <a:pt x="3" y="3"/>
                      <a:pt x="0" y="6"/>
                    </a:cubicBezTo>
                    <a:cubicBezTo>
                      <a:pt x="0" y="3"/>
                      <a:pt x="2" y="0"/>
                      <a:pt x="6" y="1"/>
                    </a:cubicBezTo>
                    <a:cubicBezTo>
                      <a:pt x="9" y="1"/>
                      <a:pt x="12" y="2"/>
                      <a:pt x="11" y="6"/>
                    </a:cubicBezTo>
                    <a:cubicBezTo>
                      <a:pt x="11" y="7"/>
                      <a:pt x="11" y="8"/>
                      <a:pt x="12" y="9"/>
                    </a:cubicBezTo>
                    <a:close/>
                  </a:path>
                </a:pathLst>
              </a:custGeom>
              <a:solidFill>
                <a:srgbClr val="FE84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3" name="Freeform 1146"/>
              <p:cNvSpPr/>
              <p:nvPr/>
            </p:nvSpPr>
            <p:spPr bwMode="auto">
              <a:xfrm>
                <a:off x="1055" y="2860"/>
                <a:ext cx="14" cy="27"/>
              </a:xfrm>
              <a:custGeom>
                <a:avLst/>
                <a:gdLst>
                  <a:gd name="T0" fmla="*/ 4 w 6"/>
                  <a:gd name="T1" fmla="*/ 11 h 11"/>
                  <a:gd name="T2" fmla="*/ 2 w 6"/>
                  <a:gd name="T3" fmla="*/ 5 h 11"/>
                  <a:gd name="T4" fmla="*/ 1 w 6"/>
                  <a:gd name="T5" fmla="*/ 0 h 11"/>
                  <a:gd name="T6" fmla="*/ 4 w 6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1">
                    <a:moveTo>
                      <a:pt x="4" y="11"/>
                    </a:moveTo>
                    <a:cubicBezTo>
                      <a:pt x="4" y="9"/>
                      <a:pt x="5" y="6"/>
                      <a:pt x="2" y="5"/>
                    </a:cubicBezTo>
                    <a:cubicBezTo>
                      <a:pt x="2" y="3"/>
                      <a:pt x="0" y="2"/>
                      <a:pt x="1" y="0"/>
                    </a:cubicBezTo>
                    <a:cubicBezTo>
                      <a:pt x="5" y="2"/>
                      <a:pt x="6" y="5"/>
                      <a:pt x="4" y="11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4" name="Freeform 1147"/>
              <p:cNvSpPr/>
              <p:nvPr/>
            </p:nvSpPr>
            <p:spPr bwMode="auto">
              <a:xfrm>
                <a:off x="1062" y="2832"/>
                <a:ext cx="7" cy="7"/>
              </a:xfrm>
              <a:custGeom>
                <a:avLst/>
                <a:gdLst>
                  <a:gd name="T0" fmla="*/ 3 w 3"/>
                  <a:gd name="T1" fmla="*/ 2 h 3"/>
                  <a:gd name="T2" fmla="*/ 2 w 3"/>
                  <a:gd name="T3" fmla="*/ 3 h 3"/>
                  <a:gd name="T4" fmla="*/ 0 w 3"/>
                  <a:gd name="T5" fmla="*/ 0 h 3"/>
                  <a:gd name="T6" fmla="*/ 3 w 3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3" y="2"/>
                    </a:moveTo>
                    <a:cubicBezTo>
                      <a:pt x="3" y="2"/>
                      <a:pt x="2" y="2"/>
                      <a:pt x="2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1"/>
                      <a:pt x="3" y="2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5" name="Freeform 1148"/>
              <p:cNvSpPr/>
              <p:nvPr/>
            </p:nvSpPr>
            <p:spPr bwMode="auto">
              <a:xfrm>
                <a:off x="1072" y="2925"/>
                <a:ext cx="4" cy="40"/>
              </a:xfrm>
              <a:custGeom>
                <a:avLst/>
                <a:gdLst>
                  <a:gd name="T0" fmla="*/ 1 w 2"/>
                  <a:gd name="T1" fmla="*/ 0 h 17"/>
                  <a:gd name="T2" fmla="*/ 2 w 2"/>
                  <a:gd name="T3" fmla="*/ 2 h 17"/>
                  <a:gd name="T4" fmla="*/ 2 w 2"/>
                  <a:gd name="T5" fmla="*/ 16 h 17"/>
                  <a:gd name="T6" fmla="*/ 1 w 2"/>
                  <a:gd name="T7" fmla="*/ 16 h 17"/>
                  <a:gd name="T8" fmla="*/ 0 w 2"/>
                  <a:gd name="T9" fmla="*/ 2 h 17"/>
                  <a:gd name="T10" fmla="*/ 1 w 2"/>
                  <a:gd name="T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7">
                    <a:moveTo>
                      <a:pt x="1" y="0"/>
                    </a:moveTo>
                    <a:cubicBezTo>
                      <a:pt x="1" y="1"/>
                      <a:pt x="1" y="1"/>
                      <a:pt x="2" y="2"/>
                    </a:cubicBezTo>
                    <a:cubicBezTo>
                      <a:pt x="2" y="7"/>
                      <a:pt x="2" y="12"/>
                      <a:pt x="2" y="16"/>
                    </a:cubicBezTo>
                    <a:cubicBezTo>
                      <a:pt x="1" y="17"/>
                      <a:pt x="1" y="17"/>
                      <a:pt x="1" y="16"/>
                    </a:cubicBezTo>
                    <a:cubicBezTo>
                      <a:pt x="0" y="12"/>
                      <a:pt x="0" y="7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6" name="Freeform 1149"/>
              <p:cNvSpPr/>
              <p:nvPr/>
            </p:nvSpPr>
            <p:spPr bwMode="auto">
              <a:xfrm>
                <a:off x="1074" y="2963"/>
                <a:ext cx="5" cy="19"/>
              </a:xfrm>
              <a:custGeom>
                <a:avLst/>
                <a:gdLst>
                  <a:gd name="T0" fmla="*/ 0 w 2"/>
                  <a:gd name="T1" fmla="*/ 0 h 8"/>
                  <a:gd name="T2" fmla="*/ 1 w 2"/>
                  <a:gd name="T3" fmla="*/ 0 h 8"/>
                  <a:gd name="T4" fmla="*/ 1 w 2"/>
                  <a:gd name="T5" fmla="*/ 8 h 8"/>
                  <a:gd name="T6" fmla="*/ 0 w 2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8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3"/>
                      <a:pt x="2" y="5"/>
                      <a:pt x="1" y="8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FC96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7" name="Freeform 1150"/>
              <p:cNvSpPr/>
              <p:nvPr/>
            </p:nvSpPr>
            <p:spPr bwMode="auto">
              <a:xfrm>
                <a:off x="690" y="2656"/>
                <a:ext cx="66" cy="60"/>
              </a:xfrm>
              <a:custGeom>
                <a:avLst/>
                <a:gdLst>
                  <a:gd name="T0" fmla="*/ 3 w 28"/>
                  <a:gd name="T1" fmla="*/ 1 h 25"/>
                  <a:gd name="T2" fmla="*/ 18 w 28"/>
                  <a:gd name="T3" fmla="*/ 2 h 25"/>
                  <a:gd name="T4" fmla="*/ 18 w 28"/>
                  <a:gd name="T5" fmla="*/ 3 h 25"/>
                  <a:gd name="T6" fmla="*/ 27 w 28"/>
                  <a:gd name="T7" fmla="*/ 15 h 25"/>
                  <a:gd name="T8" fmla="*/ 25 w 28"/>
                  <a:gd name="T9" fmla="*/ 22 h 25"/>
                  <a:gd name="T10" fmla="*/ 6 w 28"/>
                  <a:gd name="T11" fmla="*/ 17 h 25"/>
                  <a:gd name="T12" fmla="*/ 3 w 28"/>
                  <a:gd name="T13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5">
                    <a:moveTo>
                      <a:pt x="3" y="1"/>
                    </a:moveTo>
                    <a:cubicBezTo>
                      <a:pt x="8" y="0"/>
                      <a:pt x="13" y="1"/>
                      <a:pt x="18" y="2"/>
                    </a:cubicBezTo>
                    <a:cubicBezTo>
                      <a:pt x="18" y="2"/>
                      <a:pt x="18" y="2"/>
                      <a:pt x="18" y="3"/>
                    </a:cubicBezTo>
                    <a:cubicBezTo>
                      <a:pt x="21" y="7"/>
                      <a:pt x="24" y="10"/>
                      <a:pt x="27" y="15"/>
                    </a:cubicBezTo>
                    <a:cubicBezTo>
                      <a:pt x="28" y="18"/>
                      <a:pt x="27" y="20"/>
                      <a:pt x="25" y="22"/>
                    </a:cubicBezTo>
                    <a:cubicBezTo>
                      <a:pt x="20" y="25"/>
                      <a:pt x="9" y="22"/>
                      <a:pt x="6" y="17"/>
                    </a:cubicBezTo>
                    <a:cubicBezTo>
                      <a:pt x="0" y="13"/>
                      <a:pt x="4" y="6"/>
                      <a:pt x="3" y="1"/>
                    </a:cubicBezTo>
                    <a:close/>
                  </a:path>
                </a:pathLst>
              </a:custGeom>
              <a:solidFill>
                <a:srgbClr val="FED4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8" name="Freeform 1151"/>
              <p:cNvSpPr/>
              <p:nvPr/>
            </p:nvSpPr>
            <p:spPr bwMode="auto">
              <a:xfrm>
                <a:off x="773" y="2689"/>
                <a:ext cx="50" cy="48"/>
              </a:xfrm>
              <a:custGeom>
                <a:avLst/>
                <a:gdLst>
                  <a:gd name="T0" fmla="*/ 19 w 21"/>
                  <a:gd name="T1" fmla="*/ 4 h 20"/>
                  <a:gd name="T2" fmla="*/ 18 w 21"/>
                  <a:gd name="T3" fmla="*/ 16 h 20"/>
                  <a:gd name="T4" fmla="*/ 12 w 21"/>
                  <a:gd name="T5" fmla="*/ 19 h 20"/>
                  <a:gd name="T6" fmla="*/ 8 w 21"/>
                  <a:gd name="T7" fmla="*/ 18 h 20"/>
                  <a:gd name="T8" fmla="*/ 2 w 21"/>
                  <a:gd name="T9" fmla="*/ 12 h 20"/>
                  <a:gd name="T10" fmla="*/ 2 w 21"/>
                  <a:gd name="T11" fmla="*/ 3 h 20"/>
                  <a:gd name="T12" fmla="*/ 3 w 21"/>
                  <a:gd name="T13" fmla="*/ 1 h 20"/>
                  <a:gd name="T14" fmla="*/ 12 w 21"/>
                  <a:gd name="T15" fmla="*/ 4 h 20"/>
                  <a:gd name="T16" fmla="*/ 13 w 21"/>
                  <a:gd name="T17" fmla="*/ 3 h 20"/>
                  <a:gd name="T18" fmla="*/ 17 w 21"/>
                  <a:gd name="T19" fmla="*/ 4 h 20"/>
                  <a:gd name="T20" fmla="*/ 19 w 21"/>
                  <a:gd name="T21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20">
                    <a:moveTo>
                      <a:pt x="19" y="4"/>
                    </a:moveTo>
                    <a:cubicBezTo>
                      <a:pt x="20" y="8"/>
                      <a:pt x="21" y="12"/>
                      <a:pt x="18" y="16"/>
                    </a:cubicBezTo>
                    <a:cubicBezTo>
                      <a:pt x="16" y="18"/>
                      <a:pt x="15" y="20"/>
                      <a:pt x="12" y="19"/>
                    </a:cubicBezTo>
                    <a:cubicBezTo>
                      <a:pt x="11" y="19"/>
                      <a:pt x="9" y="18"/>
                      <a:pt x="8" y="18"/>
                    </a:cubicBezTo>
                    <a:cubicBezTo>
                      <a:pt x="3" y="18"/>
                      <a:pt x="1" y="16"/>
                      <a:pt x="2" y="12"/>
                    </a:cubicBezTo>
                    <a:cubicBezTo>
                      <a:pt x="3" y="9"/>
                      <a:pt x="0" y="6"/>
                      <a:pt x="2" y="3"/>
                    </a:cubicBezTo>
                    <a:cubicBezTo>
                      <a:pt x="2" y="3"/>
                      <a:pt x="3" y="1"/>
                      <a:pt x="3" y="1"/>
                    </a:cubicBezTo>
                    <a:cubicBezTo>
                      <a:pt x="6" y="3"/>
                      <a:pt x="10" y="0"/>
                      <a:pt x="12" y="4"/>
                    </a:cubicBezTo>
                    <a:cubicBezTo>
                      <a:pt x="13" y="4"/>
                      <a:pt x="13" y="3"/>
                      <a:pt x="13" y="3"/>
                    </a:cubicBezTo>
                    <a:cubicBezTo>
                      <a:pt x="15" y="3"/>
                      <a:pt x="16" y="3"/>
                      <a:pt x="17" y="4"/>
                    </a:cubicBezTo>
                    <a:cubicBezTo>
                      <a:pt x="18" y="4"/>
                      <a:pt x="19" y="4"/>
                      <a:pt x="19" y="4"/>
                    </a:cubicBezTo>
                    <a:close/>
                  </a:path>
                </a:pathLst>
              </a:custGeom>
              <a:solidFill>
                <a:srgbClr val="FE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499" name="Freeform 1152"/>
              <p:cNvSpPr/>
              <p:nvPr/>
            </p:nvSpPr>
            <p:spPr bwMode="auto">
              <a:xfrm>
                <a:off x="751" y="2649"/>
                <a:ext cx="55" cy="50"/>
              </a:xfrm>
              <a:custGeom>
                <a:avLst/>
                <a:gdLst>
                  <a:gd name="T0" fmla="*/ 22 w 23"/>
                  <a:gd name="T1" fmla="*/ 21 h 21"/>
                  <a:gd name="T2" fmla="*/ 11 w 23"/>
                  <a:gd name="T3" fmla="*/ 20 h 21"/>
                  <a:gd name="T4" fmla="*/ 10 w 23"/>
                  <a:gd name="T5" fmla="*/ 16 h 21"/>
                  <a:gd name="T6" fmla="*/ 14 w 23"/>
                  <a:gd name="T7" fmla="*/ 15 h 21"/>
                  <a:gd name="T8" fmla="*/ 7 w 23"/>
                  <a:gd name="T9" fmla="*/ 16 h 21"/>
                  <a:gd name="T10" fmla="*/ 4 w 23"/>
                  <a:gd name="T11" fmla="*/ 13 h 21"/>
                  <a:gd name="T12" fmla="*/ 0 w 23"/>
                  <a:gd name="T13" fmla="*/ 0 h 21"/>
                  <a:gd name="T14" fmla="*/ 11 w 23"/>
                  <a:gd name="T15" fmla="*/ 6 h 21"/>
                  <a:gd name="T16" fmla="*/ 17 w 23"/>
                  <a:gd name="T17" fmla="*/ 11 h 21"/>
                  <a:gd name="T18" fmla="*/ 21 w 23"/>
                  <a:gd name="T19" fmla="*/ 16 h 21"/>
                  <a:gd name="T20" fmla="*/ 22 w 23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1">
                    <a:moveTo>
                      <a:pt x="22" y="21"/>
                    </a:moveTo>
                    <a:cubicBezTo>
                      <a:pt x="18" y="19"/>
                      <a:pt x="15" y="20"/>
                      <a:pt x="11" y="20"/>
                    </a:cubicBezTo>
                    <a:cubicBezTo>
                      <a:pt x="11" y="19"/>
                      <a:pt x="10" y="17"/>
                      <a:pt x="10" y="16"/>
                    </a:cubicBezTo>
                    <a:cubicBezTo>
                      <a:pt x="11" y="15"/>
                      <a:pt x="12" y="15"/>
                      <a:pt x="14" y="15"/>
                    </a:cubicBezTo>
                    <a:cubicBezTo>
                      <a:pt x="11" y="15"/>
                      <a:pt x="9" y="14"/>
                      <a:pt x="7" y="16"/>
                    </a:cubicBezTo>
                    <a:cubicBezTo>
                      <a:pt x="6" y="15"/>
                      <a:pt x="5" y="14"/>
                      <a:pt x="4" y="13"/>
                    </a:cubicBezTo>
                    <a:cubicBezTo>
                      <a:pt x="3" y="9"/>
                      <a:pt x="2" y="5"/>
                      <a:pt x="0" y="0"/>
                    </a:cubicBezTo>
                    <a:cubicBezTo>
                      <a:pt x="6" y="0"/>
                      <a:pt x="9" y="1"/>
                      <a:pt x="11" y="6"/>
                    </a:cubicBezTo>
                    <a:cubicBezTo>
                      <a:pt x="12" y="9"/>
                      <a:pt x="13" y="11"/>
                      <a:pt x="17" y="11"/>
                    </a:cubicBezTo>
                    <a:cubicBezTo>
                      <a:pt x="20" y="11"/>
                      <a:pt x="19" y="15"/>
                      <a:pt x="21" y="16"/>
                    </a:cubicBezTo>
                    <a:cubicBezTo>
                      <a:pt x="22" y="18"/>
                      <a:pt x="23" y="19"/>
                      <a:pt x="22" y="21"/>
                    </a:cubicBezTo>
                    <a:close/>
                  </a:path>
                </a:pathLst>
              </a:custGeom>
              <a:solidFill>
                <a:srgbClr val="FE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0" name="Freeform 1153"/>
              <p:cNvSpPr/>
              <p:nvPr/>
            </p:nvSpPr>
            <p:spPr bwMode="auto">
              <a:xfrm>
                <a:off x="758" y="2611"/>
                <a:ext cx="50" cy="21"/>
              </a:xfrm>
              <a:custGeom>
                <a:avLst/>
                <a:gdLst>
                  <a:gd name="T0" fmla="*/ 21 w 21"/>
                  <a:gd name="T1" fmla="*/ 4 h 9"/>
                  <a:gd name="T2" fmla="*/ 18 w 21"/>
                  <a:gd name="T3" fmla="*/ 7 h 9"/>
                  <a:gd name="T4" fmla="*/ 14 w 21"/>
                  <a:gd name="T5" fmla="*/ 8 h 9"/>
                  <a:gd name="T6" fmla="*/ 9 w 21"/>
                  <a:gd name="T7" fmla="*/ 9 h 9"/>
                  <a:gd name="T8" fmla="*/ 0 w 21"/>
                  <a:gd name="T9" fmla="*/ 1 h 9"/>
                  <a:gd name="T10" fmla="*/ 0 w 21"/>
                  <a:gd name="T11" fmla="*/ 0 h 9"/>
                  <a:gd name="T12" fmla="*/ 16 w 21"/>
                  <a:gd name="T13" fmla="*/ 4 h 9"/>
                  <a:gd name="T14" fmla="*/ 18 w 21"/>
                  <a:gd name="T15" fmla="*/ 1 h 9"/>
                  <a:gd name="T16" fmla="*/ 21 w 21"/>
                  <a:gd name="T17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9">
                    <a:moveTo>
                      <a:pt x="21" y="4"/>
                    </a:moveTo>
                    <a:cubicBezTo>
                      <a:pt x="20" y="4"/>
                      <a:pt x="19" y="5"/>
                      <a:pt x="18" y="7"/>
                    </a:cubicBezTo>
                    <a:cubicBezTo>
                      <a:pt x="17" y="8"/>
                      <a:pt x="16" y="9"/>
                      <a:pt x="14" y="8"/>
                    </a:cubicBezTo>
                    <a:cubicBezTo>
                      <a:pt x="12" y="6"/>
                      <a:pt x="10" y="7"/>
                      <a:pt x="9" y="9"/>
                    </a:cubicBezTo>
                    <a:cubicBezTo>
                      <a:pt x="5" y="8"/>
                      <a:pt x="1" y="7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5" y="3"/>
                      <a:pt x="10" y="3"/>
                      <a:pt x="16" y="4"/>
                    </a:cubicBezTo>
                    <a:cubicBezTo>
                      <a:pt x="18" y="4"/>
                      <a:pt x="17" y="2"/>
                      <a:pt x="18" y="1"/>
                    </a:cubicBezTo>
                    <a:cubicBezTo>
                      <a:pt x="19" y="2"/>
                      <a:pt x="20" y="3"/>
                      <a:pt x="21" y="4"/>
                    </a:cubicBezTo>
                    <a:close/>
                  </a:path>
                </a:pathLst>
              </a:custGeom>
              <a:solidFill>
                <a:srgbClr val="FE8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1" name="Freeform 1154"/>
              <p:cNvSpPr/>
              <p:nvPr/>
            </p:nvSpPr>
            <p:spPr bwMode="auto">
              <a:xfrm>
                <a:off x="749" y="2613"/>
                <a:ext cx="47" cy="41"/>
              </a:xfrm>
              <a:custGeom>
                <a:avLst/>
                <a:gdLst>
                  <a:gd name="T0" fmla="*/ 4 w 20"/>
                  <a:gd name="T1" fmla="*/ 0 h 17"/>
                  <a:gd name="T2" fmla="*/ 13 w 20"/>
                  <a:gd name="T3" fmla="*/ 8 h 17"/>
                  <a:gd name="T4" fmla="*/ 13 w 20"/>
                  <a:gd name="T5" fmla="*/ 8 h 17"/>
                  <a:gd name="T6" fmla="*/ 18 w 20"/>
                  <a:gd name="T7" fmla="*/ 12 h 17"/>
                  <a:gd name="T8" fmla="*/ 20 w 20"/>
                  <a:gd name="T9" fmla="*/ 16 h 17"/>
                  <a:gd name="T10" fmla="*/ 18 w 20"/>
                  <a:gd name="T11" fmla="*/ 16 h 17"/>
                  <a:gd name="T12" fmla="*/ 14 w 20"/>
                  <a:gd name="T13" fmla="*/ 15 h 17"/>
                  <a:gd name="T14" fmla="*/ 7 w 20"/>
                  <a:gd name="T15" fmla="*/ 9 h 17"/>
                  <a:gd name="T16" fmla="*/ 0 w 20"/>
                  <a:gd name="T17" fmla="*/ 2 h 17"/>
                  <a:gd name="T18" fmla="*/ 1 w 20"/>
                  <a:gd name="T19" fmla="*/ 2 h 17"/>
                  <a:gd name="T20" fmla="*/ 2 w 20"/>
                  <a:gd name="T21" fmla="*/ 1 h 17"/>
                  <a:gd name="T22" fmla="*/ 4 w 20"/>
                  <a:gd name="T2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" h="17">
                    <a:moveTo>
                      <a:pt x="4" y="0"/>
                    </a:moveTo>
                    <a:cubicBezTo>
                      <a:pt x="6" y="5"/>
                      <a:pt x="11" y="5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9"/>
                      <a:pt x="16" y="11"/>
                      <a:pt x="18" y="12"/>
                    </a:cubicBezTo>
                    <a:cubicBezTo>
                      <a:pt x="18" y="13"/>
                      <a:pt x="20" y="14"/>
                      <a:pt x="20" y="16"/>
                    </a:cubicBezTo>
                    <a:cubicBezTo>
                      <a:pt x="19" y="16"/>
                      <a:pt x="18" y="16"/>
                      <a:pt x="18" y="16"/>
                    </a:cubicBezTo>
                    <a:cubicBezTo>
                      <a:pt x="17" y="14"/>
                      <a:pt x="15" y="17"/>
                      <a:pt x="14" y="15"/>
                    </a:cubicBezTo>
                    <a:cubicBezTo>
                      <a:pt x="12" y="13"/>
                      <a:pt x="11" y="10"/>
                      <a:pt x="7" y="9"/>
                    </a:cubicBezTo>
                    <a:cubicBezTo>
                      <a:pt x="5" y="7"/>
                      <a:pt x="0" y="7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ubicBezTo>
                      <a:pt x="3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FE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2" name="Freeform 1155"/>
              <p:cNvSpPr/>
              <p:nvPr/>
            </p:nvSpPr>
            <p:spPr bwMode="auto">
              <a:xfrm>
                <a:off x="801" y="2658"/>
                <a:ext cx="40" cy="34"/>
              </a:xfrm>
              <a:custGeom>
                <a:avLst/>
                <a:gdLst>
                  <a:gd name="T0" fmla="*/ 0 w 17"/>
                  <a:gd name="T1" fmla="*/ 1 h 14"/>
                  <a:gd name="T2" fmla="*/ 5 w 17"/>
                  <a:gd name="T3" fmla="*/ 2 h 14"/>
                  <a:gd name="T4" fmla="*/ 14 w 17"/>
                  <a:gd name="T5" fmla="*/ 9 h 14"/>
                  <a:gd name="T6" fmla="*/ 17 w 17"/>
                  <a:gd name="T7" fmla="*/ 14 h 14"/>
                  <a:gd name="T8" fmla="*/ 11 w 17"/>
                  <a:gd name="T9" fmla="*/ 10 h 14"/>
                  <a:gd name="T10" fmla="*/ 0 w 17"/>
                  <a:gd name="T11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4">
                    <a:moveTo>
                      <a:pt x="0" y="1"/>
                    </a:moveTo>
                    <a:cubicBezTo>
                      <a:pt x="2" y="0"/>
                      <a:pt x="4" y="1"/>
                      <a:pt x="5" y="2"/>
                    </a:cubicBezTo>
                    <a:cubicBezTo>
                      <a:pt x="7" y="6"/>
                      <a:pt x="11" y="7"/>
                      <a:pt x="14" y="9"/>
                    </a:cubicBezTo>
                    <a:cubicBezTo>
                      <a:pt x="14" y="11"/>
                      <a:pt x="17" y="12"/>
                      <a:pt x="17" y="14"/>
                    </a:cubicBezTo>
                    <a:cubicBezTo>
                      <a:pt x="14" y="14"/>
                      <a:pt x="13" y="11"/>
                      <a:pt x="11" y="10"/>
                    </a:cubicBezTo>
                    <a:cubicBezTo>
                      <a:pt x="7" y="8"/>
                      <a:pt x="4" y="4"/>
                      <a:pt x="0" y="1"/>
                    </a:cubicBezTo>
                    <a:close/>
                  </a:path>
                </a:pathLst>
              </a:custGeom>
              <a:solidFill>
                <a:srgbClr val="FE6C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3" name="Freeform 1156"/>
              <p:cNvSpPr/>
              <p:nvPr/>
            </p:nvSpPr>
            <p:spPr bwMode="auto">
              <a:xfrm>
                <a:off x="675" y="2623"/>
                <a:ext cx="31" cy="16"/>
              </a:xfrm>
              <a:custGeom>
                <a:avLst/>
                <a:gdLst>
                  <a:gd name="T0" fmla="*/ 6 w 13"/>
                  <a:gd name="T1" fmla="*/ 6 h 7"/>
                  <a:gd name="T2" fmla="*/ 0 w 13"/>
                  <a:gd name="T3" fmla="*/ 6 h 7"/>
                  <a:gd name="T4" fmla="*/ 2 w 13"/>
                  <a:gd name="T5" fmla="*/ 4 h 7"/>
                  <a:gd name="T6" fmla="*/ 11 w 13"/>
                  <a:gd name="T7" fmla="*/ 2 h 7"/>
                  <a:gd name="T8" fmla="*/ 13 w 13"/>
                  <a:gd name="T9" fmla="*/ 1 h 7"/>
                  <a:gd name="T10" fmla="*/ 13 w 13"/>
                  <a:gd name="T11" fmla="*/ 3 h 7"/>
                  <a:gd name="T12" fmla="*/ 12 w 13"/>
                  <a:gd name="T13" fmla="*/ 4 h 7"/>
                  <a:gd name="T14" fmla="*/ 9 w 13"/>
                  <a:gd name="T15" fmla="*/ 7 h 7"/>
                  <a:gd name="T16" fmla="*/ 6 w 13"/>
                  <a:gd name="T1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7">
                    <a:moveTo>
                      <a:pt x="6" y="6"/>
                    </a:moveTo>
                    <a:cubicBezTo>
                      <a:pt x="4" y="6"/>
                      <a:pt x="2" y="6"/>
                      <a:pt x="0" y="6"/>
                    </a:cubicBezTo>
                    <a:cubicBezTo>
                      <a:pt x="0" y="5"/>
                      <a:pt x="0" y="4"/>
                      <a:pt x="2" y="4"/>
                    </a:cubicBezTo>
                    <a:cubicBezTo>
                      <a:pt x="5" y="5"/>
                      <a:pt x="8" y="4"/>
                      <a:pt x="11" y="2"/>
                    </a:cubicBezTo>
                    <a:cubicBezTo>
                      <a:pt x="11" y="1"/>
                      <a:pt x="12" y="0"/>
                      <a:pt x="13" y="1"/>
                    </a:cubicBezTo>
                    <a:cubicBezTo>
                      <a:pt x="13" y="2"/>
                      <a:pt x="13" y="3"/>
                      <a:pt x="13" y="3"/>
                    </a:cubicBezTo>
                    <a:cubicBezTo>
                      <a:pt x="13" y="4"/>
                      <a:pt x="13" y="5"/>
                      <a:pt x="12" y="4"/>
                    </a:cubicBezTo>
                    <a:cubicBezTo>
                      <a:pt x="10" y="4"/>
                      <a:pt x="9" y="5"/>
                      <a:pt x="9" y="7"/>
                    </a:cubicBezTo>
                    <a:cubicBezTo>
                      <a:pt x="8" y="7"/>
                      <a:pt x="7" y="6"/>
                      <a:pt x="6" y="6"/>
                    </a:cubicBezTo>
                    <a:close/>
                  </a:path>
                </a:pathLst>
              </a:custGeom>
              <a:solidFill>
                <a:srgbClr val="FEA9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4" name="Freeform 1157"/>
              <p:cNvSpPr/>
              <p:nvPr/>
            </p:nvSpPr>
            <p:spPr bwMode="auto">
              <a:xfrm>
                <a:off x="732" y="2601"/>
                <a:ext cx="19" cy="17"/>
              </a:xfrm>
              <a:custGeom>
                <a:avLst/>
                <a:gdLst>
                  <a:gd name="T0" fmla="*/ 7 w 8"/>
                  <a:gd name="T1" fmla="*/ 7 h 7"/>
                  <a:gd name="T2" fmla="*/ 2 w 8"/>
                  <a:gd name="T3" fmla="*/ 5 h 7"/>
                  <a:gd name="T4" fmla="*/ 0 w 8"/>
                  <a:gd name="T5" fmla="*/ 3 h 7"/>
                  <a:gd name="T6" fmla="*/ 1 w 8"/>
                  <a:gd name="T7" fmla="*/ 1 h 7"/>
                  <a:gd name="T8" fmla="*/ 3 w 8"/>
                  <a:gd name="T9" fmla="*/ 2 h 7"/>
                  <a:gd name="T10" fmla="*/ 8 w 8"/>
                  <a:gd name="T11" fmla="*/ 6 h 7"/>
                  <a:gd name="T12" fmla="*/ 7 w 8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7">
                    <a:moveTo>
                      <a:pt x="7" y="7"/>
                    </a:moveTo>
                    <a:cubicBezTo>
                      <a:pt x="5" y="6"/>
                      <a:pt x="4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2"/>
                    </a:cubicBezTo>
                    <a:cubicBezTo>
                      <a:pt x="4" y="5"/>
                      <a:pt x="8" y="3"/>
                      <a:pt x="8" y="6"/>
                    </a:cubicBezTo>
                    <a:cubicBezTo>
                      <a:pt x="8" y="6"/>
                      <a:pt x="8" y="7"/>
                      <a:pt x="7" y="7"/>
                    </a:cubicBezTo>
                    <a:close/>
                  </a:path>
                </a:pathLst>
              </a:custGeom>
              <a:solidFill>
                <a:srgbClr val="FE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5" name="Freeform 1158"/>
              <p:cNvSpPr/>
              <p:nvPr/>
            </p:nvSpPr>
            <p:spPr bwMode="auto">
              <a:xfrm>
                <a:off x="801" y="2687"/>
                <a:ext cx="12" cy="12"/>
              </a:xfrm>
              <a:custGeom>
                <a:avLst/>
                <a:gdLst>
                  <a:gd name="T0" fmla="*/ 1 w 5"/>
                  <a:gd name="T1" fmla="*/ 5 h 5"/>
                  <a:gd name="T2" fmla="*/ 0 w 5"/>
                  <a:gd name="T3" fmla="*/ 0 h 5"/>
                  <a:gd name="T4" fmla="*/ 5 w 5"/>
                  <a:gd name="T5" fmla="*/ 5 h 5"/>
                  <a:gd name="T6" fmla="*/ 1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1" y="5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3" y="0"/>
                      <a:pt x="5" y="1"/>
                      <a:pt x="5" y="5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FE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6" name="Freeform 1159"/>
              <p:cNvSpPr/>
              <p:nvPr/>
            </p:nvSpPr>
            <p:spPr bwMode="auto">
              <a:xfrm>
                <a:off x="747" y="2597"/>
                <a:ext cx="14" cy="14"/>
              </a:xfrm>
              <a:custGeom>
                <a:avLst/>
                <a:gdLst>
                  <a:gd name="T0" fmla="*/ 0 w 6"/>
                  <a:gd name="T1" fmla="*/ 2 h 6"/>
                  <a:gd name="T2" fmla="*/ 5 w 6"/>
                  <a:gd name="T3" fmla="*/ 6 h 6"/>
                  <a:gd name="T4" fmla="*/ 0 w 6"/>
                  <a:gd name="T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0" y="2"/>
                    </a:moveTo>
                    <a:cubicBezTo>
                      <a:pt x="5" y="0"/>
                      <a:pt x="6" y="1"/>
                      <a:pt x="5" y="6"/>
                    </a:cubicBezTo>
                    <a:cubicBezTo>
                      <a:pt x="4" y="4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FE8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7" name="Freeform 1160"/>
              <p:cNvSpPr/>
              <p:nvPr/>
            </p:nvSpPr>
            <p:spPr bwMode="auto">
              <a:xfrm>
                <a:off x="766" y="2635"/>
                <a:ext cx="16" cy="14"/>
              </a:xfrm>
              <a:custGeom>
                <a:avLst/>
                <a:gdLst>
                  <a:gd name="T0" fmla="*/ 0 w 7"/>
                  <a:gd name="T1" fmla="*/ 0 h 6"/>
                  <a:gd name="T2" fmla="*/ 7 w 7"/>
                  <a:gd name="T3" fmla="*/ 6 h 6"/>
                  <a:gd name="T4" fmla="*/ 0 w 7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6">
                    <a:moveTo>
                      <a:pt x="0" y="0"/>
                    </a:moveTo>
                    <a:cubicBezTo>
                      <a:pt x="4" y="0"/>
                      <a:pt x="7" y="3"/>
                      <a:pt x="7" y="6"/>
                    </a:cubicBezTo>
                    <a:cubicBezTo>
                      <a:pt x="4" y="5"/>
                      <a:pt x="3" y="1"/>
                      <a:pt x="0" y="0"/>
                    </a:cubicBezTo>
                    <a:close/>
                  </a:path>
                </a:pathLst>
              </a:custGeom>
              <a:solidFill>
                <a:srgbClr val="FE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8" name="Freeform 1161"/>
              <p:cNvSpPr/>
              <p:nvPr/>
            </p:nvSpPr>
            <p:spPr bwMode="auto">
              <a:xfrm>
                <a:off x="749" y="2613"/>
                <a:ext cx="12" cy="12"/>
              </a:xfrm>
              <a:custGeom>
                <a:avLst/>
                <a:gdLst>
                  <a:gd name="T0" fmla="*/ 0 w 5"/>
                  <a:gd name="T1" fmla="*/ 2 h 5"/>
                  <a:gd name="T2" fmla="*/ 1 w 5"/>
                  <a:gd name="T3" fmla="*/ 1 h 5"/>
                  <a:gd name="T4" fmla="*/ 2 w 5"/>
                  <a:gd name="T5" fmla="*/ 1 h 5"/>
                  <a:gd name="T6" fmla="*/ 3 w 5"/>
                  <a:gd name="T7" fmla="*/ 4 h 5"/>
                  <a:gd name="T8" fmla="*/ 0 w 5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0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5" y="3"/>
                      <a:pt x="3" y="4"/>
                    </a:cubicBezTo>
                    <a:cubicBezTo>
                      <a:pt x="2" y="5"/>
                      <a:pt x="1" y="3"/>
                      <a:pt x="0" y="2"/>
                    </a:cubicBezTo>
                    <a:close/>
                  </a:path>
                </a:pathLst>
              </a:custGeom>
              <a:solidFill>
                <a:srgbClr val="FE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09" name="Freeform 1162"/>
              <p:cNvSpPr/>
              <p:nvPr/>
            </p:nvSpPr>
            <p:spPr bwMode="auto">
              <a:xfrm>
                <a:off x="792" y="2651"/>
                <a:ext cx="12" cy="7"/>
              </a:xfrm>
              <a:custGeom>
                <a:avLst/>
                <a:gdLst>
                  <a:gd name="T0" fmla="*/ 0 w 5"/>
                  <a:gd name="T1" fmla="*/ 0 h 3"/>
                  <a:gd name="T2" fmla="*/ 2 w 5"/>
                  <a:gd name="T3" fmla="*/ 0 h 3"/>
                  <a:gd name="T4" fmla="*/ 3 w 5"/>
                  <a:gd name="T5" fmla="*/ 3 h 3"/>
                  <a:gd name="T6" fmla="*/ 0 w 5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"/>
                      <a:pt x="5" y="1"/>
                      <a:pt x="3" y="3"/>
                    </a:cubicBezTo>
                    <a:cubicBezTo>
                      <a:pt x="1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6C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0" name="Freeform 1163"/>
              <p:cNvSpPr/>
              <p:nvPr/>
            </p:nvSpPr>
            <p:spPr bwMode="auto">
              <a:xfrm>
                <a:off x="682" y="2658"/>
                <a:ext cx="22" cy="38"/>
              </a:xfrm>
              <a:custGeom>
                <a:avLst/>
                <a:gdLst>
                  <a:gd name="T0" fmla="*/ 6 w 9"/>
                  <a:gd name="T1" fmla="*/ 0 h 16"/>
                  <a:gd name="T2" fmla="*/ 6 w 9"/>
                  <a:gd name="T3" fmla="*/ 9 h 16"/>
                  <a:gd name="T4" fmla="*/ 9 w 9"/>
                  <a:gd name="T5" fmla="*/ 16 h 16"/>
                  <a:gd name="T6" fmla="*/ 2 w 9"/>
                  <a:gd name="T7" fmla="*/ 8 h 16"/>
                  <a:gd name="T8" fmla="*/ 6 w 9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6" y="0"/>
                    </a:moveTo>
                    <a:cubicBezTo>
                      <a:pt x="8" y="3"/>
                      <a:pt x="8" y="6"/>
                      <a:pt x="6" y="9"/>
                    </a:cubicBezTo>
                    <a:cubicBezTo>
                      <a:pt x="5" y="12"/>
                      <a:pt x="9" y="13"/>
                      <a:pt x="9" y="16"/>
                    </a:cubicBezTo>
                    <a:cubicBezTo>
                      <a:pt x="5" y="15"/>
                      <a:pt x="3" y="11"/>
                      <a:pt x="2" y="8"/>
                    </a:cubicBezTo>
                    <a:cubicBezTo>
                      <a:pt x="0" y="4"/>
                      <a:pt x="2" y="1"/>
                      <a:pt x="6" y="0"/>
                    </a:cubicBezTo>
                    <a:close/>
                  </a:path>
                </a:pathLst>
              </a:custGeom>
              <a:solidFill>
                <a:srgbClr val="FED8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1" name="Freeform 1164"/>
              <p:cNvSpPr/>
              <p:nvPr/>
            </p:nvSpPr>
            <p:spPr bwMode="auto">
              <a:xfrm>
                <a:off x="744" y="2718"/>
                <a:ext cx="12" cy="14"/>
              </a:xfrm>
              <a:custGeom>
                <a:avLst/>
                <a:gdLst>
                  <a:gd name="T0" fmla="*/ 0 w 5"/>
                  <a:gd name="T1" fmla="*/ 5 h 6"/>
                  <a:gd name="T2" fmla="*/ 0 w 5"/>
                  <a:gd name="T3" fmla="*/ 4 h 6"/>
                  <a:gd name="T4" fmla="*/ 4 w 5"/>
                  <a:gd name="T5" fmla="*/ 0 h 6"/>
                  <a:gd name="T6" fmla="*/ 0 w 5"/>
                  <a:gd name="T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5"/>
                      <a:pt x="0" y="5"/>
                      <a:pt x="0" y="4"/>
                    </a:cubicBezTo>
                    <a:cubicBezTo>
                      <a:pt x="1" y="3"/>
                      <a:pt x="2" y="1"/>
                      <a:pt x="4" y="0"/>
                    </a:cubicBezTo>
                    <a:cubicBezTo>
                      <a:pt x="5" y="4"/>
                      <a:pt x="4" y="6"/>
                      <a:pt x="0" y="5"/>
                    </a:cubicBezTo>
                    <a:close/>
                  </a:path>
                </a:pathLst>
              </a:custGeom>
              <a:solidFill>
                <a:srgbClr val="FE97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2" name="Freeform 1165"/>
              <p:cNvSpPr/>
              <p:nvPr/>
            </p:nvSpPr>
            <p:spPr bwMode="auto">
              <a:xfrm>
                <a:off x="754" y="2692"/>
                <a:ext cx="9" cy="24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10 h 10"/>
                  <a:gd name="T4" fmla="*/ 2 w 4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cubicBezTo>
                      <a:pt x="4" y="3"/>
                      <a:pt x="4" y="6"/>
                      <a:pt x="2" y="10"/>
                    </a:cubicBezTo>
                    <a:cubicBezTo>
                      <a:pt x="3" y="6"/>
                      <a:pt x="0" y="3"/>
                      <a:pt x="2" y="0"/>
                    </a:cubicBezTo>
                    <a:close/>
                  </a:path>
                </a:pathLst>
              </a:custGeom>
              <a:solidFill>
                <a:srgbClr val="FEF9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3" name="Freeform 1166"/>
              <p:cNvSpPr/>
              <p:nvPr/>
            </p:nvSpPr>
            <p:spPr bwMode="auto">
              <a:xfrm>
                <a:off x="656" y="2587"/>
                <a:ext cx="29" cy="29"/>
              </a:xfrm>
              <a:custGeom>
                <a:avLst/>
                <a:gdLst>
                  <a:gd name="T0" fmla="*/ 3 w 12"/>
                  <a:gd name="T1" fmla="*/ 1 h 12"/>
                  <a:gd name="T2" fmla="*/ 10 w 12"/>
                  <a:gd name="T3" fmla="*/ 1 h 12"/>
                  <a:gd name="T4" fmla="*/ 12 w 12"/>
                  <a:gd name="T5" fmla="*/ 3 h 12"/>
                  <a:gd name="T6" fmla="*/ 9 w 12"/>
                  <a:gd name="T7" fmla="*/ 6 h 12"/>
                  <a:gd name="T8" fmla="*/ 4 w 12"/>
                  <a:gd name="T9" fmla="*/ 6 h 12"/>
                  <a:gd name="T10" fmla="*/ 5 w 12"/>
                  <a:gd name="T11" fmla="*/ 8 h 12"/>
                  <a:gd name="T12" fmla="*/ 6 w 12"/>
                  <a:gd name="T13" fmla="*/ 11 h 12"/>
                  <a:gd name="T14" fmla="*/ 4 w 12"/>
                  <a:gd name="T15" fmla="*/ 11 h 12"/>
                  <a:gd name="T16" fmla="*/ 2 w 12"/>
                  <a:gd name="T17" fmla="*/ 10 h 12"/>
                  <a:gd name="T18" fmla="*/ 3 w 12"/>
                  <a:gd name="T1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3" y="1"/>
                    </a:moveTo>
                    <a:cubicBezTo>
                      <a:pt x="5" y="0"/>
                      <a:pt x="7" y="4"/>
                      <a:pt x="10" y="1"/>
                    </a:cubicBezTo>
                    <a:cubicBezTo>
                      <a:pt x="10" y="0"/>
                      <a:pt x="12" y="3"/>
                      <a:pt x="12" y="3"/>
                    </a:cubicBezTo>
                    <a:cubicBezTo>
                      <a:pt x="12" y="5"/>
                      <a:pt x="11" y="6"/>
                      <a:pt x="9" y="6"/>
                    </a:cubicBezTo>
                    <a:cubicBezTo>
                      <a:pt x="7" y="6"/>
                      <a:pt x="6" y="6"/>
                      <a:pt x="4" y="6"/>
                    </a:cubicBezTo>
                    <a:cubicBezTo>
                      <a:pt x="3" y="8"/>
                      <a:pt x="5" y="7"/>
                      <a:pt x="5" y="8"/>
                    </a:cubicBezTo>
                    <a:cubicBezTo>
                      <a:pt x="6" y="9"/>
                      <a:pt x="7" y="10"/>
                      <a:pt x="6" y="11"/>
                    </a:cubicBezTo>
                    <a:cubicBezTo>
                      <a:pt x="6" y="12"/>
                      <a:pt x="5" y="11"/>
                      <a:pt x="4" y="11"/>
                    </a:cubicBezTo>
                    <a:cubicBezTo>
                      <a:pt x="3" y="11"/>
                      <a:pt x="2" y="12"/>
                      <a:pt x="2" y="10"/>
                    </a:cubicBezTo>
                    <a:cubicBezTo>
                      <a:pt x="1" y="7"/>
                      <a:pt x="0" y="4"/>
                      <a:pt x="3" y="1"/>
                    </a:cubicBezTo>
                    <a:close/>
                  </a:path>
                </a:pathLst>
              </a:custGeom>
              <a:solidFill>
                <a:srgbClr val="FE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4" name="Freeform 1167"/>
              <p:cNvSpPr/>
              <p:nvPr/>
            </p:nvSpPr>
            <p:spPr bwMode="auto">
              <a:xfrm>
                <a:off x="1190" y="2784"/>
                <a:ext cx="100" cy="79"/>
              </a:xfrm>
              <a:custGeom>
                <a:avLst/>
                <a:gdLst>
                  <a:gd name="T0" fmla="*/ 34 w 42"/>
                  <a:gd name="T1" fmla="*/ 6 h 33"/>
                  <a:gd name="T2" fmla="*/ 32 w 42"/>
                  <a:gd name="T3" fmla="*/ 9 h 33"/>
                  <a:gd name="T4" fmla="*/ 31 w 42"/>
                  <a:gd name="T5" fmla="*/ 16 h 33"/>
                  <a:gd name="T6" fmla="*/ 30 w 42"/>
                  <a:gd name="T7" fmla="*/ 19 h 33"/>
                  <a:gd name="T8" fmla="*/ 34 w 42"/>
                  <a:gd name="T9" fmla="*/ 19 h 33"/>
                  <a:gd name="T10" fmla="*/ 39 w 42"/>
                  <a:gd name="T11" fmla="*/ 20 h 33"/>
                  <a:gd name="T12" fmla="*/ 42 w 42"/>
                  <a:gd name="T13" fmla="*/ 21 h 33"/>
                  <a:gd name="T14" fmla="*/ 35 w 42"/>
                  <a:gd name="T15" fmla="*/ 25 h 33"/>
                  <a:gd name="T16" fmla="*/ 25 w 42"/>
                  <a:gd name="T17" fmla="*/ 31 h 33"/>
                  <a:gd name="T18" fmla="*/ 19 w 42"/>
                  <a:gd name="T19" fmla="*/ 31 h 33"/>
                  <a:gd name="T20" fmla="*/ 13 w 42"/>
                  <a:gd name="T21" fmla="*/ 31 h 33"/>
                  <a:gd name="T22" fmla="*/ 13 w 42"/>
                  <a:gd name="T23" fmla="*/ 31 h 33"/>
                  <a:gd name="T24" fmla="*/ 3 w 42"/>
                  <a:gd name="T25" fmla="*/ 29 h 33"/>
                  <a:gd name="T26" fmla="*/ 3 w 42"/>
                  <a:gd name="T27" fmla="*/ 29 h 33"/>
                  <a:gd name="T28" fmla="*/ 2 w 42"/>
                  <a:gd name="T29" fmla="*/ 19 h 33"/>
                  <a:gd name="T30" fmla="*/ 20 w 42"/>
                  <a:gd name="T31" fmla="*/ 6 h 33"/>
                  <a:gd name="T32" fmla="*/ 26 w 42"/>
                  <a:gd name="T33" fmla="*/ 2 h 33"/>
                  <a:gd name="T34" fmla="*/ 34 w 42"/>
                  <a:gd name="T35" fmla="*/ 4 h 33"/>
                  <a:gd name="T36" fmla="*/ 34 w 42"/>
                  <a:gd name="T37" fmla="*/ 5 h 33"/>
                  <a:gd name="T38" fmla="*/ 34 w 42"/>
                  <a:gd name="T39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2" h="33">
                    <a:moveTo>
                      <a:pt x="34" y="6"/>
                    </a:moveTo>
                    <a:cubicBezTo>
                      <a:pt x="33" y="7"/>
                      <a:pt x="32" y="7"/>
                      <a:pt x="32" y="9"/>
                    </a:cubicBezTo>
                    <a:cubicBezTo>
                      <a:pt x="33" y="11"/>
                      <a:pt x="33" y="14"/>
                      <a:pt x="31" y="16"/>
                    </a:cubicBezTo>
                    <a:cubicBezTo>
                      <a:pt x="30" y="16"/>
                      <a:pt x="29" y="17"/>
                      <a:pt x="30" y="19"/>
                    </a:cubicBezTo>
                    <a:cubicBezTo>
                      <a:pt x="31" y="20"/>
                      <a:pt x="33" y="19"/>
                      <a:pt x="34" y="19"/>
                    </a:cubicBezTo>
                    <a:cubicBezTo>
                      <a:pt x="36" y="17"/>
                      <a:pt x="38" y="17"/>
                      <a:pt x="39" y="20"/>
                    </a:cubicBezTo>
                    <a:cubicBezTo>
                      <a:pt x="39" y="22"/>
                      <a:pt x="41" y="20"/>
                      <a:pt x="42" y="21"/>
                    </a:cubicBezTo>
                    <a:cubicBezTo>
                      <a:pt x="41" y="25"/>
                      <a:pt x="37" y="23"/>
                      <a:pt x="35" y="25"/>
                    </a:cubicBezTo>
                    <a:cubicBezTo>
                      <a:pt x="32" y="27"/>
                      <a:pt x="28" y="28"/>
                      <a:pt x="25" y="31"/>
                    </a:cubicBezTo>
                    <a:cubicBezTo>
                      <a:pt x="23" y="32"/>
                      <a:pt x="21" y="33"/>
                      <a:pt x="19" y="31"/>
                    </a:cubicBezTo>
                    <a:cubicBezTo>
                      <a:pt x="17" y="29"/>
                      <a:pt x="15" y="31"/>
                      <a:pt x="13" y="31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0" y="31"/>
                      <a:pt x="6" y="32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0" y="26"/>
                      <a:pt x="0" y="22"/>
                      <a:pt x="2" y="19"/>
                    </a:cubicBezTo>
                    <a:cubicBezTo>
                      <a:pt x="7" y="14"/>
                      <a:pt x="13" y="10"/>
                      <a:pt x="20" y="6"/>
                    </a:cubicBezTo>
                    <a:cubicBezTo>
                      <a:pt x="22" y="5"/>
                      <a:pt x="24" y="4"/>
                      <a:pt x="26" y="2"/>
                    </a:cubicBezTo>
                    <a:cubicBezTo>
                      <a:pt x="29" y="0"/>
                      <a:pt x="32" y="0"/>
                      <a:pt x="34" y="4"/>
                    </a:cubicBezTo>
                    <a:cubicBezTo>
                      <a:pt x="34" y="4"/>
                      <a:pt x="34" y="5"/>
                      <a:pt x="34" y="5"/>
                    </a:cubicBezTo>
                    <a:cubicBezTo>
                      <a:pt x="35" y="5"/>
                      <a:pt x="35" y="6"/>
                      <a:pt x="34" y="6"/>
                    </a:cubicBezTo>
                    <a:close/>
                  </a:path>
                </a:pathLst>
              </a:custGeom>
              <a:solidFill>
                <a:srgbClr val="EFE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5" name="Freeform 1168"/>
              <p:cNvSpPr/>
              <p:nvPr/>
            </p:nvSpPr>
            <p:spPr bwMode="auto">
              <a:xfrm>
                <a:off x="1205" y="2894"/>
                <a:ext cx="130" cy="40"/>
              </a:xfrm>
              <a:custGeom>
                <a:avLst/>
                <a:gdLst>
                  <a:gd name="T0" fmla="*/ 0 w 55"/>
                  <a:gd name="T1" fmla="*/ 14 h 17"/>
                  <a:gd name="T2" fmla="*/ 5 w 55"/>
                  <a:gd name="T3" fmla="*/ 10 h 17"/>
                  <a:gd name="T4" fmla="*/ 25 w 55"/>
                  <a:gd name="T5" fmla="*/ 3 h 17"/>
                  <a:gd name="T6" fmla="*/ 52 w 55"/>
                  <a:gd name="T7" fmla="*/ 1 h 17"/>
                  <a:gd name="T8" fmla="*/ 55 w 55"/>
                  <a:gd name="T9" fmla="*/ 2 h 17"/>
                  <a:gd name="T10" fmla="*/ 53 w 55"/>
                  <a:gd name="T11" fmla="*/ 4 h 17"/>
                  <a:gd name="T12" fmla="*/ 30 w 55"/>
                  <a:gd name="T13" fmla="*/ 14 h 17"/>
                  <a:gd name="T14" fmla="*/ 27 w 55"/>
                  <a:gd name="T15" fmla="*/ 14 h 17"/>
                  <a:gd name="T16" fmla="*/ 26 w 55"/>
                  <a:gd name="T17" fmla="*/ 14 h 17"/>
                  <a:gd name="T18" fmla="*/ 16 w 55"/>
                  <a:gd name="T19" fmla="*/ 12 h 17"/>
                  <a:gd name="T20" fmla="*/ 15 w 55"/>
                  <a:gd name="T21" fmla="*/ 13 h 17"/>
                  <a:gd name="T22" fmla="*/ 0 w 55"/>
                  <a:gd name="T23" fmla="*/ 14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17">
                    <a:moveTo>
                      <a:pt x="0" y="14"/>
                    </a:moveTo>
                    <a:cubicBezTo>
                      <a:pt x="1" y="11"/>
                      <a:pt x="3" y="11"/>
                      <a:pt x="5" y="10"/>
                    </a:cubicBezTo>
                    <a:cubicBezTo>
                      <a:pt x="12" y="8"/>
                      <a:pt x="18" y="5"/>
                      <a:pt x="25" y="3"/>
                    </a:cubicBezTo>
                    <a:cubicBezTo>
                      <a:pt x="34" y="0"/>
                      <a:pt x="43" y="0"/>
                      <a:pt x="52" y="1"/>
                    </a:cubicBezTo>
                    <a:cubicBezTo>
                      <a:pt x="53" y="1"/>
                      <a:pt x="55" y="1"/>
                      <a:pt x="55" y="2"/>
                    </a:cubicBezTo>
                    <a:cubicBezTo>
                      <a:pt x="54" y="3"/>
                      <a:pt x="54" y="4"/>
                      <a:pt x="53" y="4"/>
                    </a:cubicBezTo>
                    <a:cubicBezTo>
                      <a:pt x="44" y="5"/>
                      <a:pt x="37" y="8"/>
                      <a:pt x="30" y="14"/>
                    </a:cubicBezTo>
                    <a:cubicBezTo>
                      <a:pt x="29" y="13"/>
                      <a:pt x="28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3" y="13"/>
                      <a:pt x="19" y="16"/>
                      <a:pt x="16" y="12"/>
                    </a:cubicBezTo>
                    <a:cubicBezTo>
                      <a:pt x="16" y="12"/>
                      <a:pt x="15" y="13"/>
                      <a:pt x="15" y="13"/>
                    </a:cubicBezTo>
                    <a:cubicBezTo>
                      <a:pt x="10" y="17"/>
                      <a:pt x="5" y="17"/>
                      <a:pt x="0" y="14"/>
                    </a:cubicBezTo>
                    <a:close/>
                  </a:path>
                </a:pathLst>
              </a:custGeom>
              <a:solidFill>
                <a:srgbClr val="F1E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6" name="Freeform 1169"/>
              <p:cNvSpPr/>
              <p:nvPr/>
            </p:nvSpPr>
            <p:spPr bwMode="auto">
              <a:xfrm>
                <a:off x="1188" y="2917"/>
                <a:ext cx="78" cy="27"/>
              </a:xfrm>
              <a:custGeom>
                <a:avLst/>
                <a:gdLst>
                  <a:gd name="T0" fmla="*/ 7 w 33"/>
                  <a:gd name="T1" fmla="*/ 4 h 11"/>
                  <a:gd name="T2" fmla="*/ 15 w 33"/>
                  <a:gd name="T3" fmla="*/ 5 h 11"/>
                  <a:gd name="T4" fmla="*/ 23 w 33"/>
                  <a:gd name="T5" fmla="*/ 0 h 11"/>
                  <a:gd name="T6" fmla="*/ 30 w 33"/>
                  <a:gd name="T7" fmla="*/ 2 h 11"/>
                  <a:gd name="T8" fmla="*/ 33 w 33"/>
                  <a:gd name="T9" fmla="*/ 4 h 11"/>
                  <a:gd name="T10" fmla="*/ 13 w 33"/>
                  <a:gd name="T11" fmla="*/ 10 h 11"/>
                  <a:gd name="T12" fmla="*/ 8 w 33"/>
                  <a:gd name="T13" fmla="*/ 11 h 11"/>
                  <a:gd name="T14" fmla="*/ 6 w 33"/>
                  <a:gd name="T15" fmla="*/ 11 h 11"/>
                  <a:gd name="T16" fmla="*/ 3 w 33"/>
                  <a:gd name="T17" fmla="*/ 10 h 11"/>
                  <a:gd name="T18" fmla="*/ 3 w 33"/>
                  <a:gd name="T19" fmla="*/ 10 h 11"/>
                  <a:gd name="T20" fmla="*/ 1 w 33"/>
                  <a:gd name="T21" fmla="*/ 10 h 11"/>
                  <a:gd name="T22" fmla="*/ 2 w 33"/>
                  <a:gd name="T23" fmla="*/ 7 h 11"/>
                  <a:gd name="T24" fmla="*/ 6 w 33"/>
                  <a:gd name="T25" fmla="*/ 4 h 11"/>
                  <a:gd name="T26" fmla="*/ 7 w 33"/>
                  <a:gd name="T27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11">
                    <a:moveTo>
                      <a:pt x="7" y="4"/>
                    </a:moveTo>
                    <a:cubicBezTo>
                      <a:pt x="10" y="4"/>
                      <a:pt x="13" y="5"/>
                      <a:pt x="15" y="5"/>
                    </a:cubicBezTo>
                    <a:cubicBezTo>
                      <a:pt x="19" y="5"/>
                      <a:pt x="21" y="3"/>
                      <a:pt x="23" y="0"/>
                    </a:cubicBezTo>
                    <a:cubicBezTo>
                      <a:pt x="25" y="2"/>
                      <a:pt x="26" y="4"/>
                      <a:pt x="30" y="2"/>
                    </a:cubicBezTo>
                    <a:cubicBezTo>
                      <a:pt x="31" y="2"/>
                      <a:pt x="33" y="2"/>
                      <a:pt x="33" y="4"/>
                    </a:cubicBezTo>
                    <a:cubicBezTo>
                      <a:pt x="27" y="7"/>
                      <a:pt x="21" y="11"/>
                      <a:pt x="13" y="10"/>
                    </a:cubicBezTo>
                    <a:cubicBezTo>
                      <a:pt x="12" y="10"/>
                      <a:pt x="10" y="10"/>
                      <a:pt x="8" y="11"/>
                    </a:cubicBezTo>
                    <a:cubicBezTo>
                      <a:pt x="8" y="11"/>
                      <a:pt x="7" y="11"/>
                      <a:pt x="6" y="11"/>
                    </a:cubicBezTo>
                    <a:cubicBezTo>
                      <a:pt x="5" y="11"/>
                      <a:pt x="4" y="9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0"/>
                      <a:pt x="1" y="10"/>
                      <a:pt x="1" y="10"/>
                    </a:cubicBezTo>
                    <a:cubicBezTo>
                      <a:pt x="0" y="9"/>
                      <a:pt x="1" y="8"/>
                      <a:pt x="2" y="7"/>
                    </a:cubicBezTo>
                    <a:cubicBezTo>
                      <a:pt x="3" y="6"/>
                      <a:pt x="5" y="5"/>
                      <a:pt x="6" y="4"/>
                    </a:cubicBezTo>
                    <a:cubicBezTo>
                      <a:pt x="7" y="4"/>
                      <a:pt x="7" y="4"/>
                      <a:pt x="7" y="4"/>
                    </a:cubicBezTo>
                    <a:close/>
                  </a:path>
                </a:pathLst>
              </a:custGeom>
              <a:solidFill>
                <a:srgbClr val="EEE7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7" name="Freeform 1170"/>
              <p:cNvSpPr/>
              <p:nvPr/>
            </p:nvSpPr>
            <p:spPr bwMode="auto">
              <a:xfrm>
                <a:off x="1164" y="2898"/>
                <a:ext cx="38" cy="43"/>
              </a:xfrm>
              <a:custGeom>
                <a:avLst/>
                <a:gdLst>
                  <a:gd name="T0" fmla="*/ 16 w 16"/>
                  <a:gd name="T1" fmla="*/ 12 h 18"/>
                  <a:gd name="T2" fmla="*/ 12 w 16"/>
                  <a:gd name="T3" fmla="*/ 16 h 18"/>
                  <a:gd name="T4" fmla="*/ 13 w 16"/>
                  <a:gd name="T5" fmla="*/ 18 h 18"/>
                  <a:gd name="T6" fmla="*/ 2 w 16"/>
                  <a:gd name="T7" fmla="*/ 14 h 18"/>
                  <a:gd name="T8" fmla="*/ 5 w 16"/>
                  <a:gd name="T9" fmla="*/ 6 h 18"/>
                  <a:gd name="T10" fmla="*/ 8 w 16"/>
                  <a:gd name="T11" fmla="*/ 1 h 18"/>
                  <a:gd name="T12" fmla="*/ 8 w 16"/>
                  <a:gd name="T13" fmla="*/ 6 h 18"/>
                  <a:gd name="T14" fmla="*/ 9 w 16"/>
                  <a:gd name="T15" fmla="*/ 15 h 18"/>
                  <a:gd name="T16" fmla="*/ 16 w 16"/>
                  <a:gd name="T17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8">
                    <a:moveTo>
                      <a:pt x="16" y="12"/>
                    </a:moveTo>
                    <a:cubicBezTo>
                      <a:pt x="16" y="15"/>
                      <a:pt x="14" y="15"/>
                      <a:pt x="12" y="16"/>
                    </a:cubicBezTo>
                    <a:cubicBezTo>
                      <a:pt x="11" y="17"/>
                      <a:pt x="10" y="17"/>
                      <a:pt x="13" y="18"/>
                    </a:cubicBezTo>
                    <a:cubicBezTo>
                      <a:pt x="9" y="17"/>
                      <a:pt x="5" y="18"/>
                      <a:pt x="2" y="14"/>
                    </a:cubicBezTo>
                    <a:cubicBezTo>
                      <a:pt x="0" y="11"/>
                      <a:pt x="3" y="8"/>
                      <a:pt x="5" y="6"/>
                    </a:cubicBezTo>
                    <a:cubicBezTo>
                      <a:pt x="5" y="4"/>
                      <a:pt x="5" y="0"/>
                      <a:pt x="8" y="1"/>
                    </a:cubicBezTo>
                    <a:cubicBezTo>
                      <a:pt x="11" y="1"/>
                      <a:pt x="8" y="4"/>
                      <a:pt x="8" y="6"/>
                    </a:cubicBezTo>
                    <a:cubicBezTo>
                      <a:pt x="9" y="9"/>
                      <a:pt x="8" y="12"/>
                      <a:pt x="9" y="15"/>
                    </a:cubicBezTo>
                    <a:cubicBezTo>
                      <a:pt x="12" y="15"/>
                      <a:pt x="13" y="12"/>
                      <a:pt x="16" y="12"/>
                    </a:cubicBezTo>
                    <a:close/>
                  </a:path>
                </a:pathLst>
              </a:custGeom>
              <a:solidFill>
                <a:srgbClr val="F1E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8" name="Freeform 1171"/>
              <p:cNvSpPr/>
              <p:nvPr/>
            </p:nvSpPr>
            <p:spPr bwMode="auto">
              <a:xfrm>
                <a:off x="1148" y="2944"/>
                <a:ext cx="33" cy="26"/>
              </a:xfrm>
              <a:custGeom>
                <a:avLst/>
                <a:gdLst>
                  <a:gd name="T0" fmla="*/ 0 w 14"/>
                  <a:gd name="T1" fmla="*/ 6 h 11"/>
                  <a:gd name="T2" fmla="*/ 13 w 14"/>
                  <a:gd name="T3" fmla="*/ 0 h 11"/>
                  <a:gd name="T4" fmla="*/ 9 w 14"/>
                  <a:gd name="T5" fmla="*/ 10 h 11"/>
                  <a:gd name="T6" fmla="*/ 0 w 14"/>
                  <a:gd name="T7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1">
                    <a:moveTo>
                      <a:pt x="0" y="6"/>
                    </a:moveTo>
                    <a:cubicBezTo>
                      <a:pt x="5" y="7"/>
                      <a:pt x="9" y="3"/>
                      <a:pt x="13" y="0"/>
                    </a:cubicBezTo>
                    <a:cubicBezTo>
                      <a:pt x="14" y="4"/>
                      <a:pt x="11" y="9"/>
                      <a:pt x="9" y="10"/>
                    </a:cubicBezTo>
                    <a:cubicBezTo>
                      <a:pt x="5" y="11"/>
                      <a:pt x="1" y="11"/>
                      <a:pt x="0" y="6"/>
                    </a:cubicBezTo>
                    <a:close/>
                  </a:path>
                </a:pathLst>
              </a:custGeom>
              <a:solidFill>
                <a:srgbClr val="F1E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19" name="Freeform 1172"/>
              <p:cNvSpPr/>
              <p:nvPr/>
            </p:nvSpPr>
            <p:spPr bwMode="auto">
              <a:xfrm>
                <a:off x="1207" y="2927"/>
                <a:ext cx="66" cy="19"/>
              </a:xfrm>
              <a:custGeom>
                <a:avLst/>
                <a:gdLst>
                  <a:gd name="T0" fmla="*/ 0 w 28"/>
                  <a:gd name="T1" fmla="*/ 7 h 8"/>
                  <a:gd name="T2" fmla="*/ 7 w 28"/>
                  <a:gd name="T3" fmla="*/ 5 h 8"/>
                  <a:gd name="T4" fmla="*/ 19 w 28"/>
                  <a:gd name="T5" fmla="*/ 1 h 8"/>
                  <a:gd name="T6" fmla="*/ 25 w 28"/>
                  <a:gd name="T7" fmla="*/ 0 h 8"/>
                  <a:gd name="T8" fmla="*/ 28 w 28"/>
                  <a:gd name="T9" fmla="*/ 1 h 8"/>
                  <a:gd name="T10" fmla="*/ 28 w 28"/>
                  <a:gd name="T11" fmla="*/ 2 h 8"/>
                  <a:gd name="T12" fmla="*/ 28 w 28"/>
                  <a:gd name="T13" fmla="*/ 2 h 8"/>
                  <a:gd name="T14" fmla="*/ 0 w 28"/>
                  <a:gd name="T15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8">
                    <a:moveTo>
                      <a:pt x="0" y="7"/>
                    </a:moveTo>
                    <a:cubicBezTo>
                      <a:pt x="2" y="5"/>
                      <a:pt x="5" y="5"/>
                      <a:pt x="7" y="5"/>
                    </a:cubicBezTo>
                    <a:cubicBezTo>
                      <a:pt x="12" y="6"/>
                      <a:pt x="16" y="4"/>
                      <a:pt x="19" y="1"/>
                    </a:cubicBezTo>
                    <a:cubicBezTo>
                      <a:pt x="21" y="0"/>
                      <a:pt x="23" y="1"/>
                      <a:pt x="25" y="0"/>
                    </a:cubicBezTo>
                    <a:cubicBezTo>
                      <a:pt x="26" y="1"/>
                      <a:pt x="28" y="0"/>
                      <a:pt x="28" y="1"/>
                    </a:cubicBezTo>
                    <a:cubicBezTo>
                      <a:pt x="28" y="1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6"/>
                      <a:pt x="10" y="8"/>
                      <a:pt x="0" y="7"/>
                    </a:cubicBezTo>
                    <a:close/>
                  </a:path>
                </a:pathLst>
              </a:custGeom>
              <a:solidFill>
                <a:srgbClr val="F1E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0" name="Freeform 1173"/>
              <p:cNvSpPr/>
              <p:nvPr/>
            </p:nvSpPr>
            <p:spPr bwMode="auto">
              <a:xfrm>
                <a:off x="1266" y="2910"/>
                <a:ext cx="10" cy="19"/>
              </a:xfrm>
              <a:custGeom>
                <a:avLst/>
                <a:gdLst>
                  <a:gd name="T0" fmla="*/ 3 w 4"/>
                  <a:gd name="T1" fmla="*/ 8 h 8"/>
                  <a:gd name="T2" fmla="*/ 0 w 4"/>
                  <a:gd name="T3" fmla="*/ 7 h 8"/>
                  <a:gd name="T4" fmla="*/ 4 w 4"/>
                  <a:gd name="T5" fmla="*/ 7 h 8"/>
                  <a:gd name="T6" fmla="*/ 3 w 4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8">
                    <a:moveTo>
                      <a:pt x="3" y="8"/>
                    </a:moveTo>
                    <a:cubicBezTo>
                      <a:pt x="2" y="8"/>
                      <a:pt x="1" y="8"/>
                      <a:pt x="0" y="7"/>
                    </a:cubicBezTo>
                    <a:cubicBezTo>
                      <a:pt x="2" y="8"/>
                      <a:pt x="3" y="0"/>
                      <a:pt x="4" y="7"/>
                    </a:cubicBezTo>
                    <a:cubicBezTo>
                      <a:pt x="4" y="7"/>
                      <a:pt x="4" y="8"/>
                      <a:pt x="3" y="8"/>
                    </a:cubicBezTo>
                    <a:close/>
                  </a:path>
                </a:pathLst>
              </a:custGeom>
              <a:solidFill>
                <a:srgbClr val="EEE7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1" name="Freeform 1174"/>
              <p:cNvSpPr/>
              <p:nvPr/>
            </p:nvSpPr>
            <p:spPr bwMode="auto">
              <a:xfrm>
                <a:off x="1195" y="2936"/>
                <a:ext cx="7" cy="10"/>
              </a:xfrm>
              <a:custGeom>
                <a:avLst/>
                <a:gdLst>
                  <a:gd name="T0" fmla="*/ 0 w 3"/>
                  <a:gd name="T1" fmla="*/ 2 h 4"/>
                  <a:gd name="T2" fmla="*/ 3 w 3"/>
                  <a:gd name="T3" fmla="*/ 3 h 4"/>
                  <a:gd name="T4" fmla="*/ 0 w 3"/>
                  <a:gd name="T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0" y="2"/>
                    </a:moveTo>
                    <a:cubicBezTo>
                      <a:pt x="1" y="0"/>
                      <a:pt x="3" y="1"/>
                      <a:pt x="3" y="3"/>
                    </a:cubicBezTo>
                    <a:cubicBezTo>
                      <a:pt x="2" y="4"/>
                      <a:pt x="1" y="3"/>
                      <a:pt x="0" y="2"/>
                    </a:cubicBezTo>
                    <a:close/>
                  </a:path>
                </a:pathLst>
              </a:custGeom>
              <a:solidFill>
                <a:srgbClr val="F1E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2" name="Freeform 1175"/>
              <p:cNvSpPr/>
              <p:nvPr/>
            </p:nvSpPr>
            <p:spPr bwMode="auto">
              <a:xfrm>
                <a:off x="1126" y="2765"/>
                <a:ext cx="185" cy="100"/>
              </a:xfrm>
              <a:custGeom>
                <a:avLst/>
                <a:gdLst>
                  <a:gd name="T0" fmla="*/ 61 w 78"/>
                  <a:gd name="T1" fmla="*/ 14 h 42"/>
                  <a:gd name="T2" fmla="*/ 61 w 78"/>
                  <a:gd name="T3" fmla="*/ 13 h 42"/>
                  <a:gd name="T4" fmla="*/ 60 w 78"/>
                  <a:gd name="T5" fmla="*/ 13 h 42"/>
                  <a:gd name="T6" fmla="*/ 53 w 78"/>
                  <a:gd name="T7" fmla="*/ 12 h 42"/>
                  <a:gd name="T8" fmla="*/ 36 w 78"/>
                  <a:gd name="T9" fmla="*/ 22 h 42"/>
                  <a:gd name="T10" fmla="*/ 29 w 78"/>
                  <a:gd name="T11" fmla="*/ 29 h 42"/>
                  <a:gd name="T12" fmla="*/ 30 w 78"/>
                  <a:gd name="T13" fmla="*/ 37 h 42"/>
                  <a:gd name="T14" fmla="*/ 9 w 78"/>
                  <a:gd name="T15" fmla="*/ 41 h 42"/>
                  <a:gd name="T16" fmla="*/ 6 w 78"/>
                  <a:gd name="T17" fmla="*/ 42 h 42"/>
                  <a:gd name="T18" fmla="*/ 3 w 78"/>
                  <a:gd name="T19" fmla="*/ 35 h 42"/>
                  <a:gd name="T20" fmla="*/ 11 w 78"/>
                  <a:gd name="T21" fmla="*/ 26 h 42"/>
                  <a:gd name="T22" fmla="*/ 12 w 78"/>
                  <a:gd name="T23" fmla="*/ 24 h 42"/>
                  <a:gd name="T24" fmla="*/ 21 w 78"/>
                  <a:gd name="T25" fmla="*/ 19 h 42"/>
                  <a:gd name="T26" fmla="*/ 46 w 78"/>
                  <a:gd name="T27" fmla="*/ 6 h 42"/>
                  <a:gd name="T28" fmla="*/ 57 w 78"/>
                  <a:gd name="T29" fmla="*/ 7 h 42"/>
                  <a:gd name="T30" fmla="*/ 61 w 78"/>
                  <a:gd name="T31" fmla="*/ 7 h 42"/>
                  <a:gd name="T32" fmla="*/ 68 w 78"/>
                  <a:gd name="T33" fmla="*/ 2 h 42"/>
                  <a:gd name="T34" fmla="*/ 69 w 78"/>
                  <a:gd name="T35" fmla="*/ 1 h 42"/>
                  <a:gd name="T36" fmla="*/ 73 w 78"/>
                  <a:gd name="T37" fmla="*/ 0 h 42"/>
                  <a:gd name="T38" fmla="*/ 76 w 78"/>
                  <a:gd name="T39" fmla="*/ 2 h 42"/>
                  <a:gd name="T40" fmla="*/ 75 w 78"/>
                  <a:gd name="T41" fmla="*/ 7 h 42"/>
                  <a:gd name="T42" fmla="*/ 65 w 78"/>
                  <a:gd name="T43" fmla="*/ 13 h 42"/>
                  <a:gd name="T44" fmla="*/ 61 w 78"/>
                  <a:gd name="T45" fmla="*/ 1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42">
                    <a:moveTo>
                      <a:pt x="61" y="14"/>
                    </a:moveTo>
                    <a:cubicBezTo>
                      <a:pt x="61" y="14"/>
                      <a:pt x="61" y="14"/>
                      <a:pt x="61" y="13"/>
                    </a:cubicBezTo>
                    <a:cubicBezTo>
                      <a:pt x="61" y="13"/>
                      <a:pt x="61" y="13"/>
                      <a:pt x="60" y="13"/>
                    </a:cubicBezTo>
                    <a:cubicBezTo>
                      <a:pt x="59" y="10"/>
                      <a:pt x="57" y="10"/>
                      <a:pt x="53" y="12"/>
                    </a:cubicBezTo>
                    <a:cubicBezTo>
                      <a:pt x="47" y="15"/>
                      <a:pt x="42" y="19"/>
                      <a:pt x="36" y="22"/>
                    </a:cubicBezTo>
                    <a:cubicBezTo>
                      <a:pt x="33" y="24"/>
                      <a:pt x="30" y="27"/>
                      <a:pt x="29" y="29"/>
                    </a:cubicBezTo>
                    <a:cubicBezTo>
                      <a:pt x="29" y="31"/>
                      <a:pt x="28" y="35"/>
                      <a:pt x="30" y="37"/>
                    </a:cubicBezTo>
                    <a:cubicBezTo>
                      <a:pt x="22" y="37"/>
                      <a:pt x="16" y="41"/>
                      <a:pt x="9" y="41"/>
                    </a:cubicBezTo>
                    <a:cubicBezTo>
                      <a:pt x="8" y="41"/>
                      <a:pt x="7" y="42"/>
                      <a:pt x="6" y="42"/>
                    </a:cubicBezTo>
                    <a:cubicBezTo>
                      <a:pt x="1" y="41"/>
                      <a:pt x="0" y="40"/>
                      <a:pt x="3" y="35"/>
                    </a:cubicBezTo>
                    <a:cubicBezTo>
                      <a:pt x="4" y="31"/>
                      <a:pt x="8" y="29"/>
                      <a:pt x="11" y="26"/>
                    </a:cubicBezTo>
                    <a:cubicBezTo>
                      <a:pt x="12" y="26"/>
                      <a:pt x="13" y="26"/>
                      <a:pt x="12" y="24"/>
                    </a:cubicBezTo>
                    <a:cubicBezTo>
                      <a:pt x="15" y="22"/>
                      <a:pt x="18" y="21"/>
                      <a:pt x="21" y="19"/>
                    </a:cubicBezTo>
                    <a:cubicBezTo>
                      <a:pt x="29" y="15"/>
                      <a:pt x="37" y="9"/>
                      <a:pt x="46" y="6"/>
                    </a:cubicBezTo>
                    <a:cubicBezTo>
                      <a:pt x="50" y="7"/>
                      <a:pt x="53" y="6"/>
                      <a:pt x="57" y="7"/>
                    </a:cubicBezTo>
                    <a:cubicBezTo>
                      <a:pt x="58" y="7"/>
                      <a:pt x="60" y="6"/>
                      <a:pt x="61" y="7"/>
                    </a:cubicBezTo>
                    <a:cubicBezTo>
                      <a:pt x="65" y="8"/>
                      <a:pt x="67" y="6"/>
                      <a:pt x="68" y="2"/>
                    </a:cubicBezTo>
                    <a:cubicBezTo>
                      <a:pt x="68" y="2"/>
                      <a:pt x="68" y="1"/>
                      <a:pt x="69" y="1"/>
                    </a:cubicBezTo>
                    <a:cubicBezTo>
                      <a:pt x="70" y="0"/>
                      <a:pt x="72" y="0"/>
                      <a:pt x="73" y="0"/>
                    </a:cubicBezTo>
                    <a:cubicBezTo>
                      <a:pt x="75" y="0"/>
                      <a:pt x="77" y="0"/>
                      <a:pt x="76" y="2"/>
                    </a:cubicBezTo>
                    <a:cubicBezTo>
                      <a:pt x="76" y="3"/>
                      <a:pt x="78" y="6"/>
                      <a:pt x="75" y="7"/>
                    </a:cubicBezTo>
                    <a:cubicBezTo>
                      <a:pt x="70" y="6"/>
                      <a:pt x="68" y="10"/>
                      <a:pt x="65" y="13"/>
                    </a:cubicBezTo>
                    <a:cubicBezTo>
                      <a:pt x="64" y="14"/>
                      <a:pt x="63" y="15"/>
                      <a:pt x="61" y="14"/>
                    </a:cubicBezTo>
                    <a:close/>
                  </a:path>
                </a:pathLst>
              </a:custGeom>
              <a:solidFill>
                <a:srgbClr val="F3EF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3" name="Freeform 1176"/>
              <p:cNvSpPr/>
              <p:nvPr/>
            </p:nvSpPr>
            <p:spPr bwMode="auto">
              <a:xfrm>
                <a:off x="1100" y="2820"/>
                <a:ext cx="59" cy="45"/>
              </a:xfrm>
              <a:custGeom>
                <a:avLst/>
                <a:gdLst>
                  <a:gd name="T0" fmla="*/ 23 w 25"/>
                  <a:gd name="T1" fmla="*/ 2 h 19"/>
                  <a:gd name="T2" fmla="*/ 24 w 25"/>
                  <a:gd name="T3" fmla="*/ 3 h 19"/>
                  <a:gd name="T4" fmla="*/ 14 w 25"/>
                  <a:gd name="T5" fmla="*/ 12 h 19"/>
                  <a:gd name="T6" fmla="*/ 4 w 25"/>
                  <a:gd name="T7" fmla="*/ 19 h 19"/>
                  <a:gd name="T8" fmla="*/ 0 w 25"/>
                  <a:gd name="T9" fmla="*/ 18 h 19"/>
                  <a:gd name="T10" fmla="*/ 5 w 25"/>
                  <a:gd name="T11" fmla="*/ 11 h 19"/>
                  <a:gd name="T12" fmla="*/ 7 w 25"/>
                  <a:gd name="T13" fmla="*/ 8 h 19"/>
                  <a:gd name="T14" fmla="*/ 23 w 25"/>
                  <a:gd name="T15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19">
                    <a:moveTo>
                      <a:pt x="23" y="2"/>
                    </a:moveTo>
                    <a:cubicBezTo>
                      <a:pt x="25" y="2"/>
                      <a:pt x="25" y="3"/>
                      <a:pt x="24" y="3"/>
                    </a:cubicBezTo>
                    <a:cubicBezTo>
                      <a:pt x="20" y="6"/>
                      <a:pt x="17" y="9"/>
                      <a:pt x="14" y="12"/>
                    </a:cubicBezTo>
                    <a:cubicBezTo>
                      <a:pt x="10" y="13"/>
                      <a:pt x="8" y="18"/>
                      <a:pt x="4" y="19"/>
                    </a:cubicBezTo>
                    <a:cubicBezTo>
                      <a:pt x="3" y="18"/>
                      <a:pt x="1" y="18"/>
                      <a:pt x="0" y="18"/>
                    </a:cubicBezTo>
                    <a:cubicBezTo>
                      <a:pt x="2" y="16"/>
                      <a:pt x="4" y="14"/>
                      <a:pt x="5" y="11"/>
                    </a:cubicBezTo>
                    <a:cubicBezTo>
                      <a:pt x="6" y="10"/>
                      <a:pt x="6" y="9"/>
                      <a:pt x="7" y="8"/>
                    </a:cubicBezTo>
                    <a:cubicBezTo>
                      <a:pt x="11" y="2"/>
                      <a:pt x="16" y="0"/>
                      <a:pt x="23" y="2"/>
                    </a:cubicBezTo>
                    <a:close/>
                  </a:path>
                </a:pathLst>
              </a:custGeom>
              <a:solidFill>
                <a:srgbClr val="FAF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4" name="Freeform 1177"/>
              <p:cNvSpPr/>
              <p:nvPr/>
            </p:nvSpPr>
            <p:spPr bwMode="auto">
              <a:xfrm>
                <a:off x="1195" y="2853"/>
                <a:ext cx="26" cy="17"/>
              </a:xfrm>
              <a:custGeom>
                <a:avLst/>
                <a:gdLst>
                  <a:gd name="T0" fmla="*/ 1 w 11"/>
                  <a:gd name="T1" fmla="*/ 0 h 7"/>
                  <a:gd name="T2" fmla="*/ 11 w 11"/>
                  <a:gd name="T3" fmla="*/ 2 h 7"/>
                  <a:gd name="T4" fmla="*/ 2 w 11"/>
                  <a:gd name="T5" fmla="*/ 6 h 7"/>
                  <a:gd name="T6" fmla="*/ 0 w 11"/>
                  <a:gd name="T7" fmla="*/ 6 h 7"/>
                  <a:gd name="T8" fmla="*/ 0 w 11"/>
                  <a:gd name="T9" fmla="*/ 4 h 7"/>
                  <a:gd name="T10" fmla="*/ 1 w 11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7">
                    <a:moveTo>
                      <a:pt x="1" y="0"/>
                    </a:moveTo>
                    <a:cubicBezTo>
                      <a:pt x="4" y="0"/>
                      <a:pt x="8" y="1"/>
                      <a:pt x="11" y="2"/>
                    </a:cubicBezTo>
                    <a:cubicBezTo>
                      <a:pt x="8" y="3"/>
                      <a:pt x="5" y="3"/>
                      <a:pt x="2" y="6"/>
                    </a:cubicBezTo>
                    <a:cubicBezTo>
                      <a:pt x="2" y="6"/>
                      <a:pt x="1" y="7"/>
                      <a:pt x="0" y="6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3" y="3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3E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5" name="Freeform 1178"/>
              <p:cNvSpPr/>
              <p:nvPr/>
            </p:nvSpPr>
            <p:spPr bwMode="auto">
              <a:xfrm>
                <a:off x="744" y="2737"/>
                <a:ext cx="55" cy="36"/>
              </a:xfrm>
              <a:custGeom>
                <a:avLst/>
                <a:gdLst>
                  <a:gd name="T0" fmla="*/ 18 w 23"/>
                  <a:gd name="T1" fmla="*/ 15 h 15"/>
                  <a:gd name="T2" fmla="*/ 3 w 23"/>
                  <a:gd name="T3" fmla="*/ 5 h 15"/>
                  <a:gd name="T4" fmla="*/ 0 w 23"/>
                  <a:gd name="T5" fmla="*/ 2 h 15"/>
                  <a:gd name="T6" fmla="*/ 8 w 23"/>
                  <a:gd name="T7" fmla="*/ 3 h 15"/>
                  <a:gd name="T8" fmla="*/ 15 w 23"/>
                  <a:gd name="T9" fmla="*/ 4 h 15"/>
                  <a:gd name="T10" fmla="*/ 17 w 23"/>
                  <a:gd name="T11" fmla="*/ 5 h 15"/>
                  <a:gd name="T12" fmla="*/ 19 w 23"/>
                  <a:gd name="T13" fmla="*/ 7 h 15"/>
                  <a:gd name="T14" fmla="*/ 23 w 23"/>
                  <a:gd name="T15" fmla="*/ 0 h 15"/>
                  <a:gd name="T16" fmla="*/ 21 w 23"/>
                  <a:gd name="T17" fmla="*/ 9 h 15"/>
                  <a:gd name="T18" fmla="*/ 20 w 23"/>
                  <a:gd name="T19" fmla="*/ 12 h 15"/>
                  <a:gd name="T20" fmla="*/ 18 w 23"/>
                  <a:gd name="T21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15">
                    <a:moveTo>
                      <a:pt x="18" y="15"/>
                    </a:moveTo>
                    <a:cubicBezTo>
                      <a:pt x="13" y="11"/>
                      <a:pt x="8" y="9"/>
                      <a:pt x="3" y="5"/>
                    </a:cubicBezTo>
                    <a:cubicBezTo>
                      <a:pt x="2" y="4"/>
                      <a:pt x="1" y="3"/>
                      <a:pt x="0" y="2"/>
                    </a:cubicBezTo>
                    <a:cubicBezTo>
                      <a:pt x="3" y="1"/>
                      <a:pt x="5" y="1"/>
                      <a:pt x="8" y="3"/>
                    </a:cubicBezTo>
                    <a:cubicBezTo>
                      <a:pt x="9" y="5"/>
                      <a:pt x="12" y="7"/>
                      <a:pt x="15" y="4"/>
                    </a:cubicBezTo>
                    <a:cubicBezTo>
                      <a:pt x="16" y="3"/>
                      <a:pt x="17" y="4"/>
                      <a:pt x="17" y="5"/>
                    </a:cubicBezTo>
                    <a:cubicBezTo>
                      <a:pt x="17" y="6"/>
                      <a:pt x="17" y="8"/>
                      <a:pt x="19" y="7"/>
                    </a:cubicBezTo>
                    <a:cubicBezTo>
                      <a:pt x="17" y="1"/>
                      <a:pt x="18" y="0"/>
                      <a:pt x="23" y="0"/>
                    </a:cubicBezTo>
                    <a:cubicBezTo>
                      <a:pt x="19" y="3"/>
                      <a:pt x="22" y="6"/>
                      <a:pt x="21" y="9"/>
                    </a:cubicBezTo>
                    <a:cubicBezTo>
                      <a:pt x="21" y="11"/>
                      <a:pt x="23" y="12"/>
                      <a:pt x="20" y="12"/>
                    </a:cubicBezTo>
                    <a:cubicBezTo>
                      <a:pt x="17" y="12"/>
                      <a:pt x="19" y="14"/>
                      <a:pt x="18" y="15"/>
                    </a:cubicBezTo>
                    <a:close/>
                  </a:path>
                </a:pathLst>
              </a:custGeom>
              <a:solidFill>
                <a:srgbClr val="FE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6" name="Freeform 1179"/>
              <p:cNvSpPr/>
              <p:nvPr/>
            </p:nvSpPr>
            <p:spPr bwMode="auto">
              <a:xfrm>
                <a:off x="766" y="2675"/>
                <a:ext cx="26" cy="12"/>
              </a:xfrm>
              <a:custGeom>
                <a:avLst/>
                <a:gdLst>
                  <a:gd name="T0" fmla="*/ 1 w 11"/>
                  <a:gd name="T1" fmla="*/ 5 h 5"/>
                  <a:gd name="T2" fmla="*/ 3 w 11"/>
                  <a:gd name="T3" fmla="*/ 3 h 5"/>
                  <a:gd name="T4" fmla="*/ 7 w 11"/>
                  <a:gd name="T5" fmla="*/ 2 h 5"/>
                  <a:gd name="T6" fmla="*/ 10 w 11"/>
                  <a:gd name="T7" fmla="*/ 2 h 5"/>
                  <a:gd name="T8" fmla="*/ 7 w 11"/>
                  <a:gd name="T9" fmla="*/ 5 h 5"/>
                  <a:gd name="T10" fmla="*/ 4 w 11"/>
                  <a:gd name="T11" fmla="*/ 5 h 5"/>
                  <a:gd name="T12" fmla="*/ 1 w 11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5">
                    <a:moveTo>
                      <a:pt x="1" y="5"/>
                    </a:moveTo>
                    <a:cubicBezTo>
                      <a:pt x="1" y="4"/>
                      <a:pt x="0" y="3"/>
                      <a:pt x="3" y="3"/>
                    </a:cubicBezTo>
                    <a:cubicBezTo>
                      <a:pt x="4" y="3"/>
                      <a:pt x="6" y="3"/>
                      <a:pt x="7" y="2"/>
                    </a:cubicBezTo>
                    <a:cubicBezTo>
                      <a:pt x="8" y="2"/>
                      <a:pt x="10" y="0"/>
                      <a:pt x="10" y="2"/>
                    </a:cubicBezTo>
                    <a:cubicBezTo>
                      <a:pt x="11" y="4"/>
                      <a:pt x="9" y="5"/>
                      <a:pt x="7" y="5"/>
                    </a:cubicBezTo>
                    <a:cubicBezTo>
                      <a:pt x="6" y="5"/>
                      <a:pt x="5" y="5"/>
                      <a:pt x="4" y="5"/>
                    </a:cubicBezTo>
                    <a:cubicBezTo>
                      <a:pt x="3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FE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7" name="Freeform 1180"/>
              <p:cNvSpPr/>
              <p:nvPr/>
            </p:nvSpPr>
            <p:spPr bwMode="auto">
              <a:xfrm>
                <a:off x="818" y="2770"/>
                <a:ext cx="12" cy="29"/>
              </a:xfrm>
              <a:custGeom>
                <a:avLst/>
                <a:gdLst>
                  <a:gd name="T0" fmla="*/ 3 w 5"/>
                  <a:gd name="T1" fmla="*/ 1 h 12"/>
                  <a:gd name="T2" fmla="*/ 5 w 5"/>
                  <a:gd name="T3" fmla="*/ 11 h 12"/>
                  <a:gd name="T4" fmla="*/ 2 w 5"/>
                  <a:gd name="T5" fmla="*/ 12 h 12"/>
                  <a:gd name="T6" fmla="*/ 2 w 5"/>
                  <a:gd name="T7" fmla="*/ 1 h 12"/>
                  <a:gd name="T8" fmla="*/ 3 w 5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2">
                    <a:moveTo>
                      <a:pt x="3" y="1"/>
                    </a:moveTo>
                    <a:cubicBezTo>
                      <a:pt x="4" y="4"/>
                      <a:pt x="1" y="8"/>
                      <a:pt x="5" y="11"/>
                    </a:cubicBezTo>
                    <a:cubicBezTo>
                      <a:pt x="5" y="11"/>
                      <a:pt x="3" y="11"/>
                      <a:pt x="2" y="12"/>
                    </a:cubicBezTo>
                    <a:cubicBezTo>
                      <a:pt x="0" y="8"/>
                      <a:pt x="3" y="5"/>
                      <a:pt x="2" y="1"/>
                    </a:cubicBezTo>
                    <a:cubicBezTo>
                      <a:pt x="3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rgbClr val="FEE9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8" name="Freeform 1181"/>
              <p:cNvSpPr/>
              <p:nvPr/>
            </p:nvSpPr>
            <p:spPr bwMode="auto">
              <a:xfrm>
                <a:off x="823" y="2751"/>
                <a:ext cx="7" cy="22"/>
              </a:xfrm>
              <a:custGeom>
                <a:avLst/>
                <a:gdLst>
                  <a:gd name="T0" fmla="*/ 1 w 3"/>
                  <a:gd name="T1" fmla="*/ 9 h 9"/>
                  <a:gd name="T2" fmla="*/ 0 w 3"/>
                  <a:gd name="T3" fmla="*/ 9 h 9"/>
                  <a:gd name="T4" fmla="*/ 3 w 3"/>
                  <a:gd name="T5" fmla="*/ 0 h 9"/>
                  <a:gd name="T6" fmla="*/ 1 w 3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9">
                    <a:moveTo>
                      <a:pt x="1" y="9"/>
                    </a:move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1" y="3"/>
                      <a:pt x="3" y="0"/>
                    </a:cubicBezTo>
                    <a:cubicBezTo>
                      <a:pt x="3" y="3"/>
                      <a:pt x="2" y="6"/>
                      <a:pt x="1" y="9"/>
                    </a:cubicBezTo>
                    <a:close/>
                  </a:path>
                </a:pathLst>
              </a:custGeom>
              <a:solidFill>
                <a:srgbClr val="FEE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29" name="Freeform 1182"/>
              <p:cNvSpPr/>
              <p:nvPr/>
            </p:nvSpPr>
            <p:spPr bwMode="auto">
              <a:xfrm>
                <a:off x="1119" y="2224"/>
                <a:ext cx="150" cy="156"/>
              </a:xfrm>
              <a:custGeom>
                <a:avLst/>
                <a:gdLst>
                  <a:gd name="T0" fmla="*/ 52 w 63"/>
                  <a:gd name="T1" fmla="*/ 14 h 66"/>
                  <a:gd name="T2" fmla="*/ 57 w 63"/>
                  <a:gd name="T3" fmla="*/ 14 h 66"/>
                  <a:gd name="T4" fmla="*/ 59 w 63"/>
                  <a:gd name="T5" fmla="*/ 16 h 66"/>
                  <a:gd name="T6" fmla="*/ 58 w 63"/>
                  <a:gd name="T7" fmla="*/ 18 h 66"/>
                  <a:gd name="T8" fmla="*/ 61 w 63"/>
                  <a:gd name="T9" fmla="*/ 21 h 66"/>
                  <a:gd name="T10" fmla="*/ 56 w 63"/>
                  <a:gd name="T11" fmla="*/ 22 h 66"/>
                  <a:gd name="T12" fmla="*/ 60 w 63"/>
                  <a:gd name="T13" fmla="*/ 29 h 66"/>
                  <a:gd name="T14" fmla="*/ 60 w 63"/>
                  <a:gd name="T15" fmla="*/ 31 h 66"/>
                  <a:gd name="T16" fmla="*/ 58 w 63"/>
                  <a:gd name="T17" fmla="*/ 32 h 66"/>
                  <a:gd name="T18" fmla="*/ 56 w 63"/>
                  <a:gd name="T19" fmla="*/ 34 h 66"/>
                  <a:gd name="T20" fmla="*/ 51 w 63"/>
                  <a:gd name="T21" fmla="*/ 31 h 66"/>
                  <a:gd name="T22" fmla="*/ 46 w 63"/>
                  <a:gd name="T23" fmla="*/ 30 h 66"/>
                  <a:gd name="T24" fmla="*/ 40 w 63"/>
                  <a:gd name="T25" fmla="*/ 32 h 66"/>
                  <a:gd name="T26" fmla="*/ 48 w 63"/>
                  <a:gd name="T27" fmla="*/ 30 h 66"/>
                  <a:gd name="T28" fmla="*/ 51 w 63"/>
                  <a:gd name="T29" fmla="*/ 31 h 66"/>
                  <a:gd name="T30" fmla="*/ 49 w 63"/>
                  <a:gd name="T31" fmla="*/ 42 h 66"/>
                  <a:gd name="T32" fmla="*/ 47 w 63"/>
                  <a:gd name="T33" fmla="*/ 43 h 66"/>
                  <a:gd name="T34" fmla="*/ 37 w 63"/>
                  <a:gd name="T35" fmla="*/ 47 h 66"/>
                  <a:gd name="T36" fmla="*/ 31 w 63"/>
                  <a:gd name="T37" fmla="*/ 46 h 66"/>
                  <a:gd name="T38" fmla="*/ 31 w 63"/>
                  <a:gd name="T39" fmla="*/ 46 h 66"/>
                  <a:gd name="T40" fmla="*/ 32 w 63"/>
                  <a:gd name="T41" fmla="*/ 55 h 66"/>
                  <a:gd name="T42" fmla="*/ 39 w 63"/>
                  <a:gd name="T43" fmla="*/ 52 h 66"/>
                  <a:gd name="T44" fmla="*/ 40 w 63"/>
                  <a:gd name="T45" fmla="*/ 52 h 66"/>
                  <a:gd name="T46" fmla="*/ 44 w 63"/>
                  <a:gd name="T47" fmla="*/ 52 h 66"/>
                  <a:gd name="T48" fmla="*/ 52 w 63"/>
                  <a:gd name="T49" fmla="*/ 52 h 66"/>
                  <a:gd name="T50" fmla="*/ 55 w 63"/>
                  <a:gd name="T51" fmla="*/ 51 h 66"/>
                  <a:gd name="T52" fmla="*/ 60 w 63"/>
                  <a:gd name="T53" fmla="*/ 49 h 66"/>
                  <a:gd name="T54" fmla="*/ 63 w 63"/>
                  <a:gd name="T55" fmla="*/ 51 h 66"/>
                  <a:gd name="T56" fmla="*/ 62 w 63"/>
                  <a:gd name="T57" fmla="*/ 53 h 66"/>
                  <a:gd name="T58" fmla="*/ 57 w 63"/>
                  <a:gd name="T59" fmla="*/ 57 h 66"/>
                  <a:gd name="T60" fmla="*/ 48 w 63"/>
                  <a:gd name="T61" fmla="*/ 62 h 66"/>
                  <a:gd name="T62" fmla="*/ 39 w 63"/>
                  <a:gd name="T63" fmla="*/ 62 h 66"/>
                  <a:gd name="T64" fmla="*/ 22 w 63"/>
                  <a:gd name="T65" fmla="*/ 62 h 66"/>
                  <a:gd name="T66" fmla="*/ 15 w 63"/>
                  <a:gd name="T67" fmla="*/ 65 h 66"/>
                  <a:gd name="T68" fmla="*/ 18 w 63"/>
                  <a:gd name="T69" fmla="*/ 65 h 66"/>
                  <a:gd name="T70" fmla="*/ 20 w 63"/>
                  <a:gd name="T71" fmla="*/ 63 h 66"/>
                  <a:gd name="T72" fmla="*/ 19 w 63"/>
                  <a:gd name="T73" fmla="*/ 62 h 66"/>
                  <a:gd name="T74" fmla="*/ 8 w 63"/>
                  <a:gd name="T75" fmla="*/ 59 h 66"/>
                  <a:gd name="T76" fmla="*/ 6 w 63"/>
                  <a:gd name="T77" fmla="*/ 62 h 66"/>
                  <a:gd name="T78" fmla="*/ 3 w 63"/>
                  <a:gd name="T79" fmla="*/ 63 h 66"/>
                  <a:gd name="T80" fmla="*/ 1 w 63"/>
                  <a:gd name="T81" fmla="*/ 60 h 66"/>
                  <a:gd name="T82" fmla="*/ 1 w 63"/>
                  <a:gd name="T83" fmla="*/ 57 h 66"/>
                  <a:gd name="T84" fmla="*/ 4 w 63"/>
                  <a:gd name="T85" fmla="*/ 56 h 66"/>
                  <a:gd name="T86" fmla="*/ 1 w 63"/>
                  <a:gd name="T87" fmla="*/ 52 h 66"/>
                  <a:gd name="T88" fmla="*/ 9 w 63"/>
                  <a:gd name="T89" fmla="*/ 46 h 66"/>
                  <a:gd name="T90" fmla="*/ 18 w 63"/>
                  <a:gd name="T91" fmla="*/ 38 h 66"/>
                  <a:gd name="T92" fmla="*/ 25 w 63"/>
                  <a:gd name="T93" fmla="*/ 25 h 66"/>
                  <a:gd name="T94" fmla="*/ 26 w 63"/>
                  <a:gd name="T95" fmla="*/ 23 h 66"/>
                  <a:gd name="T96" fmla="*/ 32 w 63"/>
                  <a:gd name="T97" fmla="*/ 9 h 66"/>
                  <a:gd name="T98" fmla="*/ 32 w 63"/>
                  <a:gd name="T99" fmla="*/ 7 h 66"/>
                  <a:gd name="T100" fmla="*/ 34 w 63"/>
                  <a:gd name="T101" fmla="*/ 0 h 66"/>
                  <a:gd name="T102" fmla="*/ 35 w 63"/>
                  <a:gd name="T103" fmla="*/ 0 h 66"/>
                  <a:gd name="T104" fmla="*/ 38 w 63"/>
                  <a:gd name="T105" fmla="*/ 3 h 66"/>
                  <a:gd name="T106" fmla="*/ 40 w 63"/>
                  <a:gd name="T107" fmla="*/ 5 h 66"/>
                  <a:gd name="T108" fmla="*/ 44 w 63"/>
                  <a:gd name="T109" fmla="*/ 5 h 66"/>
                  <a:gd name="T110" fmla="*/ 49 w 63"/>
                  <a:gd name="T111" fmla="*/ 5 h 66"/>
                  <a:gd name="T112" fmla="*/ 57 w 63"/>
                  <a:gd name="T113" fmla="*/ 4 h 66"/>
                  <a:gd name="T114" fmla="*/ 57 w 63"/>
                  <a:gd name="T115" fmla="*/ 5 h 66"/>
                  <a:gd name="T116" fmla="*/ 57 w 63"/>
                  <a:gd name="T117" fmla="*/ 8 h 66"/>
                  <a:gd name="T118" fmla="*/ 55 w 63"/>
                  <a:gd name="T119" fmla="*/ 11 h 66"/>
                  <a:gd name="T120" fmla="*/ 52 w 63"/>
                  <a:gd name="T121" fmla="*/ 1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" h="66">
                    <a:moveTo>
                      <a:pt x="52" y="14"/>
                    </a:moveTo>
                    <a:cubicBezTo>
                      <a:pt x="53" y="15"/>
                      <a:pt x="55" y="18"/>
                      <a:pt x="57" y="14"/>
                    </a:cubicBezTo>
                    <a:cubicBezTo>
                      <a:pt x="59" y="13"/>
                      <a:pt x="59" y="14"/>
                      <a:pt x="59" y="16"/>
                    </a:cubicBezTo>
                    <a:cubicBezTo>
                      <a:pt x="58" y="17"/>
                      <a:pt x="57" y="17"/>
                      <a:pt x="58" y="18"/>
                    </a:cubicBezTo>
                    <a:cubicBezTo>
                      <a:pt x="59" y="19"/>
                      <a:pt x="61" y="19"/>
                      <a:pt x="61" y="21"/>
                    </a:cubicBezTo>
                    <a:cubicBezTo>
                      <a:pt x="60" y="23"/>
                      <a:pt x="58" y="21"/>
                      <a:pt x="56" y="22"/>
                    </a:cubicBezTo>
                    <a:cubicBezTo>
                      <a:pt x="57" y="24"/>
                      <a:pt x="56" y="28"/>
                      <a:pt x="60" y="29"/>
                    </a:cubicBezTo>
                    <a:cubicBezTo>
                      <a:pt x="60" y="29"/>
                      <a:pt x="60" y="30"/>
                      <a:pt x="60" y="31"/>
                    </a:cubicBezTo>
                    <a:cubicBezTo>
                      <a:pt x="60" y="32"/>
                      <a:pt x="59" y="33"/>
                      <a:pt x="58" y="32"/>
                    </a:cubicBezTo>
                    <a:cubicBezTo>
                      <a:pt x="56" y="31"/>
                      <a:pt x="56" y="33"/>
                      <a:pt x="56" y="34"/>
                    </a:cubicBezTo>
                    <a:cubicBezTo>
                      <a:pt x="53" y="35"/>
                      <a:pt x="52" y="33"/>
                      <a:pt x="51" y="31"/>
                    </a:cubicBezTo>
                    <a:cubicBezTo>
                      <a:pt x="50" y="29"/>
                      <a:pt x="49" y="27"/>
                      <a:pt x="46" y="30"/>
                    </a:cubicBezTo>
                    <a:cubicBezTo>
                      <a:pt x="44" y="31"/>
                      <a:pt x="42" y="33"/>
                      <a:pt x="40" y="32"/>
                    </a:cubicBezTo>
                    <a:cubicBezTo>
                      <a:pt x="43" y="32"/>
                      <a:pt x="44" y="32"/>
                      <a:pt x="48" y="30"/>
                    </a:cubicBezTo>
                    <a:cubicBezTo>
                      <a:pt x="49" y="29"/>
                      <a:pt x="50" y="29"/>
                      <a:pt x="51" y="31"/>
                    </a:cubicBezTo>
                    <a:cubicBezTo>
                      <a:pt x="51" y="35"/>
                      <a:pt x="49" y="38"/>
                      <a:pt x="49" y="42"/>
                    </a:cubicBezTo>
                    <a:cubicBezTo>
                      <a:pt x="49" y="42"/>
                      <a:pt x="48" y="42"/>
                      <a:pt x="47" y="43"/>
                    </a:cubicBezTo>
                    <a:cubicBezTo>
                      <a:pt x="44" y="44"/>
                      <a:pt x="40" y="45"/>
                      <a:pt x="37" y="47"/>
                    </a:cubicBezTo>
                    <a:cubicBezTo>
                      <a:pt x="36" y="49"/>
                      <a:pt x="34" y="46"/>
                      <a:pt x="31" y="46"/>
                    </a:cubicBezTo>
                    <a:cubicBezTo>
                      <a:pt x="31" y="45"/>
                      <a:pt x="31" y="46"/>
                      <a:pt x="31" y="46"/>
                    </a:cubicBezTo>
                    <a:cubicBezTo>
                      <a:pt x="34" y="49"/>
                      <a:pt x="29" y="52"/>
                      <a:pt x="32" y="55"/>
                    </a:cubicBezTo>
                    <a:cubicBezTo>
                      <a:pt x="33" y="49"/>
                      <a:pt x="36" y="53"/>
                      <a:pt x="39" y="52"/>
                    </a:cubicBezTo>
                    <a:cubicBezTo>
                      <a:pt x="39" y="52"/>
                      <a:pt x="40" y="52"/>
                      <a:pt x="40" y="52"/>
                    </a:cubicBezTo>
                    <a:cubicBezTo>
                      <a:pt x="41" y="52"/>
                      <a:pt x="42" y="53"/>
                      <a:pt x="44" y="52"/>
                    </a:cubicBezTo>
                    <a:cubicBezTo>
                      <a:pt x="46" y="51"/>
                      <a:pt x="49" y="51"/>
                      <a:pt x="52" y="52"/>
                    </a:cubicBezTo>
                    <a:cubicBezTo>
                      <a:pt x="53" y="52"/>
                      <a:pt x="54" y="53"/>
                      <a:pt x="55" y="51"/>
                    </a:cubicBezTo>
                    <a:cubicBezTo>
                      <a:pt x="56" y="49"/>
                      <a:pt x="58" y="49"/>
                      <a:pt x="60" y="49"/>
                    </a:cubicBezTo>
                    <a:cubicBezTo>
                      <a:pt x="61" y="50"/>
                      <a:pt x="62" y="50"/>
                      <a:pt x="63" y="51"/>
                    </a:cubicBezTo>
                    <a:cubicBezTo>
                      <a:pt x="63" y="52"/>
                      <a:pt x="63" y="52"/>
                      <a:pt x="62" y="53"/>
                    </a:cubicBezTo>
                    <a:cubicBezTo>
                      <a:pt x="61" y="54"/>
                      <a:pt x="59" y="55"/>
                      <a:pt x="57" y="57"/>
                    </a:cubicBezTo>
                    <a:cubicBezTo>
                      <a:pt x="54" y="58"/>
                      <a:pt x="52" y="63"/>
                      <a:pt x="48" y="62"/>
                    </a:cubicBezTo>
                    <a:cubicBezTo>
                      <a:pt x="45" y="62"/>
                      <a:pt x="42" y="62"/>
                      <a:pt x="39" y="62"/>
                    </a:cubicBezTo>
                    <a:cubicBezTo>
                      <a:pt x="33" y="62"/>
                      <a:pt x="27" y="64"/>
                      <a:pt x="22" y="62"/>
                    </a:cubicBezTo>
                    <a:cubicBezTo>
                      <a:pt x="20" y="66"/>
                      <a:pt x="20" y="66"/>
                      <a:pt x="15" y="65"/>
                    </a:cubicBezTo>
                    <a:cubicBezTo>
                      <a:pt x="16" y="64"/>
                      <a:pt x="17" y="65"/>
                      <a:pt x="18" y="65"/>
                    </a:cubicBezTo>
                    <a:cubicBezTo>
                      <a:pt x="19" y="64"/>
                      <a:pt x="20" y="64"/>
                      <a:pt x="20" y="63"/>
                    </a:cubicBezTo>
                    <a:cubicBezTo>
                      <a:pt x="20" y="63"/>
                      <a:pt x="19" y="62"/>
                      <a:pt x="19" y="62"/>
                    </a:cubicBezTo>
                    <a:cubicBezTo>
                      <a:pt x="15" y="61"/>
                      <a:pt x="12" y="58"/>
                      <a:pt x="8" y="59"/>
                    </a:cubicBezTo>
                    <a:cubicBezTo>
                      <a:pt x="7" y="60"/>
                      <a:pt x="6" y="60"/>
                      <a:pt x="6" y="62"/>
                    </a:cubicBezTo>
                    <a:cubicBezTo>
                      <a:pt x="6" y="64"/>
                      <a:pt x="4" y="63"/>
                      <a:pt x="3" y="63"/>
                    </a:cubicBezTo>
                    <a:cubicBezTo>
                      <a:pt x="1" y="63"/>
                      <a:pt x="0" y="62"/>
                      <a:pt x="1" y="60"/>
                    </a:cubicBezTo>
                    <a:cubicBezTo>
                      <a:pt x="2" y="59"/>
                      <a:pt x="1" y="58"/>
                      <a:pt x="1" y="57"/>
                    </a:cubicBezTo>
                    <a:cubicBezTo>
                      <a:pt x="1" y="55"/>
                      <a:pt x="3" y="59"/>
                      <a:pt x="4" y="56"/>
                    </a:cubicBezTo>
                    <a:cubicBezTo>
                      <a:pt x="5" y="53"/>
                      <a:pt x="3" y="53"/>
                      <a:pt x="1" y="52"/>
                    </a:cubicBezTo>
                    <a:cubicBezTo>
                      <a:pt x="2" y="49"/>
                      <a:pt x="6" y="48"/>
                      <a:pt x="9" y="46"/>
                    </a:cubicBezTo>
                    <a:cubicBezTo>
                      <a:pt x="13" y="44"/>
                      <a:pt x="16" y="41"/>
                      <a:pt x="18" y="38"/>
                    </a:cubicBezTo>
                    <a:cubicBezTo>
                      <a:pt x="20" y="33"/>
                      <a:pt x="24" y="30"/>
                      <a:pt x="25" y="25"/>
                    </a:cubicBezTo>
                    <a:cubicBezTo>
                      <a:pt x="25" y="24"/>
                      <a:pt x="26" y="24"/>
                      <a:pt x="26" y="23"/>
                    </a:cubicBezTo>
                    <a:cubicBezTo>
                      <a:pt x="29" y="18"/>
                      <a:pt x="30" y="13"/>
                      <a:pt x="32" y="9"/>
                    </a:cubicBezTo>
                    <a:cubicBezTo>
                      <a:pt x="32" y="8"/>
                      <a:pt x="32" y="8"/>
                      <a:pt x="32" y="7"/>
                    </a:cubicBezTo>
                    <a:cubicBezTo>
                      <a:pt x="33" y="5"/>
                      <a:pt x="33" y="3"/>
                      <a:pt x="3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2"/>
                      <a:pt x="36" y="3"/>
                      <a:pt x="38" y="3"/>
                    </a:cubicBezTo>
                    <a:cubicBezTo>
                      <a:pt x="38" y="4"/>
                      <a:pt x="39" y="4"/>
                      <a:pt x="40" y="5"/>
                    </a:cubicBezTo>
                    <a:cubicBezTo>
                      <a:pt x="41" y="8"/>
                      <a:pt x="42" y="8"/>
                      <a:pt x="44" y="5"/>
                    </a:cubicBezTo>
                    <a:cubicBezTo>
                      <a:pt x="46" y="4"/>
                      <a:pt x="47" y="3"/>
                      <a:pt x="49" y="5"/>
                    </a:cubicBezTo>
                    <a:cubicBezTo>
                      <a:pt x="54" y="10"/>
                      <a:pt x="54" y="10"/>
                      <a:pt x="57" y="4"/>
                    </a:cubicBezTo>
                    <a:cubicBezTo>
                      <a:pt x="57" y="4"/>
                      <a:pt x="57" y="5"/>
                      <a:pt x="57" y="5"/>
                    </a:cubicBezTo>
                    <a:cubicBezTo>
                      <a:pt x="57" y="6"/>
                      <a:pt x="57" y="7"/>
                      <a:pt x="57" y="8"/>
                    </a:cubicBezTo>
                    <a:cubicBezTo>
                      <a:pt x="57" y="9"/>
                      <a:pt x="56" y="10"/>
                      <a:pt x="55" y="11"/>
                    </a:cubicBezTo>
                    <a:cubicBezTo>
                      <a:pt x="54" y="12"/>
                      <a:pt x="51" y="11"/>
                      <a:pt x="52" y="14"/>
                    </a:cubicBezTo>
                    <a:close/>
                  </a:path>
                </a:pathLst>
              </a:custGeom>
              <a:solidFill>
                <a:srgbClr val="B0D3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0" name="Freeform 1183"/>
              <p:cNvSpPr/>
              <p:nvPr/>
            </p:nvSpPr>
            <p:spPr bwMode="auto">
              <a:xfrm>
                <a:off x="1155" y="2121"/>
                <a:ext cx="54" cy="103"/>
              </a:xfrm>
              <a:custGeom>
                <a:avLst/>
                <a:gdLst>
                  <a:gd name="T0" fmla="*/ 20 w 23"/>
                  <a:gd name="T1" fmla="*/ 43 h 43"/>
                  <a:gd name="T2" fmla="*/ 20 w 23"/>
                  <a:gd name="T3" fmla="*/ 43 h 43"/>
                  <a:gd name="T4" fmla="*/ 12 w 23"/>
                  <a:gd name="T5" fmla="*/ 37 h 43"/>
                  <a:gd name="T6" fmla="*/ 11 w 23"/>
                  <a:gd name="T7" fmla="*/ 36 h 43"/>
                  <a:gd name="T8" fmla="*/ 14 w 23"/>
                  <a:gd name="T9" fmla="*/ 33 h 43"/>
                  <a:gd name="T10" fmla="*/ 10 w 23"/>
                  <a:gd name="T11" fmla="*/ 29 h 43"/>
                  <a:gd name="T12" fmla="*/ 3 w 23"/>
                  <a:gd name="T13" fmla="*/ 34 h 43"/>
                  <a:gd name="T14" fmla="*/ 2 w 23"/>
                  <a:gd name="T15" fmla="*/ 34 h 43"/>
                  <a:gd name="T16" fmla="*/ 0 w 23"/>
                  <a:gd name="T17" fmla="*/ 33 h 43"/>
                  <a:gd name="T18" fmla="*/ 0 w 23"/>
                  <a:gd name="T19" fmla="*/ 32 h 43"/>
                  <a:gd name="T20" fmla="*/ 9 w 23"/>
                  <a:gd name="T21" fmla="*/ 23 h 43"/>
                  <a:gd name="T22" fmla="*/ 2 w 23"/>
                  <a:gd name="T23" fmla="*/ 18 h 43"/>
                  <a:gd name="T24" fmla="*/ 17 w 23"/>
                  <a:gd name="T25" fmla="*/ 0 h 43"/>
                  <a:gd name="T26" fmla="*/ 21 w 23"/>
                  <a:gd name="T27" fmla="*/ 10 h 43"/>
                  <a:gd name="T28" fmla="*/ 22 w 23"/>
                  <a:gd name="T29" fmla="*/ 27 h 43"/>
                  <a:gd name="T30" fmla="*/ 22 w 23"/>
                  <a:gd name="T31" fmla="*/ 38 h 43"/>
                  <a:gd name="T32" fmla="*/ 20 w 23"/>
                  <a:gd name="T3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" h="43">
                    <a:moveTo>
                      <a:pt x="20" y="43"/>
                    </a:moveTo>
                    <a:cubicBezTo>
                      <a:pt x="20" y="43"/>
                      <a:pt x="20" y="43"/>
                      <a:pt x="20" y="43"/>
                    </a:cubicBezTo>
                    <a:cubicBezTo>
                      <a:pt x="18" y="40"/>
                      <a:pt x="15" y="39"/>
                      <a:pt x="12" y="37"/>
                    </a:cubicBezTo>
                    <a:cubicBezTo>
                      <a:pt x="12" y="37"/>
                      <a:pt x="11" y="37"/>
                      <a:pt x="11" y="36"/>
                    </a:cubicBezTo>
                    <a:cubicBezTo>
                      <a:pt x="11" y="33"/>
                      <a:pt x="11" y="33"/>
                      <a:pt x="14" y="33"/>
                    </a:cubicBezTo>
                    <a:cubicBezTo>
                      <a:pt x="12" y="33"/>
                      <a:pt x="10" y="32"/>
                      <a:pt x="10" y="29"/>
                    </a:cubicBezTo>
                    <a:cubicBezTo>
                      <a:pt x="5" y="30"/>
                      <a:pt x="5" y="30"/>
                      <a:pt x="3" y="34"/>
                    </a:cubicBezTo>
                    <a:cubicBezTo>
                      <a:pt x="3" y="34"/>
                      <a:pt x="3" y="34"/>
                      <a:pt x="2" y="34"/>
                    </a:cubicBezTo>
                    <a:cubicBezTo>
                      <a:pt x="2" y="34"/>
                      <a:pt x="1" y="34"/>
                      <a:pt x="0" y="33"/>
                    </a:cubicBezTo>
                    <a:cubicBezTo>
                      <a:pt x="0" y="33"/>
                      <a:pt x="0" y="33"/>
                      <a:pt x="0" y="32"/>
                    </a:cubicBezTo>
                    <a:cubicBezTo>
                      <a:pt x="0" y="27"/>
                      <a:pt x="2" y="25"/>
                      <a:pt x="9" y="23"/>
                    </a:cubicBezTo>
                    <a:cubicBezTo>
                      <a:pt x="5" y="24"/>
                      <a:pt x="2" y="23"/>
                      <a:pt x="2" y="18"/>
                    </a:cubicBezTo>
                    <a:cubicBezTo>
                      <a:pt x="7" y="8"/>
                      <a:pt x="9" y="5"/>
                      <a:pt x="17" y="0"/>
                    </a:cubicBezTo>
                    <a:cubicBezTo>
                      <a:pt x="18" y="3"/>
                      <a:pt x="19" y="6"/>
                      <a:pt x="21" y="10"/>
                    </a:cubicBezTo>
                    <a:cubicBezTo>
                      <a:pt x="23" y="15"/>
                      <a:pt x="22" y="21"/>
                      <a:pt x="22" y="27"/>
                    </a:cubicBezTo>
                    <a:cubicBezTo>
                      <a:pt x="21" y="31"/>
                      <a:pt x="20" y="34"/>
                      <a:pt x="22" y="38"/>
                    </a:cubicBezTo>
                    <a:cubicBezTo>
                      <a:pt x="22" y="40"/>
                      <a:pt x="20" y="41"/>
                      <a:pt x="20" y="43"/>
                    </a:cubicBezTo>
                    <a:close/>
                  </a:path>
                </a:pathLst>
              </a:custGeom>
              <a:solidFill>
                <a:srgbClr val="A2C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1" name="Freeform 1184"/>
              <p:cNvSpPr/>
              <p:nvPr/>
            </p:nvSpPr>
            <p:spPr bwMode="auto">
              <a:xfrm>
                <a:off x="1069" y="1969"/>
                <a:ext cx="62" cy="38"/>
              </a:xfrm>
              <a:custGeom>
                <a:avLst/>
                <a:gdLst>
                  <a:gd name="T0" fmla="*/ 7 w 26"/>
                  <a:gd name="T1" fmla="*/ 2 h 16"/>
                  <a:gd name="T2" fmla="*/ 11 w 26"/>
                  <a:gd name="T3" fmla="*/ 2 h 16"/>
                  <a:gd name="T4" fmla="*/ 19 w 26"/>
                  <a:gd name="T5" fmla="*/ 1 h 16"/>
                  <a:gd name="T6" fmla="*/ 22 w 26"/>
                  <a:gd name="T7" fmla="*/ 1 h 16"/>
                  <a:gd name="T8" fmla="*/ 23 w 26"/>
                  <a:gd name="T9" fmla="*/ 4 h 16"/>
                  <a:gd name="T10" fmla="*/ 26 w 26"/>
                  <a:gd name="T11" fmla="*/ 14 h 16"/>
                  <a:gd name="T12" fmla="*/ 19 w 26"/>
                  <a:gd name="T13" fmla="*/ 16 h 16"/>
                  <a:gd name="T14" fmla="*/ 10 w 26"/>
                  <a:gd name="T15" fmla="*/ 12 h 16"/>
                  <a:gd name="T16" fmla="*/ 0 w 26"/>
                  <a:gd name="T17" fmla="*/ 8 h 16"/>
                  <a:gd name="T18" fmla="*/ 7 w 26"/>
                  <a:gd name="T1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16">
                    <a:moveTo>
                      <a:pt x="7" y="2"/>
                    </a:moveTo>
                    <a:cubicBezTo>
                      <a:pt x="8" y="2"/>
                      <a:pt x="10" y="2"/>
                      <a:pt x="11" y="2"/>
                    </a:cubicBezTo>
                    <a:cubicBezTo>
                      <a:pt x="14" y="3"/>
                      <a:pt x="16" y="4"/>
                      <a:pt x="19" y="1"/>
                    </a:cubicBezTo>
                    <a:cubicBezTo>
                      <a:pt x="19" y="0"/>
                      <a:pt x="21" y="0"/>
                      <a:pt x="22" y="1"/>
                    </a:cubicBezTo>
                    <a:cubicBezTo>
                      <a:pt x="24" y="2"/>
                      <a:pt x="24" y="3"/>
                      <a:pt x="23" y="4"/>
                    </a:cubicBezTo>
                    <a:cubicBezTo>
                      <a:pt x="21" y="8"/>
                      <a:pt x="21" y="12"/>
                      <a:pt x="26" y="14"/>
                    </a:cubicBezTo>
                    <a:cubicBezTo>
                      <a:pt x="23" y="14"/>
                      <a:pt x="20" y="12"/>
                      <a:pt x="19" y="16"/>
                    </a:cubicBezTo>
                    <a:cubicBezTo>
                      <a:pt x="18" y="10"/>
                      <a:pt x="17" y="10"/>
                      <a:pt x="10" y="12"/>
                    </a:cubicBezTo>
                    <a:cubicBezTo>
                      <a:pt x="6" y="13"/>
                      <a:pt x="2" y="11"/>
                      <a:pt x="0" y="8"/>
                    </a:cubicBezTo>
                    <a:cubicBezTo>
                      <a:pt x="1" y="5"/>
                      <a:pt x="4" y="3"/>
                      <a:pt x="7" y="2"/>
                    </a:cubicBez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2" name="Freeform 1185"/>
              <p:cNvSpPr/>
              <p:nvPr/>
            </p:nvSpPr>
            <p:spPr bwMode="auto">
              <a:xfrm>
                <a:off x="1053" y="1936"/>
                <a:ext cx="47" cy="60"/>
              </a:xfrm>
              <a:custGeom>
                <a:avLst/>
                <a:gdLst>
                  <a:gd name="T0" fmla="*/ 14 w 20"/>
                  <a:gd name="T1" fmla="*/ 16 h 25"/>
                  <a:gd name="T2" fmla="*/ 7 w 20"/>
                  <a:gd name="T3" fmla="*/ 22 h 25"/>
                  <a:gd name="T4" fmla="*/ 0 w 20"/>
                  <a:gd name="T5" fmla="*/ 23 h 25"/>
                  <a:gd name="T6" fmla="*/ 10 w 20"/>
                  <a:gd name="T7" fmla="*/ 14 h 25"/>
                  <a:gd name="T8" fmla="*/ 15 w 20"/>
                  <a:gd name="T9" fmla="*/ 12 h 25"/>
                  <a:gd name="T10" fmla="*/ 15 w 20"/>
                  <a:gd name="T11" fmla="*/ 4 h 25"/>
                  <a:gd name="T12" fmla="*/ 13 w 20"/>
                  <a:gd name="T13" fmla="*/ 2 h 25"/>
                  <a:gd name="T14" fmla="*/ 18 w 20"/>
                  <a:gd name="T15" fmla="*/ 0 h 25"/>
                  <a:gd name="T16" fmla="*/ 20 w 20"/>
                  <a:gd name="T17" fmla="*/ 5 h 25"/>
                  <a:gd name="T18" fmla="*/ 18 w 20"/>
                  <a:gd name="T19" fmla="*/ 12 h 25"/>
                  <a:gd name="T20" fmla="*/ 16 w 20"/>
                  <a:gd name="T21" fmla="*/ 14 h 25"/>
                  <a:gd name="T22" fmla="*/ 14 w 20"/>
                  <a:gd name="T23" fmla="*/ 1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" h="25">
                    <a:moveTo>
                      <a:pt x="14" y="16"/>
                    </a:moveTo>
                    <a:cubicBezTo>
                      <a:pt x="12" y="18"/>
                      <a:pt x="9" y="20"/>
                      <a:pt x="7" y="22"/>
                    </a:cubicBezTo>
                    <a:cubicBezTo>
                      <a:pt x="5" y="23"/>
                      <a:pt x="3" y="25"/>
                      <a:pt x="0" y="23"/>
                    </a:cubicBezTo>
                    <a:cubicBezTo>
                      <a:pt x="4" y="21"/>
                      <a:pt x="8" y="19"/>
                      <a:pt x="10" y="14"/>
                    </a:cubicBezTo>
                    <a:cubicBezTo>
                      <a:pt x="10" y="12"/>
                      <a:pt x="13" y="14"/>
                      <a:pt x="15" y="12"/>
                    </a:cubicBezTo>
                    <a:cubicBezTo>
                      <a:pt x="12" y="10"/>
                      <a:pt x="12" y="7"/>
                      <a:pt x="15" y="4"/>
                    </a:cubicBezTo>
                    <a:cubicBezTo>
                      <a:pt x="17" y="3"/>
                      <a:pt x="14" y="2"/>
                      <a:pt x="13" y="2"/>
                    </a:cubicBezTo>
                    <a:cubicBezTo>
                      <a:pt x="15" y="1"/>
                      <a:pt x="16" y="1"/>
                      <a:pt x="18" y="0"/>
                    </a:cubicBezTo>
                    <a:cubicBezTo>
                      <a:pt x="19" y="2"/>
                      <a:pt x="18" y="4"/>
                      <a:pt x="20" y="5"/>
                    </a:cubicBezTo>
                    <a:cubicBezTo>
                      <a:pt x="19" y="7"/>
                      <a:pt x="19" y="10"/>
                      <a:pt x="18" y="12"/>
                    </a:cubicBezTo>
                    <a:cubicBezTo>
                      <a:pt x="18" y="13"/>
                      <a:pt x="18" y="14"/>
                      <a:pt x="16" y="14"/>
                    </a:cubicBezTo>
                    <a:cubicBezTo>
                      <a:pt x="16" y="15"/>
                      <a:pt x="14" y="14"/>
                      <a:pt x="14" y="16"/>
                    </a:cubicBezTo>
                    <a:close/>
                  </a:path>
                </a:pathLst>
              </a:custGeom>
              <a:solidFill>
                <a:srgbClr val="A9CD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3" name="Freeform 1186"/>
              <p:cNvSpPr/>
              <p:nvPr/>
            </p:nvSpPr>
            <p:spPr bwMode="auto">
              <a:xfrm>
                <a:off x="1136" y="2164"/>
                <a:ext cx="47" cy="57"/>
              </a:xfrm>
              <a:custGeom>
                <a:avLst/>
                <a:gdLst>
                  <a:gd name="T0" fmla="*/ 10 w 20"/>
                  <a:gd name="T1" fmla="*/ 0 h 24"/>
                  <a:gd name="T2" fmla="*/ 20 w 20"/>
                  <a:gd name="T3" fmla="*/ 5 h 24"/>
                  <a:gd name="T4" fmla="*/ 8 w 20"/>
                  <a:gd name="T5" fmla="*/ 15 h 24"/>
                  <a:gd name="T6" fmla="*/ 5 w 20"/>
                  <a:gd name="T7" fmla="*/ 20 h 24"/>
                  <a:gd name="T8" fmla="*/ 1 w 20"/>
                  <a:gd name="T9" fmla="*/ 22 h 24"/>
                  <a:gd name="T10" fmla="*/ 5 w 20"/>
                  <a:gd name="T11" fmla="*/ 9 h 24"/>
                  <a:gd name="T12" fmla="*/ 6 w 20"/>
                  <a:gd name="T13" fmla="*/ 4 h 24"/>
                  <a:gd name="T14" fmla="*/ 10 w 20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24">
                    <a:moveTo>
                      <a:pt x="10" y="0"/>
                    </a:moveTo>
                    <a:cubicBezTo>
                      <a:pt x="12" y="5"/>
                      <a:pt x="16" y="4"/>
                      <a:pt x="20" y="5"/>
                    </a:cubicBezTo>
                    <a:cubicBezTo>
                      <a:pt x="14" y="7"/>
                      <a:pt x="8" y="7"/>
                      <a:pt x="8" y="15"/>
                    </a:cubicBezTo>
                    <a:cubicBezTo>
                      <a:pt x="7" y="16"/>
                      <a:pt x="5" y="17"/>
                      <a:pt x="5" y="20"/>
                    </a:cubicBezTo>
                    <a:cubicBezTo>
                      <a:pt x="5" y="22"/>
                      <a:pt x="3" y="24"/>
                      <a:pt x="1" y="22"/>
                    </a:cubicBezTo>
                    <a:cubicBezTo>
                      <a:pt x="0" y="17"/>
                      <a:pt x="3" y="13"/>
                      <a:pt x="5" y="9"/>
                    </a:cubicBezTo>
                    <a:cubicBezTo>
                      <a:pt x="6" y="7"/>
                      <a:pt x="7" y="6"/>
                      <a:pt x="6" y="4"/>
                    </a:cubicBezTo>
                    <a:cubicBezTo>
                      <a:pt x="9" y="4"/>
                      <a:pt x="9" y="2"/>
                      <a:pt x="10" y="0"/>
                    </a:cubicBezTo>
                    <a:close/>
                  </a:path>
                </a:pathLst>
              </a:custGeom>
              <a:solidFill>
                <a:srgbClr val="99C2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4" name="Freeform 1187"/>
              <p:cNvSpPr/>
              <p:nvPr/>
            </p:nvSpPr>
            <p:spPr bwMode="auto">
              <a:xfrm>
                <a:off x="1081" y="2000"/>
                <a:ext cx="29" cy="22"/>
              </a:xfrm>
              <a:custGeom>
                <a:avLst/>
                <a:gdLst>
                  <a:gd name="T0" fmla="*/ 3 w 12"/>
                  <a:gd name="T1" fmla="*/ 1 h 9"/>
                  <a:gd name="T2" fmla="*/ 5 w 12"/>
                  <a:gd name="T3" fmla="*/ 3 h 9"/>
                  <a:gd name="T4" fmla="*/ 7 w 12"/>
                  <a:gd name="T5" fmla="*/ 1 h 9"/>
                  <a:gd name="T6" fmla="*/ 10 w 12"/>
                  <a:gd name="T7" fmla="*/ 2 h 9"/>
                  <a:gd name="T8" fmla="*/ 11 w 12"/>
                  <a:gd name="T9" fmla="*/ 7 h 9"/>
                  <a:gd name="T10" fmla="*/ 7 w 12"/>
                  <a:gd name="T11" fmla="*/ 7 h 9"/>
                  <a:gd name="T12" fmla="*/ 3 w 12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9">
                    <a:moveTo>
                      <a:pt x="3" y="1"/>
                    </a:moveTo>
                    <a:cubicBezTo>
                      <a:pt x="4" y="2"/>
                      <a:pt x="5" y="3"/>
                      <a:pt x="5" y="3"/>
                    </a:cubicBezTo>
                    <a:cubicBezTo>
                      <a:pt x="8" y="3"/>
                      <a:pt x="6" y="0"/>
                      <a:pt x="7" y="1"/>
                    </a:cubicBezTo>
                    <a:cubicBezTo>
                      <a:pt x="8" y="2"/>
                      <a:pt x="10" y="1"/>
                      <a:pt x="10" y="2"/>
                    </a:cubicBezTo>
                    <a:cubicBezTo>
                      <a:pt x="10" y="4"/>
                      <a:pt x="12" y="5"/>
                      <a:pt x="11" y="7"/>
                    </a:cubicBezTo>
                    <a:cubicBezTo>
                      <a:pt x="10" y="9"/>
                      <a:pt x="8" y="6"/>
                      <a:pt x="7" y="7"/>
                    </a:cubicBezTo>
                    <a:cubicBezTo>
                      <a:pt x="5" y="5"/>
                      <a:pt x="0" y="6"/>
                      <a:pt x="3" y="1"/>
                    </a:cubicBez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5" name="Freeform 1188"/>
              <p:cNvSpPr/>
              <p:nvPr/>
            </p:nvSpPr>
            <p:spPr bwMode="auto">
              <a:xfrm>
                <a:off x="1069" y="2005"/>
                <a:ext cx="17" cy="12"/>
              </a:xfrm>
              <a:custGeom>
                <a:avLst/>
                <a:gdLst>
                  <a:gd name="T0" fmla="*/ 3 w 7"/>
                  <a:gd name="T1" fmla="*/ 5 h 5"/>
                  <a:gd name="T2" fmla="*/ 2 w 7"/>
                  <a:gd name="T3" fmla="*/ 5 h 5"/>
                  <a:gd name="T4" fmla="*/ 5 w 7"/>
                  <a:gd name="T5" fmla="*/ 0 h 5"/>
                  <a:gd name="T6" fmla="*/ 3 w 7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5">
                    <a:moveTo>
                      <a:pt x="3" y="5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0" y="3"/>
                      <a:pt x="0" y="3"/>
                      <a:pt x="5" y="0"/>
                    </a:cubicBezTo>
                    <a:cubicBezTo>
                      <a:pt x="7" y="3"/>
                      <a:pt x="2" y="3"/>
                      <a:pt x="3" y="5"/>
                    </a:cubicBez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6" name="Freeform 1189"/>
              <p:cNvSpPr/>
              <p:nvPr/>
            </p:nvSpPr>
            <p:spPr bwMode="auto">
              <a:xfrm>
                <a:off x="1114" y="2007"/>
                <a:ext cx="10" cy="10"/>
              </a:xfrm>
              <a:custGeom>
                <a:avLst/>
                <a:gdLst>
                  <a:gd name="T0" fmla="*/ 4 w 4"/>
                  <a:gd name="T1" fmla="*/ 3 h 4"/>
                  <a:gd name="T2" fmla="*/ 2 w 4"/>
                  <a:gd name="T3" fmla="*/ 4 h 4"/>
                  <a:gd name="T4" fmla="*/ 0 w 4"/>
                  <a:gd name="T5" fmla="*/ 1 h 4"/>
                  <a:gd name="T6" fmla="*/ 2 w 4"/>
                  <a:gd name="T7" fmla="*/ 0 h 4"/>
                  <a:gd name="T8" fmla="*/ 4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3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0" y="4"/>
                      <a:pt x="1" y="2"/>
                      <a:pt x="0" y="1"/>
                    </a:cubicBezTo>
                    <a:cubicBezTo>
                      <a:pt x="0" y="0"/>
                      <a:pt x="2" y="0"/>
                      <a:pt x="2" y="0"/>
                    </a:cubicBezTo>
                    <a:cubicBezTo>
                      <a:pt x="4" y="0"/>
                      <a:pt x="2" y="3"/>
                      <a:pt x="4" y="3"/>
                    </a:cubicBez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7" name="Freeform 1190"/>
              <p:cNvSpPr/>
              <p:nvPr/>
            </p:nvSpPr>
            <p:spPr bwMode="auto">
              <a:xfrm>
                <a:off x="1091" y="1965"/>
                <a:ext cx="9" cy="7"/>
              </a:xfrm>
              <a:custGeom>
                <a:avLst/>
                <a:gdLst>
                  <a:gd name="T0" fmla="*/ 0 w 4"/>
                  <a:gd name="T1" fmla="*/ 2 h 3"/>
                  <a:gd name="T2" fmla="*/ 2 w 4"/>
                  <a:gd name="T3" fmla="*/ 0 h 3"/>
                  <a:gd name="T4" fmla="*/ 3 w 4"/>
                  <a:gd name="T5" fmla="*/ 2 h 3"/>
                  <a:gd name="T6" fmla="*/ 0 w 4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0" y="2"/>
                    </a:moveTo>
                    <a:cubicBezTo>
                      <a:pt x="1" y="1"/>
                      <a:pt x="2" y="1"/>
                      <a:pt x="2" y="0"/>
                    </a:cubicBezTo>
                    <a:cubicBezTo>
                      <a:pt x="3" y="1"/>
                      <a:pt x="4" y="1"/>
                      <a:pt x="3" y="2"/>
                    </a:cubicBezTo>
                    <a:cubicBezTo>
                      <a:pt x="2" y="3"/>
                      <a:pt x="1" y="3"/>
                      <a:pt x="0" y="2"/>
                    </a:cubicBez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8" name="Freeform 1191"/>
              <p:cNvSpPr/>
              <p:nvPr/>
            </p:nvSpPr>
            <p:spPr bwMode="auto">
              <a:xfrm>
                <a:off x="1235" y="2176"/>
                <a:ext cx="5" cy="7"/>
              </a:xfrm>
              <a:custGeom>
                <a:avLst/>
                <a:gdLst>
                  <a:gd name="T0" fmla="*/ 2 w 2"/>
                  <a:gd name="T1" fmla="*/ 1 h 3"/>
                  <a:gd name="T2" fmla="*/ 1 w 2"/>
                  <a:gd name="T3" fmla="*/ 3 h 3"/>
                  <a:gd name="T4" fmla="*/ 0 w 2"/>
                  <a:gd name="T5" fmla="*/ 1 h 3"/>
                  <a:gd name="T6" fmla="*/ 2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B7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39" name="Freeform 1192"/>
              <p:cNvSpPr/>
              <p:nvPr/>
            </p:nvSpPr>
            <p:spPr bwMode="auto">
              <a:xfrm>
                <a:off x="1356" y="2514"/>
                <a:ext cx="100" cy="49"/>
              </a:xfrm>
              <a:custGeom>
                <a:avLst/>
                <a:gdLst>
                  <a:gd name="T0" fmla="*/ 37 w 42"/>
                  <a:gd name="T1" fmla="*/ 5 h 21"/>
                  <a:gd name="T2" fmla="*/ 29 w 42"/>
                  <a:gd name="T3" fmla="*/ 10 h 21"/>
                  <a:gd name="T4" fmla="*/ 11 w 42"/>
                  <a:gd name="T5" fmla="*/ 20 h 21"/>
                  <a:gd name="T6" fmla="*/ 2 w 42"/>
                  <a:gd name="T7" fmla="*/ 21 h 21"/>
                  <a:gd name="T8" fmla="*/ 1 w 42"/>
                  <a:gd name="T9" fmla="*/ 20 h 21"/>
                  <a:gd name="T10" fmla="*/ 0 w 42"/>
                  <a:gd name="T11" fmla="*/ 16 h 21"/>
                  <a:gd name="T12" fmla="*/ 1 w 42"/>
                  <a:gd name="T13" fmla="*/ 13 h 21"/>
                  <a:gd name="T14" fmla="*/ 12 w 42"/>
                  <a:gd name="T15" fmla="*/ 7 h 21"/>
                  <a:gd name="T16" fmla="*/ 14 w 42"/>
                  <a:gd name="T17" fmla="*/ 6 h 21"/>
                  <a:gd name="T18" fmla="*/ 19 w 42"/>
                  <a:gd name="T19" fmla="*/ 7 h 21"/>
                  <a:gd name="T20" fmla="*/ 19 w 42"/>
                  <a:gd name="T21" fmla="*/ 9 h 21"/>
                  <a:gd name="T22" fmla="*/ 26 w 42"/>
                  <a:gd name="T23" fmla="*/ 7 h 21"/>
                  <a:gd name="T24" fmla="*/ 33 w 42"/>
                  <a:gd name="T25" fmla="*/ 4 h 21"/>
                  <a:gd name="T26" fmla="*/ 39 w 42"/>
                  <a:gd name="T27" fmla="*/ 0 h 21"/>
                  <a:gd name="T28" fmla="*/ 39 w 42"/>
                  <a:gd name="T29" fmla="*/ 0 h 21"/>
                  <a:gd name="T30" fmla="*/ 42 w 42"/>
                  <a:gd name="T31" fmla="*/ 2 h 21"/>
                  <a:gd name="T32" fmla="*/ 37 w 42"/>
                  <a:gd name="T33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2" h="21">
                    <a:moveTo>
                      <a:pt x="37" y="5"/>
                    </a:moveTo>
                    <a:cubicBezTo>
                      <a:pt x="35" y="7"/>
                      <a:pt x="32" y="8"/>
                      <a:pt x="29" y="10"/>
                    </a:cubicBezTo>
                    <a:cubicBezTo>
                      <a:pt x="24" y="14"/>
                      <a:pt x="17" y="17"/>
                      <a:pt x="11" y="20"/>
                    </a:cubicBezTo>
                    <a:cubicBezTo>
                      <a:pt x="8" y="21"/>
                      <a:pt x="5" y="21"/>
                      <a:pt x="2" y="21"/>
                    </a:cubicBezTo>
                    <a:cubicBezTo>
                      <a:pt x="2" y="21"/>
                      <a:pt x="1" y="20"/>
                      <a:pt x="1" y="20"/>
                    </a:cubicBezTo>
                    <a:cubicBezTo>
                      <a:pt x="1" y="19"/>
                      <a:pt x="0" y="17"/>
                      <a:pt x="0" y="16"/>
                    </a:cubicBezTo>
                    <a:cubicBezTo>
                      <a:pt x="0" y="15"/>
                      <a:pt x="1" y="14"/>
                      <a:pt x="1" y="13"/>
                    </a:cubicBezTo>
                    <a:cubicBezTo>
                      <a:pt x="5" y="11"/>
                      <a:pt x="8" y="8"/>
                      <a:pt x="12" y="7"/>
                    </a:cubicBezTo>
                    <a:cubicBezTo>
                      <a:pt x="13" y="7"/>
                      <a:pt x="14" y="6"/>
                      <a:pt x="14" y="6"/>
                    </a:cubicBezTo>
                    <a:cubicBezTo>
                      <a:pt x="16" y="8"/>
                      <a:pt x="17" y="7"/>
                      <a:pt x="19" y="7"/>
                    </a:cubicBezTo>
                    <a:cubicBezTo>
                      <a:pt x="19" y="8"/>
                      <a:pt x="16" y="9"/>
                      <a:pt x="19" y="9"/>
                    </a:cubicBezTo>
                    <a:cubicBezTo>
                      <a:pt x="22" y="9"/>
                      <a:pt x="24" y="8"/>
                      <a:pt x="26" y="7"/>
                    </a:cubicBezTo>
                    <a:cubicBezTo>
                      <a:pt x="29" y="6"/>
                      <a:pt x="31" y="4"/>
                      <a:pt x="33" y="4"/>
                    </a:cubicBezTo>
                    <a:cubicBezTo>
                      <a:pt x="35" y="3"/>
                      <a:pt x="37" y="1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0" y="1"/>
                      <a:pt x="41" y="1"/>
                      <a:pt x="42" y="2"/>
                    </a:cubicBezTo>
                    <a:cubicBezTo>
                      <a:pt x="40" y="2"/>
                      <a:pt x="39" y="4"/>
                      <a:pt x="37" y="5"/>
                    </a:cubicBezTo>
                    <a:close/>
                  </a:path>
                </a:pathLst>
              </a:custGeom>
              <a:solidFill>
                <a:srgbClr val="C5D9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0" name="Freeform 1193"/>
              <p:cNvSpPr/>
              <p:nvPr/>
            </p:nvSpPr>
            <p:spPr bwMode="auto">
              <a:xfrm>
                <a:off x="1435" y="2514"/>
                <a:ext cx="14" cy="9"/>
              </a:xfrm>
              <a:custGeom>
                <a:avLst/>
                <a:gdLst>
                  <a:gd name="T0" fmla="*/ 6 w 6"/>
                  <a:gd name="T1" fmla="*/ 0 h 4"/>
                  <a:gd name="T2" fmla="*/ 0 w 6"/>
                  <a:gd name="T3" fmla="*/ 4 h 4"/>
                  <a:gd name="T4" fmla="*/ 6 w 6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cubicBezTo>
                      <a:pt x="5" y="3"/>
                      <a:pt x="3" y="4"/>
                      <a:pt x="0" y="4"/>
                    </a:cubicBezTo>
                    <a:cubicBezTo>
                      <a:pt x="2" y="2"/>
                      <a:pt x="3" y="0"/>
                      <a:pt x="6" y="0"/>
                    </a:cubicBezTo>
                    <a:close/>
                  </a:path>
                </a:pathLst>
              </a:custGeom>
              <a:solidFill>
                <a:srgbClr val="C0D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1" name="Freeform 1194"/>
              <p:cNvSpPr/>
              <p:nvPr/>
            </p:nvSpPr>
            <p:spPr bwMode="auto">
              <a:xfrm>
                <a:off x="1504" y="2518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2 h 2"/>
                  <a:gd name="T4" fmla="*/ 0 w 1"/>
                  <a:gd name="T5" fmla="*/ 1 h 2"/>
                  <a:gd name="T6" fmla="*/ 0 w 1"/>
                  <a:gd name="T7" fmla="*/ 1 h 2"/>
                  <a:gd name="T8" fmla="*/ 1 w 1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1"/>
                      <a:pt x="1" y="2"/>
                    </a:cubicBezTo>
                    <a:close/>
                  </a:path>
                </a:pathLst>
              </a:custGeom>
              <a:solidFill>
                <a:srgbClr val="F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2" name="Freeform 1195"/>
              <p:cNvSpPr/>
              <p:nvPr/>
            </p:nvSpPr>
            <p:spPr bwMode="auto">
              <a:xfrm>
                <a:off x="1107" y="2200"/>
                <a:ext cx="90" cy="112"/>
              </a:xfrm>
              <a:custGeom>
                <a:avLst/>
                <a:gdLst>
                  <a:gd name="T0" fmla="*/ 13 w 38"/>
                  <a:gd name="T1" fmla="*/ 7 h 47"/>
                  <a:gd name="T2" fmla="*/ 16 w 38"/>
                  <a:gd name="T3" fmla="*/ 3 h 47"/>
                  <a:gd name="T4" fmla="*/ 20 w 38"/>
                  <a:gd name="T5" fmla="*/ 0 h 47"/>
                  <a:gd name="T6" fmla="*/ 20 w 38"/>
                  <a:gd name="T7" fmla="*/ 0 h 47"/>
                  <a:gd name="T8" fmla="*/ 21 w 38"/>
                  <a:gd name="T9" fmla="*/ 8 h 47"/>
                  <a:gd name="T10" fmla="*/ 19 w 38"/>
                  <a:gd name="T11" fmla="*/ 11 h 47"/>
                  <a:gd name="T12" fmla="*/ 17 w 38"/>
                  <a:gd name="T13" fmla="*/ 14 h 47"/>
                  <a:gd name="T14" fmla="*/ 17 w 38"/>
                  <a:gd name="T15" fmla="*/ 12 h 47"/>
                  <a:gd name="T16" fmla="*/ 21 w 38"/>
                  <a:gd name="T17" fmla="*/ 4 h 47"/>
                  <a:gd name="T18" fmla="*/ 22 w 38"/>
                  <a:gd name="T19" fmla="*/ 1 h 47"/>
                  <a:gd name="T20" fmla="*/ 22 w 38"/>
                  <a:gd name="T21" fmla="*/ 1 h 47"/>
                  <a:gd name="T22" fmla="*/ 32 w 38"/>
                  <a:gd name="T23" fmla="*/ 4 h 47"/>
                  <a:gd name="T24" fmla="*/ 32 w 38"/>
                  <a:gd name="T25" fmla="*/ 4 h 47"/>
                  <a:gd name="T26" fmla="*/ 32 w 38"/>
                  <a:gd name="T27" fmla="*/ 6 h 47"/>
                  <a:gd name="T28" fmla="*/ 29 w 38"/>
                  <a:gd name="T29" fmla="*/ 7 h 47"/>
                  <a:gd name="T30" fmla="*/ 34 w 38"/>
                  <a:gd name="T31" fmla="*/ 8 h 47"/>
                  <a:gd name="T32" fmla="*/ 35 w 38"/>
                  <a:gd name="T33" fmla="*/ 10 h 47"/>
                  <a:gd name="T34" fmla="*/ 29 w 38"/>
                  <a:gd name="T35" fmla="*/ 12 h 47"/>
                  <a:gd name="T36" fmla="*/ 32 w 38"/>
                  <a:gd name="T37" fmla="*/ 14 h 47"/>
                  <a:gd name="T38" fmla="*/ 30 w 38"/>
                  <a:gd name="T39" fmla="*/ 16 h 47"/>
                  <a:gd name="T40" fmla="*/ 29 w 38"/>
                  <a:gd name="T41" fmla="*/ 15 h 47"/>
                  <a:gd name="T42" fmla="*/ 29 w 38"/>
                  <a:gd name="T43" fmla="*/ 15 h 47"/>
                  <a:gd name="T44" fmla="*/ 30 w 38"/>
                  <a:gd name="T45" fmla="*/ 15 h 47"/>
                  <a:gd name="T46" fmla="*/ 33 w 38"/>
                  <a:gd name="T47" fmla="*/ 15 h 47"/>
                  <a:gd name="T48" fmla="*/ 38 w 38"/>
                  <a:gd name="T49" fmla="*/ 18 h 47"/>
                  <a:gd name="T50" fmla="*/ 38 w 38"/>
                  <a:gd name="T51" fmla="*/ 19 h 47"/>
                  <a:gd name="T52" fmla="*/ 25 w 38"/>
                  <a:gd name="T53" fmla="*/ 24 h 47"/>
                  <a:gd name="T54" fmla="*/ 24 w 38"/>
                  <a:gd name="T55" fmla="*/ 19 h 47"/>
                  <a:gd name="T56" fmla="*/ 25 w 38"/>
                  <a:gd name="T57" fmla="*/ 24 h 47"/>
                  <a:gd name="T58" fmla="*/ 27 w 38"/>
                  <a:gd name="T59" fmla="*/ 25 h 47"/>
                  <a:gd name="T60" fmla="*/ 31 w 38"/>
                  <a:gd name="T61" fmla="*/ 31 h 47"/>
                  <a:gd name="T62" fmla="*/ 32 w 38"/>
                  <a:gd name="T63" fmla="*/ 33 h 47"/>
                  <a:gd name="T64" fmla="*/ 31 w 38"/>
                  <a:gd name="T65" fmla="*/ 35 h 47"/>
                  <a:gd name="T66" fmla="*/ 29 w 38"/>
                  <a:gd name="T67" fmla="*/ 36 h 47"/>
                  <a:gd name="T68" fmla="*/ 29 w 38"/>
                  <a:gd name="T69" fmla="*/ 37 h 47"/>
                  <a:gd name="T70" fmla="*/ 29 w 38"/>
                  <a:gd name="T71" fmla="*/ 39 h 47"/>
                  <a:gd name="T72" fmla="*/ 27 w 38"/>
                  <a:gd name="T73" fmla="*/ 42 h 47"/>
                  <a:gd name="T74" fmla="*/ 19 w 38"/>
                  <a:gd name="T75" fmla="*/ 43 h 47"/>
                  <a:gd name="T76" fmla="*/ 19 w 38"/>
                  <a:gd name="T77" fmla="*/ 46 h 47"/>
                  <a:gd name="T78" fmla="*/ 16 w 38"/>
                  <a:gd name="T79" fmla="*/ 46 h 47"/>
                  <a:gd name="T80" fmla="*/ 6 w 38"/>
                  <a:gd name="T81" fmla="*/ 45 h 47"/>
                  <a:gd name="T82" fmla="*/ 3 w 38"/>
                  <a:gd name="T83" fmla="*/ 43 h 47"/>
                  <a:gd name="T84" fmla="*/ 2 w 38"/>
                  <a:gd name="T85" fmla="*/ 36 h 47"/>
                  <a:gd name="T86" fmla="*/ 2 w 38"/>
                  <a:gd name="T87" fmla="*/ 35 h 47"/>
                  <a:gd name="T88" fmla="*/ 5 w 38"/>
                  <a:gd name="T89" fmla="*/ 29 h 47"/>
                  <a:gd name="T90" fmla="*/ 13 w 38"/>
                  <a:gd name="T91" fmla="*/ 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8" h="47">
                    <a:moveTo>
                      <a:pt x="13" y="7"/>
                    </a:moveTo>
                    <a:cubicBezTo>
                      <a:pt x="15" y="7"/>
                      <a:pt x="17" y="7"/>
                      <a:pt x="16" y="3"/>
                    </a:cubicBezTo>
                    <a:cubicBezTo>
                      <a:pt x="15" y="0"/>
                      <a:pt x="19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3"/>
                      <a:pt x="20" y="6"/>
                      <a:pt x="21" y="8"/>
                    </a:cubicBezTo>
                    <a:cubicBezTo>
                      <a:pt x="21" y="10"/>
                      <a:pt x="21" y="11"/>
                      <a:pt x="19" y="11"/>
                    </a:cubicBezTo>
                    <a:cubicBezTo>
                      <a:pt x="17" y="11"/>
                      <a:pt x="17" y="13"/>
                      <a:pt x="17" y="14"/>
                    </a:cubicBezTo>
                    <a:cubicBezTo>
                      <a:pt x="17" y="14"/>
                      <a:pt x="17" y="13"/>
                      <a:pt x="17" y="12"/>
                    </a:cubicBezTo>
                    <a:cubicBezTo>
                      <a:pt x="22" y="11"/>
                      <a:pt x="21" y="7"/>
                      <a:pt x="21" y="4"/>
                    </a:cubicBezTo>
                    <a:cubicBezTo>
                      <a:pt x="20" y="3"/>
                      <a:pt x="20" y="1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5" y="3"/>
                      <a:pt x="29" y="2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3" y="4"/>
                      <a:pt x="34" y="5"/>
                      <a:pt x="32" y="6"/>
                    </a:cubicBezTo>
                    <a:cubicBezTo>
                      <a:pt x="31" y="6"/>
                      <a:pt x="30" y="6"/>
                      <a:pt x="29" y="7"/>
                    </a:cubicBezTo>
                    <a:cubicBezTo>
                      <a:pt x="31" y="7"/>
                      <a:pt x="33" y="6"/>
                      <a:pt x="34" y="8"/>
                    </a:cubicBezTo>
                    <a:cubicBezTo>
                      <a:pt x="35" y="8"/>
                      <a:pt x="35" y="9"/>
                      <a:pt x="35" y="10"/>
                    </a:cubicBezTo>
                    <a:cubicBezTo>
                      <a:pt x="34" y="13"/>
                      <a:pt x="32" y="11"/>
                      <a:pt x="29" y="12"/>
                    </a:cubicBezTo>
                    <a:cubicBezTo>
                      <a:pt x="31" y="12"/>
                      <a:pt x="32" y="13"/>
                      <a:pt x="32" y="14"/>
                    </a:cubicBezTo>
                    <a:cubicBezTo>
                      <a:pt x="33" y="15"/>
                      <a:pt x="32" y="16"/>
                      <a:pt x="30" y="16"/>
                    </a:cubicBezTo>
                    <a:cubicBezTo>
                      <a:pt x="30" y="15"/>
                      <a:pt x="29" y="15"/>
                      <a:pt x="29" y="15"/>
                    </a:cubicBezTo>
                    <a:cubicBezTo>
                      <a:pt x="28" y="15"/>
                      <a:pt x="28" y="15"/>
                      <a:pt x="29" y="15"/>
                    </a:cubicBezTo>
                    <a:cubicBezTo>
                      <a:pt x="29" y="15"/>
                      <a:pt x="30" y="15"/>
                      <a:pt x="30" y="15"/>
                    </a:cubicBezTo>
                    <a:cubicBezTo>
                      <a:pt x="31" y="16"/>
                      <a:pt x="32" y="15"/>
                      <a:pt x="33" y="15"/>
                    </a:cubicBezTo>
                    <a:cubicBezTo>
                      <a:pt x="37" y="13"/>
                      <a:pt x="37" y="16"/>
                      <a:pt x="38" y="18"/>
                    </a:cubicBezTo>
                    <a:cubicBezTo>
                      <a:pt x="38" y="18"/>
                      <a:pt x="38" y="19"/>
                      <a:pt x="38" y="19"/>
                    </a:cubicBezTo>
                    <a:cubicBezTo>
                      <a:pt x="34" y="23"/>
                      <a:pt x="29" y="23"/>
                      <a:pt x="25" y="24"/>
                    </a:cubicBezTo>
                    <a:cubicBezTo>
                      <a:pt x="24" y="22"/>
                      <a:pt x="26" y="21"/>
                      <a:pt x="24" y="19"/>
                    </a:cubicBezTo>
                    <a:cubicBezTo>
                      <a:pt x="25" y="21"/>
                      <a:pt x="23" y="23"/>
                      <a:pt x="25" y="24"/>
                    </a:cubicBezTo>
                    <a:cubicBezTo>
                      <a:pt x="26" y="24"/>
                      <a:pt x="27" y="24"/>
                      <a:pt x="27" y="25"/>
                    </a:cubicBezTo>
                    <a:cubicBezTo>
                      <a:pt x="28" y="27"/>
                      <a:pt x="29" y="29"/>
                      <a:pt x="31" y="31"/>
                    </a:cubicBezTo>
                    <a:cubicBezTo>
                      <a:pt x="32" y="31"/>
                      <a:pt x="33" y="32"/>
                      <a:pt x="32" y="33"/>
                    </a:cubicBezTo>
                    <a:cubicBezTo>
                      <a:pt x="32" y="34"/>
                      <a:pt x="31" y="35"/>
                      <a:pt x="31" y="35"/>
                    </a:cubicBezTo>
                    <a:cubicBezTo>
                      <a:pt x="30" y="36"/>
                      <a:pt x="30" y="37"/>
                      <a:pt x="29" y="36"/>
                    </a:cubicBezTo>
                    <a:cubicBezTo>
                      <a:pt x="29" y="37"/>
                      <a:pt x="28" y="36"/>
                      <a:pt x="29" y="37"/>
                    </a:cubicBezTo>
                    <a:cubicBezTo>
                      <a:pt x="29" y="38"/>
                      <a:pt x="29" y="39"/>
                      <a:pt x="29" y="39"/>
                    </a:cubicBezTo>
                    <a:cubicBezTo>
                      <a:pt x="28" y="40"/>
                      <a:pt x="27" y="41"/>
                      <a:pt x="27" y="42"/>
                    </a:cubicBezTo>
                    <a:cubicBezTo>
                      <a:pt x="23" y="47"/>
                      <a:pt x="23" y="47"/>
                      <a:pt x="19" y="43"/>
                    </a:cubicBezTo>
                    <a:cubicBezTo>
                      <a:pt x="19" y="44"/>
                      <a:pt x="20" y="45"/>
                      <a:pt x="19" y="46"/>
                    </a:cubicBezTo>
                    <a:cubicBezTo>
                      <a:pt x="18" y="47"/>
                      <a:pt x="17" y="46"/>
                      <a:pt x="16" y="46"/>
                    </a:cubicBezTo>
                    <a:cubicBezTo>
                      <a:pt x="12" y="46"/>
                      <a:pt x="9" y="45"/>
                      <a:pt x="6" y="45"/>
                    </a:cubicBezTo>
                    <a:cubicBezTo>
                      <a:pt x="4" y="45"/>
                      <a:pt x="3" y="45"/>
                      <a:pt x="3" y="43"/>
                    </a:cubicBezTo>
                    <a:cubicBezTo>
                      <a:pt x="4" y="41"/>
                      <a:pt x="0" y="39"/>
                      <a:pt x="2" y="36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5" y="34"/>
                      <a:pt x="4" y="31"/>
                      <a:pt x="5" y="29"/>
                    </a:cubicBezTo>
                    <a:cubicBezTo>
                      <a:pt x="8" y="22"/>
                      <a:pt x="10" y="14"/>
                      <a:pt x="13" y="7"/>
                    </a:cubicBezTo>
                    <a:close/>
                  </a:path>
                </a:pathLst>
              </a:custGeom>
              <a:solidFill>
                <a:srgbClr val="92B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3" name="Freeform 1196"/>
              <p:cNvSpPr/>
              <p:nvPr/>
            </p:nvSpPr>
            <p:spPr bwMode="auto">
              <a:xfrm>
                <a:off x="1100" y="2281"/>
                <a:ext cx="83" cy="66"/>
              </a:xfrm>
              <a:custGeom>
                <a:avLst/>
                <a:gdLst>
                  <a:gd name="T0" fmla="*/ 5 w 35"/>
                  <a:gd name="T1" fmla="*/ 2 h 28"/>
                  <a:gd name="T2" fmla="*/ 8 w 35"/>
                  <a:gd name="T3" fmla="*/ 7 h 28"/>
                  <a:gd name="T4" fmla="*/ 7 w 35"/>
                  <a:gd name="T5" fmla="*/ 10 h 28"/>
                  <a:gd name="T6" fmla="*/ 14 w 35"/>
                  <a:gd name="T7" fmla="*/ 11 h 28"/>
                  <a:gd name="T8" fmla="*/ 21 w 35"/>
                  <a:gd name="T9" fmla="*/ 12 h 28"/>
                  <a:gd name="T10" fmla="*/ 22 w 35"/>
                  <a:gd name="T11" fmla="*/ 10 h 28"/>
                  <a:gd name="T12" fmla="*/ 19 w 35"/>
                  <a:gd name="T13" fmla="*/ 7 h 28"/>
                  <a:gd name="T14" fmla="*/ 25 w 35"/>
                  <a:gd name="T15" fmla="*/ 10 h 28"/>
                  <a:gd name="T16" fmla="*/ 28 w 35"/>
                  <a:gd name="T17" fmla="*/ 10 h 28"/>
                  <a:gd name="T18" fmla="*/ 29 w 35"/>
                  <a:gd name="T19" fmla="*/ 7 h 28"/>
                  <a:gd name="T20" fmla="*/ 28 w 35"/>
                  <a:gd name="T21" fmla="*/ 2 h 28"/>
                  <a:gd name="T22" fmla="*/ 28 w 35"/>
                  <a:gd name="T23" fmla="*/ 0 h 28"/>
                  <a:gd name="T24" fmla="*/ 34 w 35"/>
                  <a:gd name="T25" fmla="*/ 1 h 28"/>
                  <a:gd name="T26" fmla="*/ 32 w 35"/>
                  <a:gd name="T27" fmla="*/ 6 h 28"/>
                  <a:gd name="T28" fmla="*/ 24 w 35"/>
                  <a:gd name="T29" fmla="*/ 19 h 28"/>
                  <a:gd name="T30" fmla="*/ 9 w 35"/>
                  <a:gd name="T31" fmla="*/ 28 h 28"/>
                  <a:gd name="T32" fmla="*/ 3 w 35"/>
                  <a:gd name="T33" fmla="*/ 27 h 28"/>
                  <a:gd name="T34" fmla="*/ 2 w 35"/>
                  <a:gd name="T35" fmla="*/ 19 h 28"/>
                  <a:gd name="T36" fmla="*/ 3 w 35"/>
                  <a:gd name="T37" fmla="*/ 7 h 28"/>
                  <a:gd name="T38" fmla="*/ 5 w 35"/>
                  <a:gd name="T39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28">
                    <a:moveTo>
                      <a:pt x="5" y="2"/>
                    </a:moveTo>
                    <a:cubicBezTo>
                      <a:pt x="6" y="3"/>
                      <a:pt x="4" y="6"/>
                      <a:pt x="8" y="7"/>
                    </a:cubicBezTo>
                    <a:cubicBezTo>
                      <a:pt x="9" y="7"/>
                      <a:pt x="7" y="9"/>
                      <a:pt x="7" y="10"/>
                    </a:cubicBezTo>
                    <a:cubicBezTo>
                      <a:pt x="9" y="11"/>
                      <a:pt x="12" y="7"/>
                      <a:pt x="14" y="11"/>
                    </a:cubicBezTo>
                    <a:cubicBezTo>
                      <a:pt x="16" y="9"/>
                      <a:pt x="19" y="10"/>
                      <a:pt x="21" y="12"/>
                    </a:cubicBezTo>
                    <a:cubicBezTo>
                      <a:pt x="22" y="12"/>
                      <a:pt x="22" y="11"/>
                      <a:pt x="22" y="10"/>
                    </a:cubicBezTo>
                    <a:cubicBezTo>
                      <a:pt x="21" y="9"/>
                      <a:pt x="19" y="9"/>
                      <a:pt x="19" y="7"/>
                    </a:cubicBezTo>
                    <a:cubicBezTo>
                      <a:pt x="22" y="7"/>
                      <a:pt x="24" y="7"/>
                      <a:pt x="25" y="10"/>
                    </a:cubicBezTo>
                    <a:cubicBezTo>
                      <a:pt x="26" y="12"/>
                      <a:pt x="27" y="11"/>
                      <a:pt x="28" y="10"/>
                    </a:cubicBezTo>
                    <a:cubicBezTo>
                      <a:pt x="28" y="9"/>
                      <a:pt x="28" y="7"/>
                      <a:pt x="29" y="7"/>
                    </a:cubicBezTo>
                    <a:cubicBezTo>
                      <a:pt x="33" y="5"/>
                      <a:pt x="31" y="3"/>
                      <a:pt x="28" y="2"/>
                    </a:cubicBezTo>
                    <a:cubicBezTo>
                      <a:pt x="28" y="1"/>
                      <a:pt x="28" y="1"/>
                      <a:pt x="28" y="0"/>
                    </a:cubicBezTo>
                    <a:cubicBezTo>
                      <a:pt x="30" y="1"/>
                      <a:pt x="32" y="3"/>
                      <a:pt x="34" y="1"/>
                    </a:cubicBezTo>
                    <a:cubicBezTo>
                      <a:pt x="35" y="4"/>
                      <a:pt x="33" y="5"/>
                      <a:pt x="32" y="6"/>
                    </a:cubicBezTo>
                    <a:cubicBezTo>
                      <a:pt x="29" y="11"/>
                      <a:pt x="27" y="15"/>
                      <a:pt x="24" y="19"/>
                    </a:cubicBezTo>
                    <a:cubicBezTo>
                      <a:pt x="20" y="23"/>
                      <a:pt x="14" y="25"/>
                      <a:pt x="9" y="28"/>
                    </a:cubicBezTo>
                    <a:cubicBezTo>
                      <a:pt x="7" y="28"/>
                      <a:pt x="5" y="28"/>
                      <a:pt x="3" y="27"/>
                    </a:cubicBezTo>
                    <a:cubicBezTo>
                      <a:pt x="0" y="25"/>
                      <a:pt x="1" y="22"/>
                      <a:pt x="2" y="19"/>
                    </a:cubicBezTo>
                    <a:cubicBezTo>
                      <a:pt x="3" y="15"/>
                      <a:pt x="3" y="11"/>
                      <a:pt x="3" y="7"/>
                    </a:cubicBezTo>
                    <a:cubicBezTo>
                      <a:pt x="3" y="5"/>
                      <a:pt x="2" y="3"/>
                      <a:pt x="5" y="2"/>
                    </a:cubicBezTo>
                    <a:close/>
                  </a:path>
                </a:pathLst>
              </a:custGeom>
              <a:solidFill>
                <a:srgbClr val="9CC4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4" name="Freeform 1197"/>
              <p:cNvSpPr/>
              <p:nvPr/>
            </p:nvSpPr>
            <p:spPr bwMode="auto">
              <a:xfrm>
                <a:off x="1043" y="2228"/>
                <a:ext cx="22" cy="24"/>
              </a:xfrm>
              <a:custGeom>
                <a:avLst/>
                <a:gdLst>
                  <a:gd name="T0" fmla="*/ 0 w 9"/>
                  <a:gd name="T1" fmla="*/ 10 h 10"/>
                  <a:gd name="T2" fmla="*/ 2 w 9"/>
                  <a:gd name="T3" fmla="*/ 6 h 10"/>
                  <a:gd name="T4" fmla="*/ 3 w 9"/>
                  <a:gd name="T5" fmla="*/ 1 h 10"/>
                  <a:gd name="T6" fmla="*/ 5 w 9"/>
                  <a:gd name="T7" fmla="*/ 0 h 10"/>
                  <a:gd name="T8" fmla="*/ 8 w 9"/>
                  <a:gd name="T9" fmla="*/ 9 h 10"/>
                  <a:gd name="T10" fmla="*/ 3 w 9"/>
                  <a:gd name="T11" fmla="*/ 8 h 10"/>
                  <a:gd name="T12" fmla="*/ 0 w 9"/>
                  <a:gd name="T13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0" y="10"/>
                    </a:moveTo>
                    <a:cubicBezTo>
                      <a:pt x="0" y="8"/>
                      <a:pt x="0" y="7"/>
                      <a:pt x="2" y="6"/>
                    </a:cubicBezTo>
                    <a:cubicBezTo>
                      <a:pt x="3" y="5"/>
                      <a:pt x="4" y="3"/>
                      <a:pt x="3" y="1"/>
                    </a:cubicBezTo>
                    <a:cubicBezTo>
                      <a:pt x="2" y="0"/>
                      <a:pt x="3" y="0"/>
                      <a:pt x="5" y="0"/>
                    </a:cubicBezTo>
                    <a:cubicBezTo>
                      <a:pt x="9" y="2"/>
                      <a:pt x="7" y="5"/>
                      <a:pt x="8" y="9"/>
                    </a:cubicBezTo>
                    <a:cubicBezTo>
                      <a:pt x="5" y="5"/>
                      <a:pt x="4" y="5"/>
                      <a:pt x="3" y="8"/>
                    </a:cubicBezTo>
                    <a:cubicBezTo>
                      <a:pt x="2" y="9"/>
                      <a:pt x="1" y="9"/>
                      <a:pt x="0" y="10"/>
                    </a:cubicBezTo>
                    <a:close/>
                  </a:path>
                </a:pathLst>
              </a:custGeom>
              <a:solidFill>
                <a:srgbClr val="A3C9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5" name="Freeform 1198"/>
              <p:cNvSpPr/>
              <p:nvPr/>
            </p:nvSpPr>
            <p:spPr bwMode="auto">
              <a:xfrm>
                <a:off x="1012" y="2259"/>
                <a:ext cx="19" cy="17"/>
              </a:xfrm>
              <a:custGeom>
                <a:avLst/>
                <a:gdLst>
                  <a:gd name="T0" fmla="*/ 5 w 8"/>
                  <a:gd name="T1" fmla="*/ 7 h 7"/>
                  <a:gd name="T2" fmla="*/ 3 w 8"/>
                  <a:gd name="T3" fmla="*/ 2 h 7"/>
                  <a:gd name="T4" fmla="*/ 8 w 8"/>
                  <a:gd name="T5" fmla="*/ 5 h 7"/>
                  <a:gd name="T6" fmla="*/ 5 w 8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7">
                    <a:moveTo>
                      <a:pt x="5" y="7"/>
                    </a:moveTo>
                    <a:cubicBezTo>
                      <a:pt x="0" y="6"/>
                      <a:pt x="0" y="6"/>
                      <a:pt x="3" y="2"/>
                    </a:cubicBezTo>
                    <a:cubicBezTo>
                      <a:pt x="4" y="0"/>
                      <a:pt x="4" y="0"/>
                      <a:pt x="8" y="5"/>
                    </a:cubicBezTo>
                    <a:cubicBezTo>
                      <a:pt x="7" y="6"/>
                      <a:pt x="7" y="7"/>
                      <a:pt x="5" y="7"/>
                    </a:cubicBezTo>
                    <a:close/>
                  </a:path>
                </a:pathLst>
              </a:custGeom>
              <a:solidFill>
                <a:srgbClr val="A3C9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6" name="Freeform 1199"/>
              <p:cNvSpPr/>
              <p:nvPr/>
            </p:nvSpPr>
            <p:spPr bwMode="auto">
              <a:xfrm>
                <a:off x="1029" y="2250"/>
                <a:ext cx="14" cy="21"/>
              </a:xfrm>
              <a:custGeom>
                <a:avLst/>
                <a:gdLst>
                  <a:gd name="T0" fmla="*/ 1 w 6"/>
                  <a:gd name="T1" fmla="*/ 9 h 9"/>
                  <a:gd name="T2" fmla="*/ 5 w 6"/>
                  <a:gd name="T3" fmla="*/ 0 h 9"/>
                  <a:gd name="T4" fmla="*/ 6 w 6"/>
                  <a:gd name="T5" fmla="*/ 1 h 9"/>
                  <a:gd name="T6" fmla="*/ 1 w 6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9">
                    <a:moveTo>
                      <a:pt x="1" y="9"/>
                    </a:moveTo>
                    <a:cubicBezTo>
                      <a:pt x="0" y="5"/>
                      <a:pt x="4" y="3"/>
                      <a:pt x="5" y="0"/>
                    </a:cubicBezTo>
                    <a:cubicBezTo>
                      <a:pt x="5" y="0"/>
                      <a:pt x="6" y="0"/>
                      <a:pt x="6" y="1"/>
                    </a:cubicBezTo>
                    <a:cubicBezTo>
                      <a:pt x="5" y="4"/>
                      <a:pt x="3" y="7"/>
                      <a:pt x="1" y="9"/>
                    </a:cubicBezTo>
                    <a:close/>
                  </a:path>
                </a:pathLst>
              </a:custGeom>
              <a:solidFill>
                <a:srgbClr val="A3C9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7" name="Freeform 1200"/>
              <p:cNvSpPr/>
              <p:nvPr/>
            </p:nvSpPr>
            <p:spPr bwMode="auto">
              <a:xfrm>
                <a:off x="1105" y="2383"/>
                <a:ext cx="12" cy="9"/>
              </a:xfrm>
              <a:custGeom>
                <a:avLst/>
                <a:gdLst>
                  <a:gd name="T0" fmla="*/ 5 w 5"/>
                  <a:gd name="T1" fmla="*/ 2 h 4"/>
                  <a:gd name="T2" fmla="*/ 0 w 5"/>
                  <a:gd name="T3" fmla="*/ 2 h 4"/>
                  <a:gd name="T4" fmla="*/ 1 w 5"/>
                  <a:gd name="T5" fmla="*/ 1 h 4"/>
                  <a:gd name="T6" fmla="*/ 5 w 5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cubicBezTo>
                      <a:pt x="3" y="4"/>
                      <a:pt x="2" y="4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3" y="0"/>
                      <a:pt x="4" y="2"/>
                      <a:pt x="5" y="2"/>
                    </a:cubicBezTo>
                    <a:close/>
                  </a:path>
                </a:pathLst>
              </a:custGeom>
              <a:solidFill>
                <a:srgbClr val="B7D7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8" name="Freeform 1201"/>
              <p:cNvSpPr/>
              <p:nvPr/>
            </p:nvSpPr>
            <p:spPr bwMode="auto">
              <a:xfrm>
                <a:off x="1112" y="2269"/>
                <a:ext cx="12" cy="14"/>
              </a:xfrm>
              <a:custGeom>
                <a:avLst/>
                <a:gdLst>
                  <a:gd name="T0" fmla="*/ 3 w 5"/>
                  <a:gd name="T1" fmla="*/ 0 h 6"/>
                  <a:gd name="T2" fmla="*/ 0 w 5"/>
                  <a:gd name="T3" fmla="*/ 6 h 6"/>
                  <a:gd name="T4" fmla="*/ 3 w 5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3" y="0"/>
                    </a:moveTo>
                    <a:cubicBezTo>
                      <a:pt x="2" y="2"/>
                      <a:pt x="5" y="6"/>
                      <a:pt x="0" y="6"/>
                    </a:cubicBezTo>
                    <a:cubicBezTo>
                      <a:pt x="1" y="4"/>
                      <a:pt x="2" y="2"/>
                      <a:pt x="3" y="0"/>
                    </a:cubicBezTo>
                    <a:close/>
                  </a:path>
                </a:pathLst>
              </a:custGeom>
              <a:solidFill>
                <a:srgbClr val="9CC4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49" name="Freeform 1202"/>
              <p:cNvSpPr/>
              <p:nvPr/>
            </p:nvSpPr>
            <p:spPr bwMode="auto">
              <a:xfrm>
                <a:off x="960" y="2366"/>
                <a:ext cx="10" cy="7"/>
              </a:xfrm>
              <a:custGeom>
                <a:avLst/>
                <a:gdLst>
                  <a:gd name="T0" fmla="*/ 3 w 4"/>
                  <a:gd name="T1" fmla="*/ 3 h 3"/>
                  <a:gd name="T2" fmla="*/ 1 w 4"/>
                  <a:gd name="T3" fmla="*/ 0 h 3"/>
                  <a:gd name="T4" fmla="*/ 3 w 4"/>
                  <a:gd name="T5" fmla="*/ 1 h 3"/>
                  <a:gd name="T6" fmla="*/ 3 w 4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3" y="3"/>
                    </a:moveTo>
                    <a:cubicBezTo>
                      <a:pt x="3" y="2"/>
                      <a:pt x="0" y="2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3"/>
                    </a:cubicBezTo>
                    <a:close/>
                  </a:path>
                </a:pathLst>
              </a:custGeom>
              <a:solidFill>
                <a:srgbClr val="BBD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0" name="Freeform 1203"/>
              <p:cNvSpPr/>
              <p:nvPr/>
            </p:nvSpPr>
            <p:spPr bwMode="auto">
              <a:xfrm>
                <a:off x="1269" y="2509"/>
                <a:ext cx="97" cy="159"/>
              </a:xfrm>
              <a:custGeom>
                <a:avLst/>
                <a:gdLst>
                  <a:gd name="T0" fmla="*/ 39 w 41"/>
                  <a:gd name="T1" fmla="*/ 47 h 67"/>
                  <a:gd name="T2" fmla="*/ 36 w 41"/>
                  <a:gd name="T3" fmla="*/ 57 h 67"/>
                  <a:gd name="T4" fmla="*/ 34 w 41"/>
                  <a:gd name="T5" fmla="*/ 59 h 67"/>
                  <a:gd name="T6" fmla="*/ 31 w 41"/>
                  <a:gd name="T7" fmla="*/ 59 h 67"/>
                  <a:gd name="T8" fmla="*/ 27 w 41"/>
                  <a:gd name="T9" fmla="*/ 54 h 67"/>
                  <a:gd name="T10" fmla="*/ 18 w 41"/>
                  <a:gd name="T11" fmla="*/ 49 h 67"/>
                  <a:gd name="T12" fmla="*/ 16 w 41"/>
                  <a:gd name="T13" fmla="*/ 53 h 67"/>
                  <a:gd name="T14" fmla="*/ 12 w 41"/>
                  <a:gd name="T15" fmla="*/ 65 h 67"/>
                  <a:gd name="T16" fmla="*/ 10 w 41"/>
                  <a:gd name="T17" fmla="*/ 66 h 67"/>
                  <a:gd name="T18" fmla="*/ 4 w 41"/>
                  <a:gd name="T19" fmla="*/ 66 h 67"/>
                  <a:gd name="T20" fmla="*/ 3 w 41"/>
                  <a:gd name="T21" fmla="*/ 63 h 67"/>
                  <a:gd name="T22" fmla="*/ 3 w 41"/>
                  <a:gd name="T23" fmla="*/ 50 h 67"/>
                  <a:gd name="T24" fmla="*/ 2 w 41"/>
                  <a:gd name="T25" fmla="*/ 45 h 67"/>
                  <a:gd name="T26" fmla="*/ 0 w 41"/>
                  <a:gd name="T27" fmla="*/ 32 h 67"/>
                  <a:gd name="T28" fmla="*/ 0 w 41"/>
                  <a:gd name="T29" fmla="*/ 31 h 67"/>
                  <a:gd name="T30" fmla="*/ 1 w 41"/>
                  <a:gd name="T31" fmla="*/ 29 h 67"/>
                  <a:gd name="T32" fmla="*/ 4 w 41"/>
                  <a:gd name="T33" fmla="*/ 28 h 67"/>
                  <a:gd name="T34" fmla="*/ 6 w 41"/>
                  <a:gd name="T35" fmla="*/ 37 h 67"/>
                  <a:gd name="T36" fmla="*/ 12 w 41"/>
                  <a:gd name="T37" fmla="*/ 44 h 67"/>
                  <a:gd name="T38" fmla="*/ 14 w 41"/>
                  <a:gd name="T39" fmla="*/ 36 h 67"/>
                  <a:gd name="T40" fmla="*/ 6 w 41"/>
                  <a:gd name="T41" fmla="*/ 21 h 67"/>
                  <a:gd name="T42" fmla="*/ 7 w 41"/>
                  <a:gd name="T43" fmla="*/ 5 h 67"/>
                  <a:gd name="T44" fmla="*/ 17 w 41"/>
                  <a:gd name="T45" fmla="*/ 1 h 67"/>
                  <a:gd name="T46" fmla="*/ 22 w 41"/>
                  <a:gd name="T47" fmla="*/ 3 h 67"/>
                  <a:gd name="T48" fmla="*/ 24 w 41"/>
                  <a:gd name="T49" fmla="*/ 14 h 67"/>
                  <a:gd name="T50" fmla="*/ 28 w 41"/>
                  <a:gd name="T51" fmla="*/ 32 h 67"/>
                  <a:gd name="T52" fmla="*/ 29 w 41"/>
                  <a:gd name="T53" fmla="*/ 36 h 67"/>
                  <a:gd name="T54" fmla="*/ 37 w 41"/>
                  <a:gd name="T55" fmla="*/ 36 h 67"/>
                  <a:gd name="T56" fmla="*/ 40 w 41"/>
                  <a:gd name="T57" fmla="*/ 35 h 67"/>
                  <a:gd name="T58" fmla="*/ 40 w 41"/>
                  <a:gd name="T59" fmla="*/ 42 h 67"/>
                  <a:gd name="T60" fmla="*/ 40 w 41"/>
                  <a:gd name="T61" fmla="*/ 42 h 67"/>
                  <a:gd name="T62" fmla="*/ 39 w 41"/>
                  <a:gd name="T63" fmla="*/ 4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" h="67">
                    <a:moveTo>
                      <a:pt x="39" y="47"/>
                    </a:moveTo>
                    <a:cubicBezTo>
                      <a:pt x="39" y="51"/>
                      <a:pt x="36" y="54"/>
                      <a:pt x="36" y="57"/>
                    </a:cubicBezTo>
                    <a:cubicBezTo>
                      <a:pt x="35" y="57"/>
                      <a:pt x="35" y="58"/>
                      <a:pt x="34" y="59"/>
                    </a:cubicBezTo>
                    <a:cubicBezTo>
                      <a:pt x="33" y="59"/>
                      <a:pt x="32" y="59"/>
                      <a:pt x="31" y="59"/>
                    </a:cubicBezTo>
                    <a:cubicBezTo>
                      <a:pt x="29" y="58"/>
                      <a:pt x="28" y="56"/>
                      <a:pt x="27" y="54"/>
                    </a:cubicBezTo>
                    <a:cubicBezTo>
                      <a:pt x="25" y="48"/>
                      <a:pt x="24" y="48"/>
                      <a:pt x="18" y="49"/>
                    </a:cubicBezTo>
                    <a:cubicBezTo>
                      <a:pt x="16" y="50"/>
                      <a:pt x="16" y="52"/>
                      <a:pt x="16" y="53"/>
                    </a:cubicBezTo>
                    <a:cubicBezTo>
                      <a:pt x="16" y="57"/>
                      <a:pt x="14" y="61"/>
                      <a:pt x="12" y="65"/>
                    </a:cubicBezTo>
                    <a:cubicBezTo>
                      <a:pt x="12" y="66"/>
                      <a:pt x="11" y="66"/>
                      <a:pt x="10" y="66"/>
                    </a:cubicBezTo>
                    <a:cubicBezTo>
                      <a:pt x="8" y="67"/>
                      <a:pt x="6" y="67"/>
                      <a:pt x="4" y="66"/>
                    </a:cubicBezTo>
                    <a:cubicBezTo>
                      <a:pt x="3" y="65"/>
                      <a:pt x="4" y="64"/>
                      <a:pt x="3" y="63"/>
                    </a:cubicBezTo>
                    <a:cubicBezTo>
                      <a:pt x="1" y="58"/>
                      <a:pt x="4" y="54"/>
                      <a:pt x="3" y="50"/>
                    </a:cubicBezTo>
                    <a:cubicBezTo>
                      <a:pt x="2" y="48"/>
                      <a:pt x="1" y="47"/>
                      <a:pt x="2" y="45"/>
                    </a:cubicBezTo>
                    <a:cubicBezTo>
                      <a:pt x="3" y="40"/>
                      <a:pt x="1" y="36"/>
                      <a:pt x="0" y="32"/>
                    </a:cubicBezTo>
                    <a:cubicBezTo>
                      <a:pt x="0" y="32"/>
                      <a:pt x="0" y="31"/>
                      <a:pt x="0" y="31"/>
                    </a:cubicBezTo>
                    <a:cubicBezTo>
                      <a:pt x="0" y="30"/>
                      <a:pt x="0" y="30"/>
                      <a:pt x="1" y="29"/>
                    </a:cubicBezTo>
                    <a:cubicBezTo>
                      <a:pt x="2" y="29"/>
                      <a:pt x="3" y="28"/>
                      <a:pt x="4" y="28"/>
                    </a:cubicBezTo>
                    <a:cubicBezTo>
                      <a:pt x="6" y="31"/>
                      <a:pt x="6" y="34"/>
                      <a:pt x="6" y="37"/>
                    </a:cubicBezTo>
                    <a:cubicBezTo>
                      <a:pt x="7" y="41"/>
                      <a:pt x="10" y="45"/>
                      <a:pt x="12" y="44"/>
                    </a:cubicBezTo>
                    <a:cubicBezTo>
                      <a:pt x="15" y="42"/>
                      <a:pt x="14" y="39"/>
                      <a:pt x="14" y="36"/>
                    </a:cubicBezTo>
                    <a:cubicBezTo>
                      <a:pt x="13" y="30"/>
                      <a:pt x="11" y="25"/>
                      <a:pt x="6" y="21"/>
                    </a:cubicBezTo>
                    <a:cubicBezTo>
                      <a:pt x="4" y="16"/>
                      <a:pt x="5" y="11"/>
                      <a:pt x="7" y="5"/>
                    </a:cubicBezTo>
                    <a:cubicBezTo>
                      <a:pt x="10" y="4"/>
                      <a:pt x="14" y="4"/>
                      <a:pt x="17" y="1"/>
                    </a:cubicBezTo>
                    <a:cubicBezTo>
                      <a:pt x="19" y="0"/>
                      <a:pt x="21" y="1"/>
                      <a:pt x="22" y="3"/>
                    </a:cubicBezTo>
                    <a:cubicBezTo>
                      <a:pt x="23" y="7"/>
                      <a:pt x="24" y="10"/>
                      <a:pt x="24" y="14"/>
                    </a:cubicBezTo>
                    <a:cubicBezTo>
                      <a:pt x="24" y="20"/>
                      <a:pt x="26" y="26"/>
                      <a:pt x="28" y="32"/>
                    </a:cubicBezTo>
                    <a:cubicBezTo>
                      <a:pt x="28" y="34"/>
                      <a:pt x="29" y="35"/>
                      <a:pt x="29" y="36"/>
                    </a:cubicBezTo>
                    <a:cubicBezTo>
                      <a:pt x="32" y="41"/>
                      <a:pt x="34" y="41"/>
                      <a:pt x="37" y="36"/>
                    </a:cubicBezTo>
                    <a:cubicBezTo>
                      <a:pt x="38" y="35"/>
                      <a:pt x="38" y="34"/>
                      <a:pt x="40" y="35"/>
                    </a:cubicBezTo>
                    <a:cubicBezTo>
                      <a:pt x="41" y="37"/>
                      <a:pt x="39" y="39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39" y="44"/>
                      <a:pt x="40" y="46"/>
                      <a:pt x="39" y="47"/>
                    </a:cubicBezTo>
                    <a:close/>
                  </a:path>
                </a:pathLst>
              </a:custGeom>
              <a:solidFill>
                <a:srgbClr val="FEDA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1" name="Freeform 1204"/>
              <p:cNvSpPr/>
              <p:nvPr/>
            </p:nvSpPr>
            <p:spPr bwMode="auto">
              <a:xfrm>
                <a:off x="977" y="2685"/>
                <a:ext cx="97" cy="104"/>
              </a:xfrm>
              <a:custGeom>
                <a:avLst/>
                <a:gdLst>
                  <a:gd name="T0" fmla="*/ 27 w 41"/>
                  <a:gd name="T1" fmla="*/ 44 h 44"/>
                  <a:gd name="T2" fmla="*/ 8 w 41"/>
                  <a:gd name="T3" fmla="*/ 28 h 44"/>
                  <a:gd name="T4" fmla="*/ 1 w 41"/>
                  <a:gd name="T5" fmla="*/ 24 h 44"/>
                  <a:gd name="T6" fmla="*/ 1 w 41"/>
                  <a:gd name="T7" fmla="*/ 24 h 44"/>
                  <a:gd name="T8" fmla="*/ 0 w 41"/>
                  <a:gd name="T9" fmla="*/ 22 h 44"/>
                  <a:gd name="T10" fmla="*/ 0 w 41"/>
                  <a:gd name="T11" fmla="*/ 20 h 44"/>
                  <a:gd name="T12" fmla="*/ 0 w 41"/>
                  <a:gd name="T13" fmla="*/ 19 h 44"/>
                  <a:gd name="T14" fmla="*/ 4 w 41"/>
                  <a:gd name="T15" fmla="*/ 21 h 44"/>
                  <a:gd name="T16" fmla="*/ 9 w 41"/>
                  <a:gd name="T17" fmla="*/ 22 h 44"/>
                  <a:gd name="T18" fmla="*/ 11 w 41"/>
                  <a:gd name="T19" fmla="*/ 20 h 44"/>
                  <a:gd name="T20" fmla="*/ 9 w 41"/>
                  <a:gd name="T21" fmla="*/ 18 h 44"/>
                  <a:gd name="T22" fmla="*/ 6 w 41"/>
                  <a:gd name="T23" fmla="*/ 13 h 44"/>
                  <a:gd name="T24" fmla="*/ 5 w 41"/>
                  <a:gd name="T25" fmla="*/ 5 h 44"/>
                  <a:gd name="T26" fmla="*/ 9 w 41"/>
                  <a:gd name="T27" fmla="*/ 0 h 44"/>
                  <a:gd name="T28" fmla="*/ 21 w 41"/>
                  <a:gd name="T29" fmla="*/ 3 h 44"/>
                  <a:gd name="T30" fmla="*/ 34 w 41"/>
                  <a:gd name="T31" fmla="*/ 6 h 44"/>
                  <a:gd name="T32" fmla="*/ 37 w 41"/>
                  <a:gd name="T33" fmla="*/ 8 h 44"/>
                  <a:gd name="T34" fmla="*/ 34 w 41"/>
                  <a:gd name="T35" fmla="*/ 8 h 44"/>
                  <a:gd name="T36" fmla="*/ 32 w 41"/>
                  <a:gd name="T37" fmla="*/ 10 h 44"/>
                  <a:gd name="T38" fmla="*/ 34 w 41"/>
                  <a:gd name="T39" fmla="*/ 11 h 44"/>
                  <a:gd name="T40" fmla="*/ 39 w 41"/>
                  <a:gd name="T41" fmla="*/ 11 h 44"/>
                  <a:gd name="T42" fmla="*/ 41 w 41"/>
                  <a:gd name="T43" fmla="*/ 13 h 44"/>
                  <a:gd name="T44" fmla="*/ 38 w 41"/>
                  <a:gd name="T45" fmla="*/ 13 h 44"/>
                  <a:gd name="T46" fmla="*/ 36 w 41"/>
                  <a:gd name="T47" fmla="*/ 15 h 44"/>
                  <a:gd name="T48" fmla="*/ 36 w 41"/>
                  <a:gd name="T49" fmla="*/ 18 h 44"/>
                  <a:gd name="T50" fmla="*/ 37 w 41"/>
                  <a:gd name="T51" fmla="*/ 22 h 44"/>
                  <a:gd name="T52" fmla="*/ 33 w 41"/>
                  <a:gd name="T53" fmla="*/ 24 h 44"/>
                  <a:gd name="T54" fmla="*/ 37 w 41"/>
                  <a:gd name="T55" fmla="*/ 24 h 44"/>
                  <a:gd name="T56" fmla="*/ 37 w 41"/>
                  <a:gd name="T57" fmla="*/ 27 h 44"/>
                  <a:gd name="T58" fmla="*/ 35 w 41"/>
                  <a:gd name="T59" fmla="*/ 28 h 44"/>
                  <a:gd name="T60" fmla="*/ 33 w 41"/>
                  <a:gd name="T61" fmla="*/ 28 h 44"/>
                  <a:gd name="T62" fmla="*/ 37 w 41"/>
                  <a:gd name="T63" fmla="*/ 30 h 44"/>
                  <a:gd name="T64" fmla="*/ 41 w 41"/>
                  <a:gd name="T65" fmla="*/ 33 h 44"/>
                  <a:gd name="T66" fmla="*/ 35 w 41"/>
                  <a:gd name="T67" fmla="*/ 34 h 44"/>
                  <a:gd name="T68" fmla="*/ 33 w 41"/>
                  <a:gd name="T69" fmla="*/ 35 h 44"/>
                  <a:gd name="T70" fmla="*/ 34 w 41"/>
                  <a:gd name="T71" fmla="*/ 36 h 44"/>
                  <a:gd name="T72" fmla="*/ 37 w 41"/>
                  <a:gd name="T73" fmla="*/ 40 h 44"/>
                  <a:gd name="T74" fmla="*/ 27 w 41"/>
                  <a:gd name="T7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1" h="44">
                    <a:moveTo>
                      <a:pt x="27" y="44"/>
                    </a:moveTo>
                    <a:cubicBezTo>
                      <a:pt x="20" y="40"/>
                      <a:pt x="15" y="33"/>
                      <a:pt x="8" y="28"/>
                    </a:cubicBezTo>
                    <a:cubicBezTo>
                      <a:pt x="6" y="27"/>
                      <a:pt x="4" y="25"/>
                      <a:pt x="1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0" y="23"/>
                      <a:pt x="0" y="22"/>
                    </a:cubicBezTo>
                    <a:cubicBezTo>
                      <a:pt x="0" y="21"/>
                      <a:pt x="0" y="21"/>
                      <a:pt x="0" y="20"/>
                    </a:cubicBezTo>
                    <a:cubicBezTo>
                      <a:pt x="0" y="20"/>
                      <a:pt x="0" y="20"/>
                      <a:pt x="0" y="19"/>
                    </a:cubicBezTo>
                    <a:cubicBezTo>
                      <a:pt x="2" y="18"/>
                      <a:pt x="3" y="20"/>
                      <a:pt x="4" y="21"/>
                    </a:cubicBezTo>
                    <a:cubicBezTo>
                      <a:pt x="5" y="23"/>
                      <a:pt x="7" y="22"/>
                      <a:pt x="9" y="22"/>
                    </a:cubicBezTo>
                    <a:cubicBezTo>
                      <a:pt x="9" y="22"/>
                      <a:pt x="10" y="21"/>
                      <a:pt x="11" y="20"/>
                    </a:cubicBezTo>
                    <a:cubicBezTo>
                      <a:pt x="11" y="19"/>
                      <a:pt x="10" y="18"/>
                      <a:pt x="9" y="18"/>
                    </a:cubicBezTo>
                    <a:cubicBezTo>
                      <a:pt x="5" y="18"/>
                      <a:pt x="6" y="15"/>
                      <a:pt x="6" y="13"/>
                    </a:cubicBezTo>
                    <a:cubicBezTo>
                      <a:pt x="7" y="10"/>
                      <a:pt x="9" y="7"/>
                      <a:pt x="5" y="5"/>
                    </a:cubicBezTo>
                    <a:cubicBezTo>
                      <a:pt x="6" y="3"/>
                      <a:pt x="7" y="1"/>
                      <a:pt x="9" y="0"/>
                    </a:cubicBezTo>
                    <a:cubicBezTo>
                      <a:pt x="13" y="0"/>
                      <a:pt x="17" y="1"/>
                      <a:pt x="21" y="3"/>
                    </a:cubicBezTo>
                    <a:cubicBezTo>
                      <a:pt x="25" y="5"/>
                      <a:pt x="29" y="6"/>
                      <a:pt x="34" y="6"/>
                    </a:cubicBezTo>
                    <a:cubicBezTo>
                      <a:pt x="35" y="6"/>
                      <a:pt x="37" y="6"/>
                      <a:pt x="37" y="8"/>
                    </a:cubicBezTo>
                    <a:cubicBezTo>
                      <a:pt x="36" y="8"/>
                      <a:pt x="35" y="8"/>
                      <a:pt x="34" y="8"/>
                    </a:cubicBezTo>
                    <a:cubicBezTo>
                      <a:pt x="33" y="8"/>
                      <a:pt x="32" y="8"/>
                      <a:pt x="32" y="10"/>
                    </a:cubicBezTo>
                    <a:cubicBezTo>
                      <a:pt x="32" y="11"/>
                      <a:pt x="33" y="11"/>
                      <a:pt x="34" y="11"/>
                    </a:cubicBezTo>
                    <a:cubicBezTo>
                      <a:pt x="36" y="11"/>
                      <a:pt x="37" y="11"/>
                      <a:pt x="39" y="11"/>
                    </a:cubicBezTo>
                    <a:cubicBezTo>
                      <a:pt x="40" y="11"/>
                      <a:pt x="41" y="11"/>
                      <a:pt x="41" y="13"/>
                    </a:cubicBezTo>
                    <a:cubicBezTo>
                      <a:pt x="40" y="15"/>
                      <a:pt x="39" y="13"/>
                      <a:pt x="38" y="13"/>
                    </a:cubicBezTo>
                    <a:cubicBezTo>
                      <a:pt x="36" y="12"/>
                      <a:pt x="36" y="13"/>
                      <a:pt x="36" y="15"/>
                    </a:cubicBezTo>
                    <a:cubicBezTo>
                      <a:pt x="37" y="16"/>
                      <a:pt x="38" y="17"/>
                      <a:pt x="36" y="18"/>
                    </a:cubicBezTo>
                    <a:cubicBezTo>
                      <a:pt x="33" y="20"/>
                      <a:pt x="37" y="20"/>
                      <a:pt x="37" y="22"/>
                    </a:cubicBezTo>
                    <a:cubicBezTo>
                      <a:pt x="36" y="23"/>
                      <a:pt x="32" y="20"/>
                      <a:pt x="33" y="24"/>
                    </a:cubicBezTo>
                    <a:cubicBezTo>
                      <a:pt x="34" y="26"/>
                      <a:pt x="35" y="22"/>
                      <a:pt x="37" y="24"/>
                    </a:cubicBezTo>
                    <a:cubicBezTo>
                      <a:pt x="37" y="25"/>
                      <a:pt x="38" y="26"/>
                      <a:pt x="37" y="27"/>
                    </a:cubicBezTo>
                    <a:cubicBezTo>
                      <a:pt x="37" y="27"/>
                      <a:pt x="36" y="28"/>
                      <a:pt x="35" y="28"/>
                    </a:cubicBezTo>
                    <a:cubicBezTo>
                      <a:pt x="35" y="28"/>
                      <a:pt x="34" y="25"/>
                      <a:pt x="33" y="28"/>
                    </a:cubicBezTo>
                    <a:cubicBezTo>
                      <a:pt x="33" y="29"/>
                      <a:pt x="35" y="31"/>
                      <a:pt x="37" y="30"/>
                    </a:cubicBezTo>
                    <a:cubicBezTo>
                      <a:pt x="40" y="29"/>
                      <a:pt x="41" y="31"/>
                      <a:pt x="41" y="33"/>
                    </a:cubicBezTo>
                    <a:cubicBezTo>
                      <a:pt x="39" y="34"/>
                      <a:pt x="37" y="36"/>
                      <a:pt x="35" y="34"/>
                    </a:cubicBezTo>
                    <a:cubicBezTo>
                      <a:pt x="34" y="34"/>
                      <a:pt x="33" y="34"/>
                      <a:pt x="33" y="35"/>
                    </a:cubicBezTo>
                    <a:cubicBezTo>
                      <a:pt x="32" y="36"/>
                      <a:pt x="33" y="37"/>
                      <a:pt x="34" y="36"/>
                    </a:cubicBezTo>
                    <a:cubicBezTo>
                      <a:pt x="37" y="36"/>
                      <a:pt x="37" y="38"/>
                      <a:pt x="37" y="40"/>
                    </a:cubicBezTo>
                    <a:cubicBezTo>
                      <a:pt x="31" y="36"/>
                      <a:pt x="30" y="42"/>
                      <a:pt x="27" y="44"/>
                    </a:cubicBezTo>
                    <a:close/>
                  </a:path>
                </a:pathLst>
              </a:custGeom>
              <a:solidFill>
                <a:srgbClr val="FE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2" name="Freeform 1205"/>
              <p:cNvSpPr/>
              <p:nvPr/>
            </p:nvSpPr>
            <p:spPr bwMode="auto">
              <a:xfrm>
                <a:off x="977" y="2630"/>
                <a:ext cx="111" cy="78"/>
              </a:xfrm>
              <a:custGeom>
                <a:avLst/>
                <a:gdLst>
                  <a:gd name="T0" fmla="*/ 37 w 47"/>
                  <a:gd name="T1" fmla="*/ 31 h 33"/>
                  <a:gd name="T2" fmla="*/ 14 w 47"/>
                  <a:gd name="T3" fmla="*/ 24 h 33"/>
                  <a:gd name="T4" fmla="*/ 10 w 47"/>
                  <a:gd name="T5" fmla="*/ 25 h 33"/>
                  <a:gd name="T6" fmla="*/ 9 w 47"/>
                  <a:gd name="T7" fmla="*/ 23 h 33"/>
                  <a:gd name="T8" fmla="*/ 0 w 47"/>
                  <a:gd name="T9" fmla="*/ 17 h 33"/>
                  <a:gd name="T10" fmla="*/ 0 w 47"/>
                  <a:gd name="T11" fmla="*/ 17 h 33"/>
                  <a:gd name="T12" fmla="*/ 0 w 47"/>
                  <a:gd name="T13" fmla="*/ 16 h 33"/>
                  <a:gd name="T14" fmla="*/ 2 w 47"/>
                  <a:gd name="T15" fmla="*/ 15 h 33"/>
                  <a:gd name="T16" fmla="*/ 7 w 47"/>
                  <a:gd name="T17" fmla="*/ 11 h 33"/>
                  <a:gd name="T18" fmla="*/ 8 w 47"/>
                  <a:gd name="T19" fmla="*/ 8 h 33"/>
                  <a:gd name="T20" fmla="*/ 16 w 47"/>
                  <a:gd name="T21" fmla="*/ 11 h 33"/>
                  <a:gd name="T22" fmla="*/ 18 w 47"/>
                  <a:gd name="T23" fmla="*/ 12 h 33"/>
                  <a:gd name="T24" fmla="*/ 18 w 47"/>
                  <a:gd name="T25" fmla="*/ 9 h 33"/>
                  <a:gd name="T26" fmla="*/ 15 w 47"/>
                  <a:gd name="T27" fmla="*/ 4 h 33"/>
                  <a:gd name="T28" fmla="*/ 19 w 47"/>
                  <a:gd name="T29" fmla="*/ 6 h 33"/>
                  <a:gd name="T30" fmla="*/ 21 w 47"/>
                  <a:gd name="T31" fmla="*/ 0 h 33"/>
                  <a:gd name="T32" fmla="*/ 26 w 47"/>
                  <a:gd name="T33" fmla="*/ 5 h 33"/>
                  <a:gd name="T34" fmla="*/ 42 w 47"/>
                  <a:gd name="T35" fmla="*/ 19 h 33"/>
                  <a:gd name="T36" fmla="*/ 46 w 47"/>
                  <a:gd name="T37" fmla="*/ 22 h 33"/>
                  <a:gd name="T38" fmla="*/ 46 w 47"/>
                  <a:gd name="T39" fmla="*/ 29 h 33"/>
                  <a:gd name="T40" fmla="*/ 46 w 47"/>
                  <a:gd name="T41" fmla="*/ 32 h 33"/>
                  <a:gd name="T42" fmla="*/ 42 w 47"/>
                  <a:gd name="T43" fmla="*/ 32 h 33"/>
                  <a:gd name="T44" fmla="*/ 37 w 47"/>
                  <a:gd name="T45" fmla="*/ 3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33">
                    <a:moveTo>
                      <a:pt x="37" y="31"/>
                    </a:moveTo>
                    <a:cubicBezTo>
                      <a:pt x="29" y="30"/>
                      <a:pt x="21" y="28"/>
                      <a:pt x="14" y="24"/>
                    </a:cubicBezTo>
                    <a:cubicBezTo>
                      <a:pt x="13" y="24"/>
                      <a:pt x="12" y="24"/>
                      <a:pt x="10" y="25"/>
                    </a:cubicBezTo>
                    <a:cubicBezTo>
                      <a:pt x="9" y="26"/>
                      <a:pt x="9" y="24"/>
                      <a:pt x="9" y="23"/>
                    </a:cubicBezTo>
                    <a:cubicBezTo>
                      <a:pt x="6" y="21"/>
                      <a:pt x="4" y="18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6"/>
                      <a:pt x="1" y="15"/>
                      <a:pt x="2" y="15"/>
                    </a:cubicBezTo>
                    <a:cubicBezTo>
                      <a:pt x="4" y="14"/>
                      <a:pt x="5" y="11"/>
                      <a:pt x="7" y="11"/>
                    </a:cubicBezTo>
                    <a:cubicBezTo>
                      <a:pt x="8" y="10"/>
                      <a:pt x="5" y="8"/>
                      <a:pt x="8" y="8"/>
                    </a:cubicBezTo>
                    <a:cubicBezTo>
                      <a:pt x="11" y="8"/>
                      <a:pt x="14" y="9"/>
                      <a:pt x="16" y="11"/>
                    </a:cubicBezTo>
                    <a:cubicBezTo>
                      <a:pt x="17" y="12"/>
                      <a:pt x="17" y="13"/>
                      <a:pt x="18" y="12"/>
                    </a:cubicBezTo>
                    <a:cubicBezTo>
                      <a:pt x="19" y="11"/>
                      <a:pt x="19" y="10"/>
                      <a:pt x="18" y="9"/>
                    </a:cubicBezTo>
                    <a:cubicBezTo>
                      <a:pt x="15" y="8"/>
                      <a:pt x="16" y="6"/>
                      <a:pt x="15" y="4"/>
                    </a:cubicBezTo>
                    <a:cubicBezTo>
                      <a:pt x="17" y="4"/>
                      <a:pt x="17" y="6"/>
                      <a:pt x="19" y="6"/>
                    </a:cubicBezTo>
                    <a:cubicBezTo>
                      <a:pt x="19" y="4"/>
                      <a:pt x="20" y="2"/>
                      <a:pt x="21" y="0"/>
                    </a:cubicBezTo>
                    <a:cubicBezTo>
                      <a:pt x="23" y="2"/>
                      <a:pt x="24" y="3"/>
                      <a:pt x="26" y="5"/>
                    </a:cubicBezTo>
                    <a:cubicBezTo>
                      <a:pt x="31" y="10"/>
                      <a:pt x="35" y="16"/>
                      <a:pt x="42" y="19"/>
                    </a:cubicBezTo>
                    <a:cubicBezTo>
                      <a:pt x="43" y="20"/>
                      <a:pt x="44" y="21"/>
                      <a:pt x="46" y="22"/>
                    </a:cubicBezTo>
                    <a:cubicBezTo>
                      <a:pt x="46" y="25"/>
                      <a:pt x="46" y="27"/>
                      <a:pt x="46" y="29"/>
                    </a:cubicBezTo>
                    <a:cubicBezTo>
                      <a:pt x="46" y="30"/>
                      <a:pt x="47" y="32"/>
                      <a:pt x="46" y="32"/>
                    </a:cubicBezTo>
                    <a:cubicBezTo>
                      <a:pt x="44" y="33"/>
                      <a:pt x="43" y="33"/>
                      <a:pt x="42" y="32"/>
                    </a:cubicBezTo>
                    <a:cubicBezTo>
                      <a:pt x="40" y="31"/>
                      <a:pt x="39" y="31"/>
                      <a:pt x="37" y="31"/>
                    </a:cubicBezTo>
                    <a:close/>
                  </a:path>
                </a:pathLst>
              </a:custGeom>
              <a:solidFill>
                <a:srgbClr val="FE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3" name="Freeform 1206"/>
              <p:cNvSpPr/>
              <p:nvPr/>
            </p:nvSpPr>
            <p:spPr bwMode="auto">
              <a:xfrm>
                <a:off x="1131" y="2711"/>
                <a:ext cx="206" cy="102"/>
              </a:xfrm>
              <a:custGeom>
                <a:avLst/>
                <a:gdLst>
                  <a:gd name="T0" fmla="*/ 54 w 87"/>
                  <a:gd name="T1" fmla="*/ 7 h 43"/>
                  <a:gd name="T2" fmla="*/ 60 w 87"/>
                  <a:gd name="T3" fmla="*/ 5 h 43"/>
                  <a:gd name="T4" fmla="*/ 66 w 87"/>
                  <a:gd name="T5" fmla="*/ 2 h 43"/>
                  <a:gd name="T6" fmla="*/ 81 w 87"/>
                  <a:gd name="T7" fmla="*/ 0 h 43"/>
                  <a:gd name="T8" fmla="*/ 84 w 87"/>
                  <a:gd name="T9" fmla="*/ 0 h 43"/>
                  <a:gd name="T10" fmla="*/ 85 w 87"/>
                  <a:gd name="T11" fmla="*/ 5 h 43"/>
                  <a:gd name="T12" fmla="*/ 79 w 87"/>
                  <a:gd name="T13" fmla="*/ 9 h 43"/>
                  <a:gd name="T14" fmla="*/ 65 w 87"/>
                  <a:gd name="T15" fmla="*/ 12 h 43"/>
                  <a:gd name="T16" fmla="*/ 60 w 87"/>
                  <a:gd name="T17" fmla="*/ 13 h 43"/>
                  <a:gd name="T18" fmla="*/ 54 w 87"/>
                  <a:gd name="T19" fmla="*/ 15 h 43"/>
                  <a:gd name="T20" fmla="*/ 53 w 87"/>
                  <a:gd name="T21" fmla="*/ 16 h 43"/>
                  <a:gd name="T22" fmla="*/ 49 w 87"/>
                  <a:gd name="T23" fmla="*/ 19 h 43"/>
                  <a:gd name="T24" fmla="*/ 49 w 87"/>
                  <a:gd name="T25" fmla="*/ 22 h 43"/>
                  <a:gd name="T26" fmla="*/ 39 w 87"/>
                  <a:gd name="T27" fmla="*/ 28 h 43"/>
                  <a:gd name="T28" fmla="*/ 31 w 87"/>
                  <a:gd name="T29" fmla="*/ 31 h 43"/>
                  <a:gd name="T30" fmla="*/ 11 w 87"/>
                  <a:gd name="T31" fmla="*/ 40 h 43"/>
                  <a:gd name="T32" fmla="*/ 9 w 87"/>
                  <a:gd name="T33" fmla="*/ 41 h 43"/>
                  <a:gd name="T34" fmla="*/ 0 w 87"/>
                  <a:gd name="T35" fmla="*/ 39 h 43"/>
                  <a:gd name="T36" fmla="*/ 4 w 87"/>
                  <a:gd name="T37" fmla="*/ 35 h 43"/>
                  <a:gd name="T38" fmla="*/ 5 w 87"/>
                  <a:gd name="T39" fmla="*/ 34 h 43"/>
                  <a:gd name="T40" fmla="*/ 27 w 87"/>
                  <a:gd name="T41" fmla="*/ 21 h 43"/>
                  <a:gd name="T42" fmla="*/ 47 w 87"/>
                  <a:gd name="T43" fmla="*/ 10 h 43"/>
                  <a:gd name="T44" fmla="*/ 54 w 87"/>
                  <a:gd name="T45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" h="43">
                    <a:moveTo>
                      <a:pt x="54" y="7"/>
                    </a:moveTo>
                    <a:cubicBezTo>
                      <a:pt x="56" y="6"/>
                      <a:pt x="59" y="7"/>
                      <a:pt x="60" y="5"/>
                    </a:cubicBezTo>
                    <a:cubicBezTo>
                      <a:pt x="62" y="3"/>
                      <a:pt x="64" y="3"/>
                      <a:pt x="66" y="2"/>
                    </a:cubicBezTo>
                    <a:cubicBezTo>
                      <a:pt x="71" y="2"/>
                      <a:pt x="76" y="0"/>
                      <a:pt x="81" y="0"/>
                    </a:cubicBezTo>
                    <a:cubicBezTo>
                      <a:pt x="82" y="0"/>
                      <a:pt x="83" y="0"/>
                      <a:pt x="84" y="0"/>
                    </a:cubicBezTo>
                    <a:cubicBezTo>
                      <a:pt x="87" y="1"/>
                      <a:pt x="86" y="3"/>
                      <a:pt x="85" y="5"/>
                    </a:cubicBezTo>
                    <a:cubicBezTo>
                      <a:pt x="83" y="7"/>
                      <a:pt x="82" y="8"/>
                      <a:pt x="79" y="9"/>
                    </a:cubicBezTo>
                    <a:cubicBezTo>
                      <a:pt x="74" y="9"/>
                      <a:pt x="69" y="8"/>
                      <a:pt x="65" y="12"/>
                    </a:cubicBezTo>
                    <a:cubicBezTo>
                      <a:pt x="64" y="13"/>
                      <a:pt x="62" y="15"/>
                      <a:pt x="60" y="13"/>
                    </a:cubicBezTo>
                    <a:cubicBezTo>
                      <a:pt x="57" y="11"/>
                      <a:pt x="55" y="13"/>
                      <a:pt x="54" y="15"/>
                    </a:cubicBezTo>
                    <a:cubicBezTo>
                      <a:pt x="53" y="15"/>
                      <a:pt x="53" y="16"/>
                      <a:pt x="53" y="16"/>
                    </a:cubicBezTo>
                    <a:cubicBezTo>
                      <a:pt x="52" y="17"/>
                      <a:pt x="50" y="19"/>
                      <a:pt x="49" y="19"/>
                    </a:cubicBezTo>
                    <a:cubicBezTo>
                      <a:pt x="46" y="20"/>
                      <a:pt x="48" y="21"/>
                      <a:pt x="49" y="22"/>
                    </a:cubicBezTo>
                    <a:cubicBezTo>
                      <a:pt x="47" y="26"/>
                      <a:pt x="43" y="27"/>
                      <a:pt x="39" y="28"/>
                    </a:cubicBezTo>
                    <a:cubicBezTo>
                      <a:pt x="37" y="29"/>
                      <a:pt x="33" y="30"/>
                      <a:pt x="31" y="31"/>
                    </a:cubicBezTo>
                    <a:cubicBezTo>
                      <a:pt x="24" y="35"/>
                      <a:pt x="18" y="36"/>
                      <a:pt x="11" y="40"/>
                    </a:cubicBezTo>
                    <a:cubicBezTo>
                      <a:pt x="11" y="40"/>
                      <a:pt x="10" y="41"/>
                      <a:pt x="9" y="41"/>
                    </a:cubicBezTo>
                    <a:cubicBezTo>
                      <a:pt x="6" y="41"/>
                      <a:pt x="2" y="43"/>
                      <a:pt x="0" y="39"/>
                    </a:cubicBezTo>
                    <a:cubicBezTo>
                      <a:pt x="1" y="38"/>
                      <a:pt x="3" y="37"/>
                      <a:pt x="4" y="35"/>
                    </a:cubicBezTo>
                    <a:cubicBezTo>
                      <a:pt x="4" y="35"/>
                      <a:pt x="4" y="35"/>
                      <a:pt x="5" y="34"/>
                    </a:cubicBezTo>
                    <a:cubicBezTo>
                      <a:pt x="12" y="30"/>
                      <a:pt x="19" y="26"/>
                      <a:pt x="27" y="21"/>
                    </a:cubicBezTo>
                    <a:cubicBezTo>
                      <a:pt x="33" y="17"/>
                      <a:pt x="40" y="13"/>
                      <a:pt x="47" y="10"/>
                    </a:cubicBezTo>
                    <a:cubicBezTo>
                      <a:pt x="48" y="7"/>
                      <a:pt x="51" y="8"/>
                      <a:pt x="54" y="7"/>
                    </a:cubicBezTo>
                    <a:close/>
                  </a:path>
                </a:pathLst>
              </a:custGeom>
              <a:solidFill>
                <a:srgbClr val="FD83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4" name="Freeform 1207"/>
              <p:cNvSpPr/>
              <p:nvPr/>
            </p:nvSpPr>
            <p:spPr bwMode="auto">
              <a:xfrm>
                <a:off x="1262" y="2639"/>
                <a:ext cx="109" cy="84"/>
              </a:xfrm>
              <a:custGeom>
                <a:avLst/>
                <a:gdLst>
                  <a:gd name="T0" fmla="*/ 26 w 46"/>
                  <a:gd name="T1" fmla="*/ 31 h 35"/>
                  <a:gd name="T2" fmla="*/ 5 w 46"/>
                  <a:gd name="T3" fmla="*/ 35 h 35"/>
                  <a:gd name="T4" fmla="*/ 7 w 46"/>
                  <a:gd name="T5" fmla="*/ 30 h 35"/>
                  <a:gd name="T6" fmla="*/ 8 w 46"/>
                  <a:gd name="T7" fmla="*/ 29 h 35"/>
                  <a:gd name="T8" fmla="*/ 6 w 46"/>
                  <a:gd name="T9" fmla="*/ 28 h 35"/>
                  <a:gd name="T10" fmla="*/ 3 w 46"/>
                  <a:gd name="T11" fmla="*/ 29 h 35"/>
                  <a:gd name="T12" fmla="*/ 1 w 46"/>
                  <a:gd name="T13" fmla="*/ 26 h 35"/>
                  <a:gd name="T14" fmla="*/ 0 w 46"/>
                  <a:gd name="T15" fmla="*/ 25 h 35"/>
                  <a:gd name="T16" fmla="*/ 1 w 46"/>
                  <a:gd name="T17" fmla="*/ 23 h 35"/>
                  <a:gd name="T18" fmla="*/ 2 w 46"/>
                  <a:gd name="T19" fmla="*/ 10 h 35"/>
                  <a:gd name="T20" fmla="*/ 6 w 46"/>
                  <a:gd name="T21" fmla="*/ 8 h 35"/>
                  <a:gd name="T22" fmla="*/ 7 w 46"/>
                  <a:gd name="T23" fmla="*/ 11 h 35"/>
                  <a:gd name="T24" fmla="*/ 7 w 46"/>
                  <a:gd name="T25" fmla="*/ 23 h 35"/>
                  <a:gd name="T26" fmla="*/ 10 w 46"/>
                  <a:gd name="T27" fmla="*/ 19 h 35"/>
                  <a:gd name="T28" fmla="*/ 14 w 46"/>
                  <a:gd name="T29" fmla="*/ 11 h 35"/>
                  <a:gd name="T30" fmla="*/ 15 w 46"/>
                  <a:gd name="T31" fmla="*/ 10 h 35"/>
                  <a:gd name="T32" fmla="*/ 16 w 46"/>
                  <a:gd name="T33" fmla="*/ 11 h 35"/>
                  <a:gd name="T34" fmla="*/ 31 w 46"/>
                  <a:gd name="T35" fmla="*/ 14 h 35"/>
                  <a:gd name="T36" fmla="*/ 33 w 46"/>
                  <a:gd name="T37" fmla="*/ 12 h 35"/>
                  <a:gd name="T38" fmla="*/ 35 w 46"/>
                  <a:gd name="T39" fmla="*/ 12 h 35"/>
                  <a:gd name="T40" fmla="*/ 36 w 46"/>
                  <a:gd name="T41" fmla="*/ 12 h 35"/>
                  <a:gd name="T42" fmla="*/ 35 w 46"/>
                  <a:gd name="T43" fmla="*/ 11 h 35"/>
                  <a:gd name="T44" fmla="*/ 34 w 46"/>
                  <a:gd name="T45" fmla="*/ 8 h 35"/>
                  <a:gd name="T46" fmla="*/ 35 w 46"/>
                  <a:gd name="T47" fmla="*/ 7 h 35"/>
                  <a:gd name="T48" fmla="*/ 37 w 46"/>
                  <a:gd name="T49" fmla="*/ 6 h 35"/>
                  <a:gd name="T50" fmla="*/ 38 w 46"/>
                  <a:gd name="T51" fmla="*/ 3 h 35"/>
                  <a:gd name="T52" fmla="*/ 39 w 46"/>
                  <a:gd name="T53" fmla="*/ 2 h 35"/>
                  <a:gd name="T54" fmla="*/ 44 w 46"/>
                  <a:gd name="T55" fmla="*/ 4 h 35"/>
                  <a:gd name="T56" fmla="*/ 39 w 46"/>
                  <a:gd name="T57" fmla="*/ 6 h 35"/>
                  <a:gd name="T58" fmla="*/ 40 w 46"/>
                  <a:gd name="T59" fmla="*/ 10 h 35"/>
                  <a:gd name="T60" fmla="*/ 40 w 46"/>
                  <a:gd name="T61" fmla="*/ 12 h 35"/>
                  <a:gd name="T62" fmla="*/ 45 w 46"/>
                  <a:gd name="T63" fmla="*/ 12 h 35"/>
                  <a:gd name="T64" fmla="*/ 43 w 46"/>
                  <a:gd name="T65" fmla="*/ 18 h 35"/>
                  <a:gd name="T66" fmla="*/ 42 w 46"/>
                  <a:gd name="T67" fmla="*/ 20 h 35"/>
                  <a:gd name="T68" fmla="*/ 42 w 46"/>
                  <a:gd name="T69" fmla="*/ 21 h 35"/>
                  <a:gd name="T70" fmla="*/ 42 w 46"/>
                  <a:gd name="T71" fmla="*/ 22 h 35"/>
                  <a:gd name="T72" fmla="*/ 39 w 46"/>
                  <a:gd name="T73" fmla="*/ 24 h 35"/>
                  <a:gd name="T74" fmla="*/ 32 w 46"/>
                  <a:gd name="T75" fmla="*/ 27 h 35"/>
                  <a:gd name="T76" fmla="*/ 26 w 46"/>
                  <a:gd name="T7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6" h="35">
                    <a:moveTo>
                      <a:pt x="26" y="31"/>
                    </a:moveTo>
                    <a:cubicBezTo>
                      <a:pt x="19" y="33"/>
                      <a:pt x="12" y="33"/>
                      <a:pt x="5" y="35"/>
                    </a:cubicBezTo>
                    <a:cubicBezTo>
                      <a:pt x="4" y="33"/>
                      <a:pt x="0" y="30"/>
                      <a:pt x="7" y="30"/>
                    </a:cubicBezTo>
                    <a:cubicBezTo>
                      <a:pt x="7" y="30"/>
                      <a:pt x="8" y="30"/>
                      <a:pt x="8" y="29"/>
                    </a:cubicBezTo>
                    <a:cubicBezTo>
                      <a:pt x="8" y="28"/>
                      <a:pt x="7" y="28"/>
                      <a:pt x="6" y="28"/>
                    </a:cubicBezTo>
                    <a:cubicBezTo>
                      <a:pt x="5" y="28"/>
                      <a:pt x="4" y="28"/>
                      <a:pt x="3" y="29"/>
                    </a:cubicBezTo>
                    <a:cubicBezTo>
                      <a:pt x="1" y="29"/>
                      <a:pt x="7" y="24"/>
                      <a:pt x="1" y="26"/>
                    </a:cubicBezTo>
                    <a:cubicBezTo>
                      <a:pt x="1" y="26"/>
                      <a:pt x="1" y="26"/>
                      <a:pt x="0" y="25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5" y="18"/>
                      <a:pt x="6" y="14"/>
                      <a:pt x="2" y="10"/>
                    </a:cubicBezTo>
                    <a:cubicBezTo>
                      <a:pt x="4" y="10"/>
                      <a:pt x="6" y="10"/>
                      <a:pt x="6" y="8"/>
                    </a:cubicBezTo>
                    <a:cubicBezTo>
                      <a:pt x="7" y="8"/>
                      <a:pt x="7" y="10"/>
                      <a:pt x="7" y="11"/>
                    </a:cubicBezTo>
                    <a:cubicBezTo>
                      <a:pt x="8" y="14"/>
                      <a:pt x="8" y="17"/>
                      <a:pt x="7" y="23"/>
                    </a:cubicBezTo>
                    <a:cubicBezTo>
                      <a:pt x="9" y="21"/>
                      <a:pt x="9" y="21"/>
                      <a:pt x="10" y="19"/>
                    </a:cubicBezTo>
                    <a:cubicBezTo>
                      <a:pt x="10" y="16"/>
                      <a:pt x="11" y="13"/>
                      <a:pt x="14" y="11"/>
                    </a:cubicBezTo>
                    <a:cubicBezTo>
                      <a:pt x="14" y="10"/>
                      <a:pt x="14" y="10"/>
                      <a:pt x="15" y="10"/>
                    </a:cubicBezTo>
                    <a:cubicBezTo>
                      <a:pt x="16" y="10"/>
                      <a:pt x="16" y="10"/>
                      <a:pt x="16" y="11"/>
                    </a:cubicBezTo>
                    <a:cubicBezTo>
                      <a:pt x="18" y="16"/>
                      <a:pt x="26" y="17"/>
                      <a:pt x="31" y="14"/>
                    </a:cubicBezTo>
                    <a:cubicBezTo>
                      <a:pt x="32" y="13"/>
                      <a:pt x="32" y="12"/>
                      <a:pt x="33" y="12"/>
                    </a:cubicBezTo>
                    <a:cubicBezTo>
                      <a:pt x="34" y="12"/>
                      <a:pt x="34" y="12"/>
                      <a:pt x="35" y="12"/>
                    </a:cubicBezTo>
                    <a:cubicBezTo>
                      <a:pt x="35" y="12"/>
                      <a:pt x="36" y="12"/>
                      <a:pt x="36" y="12"/>
                    </a:cubicBezTo>
                    <a:cubicBezTo>
                      <a:pt x="36" y="12"/>
                      <a:pt x="35" y="12"/>
                      <a:pt x="35" y="11"/>
                    </a:cubicBezTo>
                    <a:cubicBezTo>
                      <a:pt x="34" y="10"/>
                      <a:pt x="34" y="9"/>
                      <a:pt x="34" y="8"/>
                    </a:cubicBezTo>
                    <a:cubicBezTo>
                      <a:pt x="34" y="7"/>
                      <a:pt x="35" y="7"/>
                      <a:pt x="35" y="7"/>
                    </a:cubicBezTo>
                    <a:cubicBezTo>
                      <a:pt x="35" y="5"/>
                      <a:pt x="37" y="9"/>
                      <a:pt x="37" y="6"/>
                    </a:cubicBezTo>
                    <a:cubicBezTo>
                      <a:pt x="37" y="5"/>
                      <a:pt x="37" y="4"/>
                      <a:pt x="38" y="3"/>
                    </a:cubicBezTo>
                    <a:cubicBezTo>
                      <a:pt x="38" y="3"/>
                      <a:pt x="38" y="2"/>
                      <a:pt x="39" y="2"/>
                    </a:cubicBezTo>
                    <a:cubicBezTo>
                      <a:pt x="39" y="7"/>
                      <a:pt x="43" y="0"/>
                      <a:pt x="44" y="4"/>
                    </a:cubicBezTo>
                    <a:cubicBezTo>
                      <a:pt x="43" y="5"/>
                      <a:pt x="41" y="5"/>
                      <a:pt x="39" y="6"/>
                    </a:cubicBezTo>
                    <a:cubicBezTo>
                      <a:pt x="41" y="8"/>
                      <a:pt x="41" y="8"/>
                      <a:pt x="40" y="10"/>
                    </a:cubicBezTo>
                    <a:cubicBezTo>
                      <a:pt x="39" y="12"/>
                      <a:pt x="40" y="12"/>
                      <a:pt x="40" y="12"/>
                    </a:cubicBezTo>
                    <a:cubicBezTo>
                      <a:pt x="42" y="12"/>
                      <a:pt x="44" y="12"/>
                      <a:pt x="45" y="12"/>
                    </a:cubicBezTo>
                    <a:cubicBezTo>
                      <a:pt x="46" y="15"/>
                      <a:pt x="41" y="15"/>
                      <a:pt x="43" y="18"/>
                    </a:cubicBezTo>
                    <a:cubicBezTo>
                      <a:pt x="43" y="19"/>
                      <a:pt x="43" y="20"/>
                      <a:pt x="42" y="20"/>
                    </a:cubicBezTo>
                    <a:cubicBezTo>
                      <a:pt x="42" y="21"/>
                      <a:pt x="42" y="20"/>
                      <a:pt x="42" y="21"/>
                    </a:cubicBezTo>
                    <a:cubicBezTo>
                      <a:pt x="42" y="21"/>
                      <a:pt x="42" y="21"/>
                      <a:pt x="42" y="22"/>
                    </a:cubicBezTo>
                    <a:cubicBezTo>
                      <a:pt x="41" y="22"/>
                      <a:pt x="40" y="23"/>
                      <a:pt x="39" y="24"/>
                    </a:cubicBezTo>
                    <a:cubicBezTo>
                      <a:pt x="37" y="25"/>
                      <a:pt x="35" y="27"/>
                      <a:pt x="32" y="27"/>
                    </a:cubicBezTo>
                    <a:cubicBezTo>
                      <a:pt x="29" y="27"/>
                      <a:pt x="28" y="29"/>
                      <a:pt x="26" y="31"/>
                    </a:cubicBezTo>
                    <a:close/>
                  </a:path>
                </a:pathLst>
              </a:custGeom>
              <a:solidFill>
                <a:srgbClr val="FEAD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5" name="Freeform 1208"/>
              <p:cNvSpPr/>
              <p:nvPr/>
            </p:nvSpPr>
            <p:spPr bwMode="auto">
              <a:xfrm>
                <a:off x="1112" y="2670"/>
                <a:ext cx="95" cy="67"/>
              </a:xfrm>
              <a:custGeom>
                <a:avLst/>
                <a:gdLst>
                  <a:gd name="T0" fmla="*/ 23 w 40"/>
                  <a:gd name="T1" fmla="*/ 24 h 28"/>
                  <a:gd name="T2" fmla="*/ 3 w 40"/>
                  <a:gd name="T3" fmla="*/ 27 h 28"/>
                  <a:gd name="T4" fmla="*/ 1 w 40"/>
                  <a:gd name="T5" fmla="*/ 27 h 28"/>
                  <a:gd name="T6" fmla="*/ 1 w 40"/>
                  <a:gd name="T7" fmla="*/ 24 h 28"/>
                  <a:gd name="T8" fmla="*/ 15 w 40"/>
                  <a:gd name="T9" fmla="*/ 13 h 28"/>
                  <a:gd name="T10" fmla="*/ 20 w 40"/>
                  <a:gd name="T11" fmla="*/ 18 h 28"/>
                  <a:gd name="T12" fmla="*/ 22 w 40"/>
                  <a:gd name="T13" fmla="*/ 19 h 28"/>
                  <a:gd name="T14" fmla="*/ 25 w 40"/>
                  <a:gd name="T15" fmla="*/ 19 h 28"/>
                  <a:gd name="T16" fmla="*/ 25 w 40"/>
                  <a:gd name="T17" fmla="*/ 16 h 28"/>
                  <a:gd name="T18" fmla="*/ 27 w 40"/>
                  <a:gd name="T19" fmla="*/ 13 h 28"/>
                  <a:gd name="T20" fmla="*/ 21 w 40"/>
                  <a:gd name="T21" fmla="*/ 8 h 28"/>
                  <a:gd name="T22" fmla="*/ 37 w 40"/>
                  <a:gd name="T23" fmla="*/ 0 h 28"/>
                  <a:gd name="T24" fmla="*/ 37 w 40"/>
                  <a:gd name="T25" fmla="*/ 3 h 28"/>
                  <a:gd name="T26" fmla="*/ 33 w 40"/>
                  <a:gd name="T27" fmla="*/ 13 h 28"/>
                  <a:gd name="T28" fmla="*/ 34 w 40"/>
                  <a:gd name="T29" fmla="*/ 14 h 28"/>
                  <a:gd name="T30" fmla="*/ 37 w 40"/>
                  <a:gd name="T31" fmla="*/ 19 h 28"/>
                  <a:gd name="T32" fmla="*/ 37 w 40"/>
                  <a:gd name="T33" fmla="*/ 20 h 28"/>
                  <a:gd name="T34" fmla="*/ 23 w 40"/>
                  <a:gd name="T35" fmla="*/ 2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" h="28">
                    <a:moveTo>
                      <a:pt x="23" y="24"/>
                    </a:moveTo>
                    <a:cubicBezTo>
                      <a:pt x="17" y="27"/>
                      <a:pt x="10" y="28"/>
                      <a:pt x="3" y="27"/>
                    </a:cubicBezTo>
                    <a:cubicBezTo>
                      <a:pt x="2" y="27"/>
                      <a:pt x="1" y="28"/>
                      <a:pt x="1" y="27"/>
                    </a:cubicBezTo>
                    <a:cubicBezTo>
                      <a:pt x="0" y="26"/>
                      <a:pt x="1" y="24"/>
                      <a:pt x="1" y="24"/>
                    </a:cubicBezTo>
                    <a:cubicBezTo>
                      <a:pt x="6" y="21"/>
                      <a:pt x="9" y="15"/>
                      <a:pt x="15" y="13"/>
                    </a:cubicBezTo>
                    <a:cubicBezTo>
                      <a:pt x="15" y="16"/>
                      <a:pt x="15" y="19"/>
                      <a:pt x="20" y="18"/>
                    </a:cubicBezTo>
                    <a:cubicBezTo>
                      <a:pt x="20" y="18"/>
                      <a:pt x="21" y="18"/>
                      <a:pt x="22" y="19"/>
                    </a:cubicBezTo>
                    <a:cubicBezTo>
                      <a:pt x="23" y="19"/>
                      <a:pt x="24" y="20"/>
                      <a:pt x="25" y="19"/>
                    </a:cubicBezTo>
                    <a:cubicBezTo>
                      <a:pt x="26" y="18"/>
                      <a:pt x="25" y="17"/>
                      <a:pt x="25" y="16"/>
                    </a:cubicBezTo>
                    <a:cubicBezTo>
                      <a:pt x="24" y="14"/>
                      <a:pt x="24" y="12"/>
                      <a:pt x="27" y="13"/>
                    </a:cubicBezTo>
                    <a:cubicBezTo>
                      <a:pt x="26" y="10"/>
                      <a:pt x="23" y="10"/>
                      <a:pt x="21" y="8"/>
                    </a:cubicBezTo>
                    <a:cubicBezTo>
                      <a:pt x="26" y="5"/>
                      <a:pt x="31" y="2"/>
                      <a:pt x="37" y="0"/>
                    </a:cubicBezTo>
                    <a:cubicBezTo>
                      <a:pt x="39" y="0"/>
                      <a:pt x="40" y="1"/>
                      <a:pt x="37" y="3"/>
                    </a:cubicBezTo>
                    <a:cubicBezTo>
                      <a:pt x="34" y="5"/>
                      <a:pt x="33" y="9"/>
                      <a:pt x="33" y="13"/>
                    </a:cubicBezTo>
                    <a:cubicBezTo>
                      <a:pt x="33" y="13"/>
                      <a:pt x="33" y="14"/>
                      <a:pt x="34" y="14"/>
                    </a:cubicBezTo>
                    <a:cubicBezTo>
                      <a:pt x="38" y="14"/>
                      <a:pt x="38" y="14"/>
                      <a:pt x="37" y="19"/>
                    </a:cubicBezTo>
                    <a:cubicBezTo>
                      <a:pt x="37" y="19"/>
                      <a:pt x="37" y="19"/>
                      <a:pt x="37" y="20"/>
                    </a:cubicBezTo>
                    <a:cubicBezTo>
                      <a:pt x="32" y="22"/>
                      <a:pt x="28" y="25"/>
                      <a:pt x="23" y="24"/>
                    </a:cubicBezTo>
                    <a:close/>
                  </a:path>
                </a:pathLst>
              </a:custGeom>
              <a:solidFill>
                <a:srgbClr val="FE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1556" name="Freeform 1209"/>
              <p:cNvSpPr/>
              <p:nvPr/>
            </p:nvSpPr>
            <p:spPr bwMode="auto">
              <a:xfrm>
                <a:off x="1183" y="2666"/>
                <a:ext cx="71" cy="50"/>
              </a:xfrm>
              <a:custGeom>
                <a:avLst/>
                <a:gdLst>
                  <a:gd name="T0" fmla="*/ 7 w 30"/>
                  <a:gd name="T1" fmla="*/ 21 h 21"/>
                  <a:gd name="T2" fmla="*/ 7 w 30"/>
                  <a:gd name="T3" fmla="*/ 18 h 21"/>
                  <a:gd name="T4" fmla="*/ 5 w 30"/>
                  <a:gd name="T5" fmla="*/ 16 h 21"/>
                  <a:gd name="T6" fmla="*/ 2 w 30"/>
                  <a:gd name="T7" fmla="*/ 17 h 21"/>
                  <a:gd name="T8" fmla="*/ 2 w 30"/>
                  <a:gd name="T9" fmla="*/ 11 h 21"/>
                  <a:gd name="T10" fmla="*/ 3 w 30"/>
                  <a:gd name="T11" fmla="*/ 7 h 21"/>
                  <a:gd name="T12" fmla="*/ 6 w 30"/>
                  <a:gd name="T13" fmla="*/ 4 h 21"/>
                  <a:gd name="T14" fmla="*/ 7 w 30"/>
                  <a:gd name="T15" fmla="*/ 2 h 21"/>
                  <a:gd name="T16" fmla="*/ 25 w 30"/>
                  <a:gd name="T17" fmla="*/ 1 h 21"/>
                  <a:gd name="T18" fmla="*/ 29 w 30"/>
                  <a:gd name="T19" fmla="*/ 4 h 21"/>
                  <a:gd name="T20" fmla="*/ 27 w 30"/>
                  <a:gd name="T21" fmla="*/ 7 h 21"/>
                  <a:gd name="T22" fmla="*/ 20 w 30"/>
                  <a:gd name="T23" fmla="*/ 6 h 21"/>
                  <a:gd name="T24" fmla="*/ 16 w 30"/>
                  <a:gd name="T25" fmla="*/ 5 h 21"/>
                  <a:gd name="T26" fmla="*/ 14 w 30"/>
                  <a:gd name="T27" fmla="*/ 9 h 21"/>
                  <a:gd name="T28" fmla="*/ 17 w 30"/>
                  <a:gd name="T29" fmla="*/ 11 h 21"/>
                  <a:gd name="T30" fmla="*/ 20 w 30"/>
                  <a:gd name="T31" fmla="*/ 12 h 21"/>
                  <a:gd name="T32" fmla="*/ 18 w 30"/>
                  <a:gd name="T33" fmla="*/ 15 h 21"/>
                  <a:gd name="T34" fmla="*/ 16 w 30"/>
                  <a:gd name="T35" fmla="*/ 17 h 21"/>
                  <a:gd name="T36" fmla="*/ 15 w 30"/>
                  <a:gd name="T37" fmla="*/ 17 h 21"/>
                  <a:gd name="T38" fmla="*/ 10 w 30"/>
                  <a:gd name="T39" fmla="*/ 16 h 21"/>
                  <a:gd name="T40" fmla="*/ 8 w 30"/>
                  <a:gd name="T41" fmla="*/ 21 h 21"/>
                  <a:gd name="T42" fmla="*/ 7 w 30"/>
                  <a:gd name="T4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" h="21">
                    <a:moveTo>
                      <a:pt x="7" y="21"/>
                    </a:moveTo>
                    <a:cubicBezTo>
                      <a:pt x="5" y="20"/>
                      <a:pt x="6" y="19"/>
                      <a:pt x="7" y="18"/>
                    </a:cubicBezTo>
                    <a:cubicBezTo>
                      <a:pt x="7" y="16"/>
                      <a:pt x="6" y="16"/>
                      <a:pt x="5" y="16"/>
                    </a:cubicBezTo>
                    <a:cubicBezTo>
                      <a:pt x="4" y="16"/>
                      <a:pt x="4" y="20"/>
                      <a:pt x="2" y="17"/>
                    </a:cubicBezTo>
                    <a:cubicBezTo>
                      <a:pt x="2" y="15"/>
                      <a:pt x="0" y="12"/>
                      <a:pt x="2" y="11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4"/>
                      <a:pt x="6" y="4"/>
                    </a:cubicBezTo>
                    <a:cubicBezTo>
                      <a:pt x="9" y="4"/>
                      <a:pt x="7" y="2"/>
                      <a:pt x="7" y="2"/>
                    </a:cubicBezTo>
                    <a:cubicBezTo>
                      <a:pt x="13" y="0"/>
                      <a:pt x="19" y="0"/>
                      <a:pt x="25" y="1"/>
                    </a:cubicBezTo>
                    <a:cubicBezTo>
                      <a:pt x="27" y="1"/>
                      <a:pt x="28" y="3"/>
                      <a:pt x="29" y="4"/>
                    </a:cubicBezTo>
                    <a:cubicBezTo>
                      <a:pt x="30" y="6"/>
                      <a:pt x="28" y="6"/>
                      <a:pt x="27" y="7"/>
                    </a:cubicBezTo>
                    <a:cubicBezTo>
                      <a:pt x="24" y="10"/>
                      <a:pt x="21" y="8"/>
                      <a:pt x="20" y="6"/>
                    </a:cubicBezTo>
                    <a:cubicBezTo>
                      <a:pt x="19" y="3"/>
                      <a:pt x="17" y="5"/>
                      <a:pt x="16" y="5"/>
                    </a:cubicBezTo>
                    <a:cubicBezTo>
                      <a:pt x="14" y="5"/>
                      <a:pt x="14" y="7"/>
                      <a:pt x="14" y="9"/>
                    </a:cubicBezTo>
                    <a:cubicBezTo>
                      <a:pt x="15" y="11"/>
                      <a:pt x="15" y="11"/>
                      <a:pt x="17" y="11"/>
                    </a:cubicBezTo>
                    <a:cubicBezTo>
                      <a:pt x="18" y="11"/>
                      <a:pt x="20" y="11"/>
                      <a:pt x="20" y="12"/>
                    </a:cubicBezTo>
                    <a:cubicBezTo>
                      <a:pt x="21" y="14"/>
                      <a:pt x="19" y="15"/>
                      <a:pt x="18" y="15"/>
                    </a:cubicBezTo>
                    <a:cubicBezTo>
                      <a:pt x="17" y="16"/>
                      <a:pt x="17" y="16"/>
                      <a:pt x="16" y="17"/>
                    </a:cubicBezTo>
                    <a:cubicBezTo>
                      <a:pt x="16" y="17"/>
                      <a:pt x="15" y="17"/>
                      <a:pt x="15" y="17"/>
                    </a:cubicBezTo>
                    <a:cubicBezTo>
                      <a:pt x="13" y="18"/>
                      <a:pt x="11" y="17"/>
                      <a:pt x="10" y="16"/>
                    </a:cubicBezTo>
                    <a:cubicBezTo>
                      <a:pt x="10" y="18"/>
                      <a:pt x="9" y="19"/>
                      <a:pt x="8" y="21"/>
                    </a:cubicBezTo>
                    <a:cubicBezTo>
                      <a:pt x="7" y="21"/>
                      <a:pt x="7" y="21"/>
                      <a:pt x="7" y="21"/>
                    </a:cubicBezTo>
                    <a:close/>
                  </a:path>
                </a:pathLst>
              </a:custGeom>
              <a:solidFill>
                <a:srgbClr val="FE7E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</p:grpSp>
        <p:sp>
          <p:nvSpPr>
            <p:cNvPr id="1157" name="Freeform 1211"/>
            <p:cNvSpPr/>
            <p:nvPr/>
          </p:nvSpPr>
          <p:spPr bwMode="auto">
            <a:xfrm>
              <a:off x="1900238" y="4279901"/>
              <a:ext cx="98425" cy="76200"/>
            </a:xfrm>
            <a:custGeom>
              <a:avLst/>
              <a:gdLst>
                <a:gd name="T0" fmla="*/ 26 w 26"/>
                <a:gd name="T1" fmla="*/ 13 h 20"/>
                <a:gd name="T2" fmla="*/ 19 w 26"/>
                <a:gd name="T3" fmla="*/ 16 h 20"/>
                <a:gd name="T4" fmla="*/ 13 w 26"/>
                <a:gd name="T5" fmla="*/ 15 h 20"/>
                <a:gd name="T6" fmla="*/ 9 w 26"/>
                <a:gd name="T7" fmla="*/ 19 h 20"/>
                <a:gd name="T8" fmla="*/ 7 w 26"/>
                <a:gd name="T9" fmla="*/ 18 h 20"/>
                <a:gd name="T10" fmla="*/ 3 w 26"/>
                <a:gd name="T11" fmla="*/ 17 h 20"/>
                <a:gd name="T12" fmla="*/ 1 w 26"/>
                <a:gd name="T13" fmla="*/ 18 h 20"/>
                <a:gd name="T14" fmla="*/ 0 w 26"/>
                <a:gd name="T15" fmla="*/ 15 h 20"/>
                <a:gd name="T16" fmla="*/ 9 w 26"/>
                <a:gd name="T17" fmla="*/ 11 h 20"/>
                <a:gd name="T18" fmla="*/ 5 w 26"/>
                <a:gd name="T19" fmla="*/ 14 h 20"/>
                <a:gd name="T20" fmla="*/ 10 w 26"/>
                <a:gd name="T21" fmla="*/ 14 h 20"/>
                <a:gd name="T22" fmla="*/ 8 w 26"/>
                <a:gd name="T23" fmla="*/ 9 h 20"/>
                <a:gd name="T24" fmla="*/ 6 w 26"/>
                <a:gd name="T25" fmla="*/ 6 h 20"/>
                <a:gd name="T26" fmla="*/ 9 w 26"/>
                <a:gd name="T27" fmla="*/ 4 h 20"/>
                <a:gd name="T28" fmla="*/ 9 w 26"/>
                <a:gd name="T29" fmla="*/ 4 h 20"/>
                <a:gd name="T30" fmla="*/ 17 w 26"/>
                <a:gd name="T31" fmla="*/ 0 h 20"/>
                <a:gd name="T32" fmla="*/ 17 w 26"/>
                <a:gd name="T33" fmla="*/ 6 h 20"/>
                <a:gd name="T34" fmla="*/ 22 w 26"/>
                <a:gd name="T35" fmla="*/ 3 h 20"/>
                <a:gd name="T36" fmla="*/ 26 w 26"/>
                <a:gd name="T37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0">
                  <a:moveTo>
                    <a:pt x="26" y="13"/>
                  </a:moveTo>
                  <a:cubicBezTo>
                    <a:pt x="24" y="15"/>
                    <a:pt x="21" y="15"/>
                    <a:pt x="19" y="16"/>
                  </a:cubicBezTo>
                  <a:cubicBezTo>
                    <a:pt x="17" y="14"/>
                    <a:pt x="16" y="11"/>
                    <a:pt x="13" y="15"/>
                  </a:cubicBezTo>
                  <a:cubicBezTo>
                    <a:pt x="12" y="17"/>
                    <a:pt x="10" y="17"/>
                    <a:pt x="9" y="19"/>
                  </a:cubicBezTo>
                  <a:cubicBezTo>
                    <a:pt x="8" y="20"/>
                    <a:pt x="8" y="19"/>
                    <a:pt x="7" y="18"/>
                  </a:cubicBezTo>
                  <a:cubicBezTo>
                    <a:pt x="6" y="17"/>
                    <a:pt x="5" y="16"/>
                    <a:pt x="3" y="17"/>
                  </a:cubicBezTo>
                  <a:cubicBezTo>
                    <a:pt x="3" y="18"/>
                    <a:pt x="2" y="19"/>
                    <a:pt x="1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2" y="10"/>
                    <a:pt x="5" y="11"/>
                    <a:pt x="9" y="11"/>
                  </a:cubicBezTo>
                  <a:cubicBezTo>
                    <a:pt x="8" y="13"/>
                    <a:pt x="6" y="12"/>
                    <a:pt x="5" y="14"/>
                  </a:cubicBezTo>
                  <a:cubicBezTo>
                    <a:pt x="6" y="17"/>
                    <a:pt x="8" y="14"/>
                    <a:pt x="10" y="14"/>
                  </a:cubicBezTo>
                  <a:cubicBezTo>
                    <a:pt x="10" y="12"/>
                    <a:pt x="11" y="10"/>
                    <a:pt x="8" y="9"/>
                  </a:cubicBezTo>
                  <a:cubicBezTo>
                    <a:pt x="6" y="8"/>
                    <a:pt x="6" y="7"/>
                    <a:pt x="6" y="6"/>
                  </a:cubicBezTo>
                  <a:cubicBezTo>
                    <a:pt x="7" y="5"/>
                    <a:pt x="8" y="5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2" y="3"/>
                    <a:pt x="14" y="0"/>
                    <a:pt x="17" y="0"/>
                  </a:cubicBezTo>
                  <a:cubicBezTo>
                    <a:pt x="17" y="2"/>
                    <a:pt x="18" y="4"/>
                    <a:pt x="17" y="6"/>
                  </a:cubicBezTo>
                  <a:cubicBezTo>
                    <a:pt x="20" y="6"/>
                    <a:pt x="20" y="4"/>
                    <a:pt x="22" y="3"/>
                  </a:cubicBezTo>
                  <a:cubicBezTo>
                    <a:pt x="21" y="8"/>
                    <a:pt x="22" y="11"/>
                    <a:pt x="26" y="13"/>
                  </a:cubicBezTo>
                  <a:close/>
                </a:path>
              </a:pathLst>
            </a:custGeom>
            <a:solidFill>
              <a:srgbClr val="FE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58" name="Freeform 1212"/>
            <p:cNvSpPr/>
            <p:nvPr/>
          </p:nvSpPr>
          <p:spPr bwMode="auto">
            <a:xfrm>
              <a:off x="1765301" y="4424364"/>
              <a:ext cx="101600" cy="93663"/>
            </a:xfrm>
            <a:custGeom>
              <a:avLst/>
              <a:gdLst>
                <a:gd name="T0" fmla="*/ 8 w 27"/>
                <a:gd name="T1" fmla="*/ 7 h 25"/>
                <a:gd name="T2" fmla="*/ 17 w 27"/>
                <a:gd name="T3" fmla="*/ 8 h 25"/>
                <a:gd name="T4" fmla="*/ 22 w 27"/>
                <a:gd name="T5" fmla="*/ 10 h 25"/>
                <a:gd name="T6" fmla="*/ 27 w 27"/>
                <a:gd name="T7" fmla="*/ 11 h 25"/>
                <a:gd name="T8" fmla="*/ 18 w 27"/>
                <a:gd name="T9" fmla="*/ 16 h 25"/>
                <a:gd name="T10" fmla="*/ 10 w 27"/>
                <a:gd name="T11" fmla="*/ 17 h 25"/>
                <a:gd name="T12" fmla="*/ 4 w 27"/>
                <a:gd name="T13" fmla="*/ 21 h 25"/>
                <a:gd name="T14" fmla="*/ 0 w 27"/>
                <a:gd name="T15" fmla="*/ 25 h 25"/>
                <a:gd name="T16" fmla="*/ 0 w 27"/>
                <a:gd name="T17" fmla="*/ 22 h 25"/>
                <a:gd name="T18" fmla="*/ 2 w 27"/>
                <a:gd name="T19" fmla="*/ 20 h 25"/>
                <a:gd name="T20" fmla="*/ 4 w 27"/>
                <a:gd name="T21" fmla="*/ 13 h 25"/>
                <a:gd name="T22" fmla="*/ 3 w 27"/>
                <a:gd name="T23" fmla="*/ 4 h 25"/>
                <a:gd name="T24" fmla="*/ 7 w 27"/>
                <a:gd name="T25" fmla="*/ 1 h 25"/>
                <a:gd name="T26" fmla="*/ 8 w 27"/>
                <a:gd name="T27" fmla="*/ 4 h 25"/>
                <a:gd name="T28" fmla="*/ 8 w 27"/>
                <a:gd name="T29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25">
                  <a:moveTo>
                    <a:pt x="8" y="7"/>
                  </a:moveTo>
                  <a:cubicBezTo>
                    <a:pt x="11" y="9"/>
                    <a:pt x="14" y="8"/>
                    <a:pt x="17" y="8"/>
                  </a:cubicBezTo>
                  <a:cubicBezTo>
                    <a:pt x="18" y="10"/>
                    <a:pt x="19" y="12"/>
                    <a:pt x="22" y="10"/>
                  </a:cubicBezTo>
                  <a:cubicBezTo>
                    <a:pt x="24" y="9"/>
                    <a:pt x="26" y="9"/>
                    <a:pt x="27" y="11"/>
                  </a:cubicBezTo>
                  <a:cubicBezTo>
                    <a:pt x="25" y="14"/>
                    <a:pt x="21" y="14"/>
                    <a:pt x="18" y="16"/>
                  </a:cubicBezTo>
                  <a:cubicBezTo>
                    <a:pt x="16" y="16"/>
                    <a:pt x="13" y="17"/>
                    <a:pt x="10" y="17"/>
                  </a:cubicBezTo>
                  <a:cubicBezTo>
                    <a:pt x="7" y="17"/>
                    <a:pt x="5" y="18"/>
                    <a:pt x="4" y="21"/>
                  </a:cubicBezTo>
                  <a:cubicBezTo>
                    <a:pt x="3" y="23"/>
                    <a:pt x="2" y="24"/>
                    <a:pt x="0" y="25"/>
                  </a:cubicBezTo>
                  <a:cubicBezTo>
                    <a:pt x="0" y="24"/>
                    <a:pt x="0" y="23"/>
                    <a:pt x="0" y="22"/>
                  </a:cubicBezTo>
                  <a:cubicBezTo>
                    <a:pt x="1" y="21"/>
                    <a:pt x="2" y="21"/>
                    <a:pt x="2" y="20"/>
                  </a:cubicBezTo>
                  <a:cubicBezTo>
                    <a:pt x="4" y="18"/>
                    <a:pt x="5" y="15"/>
                    <a:pt x="4" y="13"/>
                  </a:cubicBezTo>
                  <a:cubicBezTo>
                    <a:pt x="3" y="10"/>
                    <a:pt x="8" y="7"/>
                    <a:pt x="3" y="4"/>
                  </a:cubicBezTo>
                  <a:cubicBezTo>
                    <a:pt x="5" y="3"/>
                    <a:pt x="5" y="0"/>
                    <a:pt x="7" y="1"/>
                  </a:cubicBezTo>
                  <a:cubicBezTo>
                    <a:pt x="8" y="1"/>
                    <a:pt x="8" y="3"/>
                    <a:pt x="8" y="4"/>
                  </a:cubicBezTo>
                  <a:cubicBezTo>
                    <a:pt x="8" y="5"/>
                    <a:pt x="7" y="6"/>
                    <a:pt x="8" y="7"/>
                  </a:cubicBezTo>
                  <a:close/>
                </a:path>
              </a:pathLst>
            </a:custGeom>
            <a:solidFill>
              <a:srgbClr val="FDA3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59" name="Freeform 1213"/>
            <p:cNvSpPr/>
            <p:nvPr/>
          </p:nvSpPr>
          <p:spPr bwMode="auto">
            <a:xfrm>
              <a:off x="1792288" y="4352926"/>
              <a:ext cx="74613" cy="60325"/>
            </a:xfrm>
            <a:custGeom>
              <a:avLst/>
              <a:gdLst>
                <a:gd name="T0" fmla="*/ 7 w 20"/>
                <a:gd name="T1" fmla="*/ 2 h 16"/>
                <a:gd name="T2" fmla="*/ 15 w 20"/>
                <a:gd name="T3" fmla="*/ 2 h 16"/>
                <a:gd name="T4" fmla="*/ 17 w 20"/>
                <a:gd name="T5" fmla="*/ 2 h 16"/>
                <a:gd name="T6" fmla="*/ 19 w 20"/>
                <a:gd name="T7" fmla="*/ 7 h 16"/>
                <a:gd name="T8" fmla="*/ 17 w 20"/>
                <a:gd name="T9" fmla="*/ 8 h 16"/>
                <a:gd name="T10" fmla="*/ 8 w 20"/>
                <a:gd name="T11" fmla="*/ 12 h 16"/>
                <a:gd name="T12" fmla="*/ 7 w 20"/>
                <a:gd name="T13" fmla="*/ 13 h 16"/>
                <a:gd name="T14" fmla="*/ 4 w 20"/>
                <a:gd name="T15" fmla="*/ 14 h 16"/>
                <a:gd name="T16" fmla="*/ 1 w 20"/>
                <a:gd name="T17" fmla="*/ 13 h 16"/>
                <a:gd name="T18" fmla="*/ 3 w 20"/>
                <a:gd name="T19" fmla="*/ 9 h 16"/>
                <a:gd name="T20" fmla="*/ 2 w 20"/>
                <a:gd name="T21" fmla="*/ 7 h 16"/>
                <a:gd name="T22" fmla="*/ 4 w 20"/>
                <a:gd name="T23" fmla="*/ 5 h 16"/>
                <a:gd name="T24" fmla="*/ 7 w 20"/>
                <a:gd name="T25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16">
                  <a:moveTo>
                    <a:pt x="7" y="2"/>
                  </a:moveTo>
                  <a:cubicBezTo>
                    <a:pt x="10" y="4"/>
                    <a:pt x="12" y="8"/>
                    <a:pt x="15" y="2"/>
                  </a:cubicBezTo>
                  <a:cubicBezTo>
                    <a:pt x="15" y="0"/>
                    <a:pt x="17" y="2"/>
                    <a:pt x="17" y="2"/>
                  </a:cubicBezTo>
                  <a:cubicBezTo>
                    <a:pt x="18" y="4"/>
                    <a:pt x="20" y="5"/>
                    <a:pt x="19" y="7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17" y="15"/>
                    <a:pt x="12" y="13"/>
                    <a:pt x="8" y="12"/>
                  </a:cubicBezTo>
                  <a:cubicBezTo>
                    <a:pt x="7" y="11"/>
                    <a:pt x="7" y="12"/>
                    <a:pt x="7" y="13"/>
                  </a:cubicBezTo>
                  <a:cubicBezTo>
                    <a:pt x="6" y="14"/>
                    <a:pt x="5" y="16"/>
                    <a:pt x="4" y="14"/>
                  </a:cubicBezTo>
                  <a:cubicBezTo>
                    <a:pt x="3" y="14"/>
                    <a:pt x="0" y="14"/>
                    <a:pt x="1" y="13"/>
                  </a:cubicBezTo>
                  <a:cubicBezTo>
                    <a:pt x="2" y="12"/>
                    <a:pt x="0" y="10"/>
                    <a:pt x="3" y="9"/>
                  </a:cubicBezTo>
                  <a:cubicBezTo>
                    <a:pt x="4" y="9"/>
                    <a:pt x="5" y="8"/>
                    <a:pt x="2" y="7"/>
                  </a:cubicBezTo>
                  <a:cubicBezTo>
                    <a:pt x="1" y="7"/>
                    <a:pt x="3" y="5"/>
                    <a:pt x="4" y="5"/>
                  </a:cubicBezTo>
                  <a:cubicBezTo>
                    <a:pt x="6" y="5"/>
                    <a:pt x="6" y="3"/>
                    <a:pt x="7" y="2"/>
                  </a:cubicBezTo>
                  <a:close/>
                </a:path>
              </a:pathLst>
            </a:custGeom>
            <a:solidFill>
              <a:srgbClr val="FE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0" name="Freeform 1214"/>
            <p:cNvSpPr/>
            <p:nvPr/>
          </p:nvSpPr>
          <p:spPr bwMode="auto">
            <a:xfrm>
              <a:off x="1806576" y="4268789"/>
              <a:ext cx="71438" cy="53975"/>
            </a:xfrm>
            <a:custGeom>
              <a:avLst/>
              <a:gdLst>
                <a:gd name="T0" fmla="*/ 10 w 19"/>
                <a:gd name="T1" fmla="*/ 0 h 14"/>
                <a:gd name="T2" fmla="*/ 17 w 19"/>
                <a:gd name="T3" fmla="*/ 4 h 14"/>
                <a:gd name="T4" fmla="*/ 17 w 19"/>
                <a:gd name="T5" fmla="*/ 7 h 14"/>
                <a:gd name="T6" fmla="*/ 14 w 19"/>
                <a:gd name="T7" fmla="*/ 6 h 14"/>
                <a:gd name="T8" fmla="*/ 15 w 19"/>
                <a:gd name="T9" fmla="*/ 8 h 14"/>
                <a:gd name="T10" fmla="*/ 16 w 19"/>
                <a:gd name="T11" fmla="*/ 13 h 14"/>
                <a:gd name="T12" fmla="*/ 11 w 19"/>
                <a:gd name="T13" fmla="*/ 13 h 14"/>
                <a:gd name="T14" fmla="*/ 5 w 19"/>
                <a:gd name="T15" fmla="*/ 12 h 14"/>
                <a:gd name="T16" fmla="*/ 4 w 19"/>
                <a:gd name="T17" fmla="*/ 12 h 14"/>
                <a:gd name="T18" fmla="*/ 2 w 19"/>
                <a:gd name="T19" fmla="*/ 8 h 14"/>
                <a:gd name="T20" fmla="*/ 4 w 19"/>
                <a:gd name="T21" fmla="*/ 5 h 14"/>
                <a:gd name="T22" fmla="*/ 10 w 19"/>
                <a:gd name="T2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4">
                  <a:moveTo>
                    <a:pt x="10" y="0"/>
                  </a:moveTo>
                  <a:cubicBezTo>
                    <a:pt x="13" y="1"/>
                    <a:pt x="16" y="1"/>
                    <a:pt x="17" y="4"/>
                  </a:cubicBezTo>
                  <a:cubicBezTo>
                    <a:pt x="17" y="5"/>
                    <a:pt x="19" y="6"/>
                    <a:pt x="17" y="7"/>
                  </a:cubicBezTo>
                  <a:cubicBezTo>
                    <a:pt x="16" y="9"/>
                    <a:pt x="15" y="6"/>
                    <a:pt x="14" y="6"/>
                  </a:cubicBezTo>
                  <a:cubicBezTo>
                    <a:pt x="14" y="7"/>
                    <a:pt x="14" y="8"/>
                    <a:pt x="15" y="8"/>
                  </a:cubicBezTo>
                  <a:cubicBezTo>
                    <a:pt x="18" y="9"/>
                    <a:pt x="16" y="11"/>
                    <a:pt x="16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9" y="11"/>
                    <a:pt x="8" y="10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7" y="9"/>
                    <a:pt x="0" y="10"/>
                    <a:pt x="2" y="8"/>
                  </a:cubicBezTo>
                  <a:cubicBezTo>
                    <a:pt x="3" y="7"/>
                    <a:pt x="4" y="6"/>
                    <a:pt x="4" y="5"/>
                  </a:cubicBezTo>
                  <a:cubicBezTo>
                    <a:pt x="7" y="4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FE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1" name="Freeform 1215"/>
            <p:cNvSpPr/>
            <p:nvPr/>
          </p:nvSpPr>
          <p:spPr bwMode="auto">
            <a:xfrm>
              <a:off x="1919288" y="4243389"/>
              <a:ext cx="60325" cy="52388"/>
            </a:xfrm>
            <a:custGeom>
              <a:avLst/>
              <a:gdLst>
                <a:gd name="T0" fmla="*/ 12 w 16"/>
                <a:gd name="T1" fmla="*/ 10 h 14"/>
                <a:gd name="T2" fmla="*/ 4 w 16"/>
                <a:gd name="T3" fmla="*/ 14 h 14"/>
                <a:gd name="T4" fmla="*/ 9 w 16"/>
                <a:gd name="T5" fmla="*/ 10 h 14"/>
                <a:gd name="T6" fmla="*/ 6 w 16"/>
                <a:gd name="T7" fmla="*/ 9 h 14"/>
                <a:gd name="T8" fmla="*/ 2 w 16"/>
                <a:gd name="T9" fmla="*/ 9 h 14"/>
                <a:gd name="T10" fmla="*/ 2 w 16"/>
                <a:gd name="T11" fmla="*/ 3 h 14"/>
                <a:gd name="T12" fmla="*/ 7 w 16"/>
                <a:gd name="T13" fmla="*/ 0 h 14"/>
                <a:gd name="T14" fmla="*/ 14 w 16"/>
                <a:gd name="T15" fmla="*/ 4 h 14"/>
                <a:gd name="T16" fmla="*/ 16 w 16"/>
                <a:gd name="T17" fmla="*/ 4 h 14"/>
                <a:gd name="T18" fmla="*/ 12 w 16"/>
                <a:gd name="T1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4">
                  <a:moveTo>
                    <a:pt x="12" y="10"/>
                  </a:moveTo>
                  <a:cubicBezTo>
                    <a:pt x="9" y="11"/>
                    <a:pt x="7" y="14"/>
                    <a:pt x="4" y="14"/>
                  </a:cubicBezTo>
                  <a:cubicBezTo>
                    <a:pt x="5" y="12"/>
                    <a:pt x="6" y="10"/>
                    <a:pt x="9" y="10"/>
                  </a:cubicBezTo>
                  <a:cubicBezTo>
                    <a:pt x="8" y="9"/>
                    <a:pt x="7" y="9"/>
                    <a:pt x="6" y="9"/>
                  </a:cubicBezTo>
                  <a:cubicBezTo>
                    <a:pt x="4" y="8"/>
                    <a:pt x="2" y="10"/>
                    <a:pt x="2" y="9"/>
                  </a:cubicBezTo>
                  <a:cubicBezTo>
                    <a:pt x="2" y="7"/>
                    <a:pt x="0" y="5"/>
                    <a:pt x="2" y="3"/>
                  </a:cubicBezTo>
                  <a:cubicBezTo>
                    <a:pt x="3" y="2"/>
                    <a:pt x="4" y="0"/>
                    <a:pt x="7" y="0"/>
                  </a:cubicBezTo>
                  <a:cubicBezTo>
                    <a:pt x="10" y="1"/>
                    <a:pt x="11" y="4"/>
                    <a:pt x="14" y="4"/>
                  </a:cubicBezTo>
                  <a:cubicBezTo>
                    <a:pt x="14" y="4"/>
                    <a:pt x="15" y="4"/>
                    <a:pt x="16" y="4"/>
                  </a:cubicBezTo>
                  <a:cubicBezTo>
                    <a:pt x="15" y="7"/>
                    <a:pt x="15" y="9"/>
                    <a:pt x="12" y="10"/>
                  </a:cubicBezTo>
                  <a:close/>
                </a:path>
              </a:pathLst>
            </a:custGeom>
            <a:solidFill>
              <a:srgbClr val="FE86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2" name="Freeform 1216"/>
            <p:cNvSpPr/>
            <p:nvPr/>
          </p:nvSpPr>
          <p:spPr bwMode="auto">
            <a:xfrm>
              <a:off x="1995488" y="4103689"/>
              <a:ext cx="33338" cy="68263"/>
            </a:xfrm>
            <a:custGeom>
              <a:avLst/>
              <a:gdLst>
                <a:gd name="T0" fmla="*/ 5 w 9"/>
                <a:gd name="T1" fmla="*/ 0 h 18"/>
                <a:gd name="T2" fmla="*/ 8 w 9"/>
                <a:gd name="T3" fmla="*/ 12 h 18"/>
                <a:gd name="T4" fmla="*/ 8 w 9"/>
                <a:gd name="T5" fmla="*/ 18 h 18"/>
                <a:gd name="T6" fmla="*/ 0 w 9"/>
                <a:gd name="T7" fmla="*/ 16 h 18"/>
                <a:gd name="T8" fmla="*/ 5 w 9"/>
                <a:gd name="T9" fmla="*/ 11 h 18"/>
                <a:gd name="T10" fmla="*/ 7 w 9"/>
                <a:gd name="T11" fmla="*/ 8 h 18"/>
                <a:gd name="T12" fmla="*/ 3 w 9"/>
                <a:gd name="T13" fmla="*/ 7 h 18"/>
                <a:gd name="T14" fmla="*/ 0 w 9"/>
                <a:gd name="T15" fmla="*/ 7 h 18"/>
                <a:gd name="T16" fmla="*/ 5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5" y="0"/>
                  </a:moveTo>
                  <a:cubicBezTo>
                    <a:pt x="9" y="3"/>
                    <a:pt x="8" y="8"/>
                    <a:pt x="8" y="12"/>
                  </a:cubicBezTo>
                  <a:cubicBezTo>
                    <a:pt x="8" y="14"/>
                    <a:pt x="8" y="16"/>
                    <a:pt x="8" y="18"/>
                  </a:cubicBezTo>
                  <a:cubicBezTo>
                    <a:pt x="5" y="17"/>
                    <a:pt x="2" y="16"/>
                    <a:pt x="0" y="16"/>
                  </a:cubicBezTo>
                  <a:cubicBezTo>
                    <a:pt x="1" y="15"/>
                    <a:pt x="3" y="13"/>
                    <a:pt x="5" y="11"/>
                  </a:cubicBezTo>
                  <a:cubicBezTo>
                    <a:pt x="6" y="11"/>
                    <a:pt x="7" y="10"/>
                    <a:pt x="7" y="8"/>
                  </a:cubicBezTo>
                  <a:cubicBezTo>
                    <a:pt x="6" y="6"/>
                    <a:pt x="4" y="7"/>
                    <a:pt x="3" y="7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2" y="5"/>
                    <a:pt x="5" y="3"/>
                    <a:pt x="5" y="0"/>
                  </a:cubicBezTo>
                  <a:close/>
                </a:path>
              </a:pathLst>
            </a:custGeom>
            <a:solidFill>
              <a:srgbClr val="FD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3" name="Freeform 1217"/>
            <p:cNvSpPr/>
            <p:nvPr/>
          </p:nvSpPr>
          <p:spPr bwMode="auto">
            <a:xfrm>
              <a:off x="1852613" y="4314826"/>
              <a:ext cx="52388" cy="44450"/>
            </a:xfrm>
            <a:custGeom>
              <a:avLst/>
              <a:gdLst>
                <a:gd name="T0" fmla="*/ 0 w 14"/>
                <a:gd name="T1" fmla="*/ 4 h 12"/>
                <a:gd name="T2" fmla="*/ 14 w 14"/>
                <a:gd name="T3" fmla="*/ 0 h 12"/>
                <a:gd name="T4" fmla="*/ 8 w 14"/>
                <a:gd name="T5" fmla="*/ 7 h 12"/>
                <a:gd name="T6" fmla="*/ 6 w 14"/>
                <a:gd name="T7" fmla="*/ 8 h 12"/>
                <a:gd name="T8" fmla="*/ 0 w 14"/>
                <a:gd name="T9" fmla="*/ 7 h 12"/>
                <a:gd name="T10" fmla="*/ 0 w 14"/>
                <a:gd name="T1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2">
                  <a:moveTo>
                    <a:pt x="0" y="4"/>
                  </a:moveTo>
                  <a:cubicBezTo>
                    <a:pt x="5" y="3"/>
                    <a:pt x="9" y="1"/>
                    <a:pt x="14" y="0"/>
                  </a:cubicBezTo>
                  <a:cubicBezTo>
                    <a:pt x="12" y="2"/>
                    <a:pt x="12" y="6"/>
                    <a:pt x="8" y="7"/>
                  </a:cubicBezTo>
                  <a:cubicBezTo>
                    <a:pt x="7" y="7"/>
                    <a:pt x="6" y="7"/>
                    <a:pt x="6" y="8"/>
                  </a:cubicBezTo>
                  <a:cubicBezTo>
                    <a:pt x="4" y="12"/>
                    <a:pt x="2" y="9"/>
                    <a:pt x="0" y="7"/>
                  </a:cubicBezTo>
                  <a:cubicBezTo>
                    <a:pt x="0" y="6"/>
                    <a:pt x="0" y="5"/>
                    <a:pt x="0" y="4"/>
                  </a:cubicBezTo>
                  <a:close/>
                </a:path>
              </a:pathLst>
            </a:custGeom>
            <a:solidFill>
              <a:srgbClr val="FE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4" name="Freeform 1218"/>
            <p:cNvSpPr/>
            <p:nvPr/>
          </p:nvSpPr>
          <p:spPr bwMode="auto">
            <a:xfrm>
              <a:off x="1701801" y="4359276"/>
              <a:ext cx="52388" cy="42863"/>
            </a:xfrm>
            <a:custGeom>
              <a:avLst/>
              <a:gdLst>
                <a:gd name="T0" fmla="*/ 5 w 14"/>
                <a:gd name="T1" fmla="*/ 3 h 11"/>
                <a:gd name="T2" fmla="*/ 1 w 14"/>
                <a:gd name="T3" fmla="*/ 2 h 11"/>
                <a:gd name="T4" fmla="*/ 3 w 14"/>
                <a:gd name="T5" fmla="*/ 1 h 11"/>
                <a:gd name="T6" fmla="*/ 8 w 14"/>
                <a:gd name="T7" fmla="*/ 2 h 11"/>
                <a:gd name="T8" fmla="*/ 13 w 14"/>
                <a:gd name="T9" fmla="*/ 1 h 11"/>
                <a:gd name="T10" fmla="*/ 11 w 14"/>
                <a:gd name="T11" fmla="*/ 4 h 11"/>
                <a:gd name="T12" fmla="*/ 6 w 14"/>
                <a:gd name="T13" fmla="*/ 11 h 11"/>
                <a:gd name="T14" fmla="*/ 5 w 14"/>
                <a:gd name="T15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1">
                  <a:moveTo>
                    <a:pt x="5" y="3"/>
                  </a:moveTo>
                  <a:cubicBezTo>
                    <a:pt x="3" y="2"/>
                    <a:pt x="2" y="5"/>
                    <a:pt x="1" y="2"/>
                  </a:cubicBezTo>
                  <a:cubicBezTo>
                    <a:pt x="0" y="0"/>
                    <a:pt x="2" y="1"/>
                    <a:pt x="3" y="1"/>
                  </a:cubicBezTo>
                  <a:cubicBezTo>
                    <a:pt x="5" y="0"/>
                    <a:pt x="6" y="0"/>
                    <a:pt x="8" y="2"/>
                  </a:cubicBezTo>
                  <a:cubicBezTo>
                    <a:pt x="9" y="4"/>
                    <a:pt x="11" y="2"/>
                    <a:pt x="13" y="1"/>
                  </a:cubicBezTo>
                  <a:cubicBezTo>
                    <a:pt x="14" y="4"/>
                    <a:pt x="13" y="4"/>
                    <a:pt x="11" y="4"/>
                  </a:cubicBezTo>
                  <a:cubicBezTo>
                    <a:pt x="7" y="5"/>
                    <a:pt x="6" y="6"/>
                    <a:pt x="6" y="11"/>
                  </a:cubicBezTo>
                  <a:cubicBezTo>
                    <a:pt x="2" y="9"/>
                    <a:pt x="3" y="6"/>
                    <a:pt x="5" y="3"/>
                  </a:cubicBezTo>
                  <a:close/>
                </a:path>
              </a:pathLst>
            </a:custGeom>
            <a:solidFill>
              <a:srgbClr val="FE9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5" name="Freeform 1219"/>
            <p:cNvSpPr/>
            <p:nvPr/>
          </p:nvSpPr>
          <p:spPr bwMode="auto">
            <a:xfrm>
              <a:off x="1908176" y="4287839"/>
              <a:ext cx="26988" cy="26988"/>
            </a:xfrm>
            <a:custGeom>
              <a:avLst/>
              <a:gdLst>
                <a:gd name="T0" fmla="*/ 7 w 7"/>
                <a:gd name="T1" fmla="*/ 2 h 7"/>
                <a:gd name="T2" fmla="*/ 4 w 7"/>
                <a:gd name="T3" fmla="*/ 4 h 7"/>
                <a:gd name="T4" fmla="*/ 0 w 7"/>
                <a:gd name="T5" fmla="*/ 6 h 7"/>
                <a:gd name="T6" fmla="*/ 7 w 7"/>
                <a:gd name="T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7" y="2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3"/>
                    <a:pt x="2" y="7"/>
                    <a:pt x="0" y="6"/>
                  </a:cubicBezTo>
                  <a:cubicBezTo>
                    <a:pt x="0" y="0"/>
                    <a:pt x="3" y="0"/>
                    <a:pt x="7" y="2"/>
                  </a:cubicBezTo>
                  <a:close/>
                </a:path>
              </a:pathLst>
            </a:custGeom>
            <a:solidFill>
              <a:srgbClr val="FE86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6" name="Freeform 1220"/>
            <p:cNvSpPr/>
            <p:nvPr/>
          </p:nvSpPr>
          <p:spPr bwMode="auto">
            <a:xfrm>
              <a:off x="1720851" y="4484689"/>
              <a:ext cx="22225" cy="22225"/>
            </a:xfrm>
            <a:custGeom>
              <a:avLst/>
              <a:gdLst>
                <a:gd name="T0" fmla="*/ 6 w 6"/>
                <a:gd name="T1" fmla="*/ 3 h 6"/>
                <a:gd name="T2" fmla="*/ 4 w 6"/>
                <a:gd name="T3" fmla="*/ 5 h 6"/>
                <a:gd name="T4" fmla="*/ 2 w 6"/>
                <a:gd name="T5" fmla="*/ 0 h 6"/>
                <a:gd name="T6" fmla="*/ 6 w 6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6" y="6"/>
                    <a:pt x="4" y="5"/>
                  </a:cubicBezTo>
                  <a:cubicBezTo>
                    <a:pt x="2" y="4"/>
                    <a:pt x="0" y="2"/>
                    <a:pt x="2" y="0"/>
                  </a:cubicBezTo>
                  <a:cubicBezTo>
                    <a:pt x="4" y="0"/>
                    <a:pt x="3" y="4"/>
                    <a:pt x="6" y="3"/>
                  </a:cubicBezTo>
                  <a:close/>
                </a:path>
              </a:pathLst>
            </a:custGeom>
            <a:solidFill>
              <a:srgbClr val="F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7" name="Freeform 1221"/>
            <p:cNvSpPr/>
            <p:nvPr/>
          </p:nvSpPr>
          <p:spPr bwMode="auto">
            <a:xfrm>
              <a:off x="1878013" y="4344989"/>
              <a:ext cx="19050" cy="11113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1 h 3"/>
                <a:gd name="T4" fmla="*/ 5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2"/>
                    <a:pt x="2" y="3"/>
                    <a:pt x="0" y="1"/>
                  </a:cubicBezTo>
                  <a:cubicBezTo>
                    <a:pt x="1" y="0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FE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8" name="Freeform 1222"/>
            <p:cNvSpPr/>
            <p:nvPr/>
          </p:nvSpPr>
          <p:spPr bwMode="auto">
            <a:xfrm>
              <a:off x="1844676" y="4341814"/>
              <a:ext cx="7938" cy="1111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3 h 3"/>
                <a:gd name="T4" fmla="*/ 2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1"/>
                    <a:pt x="2" y="2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E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69" name="Freeform 1223"/>
            <p:cNvSpPr/>
            <p:nvPr/>
          </p:nvSpPr>
          <p:spPr bwMode="auto">
            <a:xfrm>
              <a:off x="1803401" y="4427539"/>
              <a:ext cx="11113" cy="7938"/>
            </a:xfrm>
            <a:custGeom>
              <a:avLst/>
              <a:gdLst>
                <a:gd name="T0" fmla="*/ 3 w 3"/>
                <a:gd name="T1" fmla="*/ 1 h 2"/>
                <a:gd name="T2" fmla="*/ 2 w 3"/>
                <a:gd name="T3" fmla="*/ 2 h 2"/>
                <a:gd name="T4" fmla="*/ 0 w 3"/>
                <a:gd name="T5" fmla="*/ 1 h 2"/>
                <a:gd name="T6" fmla="*/ 3 w 3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1" y="0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DA3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0" name="Freeform 1224"/>
            <p:cNvSpPr/>
            <p:nvPr/>
          </p:nvSpPr>
          <p:spPr bwMode="auto">
            <a:xfrm>
              <a:off x="1979613" y="3571876"/>
              <a:ext cx="161925" cy="131763"/>
            </a:xfrm>
            <a:custGeom>
              <a:avLst/>
              <a:gdLst>
                <a:gd name="T0" fmla="*/ 5 w 43"/>
                <a:gd name="T1" fmla="*/ 20 h 35"/>
                <a:gd name="T2" fmla="*/ 1 w 43"/>
                <a:gd name="T3" fmla="*/ 18 h 35"/>
                <a:gd name="T4" fmla="*/ 1 w 43"/>
                <a:gd name="T5" fmla="*/ 12 h 35"/>
                <a:gd name="T6" fmla="*/ 1 w 43"/>
                <a:gd name="T7" fmla="*/ 10 h 35"/>
                <a:gd name="T8" fmla="*/ 6 w 43"/>
                <a:gd name="T9" fmla="*/ 10 h 35"/>
                <a:gd name="T10" fmla="*/ 2 w 43"/>
                <a:gd name="T11" fmla="*/ 7 h 35"/>
                <a:gd name="T12" fmla="*/ 3 w 43"/>
                <a:gd name="T13" fmla="*/ 3 h 35"/>
                <a:gd name="T14" fmla="*/ 6 w 43"/>
                <a:gd name="T15" fmla="*/ 0 h 35"/>
                <a:gd name="T16" fmla="*/ 9 w 43"/>
                <a:gd name="T17" fmla="*/ 3 h 35"/>
                <a:gd name="T18" fmla="*/ 14 w 43"/>
                <a:gd name="T19" fmla="*/ 5 h 35"/>
                <a:gd name="T20" fmla="*/ 15 w 43"/>
                <a:gd name="T21" fmla="*/ 7 h 35"/>
                <a:gd name="T22" fmla="*/ 15 w 43"/>
                <a:gd name="T23" fmla="*/ 9 h 35"/>
                <a:gd name="T24" fmla="*/ 11 w 43"/>
                <a:gd name="T25" fmla="*/ 11 h 35"/>
                <a:gd name="T26" fmla="*/ 13 w 43"/>
                <a:gd name="T27" fmla="*/ 12 h 35"/>
                <a:gd name="T28" fmla="*/ 17 w 43"/>
                <a:gd name="T29" fmla="*/ 12 h 35"/>
                <a:gd name="T30" fmla="*/ 21 w 43"/>
                <a:gd name="T31" fmla="*/ 11 h 35"/>
                <a:gd name="T32" fmla="*/ 26 w 43"/>
                <a:gd name="T33" fmla="*/ 9 h 35"/>
                <a:gd name="T34" fmla="*/ 31 w 43"/>
                <a:gd name="T35" fmla="*/ 9 h 35"/>
                <a:gd name="T36" fmla="*/ 33 w 43"/>
                <a:gd name="T37" fmla="*/ 2 h 35"/>
                <a:gd name="T38" fmla="*/ 37 w 43"/>
                <a:gd name="T39" fmla="*/ 6 h 35"/>
                <a:gd name="T40" fmla="*/ 42 w 43"/>
                <a:gd name="T41" fmla="*/ 8 h 35"/>
                <a:gd name="T42" fmla="*/ 39 w 43"/>
                <a:gd name="T43" fmla="*/ 12 h 35"/>
                <a:gd name="T44" fmla="*/ 41 w 43"/>
                <a:gd name="T45" fmla="*/ 16 h 35"/>
                <a:gd name="T46" fmla="*/ 38 w 43"/>
                <a:gd name="T47" fmla="*/ 21 h 35"/>
                <a:gd name="T48" fmla="*/ 38 w 43"/>
                <a:gd name="T49" fmla="*/ 22 h 35"/>
                <a:gd name="T50" fmla="*/ 33 w 43"/>
                <a:gd name="T51" fmla="*/ 25 h 35"/>
                <a:gd name="T52" fmla="*/ 23 w 43"/>
                <a:gd name="T53" fmla="*/ 33 h 35"/>
                <a:gd name="T54" fmla="*/ 20 w 43"/>
                <a:gd name="T55" fmla="*/ 35 h 35"/>
                <a:gd name="T56" fmla="*/ 18 w 43"/>
                <a:gd name="T57" fmla="*/ 35 h 35"/>
                <a:gd name="T58" fmla="*/ 16 w 43"/>
                <a:gd name="T59" fmla="*/ 33 h 35"/>
                <a:gd name="T60" fmla="*/ 7 w 43"/>
                <a:gd name="T61" fmla="*/ 23 h 35"/>
                <a:gd name="T62" fmla="*/ 5 w 43"/>
                <a:gd name="T63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" h="35">
                  <a:moveTo>
                    <a:pt x="5" y="20"/>
                  </a:moveTo>
                  <a:cubicBezTo>
                    <a:pt x="5" y="17"/>
                    <a:pt x="3" y="17"/>
                    <a:pt x="1" y="18"/>
                  </a:cubicBezTo>
                  <a:cubicBezTo>
                    <a:pt x="2" y="16"/>
                    <a:pt x="3" y="14"/>
                    <a:pt x="1" y="12"/>
                  </a:cubicBezTo>
                  <a:cubicBezTo>
                    <a:pt x="0" y="12"/>
                    <a:pt x="0" y="10"/>
                    <a:pt x="1" y="10"/>
                  </a:cubicBezTo>
                  <a:cubicBezTo>
                    <a:pt x="2" y="8"/>
                    <a:pt x="4" y="10"/>
                    <a:pt x="6" y="10"/>
                  </a:cubicBezTo>
                  <a:cubicBezTo>
                    <a:pt x="5" y="8"/>
                    <a:pt x="3" y="8"/>
                    <a:pt x="2" y="7"/>
                  </a:cubicBezTo>
                  <a:cubicBezTo>
                    <a:pt x="4" y="5"/>
                    <a:pt x="4" y="5"/>
                    <a:pt x="3" y="3"/>
                  </a:cubicBezTo>
                  <a:cubicBezTo>
                    <a:pt x="3" y="1"/>
                    <a:pt x="4" y="0"/>
                    <a:pt x="6" y="0"/>
                  </a:cubicBezTo>
                  <a:cubicBezTo>
                    <a:pt x="7" y="0"/>
                    <a:pt x="8" y="1"/>
                    <a:pt x="9" y="3"/>
                  </a:cubicBezTo>
                  <a:cubicBezTo>
                    <a:pt x="10" y="4"/>
                    <a:pt x="9" y="9"/>
                    <a:pt x="14" y="5"/>
                  </a:cubicBezTo>
                  <a:cubicBezTo>
                    <a:pt x="14" y="5"/>
                    <a:pt x="15" y="6"/>
                    <a:pt x="15" y="7"/>
                  </a:cubicBezTo>
                  <a:cubicBezTo>
                    <a:pt x="16" y="8"/>
                    <a:pt x="16" y="9"/>
                    <a:pt x="15" y="9"/>
                  </a:cubicBezTo>
                  <a:cubicBezTo>
                    <a:pt x="13" y="10"/>
                    <a:pt x="12" y="10"/>
                    <a:pt x="11" y="11"/>
                  </a:cubicBezTo>
                  <a:cubicBezTo>
                    <a:pt x="11" y="12"/>
                    <a:pt x="12" y="11"/>
                    <a:pt x="13" y="12"/>
                  </a:cubicBezTo>
                  <a:cubicBezTo>
                    <a:pt x="15" y="14"/>
                    <a:pt x="16" y="15"/>
                    <a:pt x="17" y="12"/>
                  </a:cubicBezTo>
                  <a:cubicBezTo>
                    <a:pt x="17" y="11"/>
                    <a:pt x="19" y="8"/>
                    <a:pt x="21" y="11"/>
                  </a:cubicBezTo>
                  <a:cubicBezTo>
                    <a:pt x="22" y="12"/>
                    <a:pt x="24" y="11"/>
                    <a:pt x="26" y="9"/>
                  </a:cubicBezTo>
                  <a:cubicBezTo>
                    <a:pt x="27" y="8"/>
                    <a:pt x="29" y="5"/>
                    <a:pt x="31" y="9"/>
                  </a:cubicBezTo>
                  <a:cubicBezTo>
                    <a:pt x="32" y="6"/>
                    <a:pt x="31" y="4"/>
                    <a:pt x="33" y="2"/>
                  </a:cubicBezTo>
                  <a:cubicBezTo>
                    <a:pt x="34" y="4"/>
                    <a:pt x="34" y="7"/>
                    <a:pt x="37" y="6"/>
                  </a:cubicBezTo>
                  <a:cubicBezTo>
                    <a:pt x="39" y="5"/>
                    <a:pt x="42" y="6"/>
                    <a:pt x="42" y="8"/>
                  </a:cubicBezTo>
                  <a:cubicBezTo>
                    <a:pt x="43" y="10"/>
                    <a:pt x="40" y="11"/>
                    <a:pt x="39" y="12"/>
                  </a:cubicBezTo>
                  <a:cubicBezTo>
                    <a:pt x="36" y="15"/>
                    <a:pt x="39" y="15"/>
                    <a:pt x="41" y="16"/>
                  </a:cubicBezTo>
                  <a:cubicBezTo>
                    <a:pt x="40" y="18"/>
                    <a:pt x="39" y="19"/>
                    <a:pt x="38" y="21"/>
                  </a:cubicBezTo>
                  <a:cubicBezTo>
                    <a:pt x="38" y="21"/>
                    <a:pt x="38" y="21"/>
                    <a:pt x="38" y="22"/>
                  </a:cubicBezTo>
                  <a:cubicBezTo>
                    <a:pt x="37" y="24"/>
                    <a:pt x="35" y="24"/>
                    <a:pt x="33" y="25"/>
                  </a:cubicBezTo>
                  <a:cubicBezTo>
                    <a:pt x="29" y="27"/>
                    <a:pt x="27" y="31"/>
                    <a:pt x="23" y="33"/>
                  </a:cubicBezTo>
                  <a:cubicBezTo>
                    <a:pt x="22" y="33"/>
                    <a:pt x="21" y="34"/>
                    <a:pt x="20" y="35"/>
                  </a:cubicBezTo>
                  <a:cubicBezTo>
                    <a:pt x="19" y="35"/>
                    <a:pt x="19" y="35"/>
                    <a:pt x="18" y="35"/>
                  </a:cubicBezTo>
                  <a:cubicBezTo>
                    <a:pt x="17" y="34"/>
                    <a:pt x="16" y="34"/>
                    <a:pt x="16" y="33"/>
                  </a:cubicBezTo>
                  <a:cubicBezTo>
                    <a:pt x="15" y="28"/>
                    <a:pt x="12" y="25"/>
                    <a:pt x="7" y="23"/>
                  </a:cubicBezTo>
                  <a:cubicBezTo>
                    <a:pt x="6" y="22"/>
                    <a:pt x="6" y="21"/>
                    <a:pt x="5" y="20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1" name="Freeform 1225"/>
            <p:cNvSpPr/>
            <p:nvPr/>
          </p:nvSpPr>
          <p:spPr bwMode="auto">
            <a:xfrm>
              <a:off x="2009776" y="3646489"/>
              <a:ext cx="131763" cy="101600"/>
            </a:xfrm>
            <a:custGeom>
              <a:avLst/>
              <a:gdLst>
                <a:gd name="T0" fmla="*/ 14 w 35"/>
                <a:gd name="T1" fmla="*/ 13 h 27"/>
                <a:gd name="T2" fmla="*/ 25 w 35"/>
                <a:gd name="T3" fmla="*/ 5 h 27"/>
                <a:gd name="T4" fmla="*/ 30 w 35"/>
                <a:gd name="T5" fmla="*/ 1 h 27"/>
                <a:gd name="T6" fmla="*/ 30 w 35"/>
                <a:gd name="T7" fmla="*/ 1 h 27"/>
                <a:gd name="T8" fmla="*/ 33 w 35"/>
                <a:gd name="T9" fmla="*/ 2 h 27"/>
                <a:gd name="T10" fmla="*/ 30 w 35"/>
                <a:gd name="T11" fmla="*/ 6 h 27"/>
                <a:gd name="T12" fmla="*/ 32 w 35"/>
                <a:gd name="T13" fmla="*/ 9 h 27"/>
                <a:gd name="T14" fmla="*/ 31 w 35"/>
                <a:gd name="T15" fmla="*/ 13 h 27"/>
                <a:gd name="T16" fmla="*/ 31 w 35"/>
                <a:gd name="T17" fmla="*/ 16 h 27"/>
                <a:gd name="T18" fmla="*/ 35 w 35"/>
                <a:gd name="T19" fmla="*/ 19 h 27"/>
                <a:gd name="T20" fmla="*/ 29 w 35"/>
                <a:gd name="T21" fmla="*/ 27 h 27"/>
                <a:gd name="T22" fmla="*/ 28 w 35"/>
                <a:gd name="T23" fmla="*/ 26 h 27"/>
                <a:gd name="T24" fmla="*/ 13 w 35"/>
                <a:gd name="T25" fmla="*/ 23 h 27"/>
                <a:gd name="T26" fmla="*/ 1 w 35"/>
                <a:gd name="T27" fmla="*/ 25 h 27"/>
                <a:gd name="T28" fmla="*/ 0 w 35"/>
                <a:gd name="T29" fmla="*/ 24 h 27"/>
                <a:gd name="T30" fmla="*/ 0 w 35"/>
                <a:gd name="T31" fmla="*/ 21 h 27"/>
                <a:gd name="T32" fmla="*/ 0 w 35"/>
                <a:gd name="T33" fmla="*/ 21 h 27"/>
                <a:gd name="T34" fmla="*/ 2 w 35"/>
                <a:gd name="T35" fmla="*/ 18 h 27"/>
                <a:gd name="T36" fmla="*/ 8 w 35"/>
                <a:gd name="T37" fmla="*/ 15 h 27"/>
                <a:gd name="T38" fmla="*/ 11 w 35"/>
                <a:gd name="T39" fmla="*/ 14 h 27"/>
                <a:gd name="T40" fmla="*/ 11 w 35"/>
                <a:gd name="T41" fmla="*/ 14 h 27"/>
                <a:gd name="T42" fmla="*/ 12 w 35"/>
                <a:gd name="T43" fmla="*/ 16 h 27"/>
                <a:gd name="T44" fmla="*/ 13 w 35"/>
                <a:gd name="T45" fmla="*/ 16 h 27"/>
                <a:gd name="T46" fmla="*/ 14 w 35"/>
                <a:gd name="T47" fmla="*/ 1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5" h="27">
                  <a:moveTo>
                    <a:pt x="14" y="13"/>
                  </a:moveTo>
                  <a:cubicBezTo>
                    <a:pt x="18" y="10"/>
                    <a:pt x="20" y="5"/>
                    <a:pt x="25" y="5"/>
                  </a:cubicBezTo>
                  <a:cubicBezTo>
                    <a:pt x="26" y="3"/>
                    <a:pt x="30" y="4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3" y="0"/>
                    <a:pt x="33" y="2"/>
                  </a:cubicBezTo>
                  <a:cubicBezTo>
                    <a:pt x="34" y="4"/>
                    <a:pt x="31" y="5"/>
                    <a:pt x="30" y="6"/>
                  </a:cubicBezTo>
                  <a:cubicBezTo>
                    <a:pt x="30" y="8"/>
                    <a:pt x="31" y="8"/>
                    <a:pt x="32" y="9"/>
                  </a:cubicBezTo>
                  <a:cubicBezTo>
                    <a:pt x="35" y="11"/>
                    <a:pt x="35" y="12"/>
                    <a:pt x="31" y="13"/>
                  </a:cubicBezTo>
                  <a:cubicBezTo>
                    <a:pt x="29" y="14"/>
                    <a:pt x="29" y="15"/>
                    <a:pt x="31" y="16"/>
                  </a:cubicBezTo>
                  <a:cubicBezTo>
                    <a:pt x="32" y="17"/>
                    <a:pt x="34" y="18"/>
                    <a:pt x="35" y="19"/>
                  </a:cubicBezTo>
                  <a:cubicBezTo>
                    <a:pt x="31" y="20"/>
                    <a:pt x="31" y="24"/>
                    <a:pt x="29" y="27"/>
                  </a:cubicBezTo>
                  <a:cubicBezTo>
                    <a:pt x="29" y="27"/>
                    <a:pt x="28" y="27"/>
                    <a:pt x="28" y="26"/>
                  </a:cubicBezTo>
                  <a:cubicBezTo>
                    <a:pt x="24" y="19"/>
                    <a:pt x="19" y="22"/>
                    <a:pt x="13" y="23"/>
                  </a:cubicBezTo>
                  <a:cubicBezTo>
                    <a:pt x="9" y="24"/>
                    <a:pt x="5" y="26"/>
                    <a:pt x="1" y="25"/>
                  </a:cubicBezTo>
                  <a:cubicBezTo>
                    <a:pt x="1" y="25"/>
                    <a:pt x="0" y="25"/>
                    <a:pt x="0" y="24"/>
                  </a:cubicBezTo>
                  <a:cubicBezTo>
                    <a:pt x="0" y="23"/>
                    <a:pt x="0" y="22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0"/>
                    <a:pt x="0" y="19"/>
                    <a:pt x="2" y="18"/>
                  </a:cubicBezTo>
                  <a:cubicBezTo>
                    <a:pt x="5" y="19"/>
                    <a:pt x="5" y="15"/>
                    <a:pt x="8" y="15"/>
                  </a:cubicBezTo>
                  <a:cubicBezTo>
                    <a:pt x="9" y="16"/>
                    <a:pt x="10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5"/>
                    <a:pt x="12" y="15"/>
                    <a:pt x="12" y="16"/>
                  </a:cubicBezTo>
                  <a:cubicBezTo>
                    <a:pt x="12" y="17"/>
                    <a:pt x="13" y="16"/>
                    <a:pt x="13" y="16"/>
                  </a:cubicBezTo>
                  <a:cubicBezTo>
                    <a:pt x="12" y="14"/>
                    <a:pt x="13" y="13"/>
                    <a:pt x="14" y="13"/>
                  </a:cubicBezTo>
                  <a:close/>
                </a:path>
              </a:pathLst>
            </a:custGeom>
            <a:solidFill>
              <a:srgbClr val="A2C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2" name="Freeform 1226"/>
            <p:cNvSpPr/>
            <p:nvPr/>
          </p:nvSpPr>
          <p:spPr bwMode="auto">
            <a:xfrm>
              <a:off x="1949451" y="3730626"/>
              <a:ext cx="95250" cy="77788"/>
            </a:xfrm>
            <a:custGeom>
              <a:avLst/>
              <a:gdLst>
                <a:gd name="T0" fmla="*/ 16 w 25"/>
                <a:gd name="T1" fmla="*/ 2 h 21"/>
                <a:gd name="T2" fmla="*/ 17 w 25"/>
                <a:gd name="T3" fmla="*/ 3 h 21"/>
                <a:gd name="T4" fmla="*/ 25 w 25"/>
                <a:gd name="T5" fmla="*/ 4 h 21"/>
                <a:gd name="T6" fmla="*/ 22 w 25"/>
                <a:gd name="T7" fmla="*/ 6 h 21"/>
                <a:gd name="T8" fmla="*/ 20 w 25"/>
                <a:gd name="T9" fmla="*/ 8 h 21"/>
                <a:gd name="T10" fmla="*/ 23 w 25"/>
                <a:gd name="T11" fmla="*/ 9 h 21"/>
                <a:gd name="T12" fmla="*/ 18 w 25"/>
                <a:gd name="T13" fmla="*/ 9 h 21"/>
                <a:gd name="T14" fmla="*/ 13 w 25"/>
                <a:gd name="T15" fmla="*/ 10 h 21"/>
                <a:gd name="T16" fmla="*/ 9 w 25"/>
                <a:gd name="T17" fmla="*/ 15 h 21"/>
                <a:gd name="T18" fmla="*/ 12 w 25"/>
                <a:gd name="T19" fmla="*/ 19 h 21"/>
                <a:gd name="T20" fmla="*/ 6 w 25"/>
                <a:gd name="T21" fmla="*/ 17 h 21"/>
                <a:gd name="T22" fmla="*/ 5 w 25"/>
                <a:gd name="T23" fmla="*/ 17 h 21"/>
                <a:gd name="T24" fmla="*/ 2 w 25"/>
                <a:gd name="T25" fmla="*/ 18 h 21"/>
                <a:gd name="T26" fmla="*/ 2 w 25"/>
                <a:gd name="T27" fmla="*/ 14 h 21"/>
                <a:gd name="T28" fmla="*/ 1 w 25"/>
                <a:gd name="T29" fmla="*/ 11 h 21"/>
                <a:gd name="T30" fmla="*/ 2 w 25"/>
                <a:gd name="T31" fmla="*/ 9 h 21"/>
                <a:gd name="T32" fmla="*/ 11 w 25"/>
                <a:gd name="T33" fmla="*/ 3 h 21"/>
                <a:gd name="T34" fmla="*/ 16 w 25"/>
                <a:gd name="T35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1">
                  <a:moveTo>
                    <a:pt x="16" y="2"/>
                  </a:moveTo>
                  <a:cubicBezTo>
                    <a:pt x="17" y="2"/>
                    <a:pt x="17" y="3"/>
                    <a:pt x="17" y="3"/>
                  </a:cubicBezTo>
                  <a:cubicBezTo>
                    <a:pt x="20" y="9"/>
                    <a:pt x="23" y="2"/>
                    <a:pt x="25" y="4"/>
                  </a:cubicBezTo>
                  <a:cubicBezTo>
                    <a:pt x="25" y="5"/>
                    <a:pt x="24" y="5"/>
                    <a:pt x="22" y="6"/>
                  </a:cubicBezTo>
                  <a:cubicBezTo>
                    <a:pt x="22" y="6"/>
                    <a:pt x="20" y="6"/>
                    <a:pt x="20" y="8"/>
                  </a:cubicBezTo>
                  <a:cubicBezTo>
                    <a:pt x="20" y="8"/>
                    <a:pt x="22" y="7"/>
                    <a:pt x="23" y="9"/>
                  </a:cubicBezTo>
                  <a:cubicBezTo>
                    <a:pt x="21" y="9"/>
                    <a:pt x="20" y="13"/>
                    <a:pt x="18" y="9"/>
                  </a:cubicBezTo>
                  <a:cubicBezTo>
                    <a:pt x="16" y="10"/>
                    <a:pt x="14" y="9"/>
                    <a:pt x="13" y="10"/>
                  </a:cubicBezTo>
                  <a:cubicBezTo>
                    <a:pt x="11" y="12"/>
                    <a:pt x="10" y="13"/>
                    <a:pt x="9" y="15"/>
                  </a:cubicBezTo>
                  <a:cubicBezTo>
                    <a:pt x="7" y="18"/>
                    <a:pt x="10" y="18"/>
                    <a:pt x="12" y="19"/>
                  </a:cubicBezTo>
                  <a:cubicBezTo>
                    <a:pt x="10" y="19"/>
                    <a:pt x="7" y="21"/>
                    <a:pt x="6" y="17"/>
                  </a:cubicBezTo>
                  <a:cubicBezTo>
                    <a:pt x="6" y="16"/>
                    <a:pt x="6" y="16"/>
                    <a:pt x="5" y="17"/>
                  </a:cubicBezTo>
                  <a:cubicBezTo>
                    <a:pt x="4" y="18"/>
                    <a:pt x="2" y="18"/>
                    <a:pt x="2" y="18"/>
                  </a:cubicBezTo>
                  <a:cubicBezTo>
                    <a:pt x="0" y="17"/>
                    <a:pt x="1" y="15"/>
                    <a:pt x="2" y="14"/>
                  </a:cubicBezTo>
                  <a:cubicBezTo>
                    <a:pt x="3" y="12"/>
                    <a:pt x="3" y="11"/>
                    <a:pt x="1" y="11"/>
                  </a:cubicBezTo>
                  <a:cubicBezTo>
                    <a:pt x="1" y="10"/>
                    <a:pt x="1" y="9"/>
                    <a:pt x="2" y="9"/>
                  </a:cubicBezTo>
                  <a:cubicBezTo>
                    <a:pt x="5" y="8"/>
                    <a:pt x="8" y="5"/>
                    <a:pt x="11" y="3"/>
                  </a:cubicBezTo>
                  <a:cubicBezTo>
                    <a:pt x="13" y="3"/>
                    <a:pt x="14" y="0"/>
                    <a:pt x="16" y="2"/>
                  </a:cubicBezTo>
                  <a:close/>
                </a:path>
              </a:pathLst>
            </a:custGeom>
            <a:solidFill>
              <a:srgbClr val="9D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3" name="Freeform 1227"/>
            <p:cNvSpPr/>
            <p:nvPr/>
          </p:nvSpPr>
          <p:spPr bwMode="auto">
            <a:xfrm>
              <a:off x="1935163" y="3783014"/>
              <a:ext cx="14288" cy="14288"/>
            </a:xfrm>
            <a:custGeom>
              <a:avLst/>
              <a:gdLst>
                <a:gd name="T0" fmla="*/ 4 w 4"/>
                <a:gd name="T1" fmla="*/ 1 h 4"/>
                <a:gd name="T2" fmla="*/ 2 w 4"/>
                <a:gd name="T3" fmla="*/ 4 h 4"/>
                <a:gd name="T4" fmla="*/ 1 w 4"/>
                <a:gd name="T5" fmla="*/ 2 h 4"/>
                <a:gd name="T6" fmla="*/ 3 w 4"/>
                <a:gd name="T7" fmla="*/ 0 h 4"/>
                <a:gd name="T8" fmla="*/ 4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9D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4" name="Freeform 1228"/>
            <p:cNvSpPr/>
            <p:nvPr/>
          </p:nvSpPr>
          <p:spPr bwMode="auto">
            <a:xfrm>
              <a:off x="2116138" y="3748089"/>
              <a:ext cx="19050" cy="12700"/>
            </a:xfrm>
            <a:custGeom>
              <a:avLst/>
              <a:gdLst>
                <a:gd name="T0" fmla="*/ 5 w 5"/>
                <a:gd name="T1" fmla="*/ 0 h 3"/>
                <a:gd name="T2" fmla="*/ 1 w 5"/>
                <a:gd name="T3" fmla="*/ 3 h 3"/>
                <a:gd name="T4" fmla="*/ 5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1"/>
                    <a:pt x="2" y="2"/>
                    <a:pt x="1" y="3"/>
                  </a:cubicBezTo>
                  <a:cubicBezTo>
                    <a:pt x="0" y="0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A2C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5" name="Freeform 1229"/>
            <p:cNvSpPr/>
            <p:nvPr/>
          </p:nvSpPr>
          <p:spPr bwMode="auto">
            <a:xfrm>
              <a:off x="1765301" y="3805239"/>
              <a:ext cx="19050" cy="19050"/>
            </a:xfrm>
            <a:custGeom>
              <a:avLst/>
              <a:gdLst>
                <a:gd name="T0" fmla="*/ 0 w 5"/>
                <a:gd name="T1" fmla="*/ 5 h 5"/>
                <a:gd name="T2" fmla="*/ 3 w 5"/>
                <a:gd name="T3" fmla="*/ 0 h 5"/>
                <a:gd name="T4" fmla="*/ 5 w 5"/>
                <a:gd name="T5" fmla="*/ 5 h 5"/>
                <a:gd name="T6" fmla="*/ 0 w 5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cubicBezTo>
                    <a:pt x="1" y="2"/>
                    <a:pt x="1" y="0"/>
                    <a:pt x="3" y="0"/>
                  </a:cubicBezTo>
                  <a:cubicBezTo>
                    <a:pt x="5" y="1"/>
                    <a:pt x="4" y="3"/>
                    <a:pt x="5" y="5"/>
                  </a:cubicBezTo>
                  <a:cubicBezTo>
                    <a:pt x="3" y="5"/>
                    <a:pt x="2" y="3"/>
                    <a:pt x="0" y="5"/>
                  </a:cubicBezTo>
                  <a:close/>
                </a:path>
              </a:pathLst>
            </a:custGeom>
            <a:solidFill>
              <a:srgbClr val="B0D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6" name="Freeform 1230"/>
            <p:cNvSpPr/>
            <p:nvPr/>
          </p:nvSpPr>
          <p:spPr bwMode="auto">
            <a:xfrm>
              <a:off x="1776413" y="3937001"/>
              <a:ext cx="19050" cy="11113"/>
            </a:xfrm>
            <a:custGeom>
              <a:avLst/>
              <a:gdLst>
                <a:gd name="T0" fmla="*/ 5 w 5"/>
                <a:gd name="T1" fmla="*/ 0 h 3"/>
                <a:gd name="T2" fmla="*/ 1 w 5"/>
                <a:gd name="T3" fmla="*/ 3 h 3"/>
                <a:gd name="T4" fmla="*/ 0 w 5"/>
                <a:gd name="T5" fmla="*/ 1 h 3"/>
                <a:gd name="T6" fmla="*/ 5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2"/>
                    <a:pt x="3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2" y="2"/>
                    <a:pt x="3" y="0"/>
                    <a:pt x="5" y="0"/>
                  </a:cubicBezTo>
                  <a:close/>
                </a:path>
              </a:pathLst>
            </a:custGeom>
            <a:solidFill>
              <a:srgbClr val="BB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7" name="Freeform 1231"/>
            <p:cNvSpPr/>
            <p:nvPr/>
          </p:nvSpPr>
          <p:spPr bwMode="auto">
            <a:xfrm>
              <a:off x="1743076" y="3937001"/>
              <a:ext cx="7938" cy="11113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2 h 3"/>
                <a:gd name="T4" fmla="*/ 1 w 2"/>
                <a:gd name="T5" fmla="*/ 0 h 3"/>
                <a:gd name="T6" fmla="*/ 2 w 2"/>
                <a:gd name="T7" fmla="*/ 1 h 3"/>
                <a:gd name="T8" fmla="*/ 2 w 2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3"/>
                    <a:pt x="1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2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BB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8" name="Freeform 1232"/>
            <p:cNvSpPr/>
            <p:nvPr/>
          </p:nvSpPr>
          <p:spPr bwMode="auto">
            <a:xfrm>
              <a:off x="1784351" y="3990976"/>
              <a:ext cx="11113" cy="11113"/>
            </a:xfrm>
            <a:custGeom>
              <a:avLst/>
              <a:gdLst>
                <a:gd name="T0" fmla="*/ 3 w 3"/>
                <a:gd name="T1" fmla="*/ 2 h 3"/>
                <a:gd name="T2" fmla="*/ 3 w 3"/>
                <a:gd name="T3" fmla="*/ 3 h 3"/>
                <a:gd name="T4" fmla="*/ 0 w 3"/>
                <a:gd name="T5" fmla="*/ 2 h 3"/>
                <a:gd name="T6" fmla="*/ 3 w 3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3" y="2"/>
                    <a:pt x="3" y="3"/>
                    <a:pt x="3" y="3"/>
                  </a:cubicBezTo>
                  <a:cubicBezTo>
                    <a:pt x="2" y="3"/>
                    <a:pt x="1" y="2"/>
                    <a:pt x="0" y="2"/>
                  </a:cubicBezTo>
                  <a:cubicBezTo>
                    <a:pt x="1" y="0"/>
                    <a:pt x="2" y="2"/>
                    <a:pt x="3" y="2"/>
                  </a:cubicBezTo>
                  <a:close/>
                </a:path>
              </a:pathLst>
            </a:custGeom>
            <a:solidFill>
              <a:srgbClr val="BB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79" name="Freeform 1233"/>
            <p:cNvSpPr/>
            <p:nvPr/>
          </p:nvSpPr>
          <p:spPr bwMode="auto">
            <a:xfrm>
              <a:off x="1795463" y="3956051"/>
              <a:ext cx="147638" cy="117475"/>
            </a:xfrm>
            <a:custGeom>
              <a:avLst/>
              <a:gdLst>
                <a:gd name="T0" fmla="*/ 6 w 39"/>
                <a:gd name="T1" fmla="*/ 17 h 31"/>
                <a:gd name="T2" fmla="*/ 11 w 39"/>
                <a:gd name="T3" fmla="*/ 13 h 31"/>
                <a:gd name="T4" fmla="*/ 25 w 39"/>
                <a:gd name="T5" fmla="*/ 1 h 31"/>
                <a:gd name="T6" fmla="*/ 27 w 39"/>
                <a:gd name="T7" fmla="*/ 1 h 31"/>
                <a:gd name="T8" fmla="*/ 31 w 39"/>
                <a:gd name="T9" fmla="*/ 1 h 31"/>
                <a:gd name="T10" fmla="*/ 32 w 39"/>
                <a:gd name="T11" fmla="*/ 1 h 31"/>
                <a:gd name="T12" fmla="*/ 39 w 39"/>
                <a:gd name="T13" fmla="*/ 3 h 31"/>
                <a:gd name="T14" fmla="*/ 37 w 39"/>
                <a:gd name="T15" fmla="*/ 8 h 31"/>
                <a:gd name="T16" fmla="*/ 35 w 39"/>
                <a:gd name="T17" fmla="*/ 9 h 31"/>
                <a:gd name="T18" fmla="*/ 31 w 39"/>
                <a:gd name="T19" fmla="*/ 11 h 31"/>
                <a:gd name="T20" fmla="*/ 18 w 39"/>
                <a:gd name="T21" fmla="*/ 23 h 31"/>
                <a:gd name="T22" fmla="*/ 16 w 39"/>
                <a:gd name="T23" fmla="*/ 28 h 31"/>
                <a:gd name="T24" fmla="*/ 12 w 39"/>
                <a:gd name="T25" fmla="*/ 27 h 31"/>
                <a:gd name="T26" fmla="*/ 12 w 39"/>
                <a:gd name="T27" fmla="*/ 25 h 31"/>
                <a:gd name="T28" fmla="*/ 5 w 39"/>
                <a:gd name="T29" fmla="*/ 28 h 31"/>
                <a:gd name="T30" fmla="*/ 1 w 39"/>
                <a:gd name="T31" fmla="*/ 31 h 31"/>
                <a:gd name="T32" fmla="*/ 0 w 39"/>
                <a:gd name="T33" fmla="*/ 29 h 31"/>
                <a:gd name="T34" fmla="*/ 5 w 39"/>
                <a:gd name="T35" fmla="*/ 20 h 31"/>
                <a:gd name="T36" fmla="*/ 6 w 39"/>
                <a:gd name="T37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" h="31">
                  <a:moveTo>
                    <a:pt x="6" y="17"/>
                  </a:moveTo>
                  <a:cubicBezTo>
                    <a:pt x="10" y="18"/>
                    <a:pt x="9" y="14"/>
                    <a:pt x="11" y="13"/>
                  </a:cubicBezTo>
                  <a:cubicBezTo>
                    <a:pt x="16" y="9"/>
                    <a:pt x="22" y="7"/>
                    <a:pt x="25" y="1"/>
                  </a:cubicBezTo>
                  <a:cubicBezTo>
                    <a:pt x="25" y="1"/>
                    <a:pt x="26" y="1"/>
                    <a:pt x="27" y="1"/>
                  </a:cubicBezTo>
                  <a:cubicBezTo>
                    <a:pt x="28" y="0"/>
                    <a:pt x="30" y="0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5" y="1"/>
                    <a:pt x="37" y="1"/>
                    <a:pt x="39" y="3"/>
                  </a:cubicBezTo>
                  <a:cubicBezTo>
                    <a:pt x="39" y="5"/>
                    <a:pt x="39" y="7"/>
                    <a:pt x="37" y="8"/>
                  </a:cubicBezTo>
                  <a:cubicBezTo>
                    <a:pt x="37" y="9"/>
                    <a:pt x="36" y="9"/>
                    <a:pt x="35" y="9"/>
                  </a:cubicBezTo>
                  <a:cubicBezTo>
                    <a:pt x="34" y="10"/>
                    <a:pt x="33" y="11"/>
                    <a:pt x="31" y="11"/>
                  </a:cubicBezTo>
                  <a:cubicBezTo>
                    <a:pt x="24" y="12"/>
                    <a:pt x="21" y="17"/>
                    <a:pt x="18" y="23"/>
                  </a:cubicBezTo>
                  <a:cubicBezTo>
                    <a:pt x="18" y="25"/>
                    <a:pt x="17" y="27"/>
                    <a:pt x="16" y="28"/>
                  </a:cubicBezTo>
                  <a:cubicBezTo>
                    <a:pt x="14" y="28"/>
                    <a:pt x="13" y="28"/>
                    <a:pt x="12" y="27"/>
                  </a:cubicBezTo>
                  <a:cubicBezTo>
                    <a:pt x="12" y="26"/>
                    <a:pt x="12" y="26"/>
                    <a:pt x="12" y="25"/>
                  </a:cubicBezTo>
                  <a:cubicBezTo>
                    <a:pt x="8" y="23"/>
                    <a:pt x="7" y="26"/>
                    <a:pt x="5" y="28"/>
                  </a:cubicBezTo>
                  <a:cubicBezTo>
                    <a:pt x="3" y="29"/>
                    <a:pt x="3" y="31"/>
                    <a:pt x="1" y="31"/>
                  </a:cubicBezTo>
                  <a:cubicBezTo>
                    <a:pt x="0" y="30"/>
                    <a:pt x="0" y="30"/>
                    <a:pt x="0" y="29"/>
                  </a:cubicBezTo>
                  <a:cubicBezTo>
                    <a:pt x="1" y="26"/>
                    <a:pt x="3" y="23"/>
                    <a:pt x="5" y="20"/>
                  </a:cubicBezTo>
                  <a:cubicBezTo>
                    <a:pt x="5" y="19"/>
                    <a:pt x="6" y="18"/>
                    <a:pt x="6" y="17"/>
                  </a:cubicBezTo>
                  <a:close/>
                </a:path>
              </a:pathLst>
            </a:custGeom>
            <a:solidFill>
              <a:srgbClr val="F1E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0" name="Freeform 1234"/>
            <p:cNvSpPr/>
            <p:nvPr/>
          </p:nvSpPr>
          <p:spPr bwMode="auto">
            <a:xfrm>
              <a:off x="1768476" y="4032251"/>
              <a:ext cx="46038" cy="153988"/>
            </a:xfrm>
            <a:custGeom>
              <a:avLst/>
              <a:gdLst>
                <a:gd name="T0" fmla="*/ 12 w 12"/>
                <a:gd name="T1" fmla="*/ 0 h 41"/>
                <a:gd name="T2" fmla="*/ 8 w 12"/>
                <a:gd name="T3" fmla="*/ 9 h 41"/>
                <a:gd name="T4" fmla="*/ 7 w 12"/>
                <a:gd name="T5" fmla="*/ 23 h 41"/>
                <a:gd name="T6" fmla="*/ 7 w 12"/>
                <a:gd name="T7" fmla="*/ 27 h 41"/>
                <a:gd name="T8" fmla="*/ 6 w 12"/>
                <a:gd name="T9" fmla="*/ 31 h 41"/>
                <a:gd name="T10" fmla="*/ 6 w 12"/>
                <a:gd name="T11" fmla="*/ 41 h 41"/>
                <a:gd name="T12" fmla="*/ 5 w 12"/>
                <a:gd name="T13" fmla="*/ 41 h 41"/>
                <a:gd name="T14" fmla="*/ 2 w 12"/>
                <a:gd name="T15" fmla="*/ 34 h 41"/>
                <a:gd name="T16" fmla="*/ 1 w 12"/>
                <a:gd name="T17" fmla="*/ 25 h 41"/>
                <a:gd name="T18" fmla="*/ 4 w 12"/>
                <a:gd name="T19" fmla="*/ 8 h 41"/>
                <a:gd name="T20" fmla="*/ 12 w 12"/>
                <a:gd name="T2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41">
                  <a:moveTo>
                    <a:pt x="12" y="0"/>
                  </a:moveTo>
                  <a:cubicBezTo>
                    <a:pt x="11" y="3"/>
                    <a:pt x="9" y="6"/>
                    <a:pt x="8" y="9"/>
                  </a:cubicBezTo>
                  <a:cubicBezTo>
                    <a:pt x="7" y="14"/>
                    <a:pt x="7" y="18"/>
                    <a:pt x="7" y="23"/>
                  </a:cubicBezTo>
                  <a:cubicBezTo>
                    <a:pt x="7" y="24"/>
                    <a:pt x="7" y="25"/>
                    <a:pt x="7" y="27"/>
                  </a:cubicBezTo>
                  <a:cubicBezTo>
                    <a:pt x="6" y="28"/>
                    <a:pt x="6" y="30"/>
                    <a:pt x="6" y="31"/>
                  </a:cubicBezTo>
                  <a:cubicBezTo>
                    <a:pt x="6" y="35"/>
                    <a:pt x="9" y="38"/>
                    <a:pt x="6" y="41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38"/>
                    <a:pt x="5" y="36"/>
                    <a:pt x="2" y="34"/>
                  </a:cubicBezTo>
                  <a:cubicBezTo>
                    <a:pt x="0" y="32"/>
                    <a:pt x="0" y="28"/>
                    <a:pt x="1" y="25"/>
                  </a:cubicBezTo>
                  <a:cubicBezTo>
                    <a:pt x="3" y="20"/>
                    <a:pt x="2" y="14"/>
                    <a:pt x="4" y="8"/>
                  </a:cubicBezTo>
                  <a:cubicBezTo>
                    <a:pt x="5" y="4"/>
                    <a:pt x="7" y="0"/>
                    <a:pt x="12" y="0"/>
                  </a:cubicBezTo>
                  <a:close/>
                </a:path>
              </a:pathLst>
            </a:custGeom>
            <a:solidFill>
              <a:srgbClr val="F8F5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1" name="Freeform 1235"/>
            <p:cNvSpPr/>
            <p:nvPr/>
          </p:nvSpPr>
          <p:spPr bwMode="auto">
            <a:xfrm>
              <a:off x="1471613" y="4133851"/>
              <a:ext cx="120650" cy="101600"/>
            </a:xfrm>
            <a:custGeom>
              <a:avLst/>
              <a:gdLst>
                <a:gd name="T0" fmla="*/ 28 w 32"/>
                <a:gd name="T1" fmla="*/ 22 h 27"/>
                <a:gd name="T2" fmla="*/ 23 w 32"/>
                <a:gd name="T3" fmla="*/ 27 h 27"/>
                <a:gd name="T4" fmla="*/ 19 w 32"/>
                <a:gd name="T5" fmla="*/ 25 h 27"/>
                <a:gd name="T6" fmla="*/ 18 w 32"/>
                <a:gd name="T7" fmla="*/ 24 h 27"/>
                <a:gd name="T8" fmla="*/ 18 w 32"/>
                <a:gd name="T9" fmla="*/ 19 h 27"/>
                <a:gd name="T10" fmla="*/ 13 w 32"/>
                <a:gd name="T11" fmla="*/ 19 h 27"/>
                <a:gd name="T12" fmla="*/ 1 w 32"/>
                <a:gd name="T13" fmla="*/ 13 h 27"/>
                <a:gd name="T14" fmla="*/ 1 w 32"/>
                <a:gd name="T15" fmla="*/ 13 h 27"/>
                <a:gd name="T16" fmla="*/ 2 w 32"/>
                <a:gd name="T17" fmla="*/ 11 h 27"/>
                <a:gd name="T18" fmla="*/ 7 w 32"/>
                <a:gd name="T19" fmla="*/ 8 h 27"/>
                <a:gd name="T20" fmla="*/ 9 w 32"/>
                <a:gd name="T21" fmla="*/ 9 h 27"/>
                <a:gd name="T22" fmla="*/ 9 w 32"/>
                <a:gd name="T23" fmla="*/ 11 h 27"/>
                <a:gd name="T24" fmla="*/ 9 w 32"/>
                <a:gd name="T25" fmla="*/ 13 h 27"/>
                <a:gd name="T26" fmla="*/ 12 w 32"/>
                <a:gd name="T27" fmla="*/ 12 h 27"/>
                <a:gd name="T28" fmla="*/ 13 w 32"/>
                <a:gd name="T29" fmla="*/ 7 h 27"/>
                <a:gd name="T30" fmla="*/ 18 w 32"/>
                <a:gd name="T31" fmla="*/ 3 h 27"/>
                <a:gd name="T32" fmla="*/ 20 w 32"/>
                <a:gd name="T33" fmla="*/ 7 h 27"/>
                <a:gd name="T34" fmla="*/ 22 w 32"/>
                <a:gd name="T35" fmla="*/ 3 h 27"/>
                <a:gd name="T36" fmla="*/ 25 w 32"/>
                <a:gd name="T37" fmla="*/ 0 h 27"/>
                <a:gd name="T38" fmla="*/ 26 w 32"/>
                <a:gd name="T39" fmla="*/ 1 h 27"/>
                <a:gd name="T40" fmla="*/ 32 w 32"/>
                <a:gd name="T41" fmla="*/ 4 h 27"/>
                <a:gd name="T42" fmla="*/ 19 w 32"/>
                <a:gd name="T43" fmla="*/ 14 h 27"/>
                <a:gd name="T44" fmla="*/ 28 w 32"/>
                <a:gd name="T45" fmla="*/ 2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27">
                  <a:moveTo>
                    <a:pt x="28" y="22"/>
                  </a:moveTo>
                  <a:cubicBezTo>
                    <a:pt x="26" y="23"/>
                    <a:pt x="26" y="26"/>
                    <a:pt x="23" y="27"/>
                  </a:cubicBezTo>
                  <a:cubicBezTo>
                    <a:pt x="22" y="27"/>
                    <a:pt x="21" y="26"/>
                    <a:pt x="19" y="25"/>
                  </a:cubicBezTo>
                  <a:cubicBezTo>
                    <a:pt x="19" y="25"/>
                    <a:pt x="18" y="24"/>
                    <a:pt x="18" y="24"/>
                  </a:cubicBezTo>
                  <a:cubicBezTo>
                    <a:pt x="16" y="22"/>
                    <a:pt x="19" y="21"/>
                    <a:pt x="18" y="19"/>
                  </a:cubicBezTo>
                  <a:cubicBezTo>
                    <a:pt x="17" y="18"/>
                    <a:pt x="15" y="20"/>
                    <a:pt x="13" y="19"/>
                  </a:cubicBezTo>
                  <a:cubicBezTo>
                    <a:pt x="9" y="18"/>
                    <a:pt x="4" y="17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2"/>
                    <a:pt x="0" y="11"/>
                    <a:pt x="2" y="11"/>
                  </a:cubicBezTo>
                  <a:cubicBezTo>
                    <a:pt x="4" y="10"/>
                    <a:pt x="6" y="12"/>
                    <a:pt x="7" y="8"/>
                  </a:cubicBezTo>
                  <a:cubicBezTo>
                    <a:pt x="7" y="8"/>
                    <a:pt x="8" y="8"/>
                    <a:pt x="9" y="9"/>
                  </a:cubicBezTo>
                  <a:cubicBezTo>
                    <a:pt x="10" y="9"/>
                    <a:pt x="9" y="10"/>
                    <a:pt x="9" y="11"/>
                  </a:cubicBezTo>
                  <a:cubicBezTo>
                    <a:pt x="8" y="12"/>
                    <a:pt x="8" y="13"/>
                    <a:pt x="9" y="13"/>
                  </a:cubicBezTo>
                  <a:cubicBezTo>
                    <a:pt x="10" y="14"/>
                    <a:pt x="11" y="13"/>
                    <a:pt x="12" y="12"/>
                  </a:cubicBezTo>
                  <a:cubicBezTo>
                    <a:pt x="12" y="11"/>
                    <a:pt x="13" y="10"/>
                    <a:pt x="13" y="7"/>
                  </a:cubicBezTo>
                  <a:cubicBezTo>
                    <a:pt x="13" y="5"/>
                    <a:pt x="16" y="3"/>
                    <a:pt x="18" y="3"/>
                  </a:cubicBezTo>
                  <a:cubicBezTo>
                    <a:pt x="21" y="3"/>
                    <a:pt x="20" y="6"/>
                    <a:pt x="20" y="7"/>
                  </a:cubicBezTo>
                  <a:cubicBezTo>
                    <a:pt x="23" y="6"/>
                    <a:pt x="22" y="6"/>
                    <a:pt x="22" y="3"/>
                  </a:cubicBezTo>
                  <a:cubicBezTo>
                    <a:pt x="21" y="1"/>
                    <a:pt x="23" y="0"/>
                    <a:pt x="25" y="0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9" y="1"/>
                    <a:pt x="30" y="3"/>
                    <a:pt x="32" y="4"/>
                  </a:cubicBezTo>
                  <a:cubicBezTo>
                    <a:pt x="30" y="11"/>
                    <a:pt x="28" y="16"/>
                    <a:pt x="19" y="14"/>
                  </a:cubicBezTo>
                  <a:cubicBezTo>
                    <a:pt x="23" y="15"/>
                    <a:pt x="23" y="21"/>
                    <a:pt x="28" y="22"/>
                  </a:cubicBezTo>
                  <a:close/>
                </a:path>
              </a:pathLst>
            </a:custGeom>
            <a:solidFill>
              <a:srgbClr val="FE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2" name="Freeform 1236"/>
            <p:cNvSpPr/>
            <p:nvPr/>
          </p:nvSpPr>
          <p:spPr bwMode="auto">
            <a:xfrm>
              <a:off x="1787526" y="4133851"/>
              <a:ext cx="180975" cy="63500"/>
            </a:xfrm>
            <a:custGeom>
              <a:avLst/>
              <a:gdLst>
                <a:gd name="T0" fmla="*/ 1 w 48"/>
                <a:gd name="T1" fmla="*/ 14 h 17"/>
                <a:gd name="T2" fmla="*/ 0 w 48"/>
                <a:gd name="T3" fmla="*/ 4 h 17"/>
                <a:gd name="T4" fmla="*/ 23 w 48"/>
                <a:gd name="T5" fmla="*/ 8 h 17"/>
                <a:gd name="T6" fmla="*/ 25 w 48"/>
                <a:gd name="T7" fmla="*/ 7 h 17"/>
                <a:gd name="T8" fmla="*/ 42 w 48"/>
                <a:gd name="T9" fmla="*/ 2 h 17"/>
                <a:gd name="T10" fmla="*/ 48 w 48"/>
                <a:gd name="T11" fmla="*/ 2 h 17"/>
                <a:gd name="T12" fmla="*/ 36 w 48"/>
                <a:gd name="T13" fmla="*/ 9 h 17"/>
                <a:gd name="T14" fmla="*/ 23 w 48"/>
                <a:gd name="T15" fmla="*/ 14 h 17"/>
                <a:gd name="T16" fmla="*/ 12 w 48"/>
                <a:gd name="T17" fmla="*/ 16 h 17"/>
                <a:gd name="T18" fmla="*/ 1 w 48"/>
                <a:gd name="T19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17">
                  <a:moveTo>
                    <a:pt x="1" y="14"/>
                  </a:moveTo>
                  <a:cubicBezTo>
                    <a:pt x="2" y="11"/>
                    <a:pt x="0" y="8"/>
                    <a:pt x="0" y="4"/>
                  </a:cubicBezTo>
                  <a:cubicBezTo>
                    <a:pt x="8" y="5"/>
                    <a:pt x="15" y="10"/>
                    <a:pt x="23" y="8"/>
                  </a:cubicBezTo>
                  <a:cubicBezTo>
                    <a:pt x="24" y="8"/>
                    <a:pt x="24" y="8"/>
                    <a:pt x="25" y="7"/>
                  </a:cubicBezTo>
                  <a:cubicBezTo>
                    <a:pt x="30" y="3"/>
                    <a:pt x="36" y="4"/>
                    <a:pt x="42" y="2"/>
                  </a:cubicBezTo>
                  <a:cubicBezTo>
                    <a:pt x="44" y="1"/>
                    <a:pt x="46" y="0"/>
                    <a:pt x="48" y="2"/>
                  </a:cubicBezTo>
                  <a:cubicBezTo>
                    <a:pt x="45" y="5"/>
                    <a:pt x="40" y="7"/>
                    <a:pt x="36" y="9"/>
                  </a:cubicBezTo>
                  <a:cubicBezTo>
                    <a:pt x="32" y="10"/>
                    <a:pt x="27" y="8"/>
                    <a:pt x="23" y="14"/>
                  </a:cubicBezTo>
                  <a:cubicBezTo>
                    <a:pt x="21" y="17"/>
                    <a:pt x="16" y="16"/>
                    <a:pt x="12" y="16"/>
                  </a:cubicBezTo>
                  <a:cubicBezTo>
                    <a:pt x="9" y="15"/>
                    <a:pt x="5" y="15"/>
                    <a:pt x="1" y="14"/>
                  </a:cubicBezTo>
                  <a:close/>
                </a:path>
              </a:pathLst>
            </a:custGeom>
            <a:solidFill>
              <a:srgbClr val="F7F4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3" name="Freeform 1237"/>
            <p:cNvSpPr/>
            <p:nvPr/>
          </p:nvSpPr>
          <p:spPr bwMode="auto">
            <a:xfrm>
              <a:off x="1792288" y="4186239"/>
              <a:ext cx="41275" cy="11113"/>
            </a:xfrm>
            <a:custGeom>
              <a:avLst/>
              <a:gdLst>
                <a:gd name="T0" fmla="*/ 0 w 11"/>
                <a:gd name="T1" fmla="*/ 0 h 3"/>
                <a:gd name="T2" fmla="*/ 11 w 11"/>
                <a:gd name="T3" fmla="*/ 2 h 3"/>
                <a:gd name="T4" fmla="*/ 0 w 11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cubicBezTo>
                    <a:pt x="4" y="0"/>
                    <a:pt x="8" y="0"/>
                    <a:pt x="11" y="2"/>
                  </a:cubicBezTo>
                  <a:cubicBezTo>
                    <a:pt x="7" y="2"/>
                    <a:pt x="3" y="3"/>
                    <a:pt x="0" y="0"/>
                  </a:cubicBezTo>
                  <a:close/>
                </a:path>
              </a:pathLst>
            </a:custGeom>
            <a:solidFill>
              <a:srgbClr val="F8F5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4" name="Freeform 1238"/>
            <p:cNvSpPr/>
            <p:nvPr/>
          </p:nvSpPr>
          <p:spPr bwMode="auto">
            <a:xfrm>
              <a:off x="1847851" y="3990976"/>
              <a:ext cx="150813" cy="176213"/>
            </a:xfrm>
            <a:custGeom>
              <a:avLst/>
              <a:gdLst>
                <a:gd name="T0" fmla="*/ 32 w 40"/>
                <a:gd name="T1" fmla="*/ 40 h 47"/>
                <a:gd name="T2" fmla="*/ 25 w 40"/>
                <a:gd name="T3" fmla="*/ 41 h 47"/>
                <a:gd name="T4" fmla="*/ 18 w 40"/>
                <a:gd name="T5" fmla="*/ 42 h 47"/>
                <a:gd name="T6" fmla="*/ 14 w 40"/>
                <a:gd name="T7" fmla="*/ 43 h 47"/>
                <a:gd name="T8" fmla="*/ 8 w 40"/>
                <a:gd name="T9" fmla="*/ 46 h 47"/>
                <a:gd name="T10" fmla="*/ 3 w 40"/>
                <a:gd name="T11" fmla="*/ 41 h 47"/>
                <a:gd name="T12" fmla="*/ 0 w 40"/>
                <a:gd name="T13" fmla="*/ 33 h 47"/>
                <a:gd name="T14" fmla="*/ 0 w 40"/>
                <a:gd name="T15" fmla="*/ 21 h 47"/>
                <a:gd name="T16" fmla="*/ 1 w 40"/>
                <a:gd name="T17" fmla="*/ 18 h 47"/>
                <a:gd name="T18" fmla="*/ 5 w 40"/>
                <a:gd name="T19" fmla="*/ 9 h 47"/>
                <a:gd name="T20" fmla="*/ 21 w 40"/>
                <a:gd name="T21" fmla="*/ 0 h 47"/>
                <a:gd name="T22" fmla="*/ 21 w 40"/>
                <a:gd name="T23" fmla="*/ 3 h 47"/>
                <a:gd name="T24" fmla="*/ 19 w 40"/>
                <a:gd name="T25" fmla="*/ 12 h 47"/>
                <a:gd name="T26" fmla="*/ 27 w 40"/>
                <a:gd name="T27" fmla="*/ 13 h 47"/>
                <a:gd name="T28" fmla="*/ 37 w 40"/>
                <a:gd name="T29" fmla="*/ 21 h 47"/>
                <a:gd name="T30" fmla="*/ 39 w 40"/>
                <a:gd name="T31" fmla="*/ 32 h 47"/>
                <a:gd name="T32" fmla="*/ 35 w 40"/>
                <a:gd name="T33" fmla="*/ 38 h 47"/>
                <a:gd name="T34" fmla="*/ 32 w 40"/>
                <a:gd name="T35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47">
                  <a:moveTo>
                    <a:pt x="32" y="40"/>
                  </a:moveTo>
                  <a:cubicBezTo>
                    <a:pt x="29" y="40"/>
                    <a:pt x="27" y="40"/>
                    <a:pt x="25" y="41"/>
                  </a:cubicBezTo>
                  <a:cubicBezTo>
                    <a:pt x="23" y="43"/>
                    <a:pt x="20" y="43"/>
                    <a:pt x="18" y="42"/>
                  </a:cubicBezTo>
                  <a:cubicBezTo>
                    <a:pt x="16" y="42"/>
                    <a:pt x="15" y="42"/>
                    <a:pt x="14" y="43"/>
                  </a:cubicBezTo>
                  <a:cubicBezTo>
                    <a:pt x="13" y="47"/>
                    <a:pt x="10" y="46"/>
                    <a:pt x="8" y="46"/>
                  </a:cubicBezTo>
                  <a:cubicBezTo>
                    <a:pt x="7" y="44"/>
                    <a:pt x="6" y="42"/>
                    <a:pt x="3" y="41"/>
                  </a:cubicBezTo>
                  <a:cubicBezTo>
                    <a:pt x="0" y="40"/>
                    <a:pt x="0" y="36"/>
                    <a:pt x="0" y="33"/>
                  </a:cubicBezTo>
                  <a:cubicBezTo>
                    <a:pt x="1" y="29"/>
                    <a:pt x="2" y="25"/>
                    <a:pt x="0" y="21"/>
                  </a:cubicBezTo>
                  <a:cubicBezTo>
                    <a:pt x="0" y="20"/>
                    <a:pt x="0" y="19"/>
                    <a:pt x="1" y="18"/>
                  </a:cubicBezTo>
                  <a:cubicBezTo>
                    <a:pt x="4" y="16"/>
                    <a:pt x="3" y="12"/>
                    <a:pt x="5" y="9"/>
                  </a:cubicBezTo>
                  <a:cubicBezTo>
                    <a:pt x="9" y="3"/>
                    <a:pt x="14" y="0"/>
                    <a:pt x="21" y="0"/>
                  </a:cubicBezTo>
                  <a:cubicBezTo>
                    <a:pt x="21" y="1"/>
                    <a:pt x="21" y="2"/>
                    <a:pt x="21" y="3"/>
                  </a:cubicBezTo>
                  <a:cubicBezTo>
                    <a:pt x="20" y="6"/>
                    <a:pt x="18" y="9"/>
                    <a:pt x="19" y="12"/>
                  </a:cubicBezTo>
                  <a:cubicBezTo>
                    <a:pt x="20" y="15"/>
                    <a:pt x="24" y="13"/>
                    <a:pt x="27" y="13"/>
                  </a:cubicBezTo>
                  <a:cubicBezTo>
                    <a:pt x="31" y="14"/>
                    <a:pt x="34" y="18"/>
                    <a:pt x="37" y="21"/>
                  </a:cubicBezTo>
                  <a:cubicBezTo>
                    <a:pt x="40" y="25"/>
                    <a:pt x="39" y="28"/>
                    <a:pt x="39" y="32"/>
                  </a:cubicBezTo>
                  <a:cubicBezTo>
                    <a:pt x="38" y="35"/>
                    <a:pt x="36" y="36"/>
                    <a:pt x="35" y="38"/>
                  </a:cubicBezTo>
                  <a:cubicBezTo>
                    <a:pt x="34" y="39"/>
                    <a:pt x="33" y="40"/>
                    <a:pt x="32" y="40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5" name="Freeform 1239"/>
            <p:cNvSpPr/>
            <p:nvPr/>
          </p:nvSpPr>
          <p:spPr bwMode="auto">
            <a:xfrm>
              <a:off x="1595438" y="3549651"/>
              <a:ext cx="46038" cy="36513"/>
            </a:xfrm>
            <a:custGeom>
              <a:avLst/>
              <a:gdLst>
                <a:gd name="T0" fmla="*/ 2 w 12"/>
                <a:gd name="T1" fmla="*/ 0 h 10"/>
                <a:gd name="T2" fmla="*/ 9 w 12"/>
                <a:gd name="T3" fmla="*/ 4 h 10"/>
                <a:gd name="T4" fmla="*/ 11 w 12"/>
                <a:gd name="T5" fmla="*/ 7 h 10"/>
                <a:gd name="T6" fmla="*/ 8 w 12"/>
                <a:gd name="T7" fmla="*/ 6 h 10"/>
                <a:gd name="T8" fmla="*/ 6 w 12"/>
                <a:gd name="T9" fmla="*/ 6 h 10"/>
                <a:gd name="T10" fmla="*/ 2 w 12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0">
                  <a:moveTo>
                    <a:pt x="2" y="0"/>
                  </a:moveTo>
                  <a:cubicBezTo>
                    <a:pt x="4" y="3"/>
                    <a:pt x="7" y="3"/>
                    <a:pt x="9" y="4"/>
                  </a:cubicBezTo>
                  <a:cubicBezTo>
                    <a:pt x="10" y="5"/>
                    <a:pt x="12" y="6"/>
                    <a:pt x="11" y="7"/>
                  </a:cubicBezTo>
                  <a:cubicBezTo>
                    <a:pt x="10" y="10"/>
                    <a:pt x="10" y="6"/>
                    <a:pt x="8" y="6"/>
                  </a:cubicBezTo>
                  <a:cubicBezTo>
                    <a:pt x="7" y="7"/>
                    <a:pt x="7" y="5"/>
                    <a:pt x="6" y="6"/>
                  </a:cubicBezTo>
                  <a:cubicBezTo>
                    <a:pt x="0" y="8"/>
                    <a:pt x="1" y="4"/>
                    <a:pt x="2" y="0"/>
                  </a:cubicBezTo>
                  <a:close/>
                </a:path>
              </a:pathLst>
            </a:custGeom>
            <a:solidFill>
              <a:srgbClr val="A3C9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6" name="Freeform 1240"/>
            <p:cNvSpPr/>
            <p:nvPr/>
          </p:nvSpPr>
          <p:spPr bwMode="auto">
            <a:xfrm>
              <a:off x="1592263" y="3575051"/>
              <a:ext cx="19050" cy="26988"/>
            </a:xfrm>
            <a:custGeom>
              <a:avLst/>
              <a:gdLst>
                <a:gd name="T0" fmla="*/ 1 w 5"/>
                <a:gd name="T1" fmla="*/ 7 h 7"/>
                <a:gd name="T2" fmla="*/ 2 w 5"/>
                <a:gd name="T3" fmla="*/ 0 h 7"/>
                <a:gd name="T4" fmla="*/ 4 w 5"/>
                <a:gd name="T5" fmla="*/ 1 h 7"/>
                <a:gd name="T6" fmla="*/ 1 w 5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1" y="7"/>
                  </a:moveTo>
                  <a:cubicBezTo>
                    <a:pt x="0" y="4"/>
                    <a:pt x="2" y="2"/>
                    <a:pt x="2" y="0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5" y="5"/>
                    <a:pt x="2" y="4"/>
                    <a:pt x="1" y="7"/>
                  </a:cubicBezTo>
                  <a:close/>
                </a:path>
              </a:pathLst>
            </a:custGeom>
            <a:solidFill>
              <a:srgbClr val="A3C9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7" name="Freeform 1241"/>
            <p:cNvSpPr/>
            <p:nvPr/>
          </p:nvSpPr>
          <p:spPr bwMode="auto">
            <a:xfrm>
              <a:off x="1501776" y="3352801"/>
              <a:ext cx="14288" cy="11113"/>
            </a:xfrm>
            <a:custGeom>
              <a:avLst/>
              <a:gdLst>
                <a:gd name="T0" fmla="*/ 4 w 4"/>
                <a:gd name="T1" fmla="*/ 2 h 3"/>
                <a:gd name="T2" fmla="*/ 0 w 4"/>
                <a:gd name="T3" fmla="*/ 2 h 3"/>
                <a:gd name="T4" fmla="*/ 4 w 4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2" y="2"/>
                    <a:pt x="1" y="3"/>
                    <a:pt x="0" y="2"/>
                  </a:cubicBezTo>
                  <a:cubicBezTo>
                    <a:pt x="1" y="1"/>
                    <a:pt x="2" y="0"/>
                    <a:pt x="4" y="2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8" name="Freeform 1242"/>
            <p:cNvSpPr/>
            <p:nvPr/>
          </p:nvSpPr>
          <p:spPr bwMode="auto">
            <a:xfrm>
              <a:off x="1312863" y="3352801"/>
              <a:ext cx="7938" cy="7938"/>
            </a:xfrm>
            <a:custGeom>
              <a:avLst/>
              <a:gdLst>
                <a:gd name="T0" fmla="*/ 0 w 2"/>
                <a:gd name="T1" fmla="*/ 2 h 2"/>
                <a:gd name="T2" fmla="*/ 2 w 2"/>
                <a:gd name="T3" fmla="*/ 1 h 2"/>
                <a:gd name="T4" fmla="*/ 2 w 2"/>
                <a:gd name="T5" fmla="*/ 2 h 2"/>
                <a:gd name="T6" fmla="*/ 0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0" y="0"/>
                    <a:pt x="2" y="1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B4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89" name="Freeform 1243"/>
            <p:cNvSpPr/>
            <p:nvPr/>
          </p:nvSpPr>
          <p:spPr bwMode="auto">
            <a:xfrm>
              <a:off x="1395413" y="3579814"/>
              <a:ext cx="12700" cy="11113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3 h 3"/>
                <a:gd name="T4" fmla="*/ 0 w 3"/>
                <a:gd name="T5" fmla="*/ 0 h 3"/>
                <a:gd name="T6" fmla="*/ 2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1"/>
                    <a:pt x="3" y="2"/>
                    <a:pt x="2" y="3"/>
                  </a:cubicBezTo>
                  <a:cubicBezTo>
                    <a:pt x="1" y="3"/>
                    <a:pt x="1" y="1"/>
                    <a:pt x="0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B4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0" name="Freeform 1244"/>
            <p:cNvSpPr/>
            <p:nvPr/>
          </p:nvSpPr>
          <p:spPr bwMode="auto">
            <a:xfrm>
              <a:off x="1377951" y="3511551"/>
              <a:ext cx="6350" cy="11113"/>
            </a:xfrm>
            <a:custGeom>
              <a:avLst/>
              <a:gdLst>
                <a:gd name="T0" fmla="*/ 2 w 2"/>
                <a:gd name="T1" fmla="*/ 2 h 3"/>
                <a:gd name="T2" fmla="*/ 2 w 2"/>
                <a:gd name="T3" fmla="*/ 3 h 3"/>
                <a:gd name="T4" fmla="*/ 0 w 2"/>
                <a:gd name="T5" fmla="*/ 2 h 3"/>
                <a:gd name="T6" fmla="*/ 1 w 2"/>
                <a:gd name="T7" fmla="*/ 1 h 3"/>
                <a:gd name="T8" fmla="*/ 2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2"/>
                    <a:pt x="0" y="0"/>
                    <a:pt x="1" y="1"/>
                  </a:cubicBezTo>
                  <a:cubicBezTo>
                    <a:pt x="2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B4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1" name="Freeform 1245"/>
            <p:cNvSpPr/>
            <p:nvPr/>
          </p:nvSpPr>
          <p:spPr bwMode="auto">
            <a:xfrm>
              <a:off x="1331913" y="4054476"/>
              <a:ext cx="46038" cy="60325"/>
            </a:xfrm>
            <a:custGeom>
              <a:avLst/>
              <a:gdLst>
                <a:gd name="T0" fmla="*/ 10 w 12"/>
                <a:gd name="T1" fmla="*/ 16 h 16"/>
                <a:gd name="T2" fmla="*/ 8 w 12"/>
                <a:gd name="T3" fmla="*/ 14 h 16"/>
                <a:gd name="T4" fmla="*/ 0 w 12"/>
                <a:gd name="T5" fmla="*/ 2 h 16"/>
                <a:gd name="T6" fmla="*/ 8 w 12"/>
                <a:gd name="T7" fmla="*/ 0 h 16"/>
                <a:gd name="T8" fmla="*/ 12 w 12"/>
                <a:gd name="T9" fmla="*/ 3 h 16"/>
                <a:gd name="T10" fmla="*/ 9 w 12"/>
                <a:gd name="T11" fmla="*/ 4 h 16"/>
                <a:gd name="T12" fmla="*/ 8 w 12"/>
                <a:gd name="T13" fmla="*/ 11 h 16"/>
                <a:gd name="T14" fmla="*/ 10 w 12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6">
                  <a:moveTo>
                    <a:pt x="10" y="16"/>
                  </a:moveTo>
                  <a:cubicBezTo>
                    <a:pt x="9" y="16"/>
                    <a:pt x="9" y="15"/>
                    <a:pt x="8" y="14"/>
                  </a:cubicBezTo>
                  <a:cubicBezTo>
                    <a:pt x="3" y="11"/>
                    <a:pt x="2" y="7"/>
                    <a:pt x="0" y="2"/>
                  </a:cubicBezTo>
                  <a:cubicBezTo>
                    <a:pt x="6" y="6"/>
                    <a:pt x="6" y="6"/>
                    <a:pt x="8" y="0"/>
                  </a:cubicBezTo>
                  <a:cubicBezTo>
                    <a:pt x="10" y="1"/>
                    <a:pt x="11" y="2"/>
                    <a:pt x="12" y="3"/>
                  </a:cubicBezTo>
                  <a:cubicBezTo>
                    <a:pt x="11" y="5"/>
                    <a:pt x="9" y="1"/>
                    <a:pt x="9" y="4"/>
                  </a:cubicBezTo>
                  <a:cubicBezTo>
                    <a:pt x="9" y="6"/>
                    <a:pt x="5" y="8"/>
                    <a:pt x="8" y="11"/>
                  </a:cubicBezTo>
                  <a:cubicBezTo>
                    <a:pt x="9" y="12"/>
                    <a:pt x="11" y="14"/>
                    <a:pt x="10" y="16"/>
                  </a:cubicBezTo>
                  <a:close/>
                </a:path>
              </a:pathLst>
            </a:custGeom>
            <a:solidFill>
              <a:srgbClr val="FE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2" name="Freeform 1246"/>
            <p:cNvSpPr/>
            <p:nvPr/>
          </p:nvSpPr>
          <p:spPr bwMode="auto">
            <a:xfrm>
              <a:off x="1350963" y="3978276"/>
              <a:ext cx="33338" cy="26988"/>
            </a:xfrm>
            <a:custGeom>
              <a:avLst/>
              <a:gdLst>
                <a:gd name="T0" fmla="*/ 2 w 9"/>
                <a:gd name="T1" fmla="*/ 0 h 7"/>
                <a:gd name="T2" fmla="*/ 4 w 9"/>
                <a:gd name="T3" fmla="*/ 0 h 7"/>
                <a:gd name="T4" fmla="*/ 9 w 9"/>
                <a:gd name="T5" fmla="*/ 6 h 7"/>
                <a:gd name="T6" fmla="*/ 2 w 9"/>
                <a:gd name="T7" fmla="*/ 4 h 7"/>
                <a:gd name="T8" fmla="*/ 2 w 9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cubicBezTo>
                    <a:pt x="2" y="0"/>
                    <a:pt x="3" y="0"/>
                    <a:pt x="4" y="0"/>
                  </a:cubicBezTo>
                  <a:cubicBezTo>
                    <a:pt x="5" y="2"/>
                    <a:pt x="8" y="3"/>
                    <a:pt x="9" y="6"/>
                  </a:cubicBezTo>
                  <a:cubicBezTo>
                    <a:pt x="6" y="7"/>
                    <a:pt x="5" y="1"/>
                    <a:pt x="2" y="4"/>
                  </a:cubicBezTo>
                  <a:cubicBezTo>
                    <a:pt x="0" y="3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E8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3" name="Freeform 1247"/>
            <p:cNvSpPr/>
            <p:nvPr/>
          </p:nvSpPr>
          <p:spPr bwMode="auto">
            <a:xfrm>
              <a:off x="2225676" y="3695701"/>
              <a:ext cx="11113" cy="15875"/>
            </a:xfrm>
            <a:custGeom>
              <a:avLst/>
              <a:gdLst>
                <a:gd name="T0" fmla="*/ 3 w 3"/>
                <a:gd name="T1" fmla="*/ 4 h 4"/>
                <a:gd name="T2" fmla="*/ 0 w 3"/>
                <a:gd name="T3" fmla="*/ 1 h 4"/>
                <a:gd name="T4" fmla="*/ 1 w 3"/>
                <a:gd name="T5" fmla="*/ 0 h 4"/>
                <a:gd name="T6" fmla="*/ 3 w 3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2" y="3"/>
                    <a:pt x="0" y="3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1"/>
                    <a:pt x="3" y="2"/>
                    <a:pt x="3" y="4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4" name="Freeform 1248"/>
            <p:cNvSpPr/>
            <p:nvPr/>
          </p:nvSpPr>
          <p:spPr bwMode="auto">
            <a:xfrm>
              <a:off x="2212976" y="3654426"/>
              <a:ext cx="15875" cy="19050"/>
            </a:xfrm>
            <a:custGeom>
              <a:avLst/>
              <a:gdLst>
                <a:gd name="T0" fmla="*/ 4 w 4"/>
                <a:gd name="T1" fmla="*/ 2 h 5"/>
                <a:gd name="T2" fmla="*/ 1 w 4"/>
                <a:gd name="T3" fmla="*/ 4 h 5"/>
                <a:gd name="T4" fmla="*/ 1 w 4"/>
                <a:gd name="T5" fmla="*/ 2 h 5"/>
                <a:gd name="T6" fmla="*/ 4 w 4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cubicBezTo>
                    <a:pt x="3" y="3"/>
                    <a:pt x="3" y="5"/>
                    <a:pt x="1" y="4"/>
                  </a:cubicBezTo>
                  <a:cubicBezTo>
                    <a:pt x="1" y="4"/>
                    <a:pt x="0" y="2"/>
                    <a:pt x="1" y="2"/>
                  </a:cubicBezTo>
                  <a:cubicBezTo>
                    <a:pt x="2" y="0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5" name="Freeform 1249"/>
            <p:cNvSpPr/>
            <p:nvPr/>
          </p:nvSpPr>
          <p:spPr bwMode="auto">
            <a:xfrm>
              <a:off x="2255838" y="3703639"/>
              <a:ext cx="11113" cy="11113"/>
            </a:xfrm>
            <a:custGeom>
              <a:avLst/>
              <a:gdLst>
                <a:gd name="T0" fmla="*/ 0 w 3"/>
                <a:gd name="T1" fmla="*/ 3 h 3"/>
                <a:gd name="T2" fmla="*/ 2 w 3"/>
                <a:gd name="T3" fmla="*/ 1 h 3"/>
                <a:gd name="T4" fmla="*/ 3 w 3"/>
                <a:gd name="T5" fmla="*/ 1 h 3"/>
                <a:gd name="T6" fmla="*/ 0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1"/>
                    <a:pt x="1" y="0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3"/>
                    <a:pt x="2" y="3"/>
                    <a:pt x="0" y="3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6" name="Freeform 1250"/>
            <p:cNvSpPr/>
            <p:nvPr/>
          </p:nvSpPr>
          <p:spPr bwMode="auto">
            <a:xfrm>
              <a:off x="2225676" y="3714751"/>
              <a:ext cx="6350" cy="7938"/>
            </a:xfrm>
            <a:custGeom>
              <a:avLst/>
              <a:gdLst>
                <a:gd name="T0" fmla="*/ 2 w 2"/>
                <a:gd name="T1" fmla="*/ 1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0"/>
                    <a:pt x="2" y="1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7" name="Freeform 1251"/>
            <p:cNvSpPr/>
            <p:nvPr/>
          </p:nvSpPr>
          <p:spPr bwMode="auto">
            <a:xfrm>
              <a:off x="1984376" y="3446464"/>
              <a:ext cx="63500" cy="49213"/>
            </a:xfrm>
            <a:custGeom>
              <a:avLst/>
              <a:gdLst>
                <a:gd name="T0" fmla="*/ 13 w 17"/>
                <a:gd name="T1" fmla="*/ 0 h 13"/>
                <a:gd name="T2" fmla="*/ 11 w 17"/>
                <a:gd name="T3" fmla="*/ 12 h 13"/>
                <a:gd name="T4" fmla="*/ 7 w 17"/>
                <a:gd name="T5" fmla="*/ 11 h 13"/>
                <a:gd name="T6" fmla="*/ 4 w 17"/>
                <a:gd name="T7" fmla="*/ 8 h 13"/>
                <a:gd name="T8" fmla="*/ 1 w 17"/>
                <a:gd name="T9" fmla="*/ 4 h 13"/>
                <a:gd name="T10" fmla="*/ 7 w 17"/>
                <a:gd name="T11" fmla="*/ 2 h 13"/>
                <a:gd name="T12" fmla="*/ 13 w 17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3">
                  <a:moveTo>
                    <a:pt x="13" y="0"/>
                  </a:moveTo>
                  <a:cubicBezTo>
                    <a:pt x="17" y="5"/>
                    <a:pt x="16" y="9"/>
                    <a:pt x="11" y="12"/>
                  </a:cubicBezTo>
                  <a:cubicBezTo>
                    <a:pt x="9" y="13"/>
                    <a:pt x="8" y="12"/>
                    <a:pt x="7" y="11"/>
                  </a:cubicBezTo>
                  <a:cubicBezTo>
                    <a:pt x="6" y="10"/>
                    <a:pt x="5" y="9"/>
                    <a:pt x="4" y="8"/>
                  </a:cubicBezTo>
                  <a:cubicBezTo>
                    <a:pt x="3" y="7"/>
                    <a:pt x="0" y="6"/>
                    <a:pt x="1" y="4"/>
                  </a:cubicBezTo>
                  <a:cubicBezTo>
                    <a:pt x="2" y="3"/>
                    <a:pt x="5" y="2"/>
                    <a:pt x="7" y="2"/>
                  </a:cubicBezTo>
                  <a:cubicBezTo>
                    <a:pt x="9" y="2"/>
                    <a:pt x="13" y="6"/>
                    <a:pt x="13" y="0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8" name="Freeform 1252"/>
            <p:cNvSpPr/>
            <p:nvPr/>
          </p:nvSpPr>
          <p:spPr bwMode="auto">
            <a:xfrm>
              <a:off x="2108201" y="3432176"/>
              <a:ext cx="26988" cy="19050"/>
            </a:xfrm>
            <a:custGeom>
              <a:avLst/>
              <a:gdLst>
                <a:gd name="T0" fmla="*/ 0 w 7"/>
                <a:gd name="T1" fmla="*/ 2 h 5"/>
                <a:gd name="T2" fmla="*/ 6 w 7"/>
                <a:gd name="T3" fmla="*/ 1 h 5"/>
                <a:gd name="T4" fmla="*/ 7 w 7"/>
                <a:gd name="T5" fmla="*/ 2 h 5"/>
                <a:gd name="T6" fmla="*/ 7 w 7"/>
                <a:gd name="T7" fmla="*/ 2 h 5"/>
                <a:gd name="T8" fmla="*/ 0 w 7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2"/>
                  </a:moveTo>
                  <a:cubicBezTo>
                    <a:pt x="2" y="0"/>
                    <a:pt x="4" y="2"/>
                    <a:pt x="6" y="1"/>
                  </a:cubicBezTo>
                  <a:cubicBezTo>
                    <a:pt x="6" y="1"/>
                    <a:pt x="7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2"/>
                    <a:pt x="2" y="5"/>
                    <a:pt x="0" y="2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199" name="Freeform 1253"/>
            <p:cNvSpPr/>
            <p:nvPr/>
          </p:nvSpPr>
          <p:spPr bwMode="auto">
            <a:xfrm>
              <a:off x="1990726" y="3549651"/>
              <a:ext cx="19050" cy="22225"/>
            </a:xfrm>
            <a:custGeom>
              <a:avLst/>
              <a:gdLst>
                <a:gd name="T0" fmla="*/ 0 w 5"/>
                <a:gd name="T1" fmla="*/ 3 h 6"/>
                <a:gd name="T2" fmla="*/ 0 w 5"/>
                <a:gd name="T3" fmla="*/ 0 h 6"/>
                <a:gd name="T4" fmla="*/ 2 w 5"/>
                <a:gd name="T5" fmla="*/ 1 h 6"/>
                <a:gd name="T6" fmla="*/ 3 w 5"/>
                <a:gd name="T7" fmla="*/ 4 h 6"/>
                <a:gd name="T8" fmla="*/ 0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  <a:cubicBezTo>
                    <a:pt x="0" y="0"/>
                    <a:pt x="1" y="1"/>
                    <a:pt x="2" y="1"/>
                  </a:cubicBezTo>
                  <a:cubicBezTo>
                    <a:pt x="2" y="2"/>
                    <a:pt x="5" y="1"/>
                    <a:pt x="3" y="4"/>
                  </a:cubicBezTo>
                  <a:cubicBezTo>
                    <a:pt x="2" y="6"/>
                    <a:pt x="1" y="4"/>
                    <a:pt x="0" y="3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0" name="Freeform 1254"/>
            <p:cNvSpPr/>
            <p:nvPr/>
          </p:nvSpPr>
          <p:spPr bwMode="auto">
            <a:xfrm>
              <a:off x="1960563" y="3567114"/>
              <a:ext cx="23813" cy="15875"/>
            </a:xfrm>
            <a:custGeom>
              <a:avLst/>
              <a:gdLst>
                <a:gd name="T0" fmla="*/ 3 w 6"/>
                <a:gd name="T1" fmla="*/ 4 h 4"/>
                <a:gd name="T2" fmla="*/ 1 w 6"/>
                <a:gd name="T3" fmla="*/ 4 h 4"/>
                <a:gd name="T4" fmla="*/ 1 w 6"/>
                <a:gd name="T5" fmla="*/ 3 h 4"/>
                <a:gd name="T6" fmla="*/ 6 w 6"/>
                <a:gd name="T7" fmla="*/ 1 h 4"/>
                <a:gd name="T8" fmla="*/ 3 w 6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3" y="4"/>
                  </a:moveTo>
                  <a:cubicBezTo>
                    <a:pt x="2" y="4"/>
                    <a:pt x="2" y="4"/>
                    <a:pt x="1" y="4"/>
                  </a:cubicBezTo>
                  <a:cubicBezTo>
                    <a:pt x="0" y="4"/>
                    <a:pt x="0" y="3"/>
                    <a:pt x="1" y="3"/>
                  </a:cubicBezTo>
                  <a:cubicBezTo>
                    <a:pt x="2" y="2"/>
                    <a:pt x="4" y="0"/>
                    <a:pt x="6" y="1"/>
                  </a:cubicBezTo>
                  <a:cubicBezTo>
                    <a:pt x="6" y="3"/>
                    <a:pt x="3" y="3"/>
                    <a:pt x="3" y="4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1" name="Freeform 1255"/>
            <p:cNvSpPr/>
            <p:nvPr/>
          </p:nvSpPr>
          <p:spPr bwMode="auto">
            <a:xfrm>
              <a:off x="2085976" y="3424239"/>
              <a:ext cx="14288" cy="11113"/>
            </a:xfrm>
            <a:custGeom>
              <a:avLst/>
              <a:gdLst>
                <a:gd name="T0" fmla="*/ 4 w 4"/>
                <a:gd name="T1" fmla="*/ 3 h 3"/>
                <a:gd name="T2" fmla="*/ 0 w 4"/>
                <a:gd name="T3" fmla="*/ 2 h 3"/>
                <a:gd name="T4" fmla="*/ 1 w 4"/>
                <a:gd name="T5" fmla="*/ 1 h 3"/>
                <a:gd name="T6" fmla="*/ 4 w 4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2" y="3"/>
                    <a:pt x="1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0"/>
                    <a:pt x="2" y="2"/>
                    <a:pt x="4" y="3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2" name="Freeform 1256"/>
            <p:cNvSpPr/>
            <p:nvPr/>
          </p:nvSpPr>
          <p:spPr bwMode="auto">
            <a:xfrm>
              <a:off x="1979613" y="3476626"/>
              <a:ext cx="11113" cy="11113"/>
            </a:xfrm>
            <a:custGeom>
              <a:avLst/>
              <a:gdLst>
                <a:gd name="T0" fmla="*/ 2 w 3"/>
                <a:gd name="T1" fmla="*/ 0 h 3"/>
                <a:gd name="T2" fmla="*/ 3 w 3"/>
                <a:gd name="T3" fmla="*/ 1 h 3"/>
                <a:gd name="T4" fmla="*/ 1 w 3"/>
                <a:gd name="T5" fmla="*/ 3 h 3"/>
                <a:gd name="T6" fmla="*/ 0 w 3"/>
                <a:gd name="T7" fmla="*/ 2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2" y="3"/>
                    <a:pt x="1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3" name="Freeform 1257"/>
            <p:cNvSpPr/>
            <p:nvPr/>
          </p:nvSpPr>
          <p:spPr bwMode="auto">
            <a:xfrm>
              <a:off x="2074863" y="3386139"/>
              <a:ext cx="6350" cy="7938"/>
            </a:xfrm>
            <a:custGeom>
              <a:avLst/>
              <a:gdLst>
                <a:gd name="T0" fmla="*/ 1 w 2"/>
                <a:gd name="T1" fmla="*/ 2 h 2"/>
                <a:gd name="T2" fmla="*/ 0 w 2"/>
                <a:gd name="T3" fmla="*/ 1 h 2"/>
                <a:gd name="T4" fmla="*/ 1 w 2"/>
                <a:gd name="T5" fmla="*/ 0 h 2"/>
                <a:gd name="T6" fmla="*/ 2 w 2"/>
                <a:gd name="T7" fmla="*/ 1 h 2"/>
                <a:gd name="T8" fmla="*/ 1 w 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4" name="Freeform 1258"/>
            <p:cNvSpPr/>
            <p:nvPr/>
          </p:nvSpPr>
          <p:spPr bwMode="auto">
            <a:xfrm>
              <a:off x="1987551" y="3975101"/>
              <a:ext cx="52388" cy="120650"/>
            </a:xfrm>
            <a:custGeom>
              <a:avLst/>
              <a:gdLst>
                <a:gd name="T0" fmla="*/ 10 w 14"/>
                <a:gd name="T1" fmla="*/ 30 h 32"/>
                <a:gd name="T2" fmla="*/ 8 w 14"/>
                <a:gd name="T3" fmla="*/ 32 h 32"/>
                <a:gd name="T4" fmla="*/ 3 w 14"/>
                <a:gd name="T5" fmla="*/ 22 h 32"/>
                <a:gd name="T6" fmla="*/ 3 w 14"/>
                <a:gd name="T7" fmla="*/ 21 h 32"/>
                <a:gd name="T8" fmla="*/ 6 w 14"/>
                <a:gd name="T9" fmla="*/ 1 h 32"/>
                <a:gd name="T10" fmla="*/ 10 w 14"/>
                <a:gd name="T11" fmla="*/ 2 h 32"/>
                <a:gd name="T12" fmla="*/ 14 w 14"/>
                <a:gd name="T13" fmla="*/ 8 h 32"/>
                <a:gd name="T14" fmla="*/ 13 w 14"/>
                <a:gd name="T15" fmla="*/ 22 h 32"/>
                <a:gd name="T16" fmla="*/ 10 w 14"/>
                <a:gd name="T17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2">
                  <a:moveTo>
                    <a:pt x="10" y="30"/>
                  </a:moveTo>
                  <a:cubicBezTo>
                    <a:pt x="10" y="31"/>
                    <a:pt x="9" y="32"/>
                    <a:pt x="8" y="32"/>
                  </a:cubicBezTo>
                  <a:cubicBezTo>
                    <a:pt x="7" y="29"/>
                    <a:pt x="6" y="25"/>
                    <a:pt x="3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0" y="14"/>
                    <a:pt x="0" y="7"/>
                    <a:pt x="6" y="1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9" y="6"/>
                    <a:pt x="13" y="6"/>
                    <a:pt x="14" y="8"/>
                  </a:cubicBezTo>
                  <a:cubicBezTo>
                    <a:pt x="14" y="13"/>
                    <a:pt x="13" y="18"/>
                    <a:pt x="13" y="22"/>
                  </a:cubicBezTo>
                  <a:cubicBezTo>
                    <a:pt x="12" y="25"/>
                    <a:pt x="12" y="28"/>
                    <a:pt x="10" y="30"/>
                  </a:cubicBezTo>
                  <a:close/>
                </a:path>
              </a:pathLst>
            </a:custGeom>
            <a:solidFill>
              <a:srgbClr val="FBD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5" name="Freeform 1259"/>
            <p:cNvSpPr/>
            <p:nvPr/>
          </p:nvSpPr>
          <p:spPr bwMode="auto">
            <a:xfrm>
              <a:off x="1916113" y="3948114"/>
              <a:ext cx="74613" cy="38100"/>
            </a:xfrm>
            <a:custGeom>
              <a:avLst/>
              <a:gdLst>
                <a:gd name="T0" fmla="*/ 5 w 20"/>
                <a:gd name="T1" fmla="*/ 10 h 10"/>
                <a:gd name="T2" fmla="*/ 0 w 20"/>
                <a:gd name="T3" fmla="*/ 3 h 10"/>
                <a:gd name="T4" fmla="*/ 20 w 20"/>
                <a:gd name="T5" fmla="*/ 3 h 10"/>
                <a:gd name="T6" fmla="*/ 5 w 20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0">
                  <a:moveTo>
                    <a:pt x="5" y="10"/>
                  </a:moveTo>
                  <a:cubicBezTo>
                    <a:pt x="8" y="5"/>
                    <a:pt x="4" y="4"/>
                    <a:pt x="0" y="3"/>
                  </a:cubicBezTo>
                  <a:cubicBezTo>
                    <a:pt x="7" y="0"/>
                    <a:pt x="13" y="2"/>
                    <a:pt x="20" y="3"/>
                  </a:cubicBezTo>
                  <a:cubicBezTo>
                    <a:pt x="16" y="7"/>
                    <a:pt x="12" y="9"/>
                    <a:pt x="5" y="10"/>
                  </a:cubicBezTo>
                  <a:close/>
                </a:path>
              </a:pathLst>
            </a:custGeom>
            <a:solidFill>
              <a:srgbClr val="F5F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6" name="Freeform 1260"/>
            <p:cNvSpPr/>
            <p:nvPr/>
          </p:nvSpPr>
          <p:spPr bwMode="auto">
            <a:xfrm>
              <a:off x="2009776" y="3930651"/>
              <a:ext cx="136525" cy="55563"/>
            </a:xfrm>
            <a:custGeom>
              <a:avLst/>
              <a:gdLst>
                <a:gd name="T0" fmla="*/ 3 w 36"/>
                <a:gd name="T1" fmla="*/ 15 h 15"/>
                <a:gd name="T2" fmla="*/ 0 w 36"/>
                <a:gd name="T3" fmla="*/ 13 h 15"/>
                <a:gd name="T4" fmla="*/ 0 w 36"/>
                <a:gd name="T5" fmla="*/ 12 h 15"/>
                <a:gd name="T6" fmla="*/ 13 w 36"/>
                <a:gd name="T7" fmla="*/ 3 h 15"/>
                <a:gd name="T8" fmla="*/ 29 w 36"/>
                <a:gd name="T9" fmla="*/ 1 h 15"/>
                <a:gd name="T10" fmla="*/ 36 w 36"/>
                <a:gd name="T11" fmla="*/ 4 h 15"/>
                <a:gd name="T12" fmla="*/ 32 w 36"/>
                <a:gd name="T13" fmla="*/ 4 h 15"/>
                <a:gd name="T14" fmla="*/ 24 w 36"/>
                <a:gd name="T15" fmla="*/ 4 h 15"/>
                <a:gd name="T16" fmla="*/ 15 w 36"/>
                <a:gd name="T17" fmla="*/ 7 h 15"/>
                <a:gd name="T18" fmla="*/ 3 w 36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5">
                  <a:moveTo>
                    <a:pt x="3" y="15"/>
                  </a:moveTo>
                  <a:cubicBezTo>
                    <a:pt x="3" y="14"/>
                    <a:pt x="2" y="13"/>
                    <a:pt x="0" y="13"/>
                  </a:cubicBezTo>
                  <a:cubicBezTo>
                    <a:pt x="0" y="13"/>
                    <a:pt x="0" y="13"/>
                    <a:pt x="0" y="12"/>
                  </a:cubicBezTo>
                  <a:cubicBezTo>
                    <a:pt x="3" y="8"/>
                    <a:pt x="8" y="5"/>
                    <a:pt x="13" y="3"/>
                  </a:cubicBezTo>
                  <a:cubicBezTo>
                    <a:pt x="18" y="2"/>
                    <a:pt x="24" y="0"/>
                    <a:pt x="29" y="1"/>
                  </a:cubicBezTo>
                  <a:cubicBezTo>
                    <a:pt x="32" y="1"/>
                    <a:pt x="34" y="1"/>
                    <a:pt x="36" y="4"/>
                  </a:cubicBezTo>
                  <a:cubicBezTo>
                    <a:pt x="35" y="5"/>
                    <a:pt x="34" y="4"/>
                    <a:pt x="32" y="4"/>
                  </a:cubicBezTo>
                  <a:cubicBezTo>
                    <a:pt x="30" y="4"/>
                    <a:pt x="27" y="4"/>
                    <a:pt x="24" y="4"/>
                  </a:cubicBezTo>
                  <a:cubicBezTo>
                    <a:pt x="21" y="3"/>
                    <a:pt x="18" y="4"/>
                    <a:pt x="15" y="7"/>
                  </a:cubicBezTo>
                  <a:cubicBezTo>
                    <a:pt x="11" y="9"/>
                    <a:pt x="8" y="13"/>
                    <a:pt x="3" y="15"/>
                  </a:cubicBezTo>
                  <a:close/>
                </a:path>
              </a:pathLst>
            </a:custGeom>
            <a:solidFill>
              <a:srgbClr val="FED6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7" name="Freeform 1261"/>
            <p:cNvSpPr/>
            <p:nvPr/>
          </p:nvSpPr>
          <p:spPr bwMode="auto">
            <a:xfrm>
              <a:off x="2127251" y="3941764"/>
              <a:ext cx="33338" cy="90488"/>
            </a:xfrm>
            <a:custGeom>
              <a:avLst/>
              <a:gdLst>
                <a:gd name="T0" fmla="*/ 2 w 9"/>
                <a:gd name="T1" fmla="*/ 0 h 24"/>
                <a:gd name="T2" fmla="*/ 5 w 9"/>
                <a:gd name="T3" fmla="*/ 1 h 24"/>
                <a:gd name="T4" fmla="*/ 7 w 9"/>
                <a:gd name="T5" fmla="*/ 12 h 24"/>
                <a:gd name="T6" fmla="*/ 8 w 9"/>
                <a:gd name="T7" fmla="*/ 18 h 24"/>
                <a:gd name="T8" fmla="*/ 8 w 9"/>
                <a:gd name="T9" fmla="*/ 21 h 24"/>
                <a:gd name="T10" fmla="*/ 2 w 9"/>
                <a:gd name="T11" fmla="*/ 20 h 24"/>
                <a:gd name="T12" fmla="*/ 2 w 9"/>
                <a:gd name="T13" fmla="*/ 15 h 24"/>
                <a:gd name="T14" fmla="*/ 1 w 9"/>
                <a:gd name="T15" fmla="*/ 5 h 24"/>
                <a:gd name="T16" fmla="*/ 2 w 9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4">
                  <a:moveTo>
                    <a:pt x="2" y="0"/>
                  </a:moveTo>
                  <a:cubicBezTo>
                    <a:pt x="3" y="0"/>
                    <a:pt x="4" y="0"/>
                    <a:pt x="5" y="1"/>
                  </a:cubicBezTo>
                  <a:cubicBezTo>
                    <a:pt x="6" y="5"/>
                    <a:pt x="7" y="8"/>
                    <a:pt x="7" y="12"/>
                  </a:cubicBezTo>
                  <a:cubicBezTo>
                    <a:pt x="7" y="14"/>
                    <a:pt x="7" y="16"/>
                    <a:pt x="8" y="18"/>
                  </a:cubicBezTo>
                  <a:cubicBezTo>
                    <a:pt x="9" y="19"/>
                    <a:pt x="9" y="20"/>
                    <a:pt x="8" y="21"/>
                  </a:cubicBezTo>
                  <a:cubicBezTo>
                    <a:pt x="5" y="24"/>
                    <a:pt x="4" y="22"/>
                    <a:pt x="2" y="20"/>
                  </a:cubicBezTo>
                  <a:cubicBezTo>
                    <a:pt x="2" y="18"/>
                    <a:pt x="2" y="17"/>
                    <a:pt x="2" y="15"/>
                  </a:cubicBezTo>
                  <a:cubicBezTo>
                    <a:pt x="2" y="12"/>
                    <a:pt x="2" y="8"/>
                    <a:pt x="1" y="5"/>
                  </a:cubicBezTo>
                  <a:cubicBezTo>
                    <a:pt x="0" y="3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FBB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8" name="Freeform 1262"/>
            <p:cNvSpPr/>
            <p:nvPr/>
          </p:nvSpPr>
          <p:spPr bwMode="auto">
            <a:xfrm>
              <a:off x="1976438" y="3967164"/>
              <a:ext cx="38100" cy="87313"/>
            </a:xfrm>
            <a:custGeom>
              <a:avLst/>
              <a:gdLst>
                <a:gd name="T0" fmla="*/ 9 w 10"/>
                <a:gd name="T1" fmla="*/ 2 h 23"/>
                <a:gd name="T2" fmla="*/ 9 w 10"/>
                <a:gd name="T3" fmla="*/ 3 h 23"/>
                <a:gd name="T4" fmla="*/ 6 w 10"/>
                <a:gd name="T5" fmla="*/ 23 h 23"/>
                <a:gd name="T6" fmla="*/ 1 w 10"/>
                <a:gd name="T7" fmla="*/ 11 h 23"/>
                <a:gd name="T8" fmla="*/ 3 w 10"/>
                <a:gd name="T9" fmla="*/ 6 h 23"/>
                <a:gd name="T10" fmla="*/ 8 w 10"/>
                <a:gd name="T11" fmla="*/ 0 h 23"/>
                <a:gd name="T12" fmla="*/ 9 w 10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3">
                  <a:moveTo>
                    <a:pt x="9" y="2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4" y="9"/>
                    <a:pt x="5" y="16"/>
                    <a:pt x="6" y="23"/>
                  </a:cubicBezTo>
                  <a:cubicBezTo>
                    <a:pt x="3" y="19"/>
                    <a:pt x="3" y="15"/>
                    <a:pt x="1" y="11"/>
                  </a:cubicBezTo>
                  <a:cubicBezTo>
                    <a:pt x="0" y="9"/>
                    <a:pt x="2" y="7"/>
                    <a:pt x="3" y="6"/>
                  </a:cubicBezTo>
                  <a:cubicBezTo>
                    <a:pt x="5" y="5"/>
                    <a:pt x="7" y="2"/>
                    <a:pt x="8" y="0"/>
                  </a:cubicBezTo>
                  <a:cubicBezTo>
                    <a:pt x="9" y="1"/>
                    <a:pt x="10" y="1"/>
                    <a:pt x="9" y="2"/>
                  </a:cubicBezTo>
                  <a:close/>
                </a:path>
              </a:pathLst>
            </a:custGeom>
            <a:solidFill>
              <a:srgbClr val="F8D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09" name="Freeform 1263"/>
            <p:cNvSpPr/>
            <p:nvPr/>
          </p:nvSpPr>
          <p:spPr bwMode="auto">
            <a:xfrm>
              <a:off x="2149476" y="4008439"/>
              <a:ext cx="49213" cy="34925"/>
            </a:xfrm>
            <a:custGeom>
              <a:avLst/>
              <a:gdLst>
                <a:gd name="T0" fmla="*/ 2 w 13"/>
                <a:gd name="T1" fmla="*/ 3 h 9"/>
                <a:gd name="T2" fmla="*/ 2 w 13"/>
                <a:gd name="T3" fmla="*/ 0 h 9"/>
                <a:gd name="T4" fmla="*/ 13 w 13"/>
                <a:gd name="T5" fmla="*/ 2 h 9"/>
                <a:gd name="T6" fmla="*/ 3 w 13"/>
                <a:gd name="T7" fmla="*/ 9 h 9"/>
                <a:gd name="T8" fmla="*/ 2 w 13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9">
                  <a:moveTo>
                    <a:pt x="2" y="3"/>
                  </a:moveTo>
                  <a:cubicBezTo>
                    <a:pt x="2" y="2"/>
                    <a:pt x="2" y="1"/>
                    <a:pt x="2" y="0"/>
                  </a:cubicBezTo>
                  <a:cubicBezTo>
                    <a:pt x="6" y="1"/>
                    <a:pt x="10" y="0"/>
                    <a:pt x="13" y="2"/>
                  </a:cubicBezTo>
                  <a:cubicBezTo>
                    <a:pt x="10" y="4"/>
                    <a:pt x="6" y="6"/>
                    <a:pt x="3" y="9"/>
                  </a:cubicBezTo>
                  <a:cubicBezTo>
                    <a:pt x="0" y="7"/>
                    <a:pt x="1" y="5"/>
                    <a:pt x="2" y="3"/>
                  </a:cubicBezTo>
                  <a:close/>
                </a:path>
              </a:pathLst>
            </a:custGeom>
            <a:solidFill>
              <a:srgbClr val="FCFA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0" name="Freeform 1264"/>
            <p:cNvSpPr/>
            <p:nvPr/>
          </p:nvSpPr>
          <p:spPr bwMode="auto">
            <a:xfrm>
              <a:off x="2006601" y="3941764"/>
              <a:ext cx="52388" cy="33338"/>
            </a:xfrm>
            <a:custGeom>
              <a:avLst/>
              <a:gdLst>
                <a:gd name="T0" fmla="*/ 1 w 14"/>
                <a:gd name="T1" fmla="*/ 9 h 9"/>
                <a:gd name="T2" fmla="*/ 0 w 14"/>
                <a:gd name="T3" fmla="*/ 7 h 9"/>
                <a:gd name="T4" fmla="*/ 14 w 14"/>
                <a:gd name="T5" fmla="*/ 0 h 9"/>
                <a:gd name="T6" fmla="*/ 1 w 14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9">
                  <a:moveTo>
                    <a:pt x="1" y="9"/>
                  </a:moveTo>
                  <a:cubicBezTo>
                    <a:pt x="1" y="9"/>
                    <a:pt x="1" y="8"/>
                    <a:pt x="0" y="7"/>
                  </a:cubicBezTo>
                  <a:cubicBezTo>
                    <a:pt x="4" y="4"/>
                    <a:pt x="8" y="1"/>
                    <a:pt x="14" y="0"/>
                  </a:cubicBezTo>
                  <a:cubicBezTo>
                    <a:pt x="10" y="3"/>
                    <a:pt x="6" y="6"/>
                    <a:pt x="1" y="9"/>
                  </a:cubicBezTo>
                  <a:close/>
                </a:path>
              </a:pathLst>
            </a:custGeom>
            <a:solidFill>
              <a:srgbClr val="FBD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1" name="Freeform 1265"/>
            <p:cNvSpPr/>
            <p:nvPr/>
          </p:nvSpPr>
          <p:spPr bwMode="auto">
            <a:xfrm>
              <a:off x="1998663" y="4057651"/>
              <a:ext cx="22225" cy="41275"/>
            </a:xfrm>
            <a:custGeom>
              <a:avLst/>
              <a:gdLst>
                <a:gd name="T0" fmla="*/ 0 w 6"/>
                <a:gd name="T1" fmla="*/ 0 h 11"/>
                <a:gd name="T2" fmla="*/ 5 w 6"/>
                <a:gd name="T3" fmla="*/ 10 h 11"/>
                <a:gd name="T4" fmla="*/ 4 w 6"/>
                <a:gd name="T5" fmla="*/ 11 h 11"/>
                <a:gd name="T6" fmla="*/ 0 w 6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cubicBezTo>
                    <a:pt x="4" y="2"/>
                    <a:pt x="6" y="6"/>
                    <a:pt x="5" y="10"/>
                  </a:cubicBezTo>
                  <a:cubicBezTo>
                    <a:pt x="5" y="10"/>
                    <a:pt x="5" y="11"/>
                    <a:pt x="4" y="11"/>
                  </a:cubicBezTo>
                  <a:cubicBezTo>
                    <a:pt x="2" y="7"/>
                    <a:pt x="1" y="4"/>
                    <a:pt x="0" y="0"/>
                  </a:cubicBezTo>
                  <a:close/>
                </a:path>
              </a:pathLst>
            </a:custGeom>
            <a:solidFill>
              <a:srgbClr val="F8D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2" name="Freeform 1266"/>
            <p:cNvSpPr/>
            <p:nvPr/>
          </p:nvSpPr>
          <p:spPr bwMode="auto">
            <a:xfrm>
              <a:off x="2066926" y="3917951"/>
              <a:ext cx="14288" cy="12700"/>
            </a:xfrm>
            <a:custGeom>
              <a:avLst/>
              <a:gdLst>
                <a:gd name="T0" fmla="*/ 0 w 4"/>
                <a:gd name="T1" fmla="*/ 1 h 3"/>
                <a:gd name="T2" fmla="*/ 4 w 4"/>
                <a:gd name="T3" fmla="*/ 0 h 3"/>
                <a:gd name="T4" fmla="*/ 0 w 4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1" y="0"/>
                    <a:pt x="2" y="0"/>
                    <a:pt x="4" y="0"/>
                  </a:cubicBezTo>
                  <a:cubicBezTo>
                    <a:pt x="2" y="1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3EF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3" name="Freeform 1267"/>
            <p:cNvSpPr/>
            <p:nvPr/>
          </p:nvSpPr>
          <p:spPr bwMode="auto">
            <a:xfrm>
              <a:off x="1897063" y="3952876"/>
              <a:ext cx="15875" cy="7938"/>
            </a:xfrm>
            <a:custGeom>
              <a:avLst/>
              <a:gdLst>
                <a:gd name="T0" fmla="*/ 4 w 4"/>
                <a:gd name="T1" fmla="*/ 2 h 2"/>
                <a:gd name="T2" fmla="*/ 0 w 4"/>
                <a:gd name="T3" fmla="*/ 2 h 2"/>
                <a:gd name="T4" fmla="*/ 4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1" y="0"/>
                    <a:pt x="3" y="0"/>
                    <a:pt x="4" y="2"/>
                  </a:cubicBezTo>
                  <a:close/>
                </a:path>
              </a:pathLst>
            </a:custGeom>
            <a:solidFill>
              <a:srgbClr val="F5F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4" name="Freeform 1268"/>
            <p:cNvSpPr/>
            <p:nvPr/>
          </p:nvSpPr>
          <p:spPr bwMode="auto">
            <a:xfrm>
              <a:off x="1203326" y="4043364"/>
              <a:ext cx="73025" cy="71438"/>
            </a:xfrm>
            <a:custGeom>
              <a:avLst/>
              <a:gdLst>
                <a:gd name="T0" fmla="*/ 4 w 19"/>
                <a:gd name="T1" fmla="*/ 0 h 19"/>
                <a:gd name="T2" fmla="*/ 12 w 19"/>
                <a:gd name="T3" fmla="*/ 3 h 19"/>
                <a:gd name="T4" fmla="*/ 12 w 19"/>
                <a:gd name="T5" fmla="*/ 4 h 19"/>
                <a:gd name="T6" fmla="*/ 12 w 19"/>
                <a:gd name="T7" fmla="*/ 6 h 19"/>
                <a:gd name="T8" fmla="*/ 14 w 19"/>
                <a:gd name="T9" fmla="*/ 5 h 19"/>
                <a:gd name="T10" fmla="*/ 16 w 19"/>
                <a:gd name="T11" fmla="*/ 2 h 19"/>
                <a:gd name="T12" fmla="*/ 16 w 19"/>
                <a:gd name="T13" fmla="*/ 5 h 19"/>
                <a:gd name="T14" fmla="*/ 19 w 19"/>
                <a:gd name="T15" fmla="*/ 10 h 19"/>
                <a:gd name="T16" fmla="*/ 19 w 19"/>
                <a:gd name="T17" fmla="*/ 16 h 19"/>
                <a:gd name="T18" fmla="*/ 17 w 19"/>
                <a:gd name="T19" fmla="*/ 18 h 19"/>
                <a:gd name="T20" fmla="*/ 15 w 19"/>
                <a:gd name="T21" fmla="*/ 15 h 19"/>
                <a:gd name="T22" fmla="*/ 11 w 19"/>
                <a:gd name="T23" fmla="*/ 12 h 19"/>
                <a:gd name="T24" fmla="*/ 8 w 19"/>
                <a:gd name="T25" fmla="*/ 11 h 19"/>
                <a:gd name="T26" fmla="*/ 2 w 19"/>
                <a:gd name="T27" fmla="*/ 5 h 19"/>
                <a:gd name="T28" fmla="*/ 1 w 19"/>
                <a:gd name="T29" fmla="*/ 2 h 19"/>
                <a:gd name="T30" fmla="*/ 4 w 19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19">
                  <a:moveTo>
                    <a:pt x="4" y="0"/>
                  </a:moveTo>
                  <a:cubicBezTo>
                    <a:pt x="5" y="5"/>
                    <a:pt x="9" y="1"/>
                    <a:pt x="12" y="3"/>
                  </a:cubicBezTo>
                  <a:cubicBezTo>
                    <a:pt x="13" y="3"/>
                    <a:pt x="12" y="4"/>
                    <a:pt x="12" y="4"/>
                  </a:cubicBezTo>
                  <a:cubicBezTo>
                    <a:pt x="11" y="5"/>
                    <a:pt x="12" y="5"/>
                    <a:pt x="12" y="6"/>
                  </a:cubicBezTo>
                  <a:cubicBezTo>
                    <a:pt x="13" y="6"/>
                    <a:pt x="14" y="6"/>
                    <a:pt x="14" y="5"/>
                  </a:cubicBezTo>
                  <a:cubicBezTo>
                    <a:pt x="15" y="4"/>
                    <a:pt x="13" y="1"/>
                    <a:pt x="16" y="2"/>
                  </a:cubicBezTo>
                  <a:cubicBezTo>
                    <a:pt x="19" y="2"/>
                    <a:pt x="15" y="5"/>
                    <a:pt x="16" y="5"/>
                  </a:cubicBezTo>
                  <a:cubicBezTo>
                    <a:pt x="18" y="6"/>
                    <a:pt x="19" y="8"/>
                    <a:pt x="19" y="10"/>
                  </a:cubicBezTo>
                  <a:cubicBezTo>
                    <a:pt x="19" y="12"/>
                    <a:pt x="19" y="14"/>
                    <a:pt x="19" y="16"/>
                  </a:cubicBezTo>
                  <a:cubicBezTo>
                    <a:pt x="18" y="16"/>
                    <a:pt x="19" y="19"/>
                    <a:pt x="17" y="18"/>
                  </a:cubicBezTo>
                  <a:cubicBezTo>
                    <a:pt x="16" y="17"/>
                    <a:pt x="15" y="17"/>
                    <a:pt x="15" y="15"/>
                  </a:cubicBezTo>
                  <a:cubicBezTo>
                    <a:pt x="15" y="12"/>
                    <a:pt x="15" y="9"/>
                    <a:pt x="11" y="12"/>
                  </a:cubicBezTo>
                  <a:cubicBezTo>
                    <a:pt x="10" y="13"/>
                    <a:pt x="8" y="12"/>
                    <a:pt x="8" y="11"/>
                  </a:cubicBezTo>
                  <a:cubicBezTo>
                    <a:pt x="8" y="7"/>
                    <a:pt x="5" y="6"/>
                    <a:pt x="2" y="5"/>
                  </a:cubicBezTo>
                  <a:cubicBezTo>
                    <a:pt x="2" y="4"/>
                    <a:pt x="0" y="4"/>
                    <a:pt x="1" y="2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5" name="Freeform 1269"/>
            <p:cNvSpPr/>
            <p:nvPr/>
          </p:nvSpPr>
          <p:spPr bwMode="auto">
            <a:xfrm>
              <a:off x="1430338" y="4186239"/>
              <a:ext cx="93663" cy="90488"/>
            </a:xfrm>
            <a:custGeom>
              <a:avLst/>
              <a:gdLst>
                <a:gd name="T0" fmla="*/ 0 w 25"/>
                <a:gd name="T1" fmla="*/ 17 h 24"/>
                <a:gd name="T2" fmla="*/ 0 w 25"/>
                <a:gd name="T3" fmla="*/ 10 h 24"/>
                <a:gd name="T4" fmla="*/ 13 w 25"/>
                <a:gd name="T5" fmla="*/ 7 h 24"/>
                <a:gd name="T6" fmla="*/ 9 w 25"/>
                <a:gd name="T7" fmla="*/ 1 h 24"/>
                <a:gd name="T8" fmla="*/ 12 w 25"/>
                <a:gd name="T9" fmla="*/ 1 h 24"/>
                <a:gd name="T10" fmla="*/ 18 w 25"/>
                <a:gd name="T11" fmla="*/ 4 h 24"/>
                <a:gd name="T12" fmla="*/ 21 w 25"/>
                <a:gd name="T13" fmla="*/ 5 h 24"/>
                <a:gd name="T14" fmla="*/ 22 w 25"/>
                <a:gd name="T15" fmla="*/ 5 h 24"/>
                <a:gd name="T16" fmla="*/ 23 w 25"/>
                <a:gd name="T17" fmla="*/ 7 h 24"/>
                <a:gd name="T18" fmla="*/ 21 w 25"/>
                <a:gd name="T19" fmla="*/ 15 h 24"/>
                <a:gd name="T20" fmla="*/ 25 w 25"/>
                <a:gd name="T21" fmla="*/ 9 h 24"/>
                <a:gd name="T22" fmla="*/ 23 w 25"/>
                <a:gd name="T23" fmla="*/ 20 h 24"/>
                <a:gd name="T24" fmla="*/ 22 w 25"/>
                <a:gd name="T25" fmla="*/ 20 h 24"/>
                <a:gd name="T26" fmla="*/ 10 w 25"/>
                <a:gd name="T27" fmla="*/ 21 h 24"/>
                <a:gd name="T28" fmla="*/ 11 w 25"/>
                <a:gd name="T29" fmla="*/ 17 h 24"/>
                <a:gd name="T30" fmla="*/ 2 w 25"/>
                <a:gd name="T31" fmla="*/ 16 h 24"/>
                <a:gd name="T32" fmla="*/ 0 w 25"/>
                <a:gd name="T33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24">
                  <a:moveTo>
                    <a:pt x="0" y="17"/>
                  </a:moveTo>
                  <a:cubicBezTo>
                    <a:pt x="1" y="15"/>
                    <a:pt x="3" y="13"/>
                    <a:pt x="0" y="10"/>
                  </a:cubicBezTo>
                  <a:cubicBezTo>
                    <a:pt x="5" y="10"/>
                    <a:pt x="7" y="4"/>
                    <a:pt x="13" y="7"/>
                  </a:cubicBezTo>
                  <a:cubicBezTo>
                    <a:pt x="11" y="5"/>
                    <a:pt x="9" y="3"/>
                    <a:pt x="9" y="1"/>
                  </a:cubicBezTo>
                  <a:cubicBezTo>
                    <a:pt x="10" y="0"/>
                    <a:pt x="11" y="1"/>
                    <a:pt x="12" y="1"/>
                  </a:cubicBezTo>
                  <a:cubicBezTo>
                    <a:pt x="15" y="0"/>
                    <a:pt x="16" y="3"/>
                    <a:pt x="18" y="4"/>
                  </a:cubicBezTo>
                  <a:cubicBezTo>
                    <a:pt x="18" y="5"/>
                    <a:pt x="19" y="6"/>
                    <a:pt x="21" y="5"/>
                  </a:cubicBezTo>
                  <a:cubicBezTo>
                    <a:pt x="21" y="5"/>
                    <a:pt x="21" y="5"/>
                    <a:pt x="22" y="5"/>
                  </a:cubicBezTo>
                  <a:cubicBezTo>
                    <a:pt x="22" y="6"/>
                    <a:pt x="23" y="6"/>
                    <a:pt x="23" y="7"/>
                  </a:cubicBezTo>
                  <a:cubicBezTo>
                    <a:pt x="20" y="9"/>
                    <a:pt x="17" y="11"/>
                    <a:pt x="21" y="15"/>
                  </a:cubicBezTo>
                  <a:cubicBezTo>
                    <a:pt x="23" y="14"/>
                    <a:pt x="22" y="11"/>
                    <a:pt x="25" y="9"/>
                  </a:cubicBezTo>
                  <a:cubicBezTo>
                    <a:pt x="24" y="13"/>
                    <a:pt x="22" y="16"/>
                    <a:pt x="23" y="20"/>
                  </a:cubicBezTo>
                  <a:cubicBezTo>
                    <a:pt x="23" y="20"/>
                    <a:pt x="22" y="20"/>
                    <a:pt x="22" y="20"/>
                  </a:cubicBezTo>
                  <a:cubicBezTo>
                    <a:pt x="18" y="17"/>
                    <a:pt x="14" y="24"/>
                    <a:pt x="10" y="21"/>
                  </a:cubicBezTo>
                  <a:cubicBezTo>
                    <a:pt x="11" y="20"/>
                    <a:pt x="13" y="19"/>
                    <a:pt x="11" y="17"/>
                  </a:cubicBezTo>
                  <a:cubicBezTo>
                    <a:pt x="8" y="19"/>
                    <a:pt x="6" y="11"/>
                    <a:pt x="2" y="16"/>
                  </a:cubicBezTo>
                  <a:cubicBezTo>
                    <a:pt x="2" y="17"/>
                    <a:pt x="1" y="17"/>
                    <a:pt x="0" y="17"/>
                  </a:cubicBezTo>
                  <a:close/>
                </a:path>
              </a:pathLst>
            </a:custGeom>
            <a:solidFill>
              <a:srgbClr val="FE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6" name="Freeform 1270"/>
            <p:cNvSpPr/>
            <p:nvPr/>
          </p:nvSpPr>
          <p:spPr bwMode="auto">
            <a:xfrm>
              <a:off x="1509713" y="4318001"/>
              <a:ext cx="44450" cy="49213"/>
            </a:xfrm>
            <a:custGeom>
              <a:avLst/>
              <a:gdLst>
                <a:gd name="T0" fmla="*/ 11 w 12"/>
                <a:gd name="T1" fmla="*/ 7 h 13"/>
                <a:gd name="T2" fmla="*/ 12 w 12"/>
                <a:gd name="T3" fmla="*/ 9 h 13"/>
                <a:gd name="T4" fmla="*/ 6 w 12"/>
                <a:gd name="T5" fmla="*/ 10 h 13"/>
                <a:gd name="T6" fmla="*/ 8 w 12"/>
                <a:gd name="T7" fmla="*/ 8 h 13"/>
                <a:gd name="T8" fmla="*/ 4 w 12"/>
                <a:gd name="T9" fmla="*/ 8 h 13"/>
                <a:gd name="T10" fmla="*/ 3 w 12"/>
                <a:gd name="T11" fmla="*/ 8 h 13"/>
                <a:gd name="T12" fmla="*/ 3 w 12"/>
                <a:gd name="T13" fmla="*/ 6 h 13"/>
                <a:gd name="T14" fmla="*/ 2 w 12"/>
                <a:gd name="T15" fmla="*/ 3 h 13"/>
                <a:gd name="T16" fmla="*/ 0 w 12"/>
                <a:gd name="T17" fmla="*/ 0 h 13"/>
                <a:gd name="T18" fmla="*/ 7 w 12"/>
                <a:gd name="T19" fmla="*/ 3 h 13"/>
                <a:gd name="T20" fmla="*/ 8 w 12"/>
                <a:gd name="T21" fmla="*/ 4 h 13"/>
                <a:gd name="T22" fmla="*/ 11 w 12"/>
                <a:gd name="T2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3">
                  <a:moveTo>
                    <a:pt x="11" y="7"/>
                  </a:moveTo>
                  <a:cubicBezTo>
                    <a:pt x="12" y="8"/>
                    <a:pt x="12" y="8"/>
                    <a:pt x="12" y="9"/>
                  </a:cubicBezTo>
                  <a:cubicBezTo>
                    <a:pt x="10" y="9"/>
                    <a:pt x="8" y="13"/>
                    <a:pt x="6" y="10"/>
                  </a:cubicBezTo>
                  <a:cubicBezTo>
                    <a:pt x="5" y="8"/>
                    <a:pt x="9" y="11"/>
                    <a:pt x="8" y="8"/>
                  </a:cubicBezTo>
                  <a:cubicBezTo>
                    <a:pt x="7" y="7"/>
                    <a:pt x="6" y="5"/>
                    <a:pt x="4" y="8"/>
                  </a:cubicBezTo>
                  <a:cubicBezTo>
                    <a:pt x="4" y="8"/>
                    <a:pt x="3" y="8"/>
                    <a:pt x="3" y="8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5" y="4"/>
                    <a:pt x="5" y="3"/>
                    <a:pt x="2" y="3"/>
                  </a:cubicBezTo>
                  <a:cubicBezTo>
                    <a:pt x="1" y="3"/>
                    <a:pt x="1" y="1"/>
                    <a:pt x="0" y="0"/>
                  </a:cubicBezTo>
                  <a:cubicBezTo>
                    <a:pt x="3" y="0"/>
                    <a:pt x="4" y="2"/>
                    <a:pt x="7" y="3"/>
                  </a:cubicBezTo>
                  <a:cubicBezTo>
                    <a:pt x="7" y="3"/>
                    <a:pt x="8" y="4"/>
                    <a:pt x="8" y="4"/>
                  </a:cubicBezTo>
                  <a:cubicBezTo>
                    <a:pt x="10" y="5"/>
                    <a:pt x="11" y="6"/>
                    <a:pt x="11" y="7"/>
                  </a:cubicBezTo>
                  <a:close/>
                </a:path>
              </a:pathLst>
            </a:custGeom>
            <a:solidFill>
              <a:srgbClr val="FE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7" name="Freeform 1271"/>
            <p:cNvSpPr/>
            <p:nvPr/>
          </p:nvSpPr>
          <p:spPr bwMode="auto">
            <a:xfrm>
              <a:off x="1512888" y="4197351"/>
              <a:ext cx="38100" cy="26988"/>
            </a:xfrm>
            <a:custGeom>
              <a:avLst/>
              <a:gdLst>
                <a:gd name="T0" fmla="*/ 1 w 10"/>
                <a:gd name="T1" fmla="*/ 4 h 7"/>
                <a:gd name="T2" fmla="*/ 0 w 10"/>
                <a:gd name="T3" fmla="*/ 3 h 7"/>
                <a:gd name="T4" fmla="*/ 2 w 10"/>
                <a:gd name="T5" fmla="*/ 2 h 7"/>
                <a:gd name="T6" fmla="*/ 5 w 10"/>
                <a:gd name="T7" fmla="*/ 1 h 7"/>
                <a:gd name="T8" fmla="*/ 9 w 10"/>
                <a:gd name="T9" fmla="*/ 2 h 7"/>
                <a:gd name="T10" fmla="*/ 7 w 10"/>
                <a:gd name="T11" fmla="*/ 5 h 7"/>
                <a:gd name="T12" fmla="*/ 7 w 10"/>
                <a:gd name="T13" fmla="*/ 7 h 7"/>
                <a:gd name="T14" fmla="*/ 1 w 10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7">
                  <a:moveTo>
                    <a:pt x="1" y="4"/>
                  </a:moveTo>
                  <a:cubicBezTo>
                    <a:pt x="1" y="3"/>
                    <a:pt x="0" y="3"/>
                    <a:pt x="0" y="3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3" y="2"/>
                    <a:pt x="4" y="1"/>
                    <a:pt x="5" y="1"/>
                  </a:cubicBezTo>
                  <a:cubicBezTo>
                    <a:pt x="6" y="0"/>
                    <a:pt x="8" y="0"/>
                    <a:pt x="9" y="2"/>
                  </a:cubicBezTo>
                  <a:cubicBezTo>
                    <a:pt x="10" y="3"/>
                    <a:pt x="10" y="5"/>
                    <a:pt x="7" y="5"/>
                  </a:cubicBezTo>
                  <a:cubicBezTo>
                    <a:pt x="7" y="5"/>
                    <a:pt x="7" y="6"/>
                    <a:pt x="7" y="7"/>
                  </a:cubicBezTo>
                  <a:cubicBezTo>
                    <a:pt x="4" y="6"/>
                    <a:pt x="3" y="4"/>
                    <a:pt x="1" y="4"/>
                  </a:cubicBezTo>
                  <a:close/>
                </a:path>
              </a:pathLst>
            </a:custGeom>
            <a:solidFill>
              <a:srgbClr val="FE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8" name="Freeform 1272"/>
            <p:cNvSpPr/>
            <p:nvPr/>
          </p:nvSpPr>
          <p:spPr bwMode="auto">
            <a:xfrm>
              <a:off x="1531938" y="4311651"/>
              <a:ext cx="22225" cy="30163"/>
            </a:xfrm>
            <a:custGeom>
              <a:avLst/>
              <a:gdLst>
                <a:gd name="T0" fmla="*/ 2 w 6"/>
                <a:gd name="T1" fmla="*/ 6 h 8"/>
                <a:gd name="T2" fmla="*/ 1 w 6"/>
                <a:gd name="T3" fmla="*/ 5 h 8"/>
                <a:gd name="T4" fmla="*/ 5 w 6"/>
                <a:gd name="T5" fmla="*/ 0 h 8"/>
                <a:gd name="T6" fmla="*/ 5 w 6"/>
                <a:gd name="T7" fmla="*/ 6 h 8"/>
                <a:gd name="T8" fmla="*/ 2 w 6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2" y="6"/>
                  </a:moveTo>
                  <a:cubicBezTo>
                    <a:pt x="1" y="6"/>
                    <a:pt x="1" y="6"/>
                    <a:pt x="1" y="5"/>
                  </a:cubicBezTo>
                  <a:cubicBezTo>
                    <a:pt x="0" y="2"/>
                    <a:pt x="4" y="3"/>
                    <a:pt x="5" y="0"/>
                  </a:cubicBezTo>
                  <a:cubicBezTo>
                    <a:pt x="5" y="2"/>
                    <a:pt x="6" y="4"/>
                    <a:pt x="5" y="6"/>
                  </a:cubicBezTo>
                  <a:cubicBezTo>
                    <a:pt x="4" y="8"/>
                    <a:pt x="3" y="6"/>
                    <a:pt x="2" y="6"/>
                  </a:cubicBezTo>
                  <a:close/>
                </a:path>
              </a:pathLst>
            </a:custGeom>
            <a:solidFill>
              <a:srgbClr val="FE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19" name="Freeform 1273"/>
            <p:cNvSpPr/>
            <p:nvPr/>
          </p:nvSpPr>
          <p:spPr bwMode="auto">
            <a:xfrm>
              <a:off x="1543051" y="4227514"/>
              <a:ext cx="15875" cy="7938"/>
            </a:xfrm>
            <a:custGeom>
              <a:avLst/>
              <a:gdLst>
                <a:gd name="T0" fmla="*/ 0 w 4"/>
                <a:gd name="T1" fmla="*/ 0 h 2"/>
                <a:gd name="T2" fmla="*/ 4 w 4"/>
                <a:gd name="T3" fmla="*/ 2 h 2"/>
                <a:gd name="T4" fmla="*/ 2 w 4"/>
                <a:gd name="T5" fmla="*/ 2 h 2"/>
                <a:gd name="T6" fmla="*/ 0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cubicBezTo>
                    <a:pt x="2" y="0"/>
                    <a:pt x="3" y="1"/>
                    <a:pt x="4" y="2"/>
                  </a:cubicBezTo>
                  <a:cubicBezTo>
                    <a:pt x="4" y="2"/>
                    <a:pt x="3" y="2"/>
                    <a:pt x="2" y="2"/>
                  </a:cubicBezTo>
                  <a:cubicBezTo>
                    <a:pt x="2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FE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0" name="Freeform 1274"/>
            <p:cNvSpPr/>
            <p:nvPr/>
          </p:nvSpPr>
          <p:spPr bwMode="auto">
            <a:xfrm>
              <a:off x="1362076" y="4227514"/>
              <a:ext cx="38100" cy="46038"/>
            </a:xfrm>
            <a:custGeom>
              <a:avLst/>
              <a:gdLst>
                <a:gd name="T0" fmla="*/ 7 w 10"/>
                <a:gd name="T1" fmla="*/ 0 h 12"/>
                <a:gd name="T2" fmla="*/ 8 w 10"/>
                <a:gd name="T3" fmla="*/ 6 h 12"/>
                <a:gd name="T4" fmla="*/ 6 w 10"/>
                <a:gd name="T5" fmla="*/ 10 h 12"/>
                <a:gd name="T6" fmla="*/ 1 w 10"/>
                <a:gd name="T7" fmla="*/ 11 h 12"/>
                <a:gd name="T8" fmla="*/ 1 w 10"/>
                <a:gd name="T9" fmla="*/ 9 h 12"/>
                <a:gd name="T10" fmla="*/ 3 w 10"/>
                <a:gd name="T11" fmla="*/ 5 h 12"/>
                <a:gd name="T12" fmla="*/ 7 w 10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2">
                  <a:moveTo>
                    <a:pt x="7" y="0"/>
                  </a:moveTo>
                  <a:cubicBezTo>
                    <a:pt x="7" y="2"/>
                    <a:pt x="6" y="3"/>
                    <a:pt x="8" y="6"/>
                  </a:cubicBezTo>
                  <a:cubicBezTo>
                    <a:pt x="10" y="7"/>
                    <a:pt x="7" y="9"/>
                    <a:pt x="6" y="10"/>
                  </a:cubicBezTo>
                  <a:cubicBezTo>
                    <a:pt x="4" y="12"/>
                    <a:pt x="2" y="12"/>
                    <a:pt x="1" y="11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3" y="9"/>
                    <a:pt x="6" y="8"/>
                    <a:pt x="3" y="5"/>
                  </a:cubicBezTo>
                  <a:cubicBezTo>
                    <a:pt x="3" y="5"/>
                    <a:pt x="4" y="0"/>
                    <a:pt x="7" y="0"/>
                  </a:cubicBezTo>
                  <a:close/>
                </a:path>
              </a:pathLst>
            </a:custGeom>
            <a:solidFill>
              <a:srgbClr val="FE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1" name="Freeform 1275"/>
            <p:cNvSpPr/>
            <p:nvPr/>
          </p:nvSpPr>
          <p:spPr bwMode="auto">
            <a:xfrm>
              <a:off x="1238251" y="4175126"/>
              <a:ext cx="19050" cy="19050"/>
            </a:xfrm>
            <a:custGeom>
              <a:avLst/>
              <a:gdLst>
                <a:gd name="T0" fmla="*/ 5 w 5"/>
                <a:gd name="T1" fmla="*/ 5 h 5"/>
                <a:gd name="T2" fmla="*/ 0 w 5"/>
                <a:gd name="T3" fmla="*/ 1 h 5"/>
                <a:gd name="T4" fmla="*/ 5 w 5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cubicBezTo>
                    <a:pt x="3" y="4"/>
                    <a:pt x="0" y="4"/>
                    <a:pt x="0" y="1"/>
                  </a:cubicBezTo>
                  <a:cubicBezTo>
                    <a:pt x="3" y="0"/>
                    <a:pt x="4" y="2"/>
                    <a:pt x="5" y="5"/>
                  </a:cubicBezTo>
                  <a:close/>
                </a:path>
              </a:pathLst>
            </a:custGeom>
            <a:solidFill>
              <a:srgbClr val="FE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2" name="Freeform 1276"/>
            <p:cNvSpPr/>
            <p:nvPr/>
          </p:nvSpPr>
          <p:spPr bwMode="auto">
            <a:xfrm>
              <a:off x="1474788" y="4183064"/>
              <a:ext cx="46038" cy="25400"/>
            </a:xfrm>
            <a:custGeom>
              <a:avLst/>
              <a:gdLst>
                <a:gd name="T0" fmla="*/ 12 w 12"/>
                <a:gd name="T1" fmla="*/ 6 h 7"/>
                <a:gd name="T2" fmla="*/ 10 w 12"/>
                <a:gd name="T3" fmla="*/ 7 h 7"/>
                <a:gd name="T4" fmla="*/ 9 w 12"/>
                <a:gd name="T5" fmla="*/ 7 h 7"/>
                <a:gd name="T6" fmla="*/ 9 w 12"/>
                <a:gd name="T7" fmla="*/ 7 h 7"/>
                <a:gd name="T8" fmla="*/ 5 w 12"/>
                <a:gd name="T9" fmla="*/ 6 h 7"/>
                <a:gd name="T10" fmla="*/ 0 w 12"/>
                <a:gd name="T11" fmla="*/ 2 h 7"/>
                <a:gd name="T12" fmla="*/ 0 w 12"/>
                <a:gd name="T13" fmla="*/ 0 h 7"/>
                <a:gd name="T14" fmla="*/ 12 w 12"/>
                <a:gd name="T15" fmla="*/ 4 h 7"/>
                <a:gd name="T16" fmla="*/ 12 w 12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7">
                  <a:moveTo>
                    <a:pt x="12" y="6"/>
                  </a:moveTo>
                  <a:cubicBezTo>
                    <a:pt x="11" y="7"/>
                    <a:pt x="11" y="7"/>
                    <a:pt x="10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6" y="7"/>
                    <a:pt x="5" y="6"/>
                  </a:cubicBezTo>
                  <a:cubicBezTo>
                    <a:pt x="4" y="4"/>
                    <a:pt x="2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4" y="1"/>
                    <a:pt x="7" y="5"/>
                    <a:pt x="12" y="4"/>
                  </a:cubicBezTo>
                  <a:cubicBezTo>
                    <a:pt x="12" y="4"/>
                    <a:pt x="12" y="5"/>
                    <a:pt x="12" y="6"/>
                  </a:cubicBezTo>
                  <a:close/>
                </a:path>
              </a:pathLst>
            </a:custGeom>
            <a:solidFill>
              <a:srgbClr val="FE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3" name="Freeform 1277"/>
            <p:cNvSpPr/>
            <p:nvPr/>
          </p:nvSpPr>
          <p:spPr bwMode="auto">
            <a:xfrm>
              <a:off x="1693863" y="4476751"/>
              <a:ext cx="26988" cy="26988"/>
            </a:xfrm>
            <a:custGeom>
              <a:avLst/>
              <a:gdLst>
                <a:gd name="T0" fmla="*/ 1 w 7"/>
                <a:gd name="T1" fmla="*/ 1 h 7"/>
                <a:gd name="T2" fmla="*/ 2 w 7"/>
                <a:gd name="T3" fmla="*/ 0 h 7"/>
                <a:gd name="T4" fmla="*/ 3 w 7"/>
                <a:gd name="T5" fmla="*/ 7 h 7"/>
                <a:gd name="T6" fmla="*/ 1 w 7"/>
                <a:gd name="T7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cubicBezTo>
                    <a:pt x="1" y="2"/>
                    <a:pt x="7" y="4"/>
                    <a:pt x="3" y="7"/>
                  </a:cubicBezTo>
                  <a:cubicBezTo>
                    <a:pt x="2" y="5"/>
                    <a:pt x="0" y="3"/>
                    <a:pt x="1" y="1"/>
                  </a:cubicBezTo>
                  <a:close/>
                </a:path>
              </a:pathLst>
            </a:custGeom>
            <a:solidFill>
              <a:srgbClr val="F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4" name="Freeform 1278"/>
            <p:cNvSpPr/>
            <p:nvPr/>
          </p:nvSpPr>
          <p:spPr bwMode="auto">
            <a:xfrm>
              <a:off x="2100263" y="4254501"/>
              <a:ext cx="139700" cy="71438"/>
            </a:xfrm>
            <a:custGeom>
              <a:avLst/>
              <a:gdLst>
                <a:gd name="T0" fmla="*/ 0 w 37"/>
                <a:gd name="T1" fmla="*/ 14 h 19"/>
                <a:gd name="T2" fmla="*/ 4 w 37"/>
                <a:gd name="T3" fmla="*/ 9 h 19"/>
                <a:gd name="T4" fmla="*/ 13 w 37"/>
                <a:gd name="T5" fmla="*/ 6 h 19"/>
                <a:gd name="T6" fmla="*/ 15 w 37"/>
                <a:gd name="T7" fmla="*/ 7 h 19"/>
                <a:gd name="T8" fmla="*/ 16 w 37"/>
                <a:gd name="T9" fmla="*/ 7 h 19"/>
                <a:gd name="T10" fmla="*/ 18 w 37"/>
                <a:gd name="T11" fmla="*/ 7 h 19"/>
                <a:gd name="T12" fmla="*/ 29 w 37"/>
                <a:gd name="T13" fmla="*/ 1 h 19"/>
                <a:gd name="T14" fmla="*/ 33 w 37"/>
                <a:gd name="T15" fmla="*/ 0 h 19"/>
                <a:gd name="T16" fmla="*/ 33 w 37"/>
                <a:gd name="T17" fmla="*/ 3 h 19"/>
                <a:gd name="T18" fmla="*/ 36 w 37"/>
                <a:gd name="T19" fmla="*/ 5 h 19"/>
                <a:gd name="T20" fmla="*/ 34 w 37"/>
                <a:gd name="T21" fmla="*/ 7 h 19"/>
                <a:gd name="T22" fmla="*/ 31 w 37"/>
                <a:gd name="T23" fmla="*/ 5 h 19"/>
                <a:gd name="T24" fmla="*/ 23 w 37"/>
                <a:gd name="T25" fmla="*/ 9 h 19"/>
                <a:gd name="T26" fmla="*/ 25 w 37"/>
                <a:gd name="T27" fmla="*/ 15 h 19"/>
                <a:gd name="T28" fmla="*/ 25 w 37"/>
                <a:gd name="T29" fmla="*/ 16 h 19"/>
                <a:gd name="T30" fmla="*/ 19 w 37"/>
                <a:gd name="T31" fmla="*/ 19 h 19"/>
                <a:gd name="T32" fmla="*/ 18 w 37"/>
                <a:gd name="T33" fmla="*/ 19 h 19"/>
                <a:gd name="T34" fmla="*/ 18 w 37"/>
                <a:gd name="T35" fmla="*/ 16 h 19"/>
                <a:gd name="T36" fmla="*/ 17 w 37"/>
                <a:gd name="T37" fmla="*/ 18 h 19"/>
                <a:gd name="T38" fmla="*/ 7 w 37"/>
                <a:gd name="T39" fmla="*/ 18 h 19"/>
                <a:gd name="T40" fmla="*/ 6 w 37"/>
                <a:gd name="T41" fmla="*/ 18 h 19"/>
                <a:gd name="T42" fmla="*/ 3 w 37"/>
                <a:gd name="T43" fmla="*/ 14 h 19"/>
                <a:gd name="T44" fmla="*/ 0 w 37"/>
                <a:gd name="T45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" h="19">
                  <a:moveTo>
                    <a:pt x="0" y="14"/>
                  </a:moveTo>
                  <a:cubicBezTo>
                    <a:pt x="0" y="11"/>
                    <a:pt x="2" y="9"/>
                    <a:pt x="4" y="9"/>
                  </a:cubicBezTo>
                  <a:cubicBezTo>
                    <a:pt x="7" y="9"/>
                    <a:pt x="10" y="7"/>
                    <a:pt x="13" y="6"/>
                  </a:cubicBezTo>
                  <a:cubicBezTo>
                    <a:pt x="14" y="5"/>
                    <a:pt x="15" y="6"/>
                    <a:pt x="15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7" y="8"/>
                    <a:pt x="17" y="8"/>
                    <a:pt x="18" y="7"/>
                  </a:cubicBezTo>
                  <a:cubicBezTo>
                    <a:pt x="20" y="2"/>
                    <a:pt x="24" y="1"/>
                    <a:pt x="29" y="1"/>
                  </a:cubicBezTo>
                  <a:cubicBezTo>
                    <a:pt x="31" y="1"/>
                    <a:pt x="32" y="0"/>
                    <a:pt x="33" y="0"/>
                  </a:cubicBezTo>
                  <a:cubicBezTo>
                    <a:pt x="33" y="1"/>
                    <a:pt x="29" y="2"/>
                    <a:pt x="33" y="3"/>
                  </a:cubicBezTo>
                  <a:cubicBezTo>
                    <a:pt x="35" y="3"/>
                    <a:pt x="36" y="3"/>
                    <a:pt x="36" y="5"/>
                  </a:cubicBezTo>
                  <a:cubicBezTo>
                    <a:pt x="37" y="6"/>
                    <a:pt x="35" y="7"/>
                    <a:pt x="34" y="7"/>
                  </a:cubicBezTo>
                  <a:cubicBezTo>
                    <a:pt x="31" y="8"/>
                    <a:pt x="33" y="5"/>
                    <a:pt x="31" y="5"/>
                  </a:cubicBezTo>
                  <a:cubicBezTo>
                    <a:pt x="29" y="6"/>
                    <a:pt x="29" y="14"/>
                    <a:pt x="23" y="9"/>
                  </a:cubicBezTo>
                  <a:cubicBezTo>
                    <a:pt x="25" y="10"/>
                    <a:pt x="18" y="15"/>
                    <a:pt x="25" y="15"/>
                  </a:cubicBezTo>
                  <a:cubicBezTo>
                    <a:pt x="25" y="15"/>
                    <a:pt x="25" y="15"/>
                    <a:pt x="25" y="16"/>
                  </a:cubicBezTo>
                  <a:cubicBezTo>
                    <a:pt x="24" y="18"/>
                    <a:pt x="21" y="19"/>
                    <a:pt x="19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7" y="18"/>
                    <a:pt x="18" y="17"/>
                    <a:pt x="18" y="16"/>
                  </a:cubicBezTo>
                  <a:cubicBezTo>
                    <a:pt x="17" y="16"/>
                    <a:pt x="17" y="18"/>
                    <a:pt x="17" y="18"/>
                  </a:cubicBezTo>
                  <a:cubicBezTo>
                    <a:pt x="13" y="17"/>
                    <a:pt x="10" y="18"/>
                    <a:pt x="7" y="18"/>
                  </a:cubicBezTo>
                  <a:cubicBezTo>
                    <a:pt x="7" y="18"/>
                    <a:pt x="6" y="18"/>
                    <a:pt x="6" y="18"/>
                  </a:cubicBezTo>
                  <a:cubicBezTo>
                    <a:pt x="8" y="14"/>
                    <a:pt x="5" y="15"/>
                    <a:pt x="3" y="14"/>
                  </a:cubicBezTo>
                  <a:cubicBezTo>
                    <a:pt x="2" y="14"/>
                    <a:pt x="1" y="14"/>
                    <a:pt x="0" y="14"/>
                  </a:cubicBezTo>
                  <a:close/>
                </a:path>
              </a:pathLst>
            </a:custGeom>
            <a:solidFill>
              <a:srgbClr val="FAA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5" name="Freeform 1279"/>
            <p:cNvSpPr/>
            <p:nvPr/>
          </p:nvSpPr>
          <p:spPr bwMode="auto">
            <a:xfrm>
              <a:off x="2152651" y="4027489"/>
              <a:ext cx="109538" cy="114300"/>
            </a:xfrm>
            <a:custGeom>
              <a:avLst/>
              <a:gdLst>
                <a:gd name="T0" fmla="*/ 3 w 29"/>
                <a:gd name="T1" fmla="*/ 30 h 30"/>
                <a:gd name="T2" fmla="*/ 2 w 29"/>
                <a:gd name="T3" fmla="*/ 23 h 30"/>
                <a:gd name="T4" fmla="*/ 1 w 29"/>
                <a:gd name="T5" fmla="*/ 15 h 30"/>
                <a:gd name="T6" fmla="*/ 11 w 29"/>
                <a:gd name="T7" fmla="*/ 9 h 30"/>
                <a:gd name="T8" fmla="*/ 29 w 29"/>
                <a:gd name="T9" fmla="*/ 0 h 30"/>
                <a:gd name="T10" fmla="*/ 17 w 29"/>
                <a:gd name="T11" fmla="*/ 10 h 30"/>
                <a:gd name="T12" fmla="*/ 12 w 29"/>
                <a:gd name="T13" fmla="*/ 15 h 30"/>
                <a:gd name="T14" fmla="*/ 11 w 29"/>
                <a:gd name="T15" fmla="*/ 19 h 30"/>
                <a:gd name="T16" fmla="*/ 14 w 29"/>
                <a:gd name="T17" fmla="*/ 20 h 30"/>
                <a:gd name="T18" fmla="*/ 19 w 29"/>
                <a:gd name="T19" fmla="*/ 20 h 30"/>
                <a:gd name="T20" fmla="*/ 19 w 29"/>
                <a:gd name="T21" fmla="*/ 25 h 30"/>
                <a:gd name="T22" fmla="*/ 7 w 29"/>
                <a:gd name="T23" fmla="*/ 24 h 30"/>
                <a:gd name="T24" fmla="*/ 4 w 29"/>
                <a:gd name="T25" fmla="*/ 22 h 30"/>
                <a:gd name="T26" fmla="*/ 4 w 29"/>
                <a:gd name="T27" fmla="*/ 25 h 30"/>
                <a:gd name="T28" fmla="*/ 3 w 29"/>
                <a:gd name="T2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0">
                  <a:moveTo>
                    <a:pt x="3" y="30"/>
                  </a:moveTo>
                  <a:cubicBezTo>
                    <a:pt x="1" y="27"/>
                    <a:pt x="4" y="25"/>
                    <a:pt x="2" y="23"/>
                  </a:cubicBezTo>
                  <a:cubicBezTo>
                    <a:pt x="0" y="21"/>
                    <a:pt x="0" y="18"/>
                    <a:pt x="1" y="15"/>
                  </a:cubicBezTo>
                  <a:cubicBezTo>
                    <a:pt x="3" y="11"/>
                    <a:pt x="8" y="12"/>
                    <a:pt x="11" y="9"/>
                  </a:cubicBezTo>
                  <a:cubicBezTo>
                    <a:pt x="17" y="5"/>
                    <a:pt x="23" y="2"/>
                    <a:pt x="29" y="0"/>
                  </a:cubicBezTo>
                  <a:cubicBezTo>
                    <a:pt x="26" y="5"/>
                    <a:pt x="21" y="7"/>
                    <a:pt x="17" y="10"/>
                  </a:cubicBezTo>
                  <a:cubicBezTo>
                    <a:pt x="15" y="12"/>
                    <a:pt x="14" y="14"/>
                    <a:pt x="12" y="15"/>
                  </a:cubicBezTo>
                  <a:cubicBezTo>
                    <a:pt x="11" y="16"/>
                    <a:pt x="10" y="17"/>
                    <a:pt x="11" y="19"/>
                  </a:cubicBezTo>
                  <a:cubicBezTo>
                    <a:pt x="11" y="20"/>
                    <a:pt x="13" y="20"/>
                    <a:pt x="14" y="20"/>
                  </a:cubicBezTo>
                  <a:cubicBezTo>
                    <a:pt x="16" y="20"/>
                    <a:pt x="17" y="20"/>
                    <a:pt x="19" y="20"/>
                  </a:cubicBezTo>
                  <a:cubicBezTo>
                    <a:pt x="20" y="22"/>
                    <a:pt x="17" y="23"/>
                    <a:pt x="19" y="25"/>
                  </a:cubicBezTo>
                  <a:cubicBezTo>
                    <a:pt x="15" y="25"/>
                    <a:pt x="11" y="22"/>
                    <a:pt x="7" y="24"/>
                  </a:cubicBezTo>
                  <a:cubicBezTo>
                    <a:pt x="6" y="24"/>
                    <a:pt x="5" y="22"/>
                    <a:pt x="4" y="22"/>
                  </a:cubicBezTo>
                  <a:cubicBezTo>
                    <a:pt x="3" y="23"/>
                    <a:pt x="3" y="24"/>
                    <a:pt x="4" y="25"/>
                  </a:cubicBezTo>
                  <a:cubicBezTo>
                    <a:pt x="5" y="27"/>
                    <a:pt x="3" y="28"/>
                    <a:pt x="3" y="30"/>
                  </a:cubicBezTo>
                  <a:close/>
                </a:path>
              </a:pathLst>
            </a:custGeom>
            <a:solidFill>
              <a:srgbClr val="FEB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6" name="Freeform 1280"/>
            <p:cNvSpPr/>
            <p:nvPr/>
          </p:nvSpPr>
          <p:spPr bwMode="auto">
            <a:xfrm>
              <a:off x="2176463" y="4117976"/>
              <a:ext cx="19050" cy="19050"/>
            </a:xfrm>
            <a:custGeom>
              <a:avLst/>
              <a:gdLst>
                <a:gd name="T0" fmla="*/ 1 w 5"/>
                <a:gd name="T1" fmla="*/ 0 h 5"/>
                <a:gd name="T2" fmla="*/ 5 w 5"/>
                <a:gd name="T3" fmla="*/ 2 h 5"/>
                <a:gd name="T4" fmla="*/ 1 w 5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cubicBezTo>
                    <a:pt x="2" y="1"/>
                    <a:pt x="3" y="2"/>
                    <a:pt x="5" y="2"/>
                  </a:cubicBezTo>
                  <a:cubicBezTo>
                    <a:pt x="3" y="3"/>
                    <a:pt x="0" y="5"/>
                    <a:pt x="1" y="0"/>
                  </a:cubicBezTo>
                  <a:close/>
                </a:path>
              </a:pathLst>
            </a:custGeom>
            <a:solidFill>
              <a:srgbClr val="FEB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7" name="Freeform 1281"/>
            <p:cNvSpPr/>
            <p:nvPr/>
          </p:nvSpPr>
          <p:spPr bwMode="auto">
            <a:xfrm>
              <a:off x="2157413" y="4141789"/>
              <a:ext cx="11113" cy="17463"/>
            </a:xfrm>
            <a:custGeom>
              <a:avLst/>
              <a:gdLst>
                <a:gd name="T0" fmla="*/ 1 w 3"/>
                <a:gd name="T1" fmla="*/ 5 h 5"/>
                <a:gd name="T2" fmla="*/ 2 w 3"/>
                <a:gd name="T3" fmla="*/ 0 h 5"/>
                <a:gd name="T4" fmla="*/ 1 w 3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1" y="5"/>
                  </a:moveTo>
                  <a:cubicBezTo>
                    <a:pt x="1" y="4"/>
                    <a:pt x="0" y="2"/>
                    <a:pt x="2" y="0"/>
                  </a:cubicBezTo>
                  <a:cubicBezTo>
                    <a:pt x="3" y="2"/>
                    <a:pt x="3" y="4"/>
                    <a:pt x="1" y="5"/>
                  </a:cubicBezTo>
                  <a:close/>
                </a:path>
              </a:pathLst>
            </a:custGeom>
            <a:solidFill>
              <a:srgbClr val="FEB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8" name="Freeform 1282"/>
            <p:cNvSpPr/>
            <p:nvPr/>
          </p:nvSpPr>
          <p:spPr bwMode="auto">
            <a:xfrm>
              <a:off x="2157413" y="4257676"/>
              <a:ext cx="14288" cy="22225"/>
            </a:xfrm>
            <a:custGeom>
              <a:avLst/>
              <a:gdLst>
                <a:gd name="T0" fmla="*/ 1 w 4"/>
                <a:gd name="T1" fmla="*/ 3 h 6"/>
                <a:gd name="T2" fmla="*/ 1 w 4"/>
                <a:gd name="T3" fmla="*/ 2 h 6"/>
                <a:gd name="T4" fmla="*/ 2 w 4"/>
                <a:gd name="T5" fmla="*/ 0 h 6"/>
                <a:gd name="T6" fmla="*/ 1 w 4"/>
                <a:gd name="T7" fmla="*/ 6 h 6"/>
                <a:gd name="T8" fmla="*/ 1 w 4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1" y="3"/>
                  </a:moveTo>
                  <a:cubicBezTo>
                    <a:pt x="1" y="3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4" y="3"/>
                    <a:pt x="2" y="4"/>
                    <a:pt x="1" y="6"/>
                  </a:cubicBezTo>
                  <a:cubicBezTo>
                    <a:pt x="0" y="5"/>
                    <a:pt x="0" y="4"/>
                    <a:pt x="1" y="3"/>
                  </a:cubicBezTo>
                  <a:close/>
                </a:path>
              </a:pathLst>
            </a:custGeom>
            <a:solidFill>
              <a:srgbClr val="FAA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29" name="Freeform 1283"/>
            <p:cNvSpPr/>
            <p:nvPr/>
          </p:nvSpPr>
          <p:spPr bwMode="auto">
            <a:xfrm>
              <a:off x="2039938" y="4311651"/>
              <a:ext cx="188913" cy="120650"/>
            </a:xfrm>
            <a:custGeom>
              <a:avLst/>
              <a:gdLst>
                <a:gd name="T0" fmla="*/ 35 w 50"/>
                <a:gd name="T1" fmla="*/ 4 h 32"/>
                <a:gd name="T2" fmla="*/ 41 w 50"/>
                <a:gd name="T3" fmla="*/ 1 h 32"/>
                <a:gd name="T4" fmla="*/ 46 w 50"/>
                <a:gd name="T5" fmla="*/ 0 h 32"/>
                <a:gd name="T6" fmla="*/ 43 w 50"/>
                <a:gd name="T7" fmla="*/ 9 h 32"/>
                <a:gd name="T8" fmla="*/ 47 w 50"/>
                <a:gd name="T9" fmla="*/ 11 h 32"/>
                <a:gd name="T10" fmla="*/ 42 w 50"/>
                <a:gd name="T11" fmla="*/ 15 h 32"/>
                <a:gd name="T12" fmla="*/ 37 w 50"/>
                <a:gd name="T13" fmla="*/ 13 h 32"/>
                <a:gd name="T14" fmla="*/ 34 w 50"/>
                <a:gd name="T15" fmla="*/ 9 h 32"/>
                <a:gd name="T16" fmla="*/ 32 w 50"/>
                <a:gd name="T17" fmla="*/ 10 h 32"/>
                <a:gd name="T18" fmla="*/ 32 w 50"/>
                <a:gd name="T19" fmla="*/ 12 h 32"/>
                <a:gd name="T20" fmla="*/ 33 w 50"/>
                <a:gd name="T21" fmla="*/ 13 h 32"/>
                <a:gd name="T22" fmla="*/ 32 w 50"/>
                <a:gd name="T23" fmla="*/ 14 h 32"/>
                <a:gd name="T24" fmla="*/ 27 w 50"/>
                <a:gd name="T25" fmla="*/ 15 h 32"/>
                <a:gd name="T26" fmla="*/ 17 w 50"/>
                <a:gd name="T27" fmla="*/ 20 h 32"/>
                <a:gd name="T28" fmla="*/ 18 w 50"/>
                <a:gd name="T29" fmla="*/ 23 h 32"/>
                <a:gd name="T30" fmla="*/ 23 w 50"/>
                <a:gd name="T31" fmla="*/ 31 h 32"/>
                <a:gd name="T32" fmla="*/ 13 w 50"/>
                <a:gd name="T33" fmla="*/ 32 h 32"/>
                <a:gd name="T34" fmla="*/ 8 w 50"/>
                <a:gd name="T35" fmla="*/ 28 h 32"/>
                <a:gd name="T36" fmla="*/ 9 w 50"/>
                <a:gd name="T37" fmla="*/ 23 h 32"/>
                <a:gd name="T38" fmla="*/ 1 w 50"/>
                <a:gd name="T39" fmla="*/ 23 h 32"/>
                <a:gd name="T40" fmla="*/ 3 w 50"/>
                <a:gd name="T41" fmla="*/ 19 h 32"/>
                <a:gd name="T42" fmla="*/ 5 w 50"/>
                <a:gd name="T43" fmla="*/ 16 h 32"/>
                <a:gd name="T44" fmla="*/ 14 w 50"/>
                <a:gd name="T45" fmla="*/ 12 h 32"/>
                <a:gd name="T46" fmla="*/ 29 w 50"/>
                <a:gd name="T47" fmla="*/ 5 h 32"/>
                <a:gd name="T48" fmla="*/ 37 w 50"/>
                <a:gd name="T49" fmla="*/ 9 h 32"/>
                <a:gd name="T50" fmla="*/ 35 w 50"/>
                <a:gd name="T51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32">
                  <a:moveTo>
                    <a:pt x="35" y="4"/>
                  </a:moveTo>
                  <a:cubicBezTo>
                    <a:pt x="37" y="3"/>
                    <a:pt x="39" y="2"/>
                    <a:pt x="41" y="1"/>
                  </a:cubicBezTo>
                  <a:cubicBezTo>
                    <a:pt x="43" y="2"/>
                    <a:pt x="44" y="3"/>
                    <a:pt x="46" y="0"/>
                  </a:cubicBezTo>
                  <a:cubicBezTo>
                    <a:pt x="43" y="3"/>
                    <a:pt x="50" y="9"/>
                    <a:pt x="43" y="9"/>
                  </a:cubicBezTo>
                  <a:cubicBezTo>
                    <a:pt x="43" y="11"/>
                    <a:pt x="45" y="9"/>
                    <a:pt x="47" y="11"/>
                  </a:cubicBezTo>
                  <a:cubicBezTo>
                    <a:pt x="45" y="12"/>
                    <a:pt x="44" y="14"/>
                    <a:pt x="42" y="15"/>
                  </a:cubicBezTo>
                  <a:cubicBezTo>
                    <a:pt x="40" y="16"/>
                    <a:pt x="37" y="18"/>
                    <a:pt x="37" y="13"/>
                  </a:cubicBezTo>
                  <a:cubicBezTo>
                    <a:pt x="37" y="12"/>
                    <a:pt x="35" y="11"/>
                    <a:pt x="34" y="9"/>
                  </a:cubicBezTo>
                  <a:cubicBezTo>
                    <a:pt x="34" y="8"/>
                    <a:pt x="32" y="9"/>
                    <a:pt x="32" y="10"/>
                  </a:cubicBezTo>
                  <a:cubicBezTo>
                    <a:pt x="31" y="10"/>
                    <a:pt x="30" y="11"/>
                    <a:pt x="32" y="12"/>
                  </a:cubicBezTo>
                  <a:cubicBezTo>
                    <a:pt x="33" y="12"/>
                    <a:pt x="34" y="12"/>
                    <a:pt x="33" y="13"/>
                  </a:cubicBezTo>
                  <a:cubicBezTo>
                    <a:pt x="33" y="14"/>
                    <a:pt x="32" y="14"/>
                    <a:pt x="32" y="14"/>
                  </a:cubicBezTo>
                  <a:cubicBezTo>
                    <a:pt x="30" y="14"/>
                    <a:pt x="27" y="15"/>
                    <a:pt x="27" y="15"/>
                  </a:cubicBezTo>
                  <a:cubicBezTo>
                    <a:pt x="21" y="13"/>
                    <a:pt x="21" y="20"/>
                    <a:pt x="17" y="20"/>
                  </a:cubicBezTo>
                  <a:cubicBezTo>
                    <a:pt x="17" y="21"/>
                    <a:pt x="17" y="23"/>
                    <a:pt x="18" y="23"/>
                  </a:cubicBezTo>
                  <a:cubicBezTo>
                    <a:pt x="21" y="25"/>
                    <a:pt x="19" y="29"/>
                    <a:pt x="23" y="31"/>
                  </a:cubicBezTo>
                  <a:cubicBezTo>
                    <a:pt x="19" y="31"/>
                    <a:pt x="16" y="31"/>
                    <a:pt x="13" y="32"/>
                  </a:cubicBezTo>
                  <a:cubicBezTo>
                    <a:pt x="13" y="28"/>
                    <a:pt x="13" y="28"/>
                    <a:pt x="8" y="28"/>
                  </a:cubicBezTo>
                  <a:cubicBezTo>
                    <a:pt x="10" y="26"/>
                    <a:pt x="7" y="24"/>
                    <a:pt x="9" y="23"/>
                  </a:cubicBezTo>
                  <a:cubicBezTo>
                    <a:pt x="6" y="23"/>
                    <a:pt x="4" y="23"/>
                    <a:pt x="1" y="23"/>
                  </a:cubicBezTo>
                  <a:cubicBezTo>
                    <a:pt x="0" y="21"/>
                    <a:pt x="2" y="20"/>
                    <a:pt x="3" y="19"/>
                  </a:cubicBezTo>
                  <a:cubicBezTo>
                    <a:pt x="4" y="18"/>
                    <a:pt x="5" y="18"/>
                    <a:pt x="5" y="16"/>
                  </a:cubicBezTo>
                  <a:cubicBezTo>
                    <a:pt x="7" y="13"/>
                    <a:pt x="11" y="13"/>
                    <a:pt x="14" y="12"/>
                  </a:cubicBezTo>
                  <a:cubicBezTo>
                    <a:pt x="19" y="10"/>
                    <a:pt x="24" y="7"/>
                    <a:pt x="29" y="5"/>
                  </a:cubicBezTo>
                  <a:cubicBezTo>
                    <a:pt x="35" y="5"/>
                    <a:pt x="35" y="5"/>
                    <a:pt x="37" y="9"/>
                  </a:cubicBezTo>
                  <a:cubicBezTo>
                    <a:pt x="37" y="7"/>
                    <a:pt x="34" y="6"/>
                    <a:pt x="35" y="4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0" name="Freeform 1284"/>
            <p:cNvSpPr/>
            <p:nvPr/>
          </p:nvSpPr>
          <p:spPr bwMode="auto">
            <a:xfrm>
              <a:off x="2039938" y="4427539"/>
              <a:ext cx="128588" cy="68263"/>
            </a:xfrm>
            <a:custGeom>
              <a:avLst/>
              <a:gdLst>
                <a:gd name="T0" fmla="*/ 34 w 34"/>
                <a:gd name="T1" fmla="*/ 4 h 18"/>
                <a:gd name="T2" fmla="*/ 32 w 34"/>
                <a:gd name="T3" fmla="*/ 6 h 18"/>
                <a:gd name="T4" fmla="*/ 21 w 34"/>
                <a:gd name="T5" fmla="*/ 12 h 18"/>
                <a:gd name="T6" fmla="*/ 20 w 34"/>
                <a:gd name="T7" fmla="*/ 12 h 18"/>
                <a:gd name="T8" fmla="*/ 14 w 34"/>
                <a:gd name="T9" fmla="*/ 12 h 18"/>
                <a:gd name="T10" fmla="*/ 11 w 34"/>
                <a:gd name="T11" fmla="*/ 15 h 18"/>
                <a:gd name="T12" fmla="*/ 6 w 34"/>
                <a:gd name="T13" fmla="*/ 18 h 18"/>
                <a:gd name="T14" fmla="*/ 3 w 34"/>
                <a:gd name="T15" fmla="*/ 17 h 18"/>
                <a:gd name="T16" fmla="*/ 0 w 34"/>
                <a:gd name="T17" fmla="*/ 15 h 18"/>
                <a:gd name="T18" fmla="*/ 3 w 34"/>
                <a:gd name="T19" fmla="*/ 13 h 18"/>
                <a:gd name="T20" fmla="*/ 22 w 34"/>
                <a:gd name="T21" fmla="*/ 2 h 18"/>
                <a:gd name="T22" fmla="*/ 25 w 34"/>
                <a:gd name="T23" fmla="*/ 2 h 18"/>
                <a:gd name="T24" fmla="*/ 31 w 34"/>
                <a:gd name="T25" fmla="*/ 0 h 18"/>
                <a:gd name="T26" fmla="*/ 33 w 34"/>
                <a:gd name="T27" fmla="*/ 2 h 18"/>
                <a:gd name="T28" fmla="*/ 34 w 34"/>
                <a:gd name="T29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18">
                  <a:moveTo>
                    <a:pt x="34" y="4"/>
                  </a:moveTo>
                  <a:cubicBezTo>
                    <a:pt x="33" y="5"/>
                    <a:pt x="32" y="6"/>
                    <a:pt x="32" y="6"/>
                  </a:cubicBezTo>
                  <a:cubicBezTo>
                    <a:pt x="27" y="6"/>
                    <a:pt x="25" y="10"/>
                    <a:pt x="21" y="12"/>
                  </a:cubicBezTo>
                  <a:cubicBezTo>
                    <a:pt x="21" y="12"/>
                    <a:pt x="21" y="12"/>
                    <a:pt x="20" y="12"/>
                  </a:cubicBezTo>
                  <a:cubicBezTo>
                    <a:pt x="18" y="12"/>
                    <a:pt x="16" y="13"/>
                    <a:pt x="14" y="12"/>
                  </a:cubicBezTo>
                  <a:cubicBezTo>
                    <a:pt x="12" y="11"/>
                    <a:pt x="12" y="14"/>
                    <a:pt x="11" y="15"/>
                  </a:cubicBezTo>
                  <a:cubicBezTo>
                    <a:pt x="9" y="16"/>
                    <a:pt x="8" y="17"/>
                    <a:pt x="6" y="18"/>
                  </a:cubicBezTo>
                  <a:cubicBezTo>
                    <a:pt x="5" y="17"/>
                    <a:pt x="4" y="17"/>
                    <a:pt x="3" y="17"/>
                  </a:cubicBezTo>
                  <a:cubicBezTo>
                    <a:pt x="2" y="17"/>
                    <a:pt x="0" y="16"/>
                    <a:pt x="0" y="15"/>
                  </a:cubicBezTo>
                  <a:cubicBezTo>
                    <a:pt x="0" y="13"/>
                    <a:pt x="2" y="13"/>
                    <a:pt x="3" y="13"/>
                  </a:cubicBezTo>
                  <a:cubicBezTo>
                    <a:pt x="9" y="9"/>
                    <a:pt x="16" y="6"/>
                    <a:pt x="22" y="2"/>
                  </a:cubicBezTo>
                  <a:cubicBezTo>
                    <a:pt x="23" y="2"/>
                    <a:pt x="24" y="1"/>
                    <a:pt x="25" y="2"/>
                  </a:cubicBezTo>
                  <a:cubicBezTo>
                    <a:pt x="27" y="2"/>
                    <a:pt x="29" y="1"/>
                    <a:pt x="31" y="0"/>
                  </a:cubicBezTo>
                  <a:cubicBezTo>
                    <a:pt x="31" y="1"/>
                    <a:pt x="32" y="2"/>
                    <a:pt x="33" y="2"/>
                  </a:cubicBezTo>
                  <a:cubicBezTo>
                    <a:pt x="33" y="3"/>
                    <a:pt x="33" y="4"/>
                    <a:pt x="34" y="4"/>
                  </a:cubicBezTo>
                  <a:close/>
                </a:path>
              </a:pathLst>
            </a:custGeom>
            <a:solidFill>
              <a:srgbClr val="EFE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1" name="Freeform 1285"/>
            <p:cNvSpPr/>
            <p:nvPr/>
          </p:nvSpPr>
          <p:spPr bwMode="auto">
            <a:xfrm>
              <a:off x="2157413" y="4383089"/>
              <a:ext cx="109538" cy="52388"/>
            </a:xfrm>
            <a:custGeom>
              <a:avLst/>
              <a:gdLst>
                <a:gd name="T0" fmla="*/ 2 w 29"/>
                <a:gd name="T1" fmla="*/ 14 h 14"/>
                <a:gd name="T2" fmla="*/ 0 w 29"/>
                <a:gd name="T3" fmla="*/ 12 h 14"/>
                <a:gd name="T4" fmla="*/ 10 w 29"/>
                <a:gd name="T5" fmla="*/ 5 h 14"/>
                <a:gd name="T6" fmla="*/ 22 w 29"/>
                <a:gd name="T7" fmla="*/ 2 h 14"/>
                <a:gd name="T8" fmla="*/ 29 w 29"/>
                <a:gd name="T9" fmla="*/ 2 h 14"/>
                <a:gd name="T10" fmla="*/ 8 w 29"/>
                <a:gd name="T11" fmla="*/ 12 h 14"/>
                <a:gd name="T12" fmla="*/ 2 w 29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4">
                  <a:moveTo>
                    <a:pt x="2" y="14"/>
                  </a:moveTo>
                  <a:cubicBezTo>
                    <a:pt x="0" y="14"/>
                    <a:pt x="0" y="14"/>
                    <a:pt x="0" y="12"/>
                  </a:cubicBezTo>
                  <a:cubicBezTo>
                    <a:pt x="3" y="10"/>
                    <a:pt x="6" y="8"/>
                    <a:pt x="10" y="5"/>
                  </a:cubicBezTo>
                  <a:cubicBezTo>
                    <a:pt x="13" y="2"/>
                    <a:pt x="18" y="3"/>
                    <a:pt x="22" y="2"/>
                  </a:cubicBezTo>
                  <a:cubicBezTo>
                    <a:pt x="24" y="2"/>
                    <a:pt x="27" y="0"/>
                    <a:pt x="29" y="2"/>
                  </a:cubicBezTo>
                  <a:cubicBezTo>
                    <a:pt x="23" y="7"/>
                    <a:pt x="14" y="7"/>
                    <a:pt x="8" y="12"/>
                  </a:cubicBezTo>
                  <a:cubicBezTo>
                    <a:pt x="6" y="13"/>
                    <a:pt x="3" y="11"/>
                    <a:pt x="2" y="14"/>
                  </a:cubicBezTo>
                  <a:close/>
                </a:path>
              </a:pathLst>
            </a:custGeom>
            <a:solidFill>
              <a:srgbClr val="EEE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2" name="Freeform 1286"/>
            <p:cNvSpPr/>
            <p:nvPr/>
          </p:nvSpPr>
          <p:spPr bwMode="auto">
            <a:xfrm>
              <a:off x="2063751" y="4484689"/>
              <a:ext cx="28575" cy="30163"/>
            </a:xfrm>
            <a:custGeom>
              <a:avLst/>
              <a:gdLst>
                <a:gd name="T0" fmla="*/ 0 w 8"/>
                <a:gd name="T1" fmla="*/ 3 h 8"/>
                <a:gd name="T2" fmla="*/ 5 w 8"/>
                <a:gd name="T3" fmla="*/ 0 h 8"/>
                <a:gd name="T4" fmla="*/ 7 w 8"/>
                <a:gd name="T5" fmla="*/ 8 h 8"/>
                <a:gd name="T6" fmla="*/ 0 w 8"/>
                <a:gd name="T7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8">
                  <a:moveTo>
                    <a:pt x="0" y="3"/>
                  </a:moveTo>
                  <a:cubicBezTo>
                    <a:pt x="0" y="0"/>
                    <a:pt x="3" y="0"/>
                    <a:pt x="5" y="0"/>
                  </a:cubicBezTo>
                  <a:cubicBezTo>
                    <a:pt x="5" y="3"/>
                    <a:pt x="8" y="5"/>
                    <a:pt x="7" y="8"/>
                  </a:cubicBezTo>
                  <a:cubicBezTo>
                    <a:pt x="5" y="7"/>
                    <a:pt x="0" y="8"/>
                    <a:pt x="0" y="3"/>
                  </a:cubicBezTo>
                  <a:close/>
                </a:path>
              </a:pathLst>
            </a:custGeom>
            <a:solidFill>
              <a:srgbClr val="F3E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3" name="Freeform 1287"/>
            <p:cNvSpPr/>
            <p:nvPr/>
          </p:nvSpPr>
          <p:spPr bwMode="auto">
            <a:xfrm>
              <a:off x="2100263" y="4487864"/>
              <a:ext cx="11113" cy="26988"/>
            </a:xfrm>
            <a:custGeom>
              <a:avLst/>
              <a:gdLst>
                <a:gd name="T0" fmla="*/ 1 w 3"/>
                <a:gd name="T1" fmla="*/ 7 h 7"/>
                <a:gd name="T2" fmla="*/ 3 w 3"/>
                <a:gd name="T3" fmla="*/ 0 h 7"/>
                <a:gd name="T4" fmla="*/ 1 w 3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7">
                  <a:moveTo>
                    <a:pt x="1" y="7"/>
                  </a:moveTo>
                  <a:cubicBezTo>
                    <a:pt x="0" y="4"/>
                    <a:pt x="1" y="2"/>
                    <a:pt x="3" y="0"/>
                  </a:cubicBezTo>
                  <a:cubicBezTo>
                    <a:pt x="3" y="3"/>
                    <a:pt x="3" y="5"/>
                    <a:pt x="1" y="7"/>
                  </a:cubicBezTo>
                  <a:close/>
                </a:path>
              </a:pathLst>
            </a:custGeom>
            <a:solidFill>
              <a:srgbClr val="F3E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4" name="Freeform 1288"/>
            <p:cNvSpPr/>
            <p:nvPr/>
          </p:nvSpPr>
          <p:spPr bwMode="auto">
            <a:xfrm>
              <a:off x="2092326" y="4473576"/>
              <a:ext cx="23813" cy="14288"/>
            </a:xfrm>
            <a:custGeom>
              <a:avLst/>
              <a:gdLst>
                <a:gd name="T0" fmla="*/ 0 w 6"/>
                <a:gd name="T1" fmla="*/ 0 h 4"/>
                <a:gd name="T2" fmla="*/ 6 w 6"/>
                <a:gd name="T3" fmla="*/ 0 h 4"/>
                <a:gd name="T4" fmla="*/ 0 w 6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4" y="1"/>
                    <a:pt x="2" y="4"/>
                    <a:pt x="0" y="0"/>
                  </a:cubicBezTo>
                  <a:close/>
                </a:path>
              </a:pathLst>
            </a:custGeom>
            <a:solidFill>
              <a:srgbClr val="F3E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5" name="Freeform 1289"/>
            <p:cNvSpPr/>
            <p:nvPr/>
          </p:nvSpPr>
          <p:spPr bwMode="auto">
            <a:xfrm>
              <a:off x="2122488" y="4386264"/>
              <a:ext cx="7938" cy="11113"/>
            </a:xfrm>
            <a:custGeom>
              <a:avLst/>
              <a:gdLst>
                <a:gd name="T0" fmla="*/ 1 w 2"/>
                <a:gd name="T1" fmla="*/ 0 h 3"/>
                <a:gd name="T2" fmla="*/ 2 w 2"/>
                <a:gd name="T3" fmla="*/ 2 h 3"/>
                <a:gd name="T4" fmla="*/ 1 w 2"/>
                <a:gd name="T5" fmla="*/ 3 h 3"/>
                <a:gd name="T6" fmla="*/ 0 w 2"/>
                <a:gd name="T7" fmla="*/ 1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3"/>
                    <a:pt x="2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6" name="Freeform 1290"/>
            <p:cNvSpPr/>
            <p:nvPr/>
          </p:nvSpPr>
          <p:spPr bwMode="auto">
            <a:xfrm>
              <a:off x="2152651" y="4510089"/>
              <a:ext cx="7938" cy="4763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1 h 1"/>
                <a:gd name="T6" fmla="*/ 0 w 2"/>
                <a:gd name="T7" fmla="*/ 0 h 1"/>
                <a:gd name="T8" fmla="*/ 1 w 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3E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7" name="Freeform 1291"/>
            <p:cNvSpPr/>
            <p:nvPr/>
          </p:nvSpPr>
          <p:spPr bwMode="auto">
            <a:xfrm>
              <a:off x="2089151" y="4514851"/>
              <a:ext cx="11113" cy="7938"/>
            </a:xfrm>
            <a:custGeom>
              <a:avLst/>
              <a:gdLst>
                <a:gd name="T0" fmla="*/ 3 w 3"/>
                <a:gd name="T1" fmla="*/ 2 h 2"/>
                <a:gd name="T2" fmla="*/ 2 w 3"/>
                <a:gd name="T3" fmla="*/ 2 h 2"/>
                <a:gd name="T4" fmla="*/ 1 w 3"/>
                <a:gd name="T5" fmla="*/ 1 h 2"/>
                <a:gd name="T6" fmla="*/ 1 w 3"/>
                <a:gd name="T7" fmla="*/ 1 h 2"/>
                <a:gd name="T8" fmla="*/ 3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1"/>
                    <a:pt x="2" y="1"/>
                    <a:pt x="3" y="2"/>
                  </a:cubicBezTo>
                  <a:close/>
                </a:path>
              </a:pathLst>
            </a:custGeom>
            <a:solidFill>
              <a:srgbClr val="F3E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8" name="Freeform 1292"/>
            <p:cNvSpPr/>
            <p:nvPr/>
          </p:nvSpPr>
          <p:spPr bwMode="auto">
            <a:xfrm>
              <a:off x="2122488" y="4424364"/>
              <a:ext cx="12700" cy="11113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3 h 3"/>
                <a:gd name="T4" fmla="*/ 3 w 3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3"/>
                    <a:pt x="1" y="3"/>
                    <a:pt x="0" y="3"/>
                  </a:cubicBezTo>
                  <a:cubicBezTo>
                    <a:pt x="1" y="2"/>
                    <a:pt x="2" y="0"/>
                    <a:pt x="3" y="3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39" name="Freeform 1293"/>
            <p:cNvSpPr/>
            <p:nvPr/>
          </p:nvSpPr>
          <p:spPr bwMode="auto">
            <a:xfrm>
              <a:off x="1724026" y="4540251"/>
              <a:ext cx="11113" cy="30163"/>
            </a:xfrm>
            <a:custGeom>
              <a:avLst/>
              <a:gdLst>
                <a:gd name="T0" fmla="*/ 1 w 3"/>
                <a:gd name="T1" fmla="*/ 8 h 8"/>
                <a:gd name="T2" fmla="*/ 3 w 3"/>
                <a:gd name="T3" fmla="*/ 0 h 8"/>
                <a:gd name="T4" fmla="*/ 1 w 3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">
                  <a:moveTo>
                    <a:pt x="1" y="8"/>
                  </a:moveTo>
                  <a:cubicBezTo>
                    <a:pt x="0" y="5"/>
                    <a:pt x="0" y="4"/>
                    <a:pt x="3" y="0"/>
                  </a:cubicBezTo>
                  <a:cubicBezTo>
                    <a:pt x="2" y="4"/>
                    <a:pt x="1" y="6"/>
                    <a:pt x="1" y="8"/>
                  </a:cubicBezTo>
                  <a:close/>
                </a:path>
              </a:pathLst>
            </a:custGeom>
            <a:solidFill>
              <a:srgbClr val="FE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0" name="Freeform 1294"/>
            <p:cNvSpPr/>
            <p:nvPr/>
          </p:nvSpPr>
          <p:spPr bwMode="auto">
            <a:xfrm>
              <a:off x="2014538" y="4432301"/>
              <a:ext cx="11113" cy="6350"/>
            </a:xfrm>
            <a:custGeom>
              <a:avLst/>
              <a:gdLst>
                <a:gd name="T0" fmla="*/ 0 w 3"/>
                <a:gd name="T1" fmla="*/ 2 h 2"/>
                <a:gd name="T2" fmla="*/ 2 w 3"/>
                <a:gd name="T3" fmla="*/ 0 h 2"/>
                <a:gd name="T4" fmla="*/ 1 w 3"/>
                <a:gd name="T5" fmla="*/ 2 h 2"/>
                <a:gd name="T6" fmla="*/ 0 w 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1" name="Freeform 1295"/>
            <p:cNvSpPr/>
            <p:nvPr/>
          </p:nvSpPr>
          <p:spPr bwMode="auto">
            <a:xfrm>
              <a:off x="1825626" y="4298951"/>
              <a:ext cx="354013" cy="177800"/>
            </a:xfrm>
            <a:custGeom>
              <a:avLst/>
              <a:gdLst>
                <a:gd name="T0" fmla="*/ 87 w 94"/>
                <a:gd name="T1" fmla="*/ 9 h 47"/>
                <a:gd name="T2" fmla="*/ 62 w 94"/>
                <a:gd name="T3" fmla="*/ 20 h 47"/>
                <a:gd name="T4" fmla="*/ 44 w 94"/>
                <a:gd name="T5" fmla="*/ 27 h 47"/>
                <a:gd name="T6" fmla="*/ 36 w 94"/>
                <a:gd name="T7" fmla="*/ 31 h 47"/>
                <a:gd name="T8" fmla="*/ 11 w 94"/>
                <a:gd name="T9" fmla="*/ 44 h 47"/>
                <a:gd name="T10" fmla="*/ 4 w 94"/>
                <a:gd name="T11" fmla="*/ 45 h 47"/>
                <a:gd name="T12" fmla="*/ 1 w 94"/>
                <a:gd name="T13" fmla="*/ 46 h 47"/>
                <a:gd name="T14" fmla="*/ 1 w 94"/>
                <a:gd name="T15" fmla="*/ 43 h 47"/>
                <a:gd name="T16" fmla="*/ 1 w 94"/>
                <a:gd name="T17" fmla="*/ 41 h 47"/>
                <a:gd name="T18" fmla="*/ 3 w 94"/>
                <a:gd name="T19" fmla="*/ 40 h 47"/>
                <a:gd name="T20" fmla="*/ 22 w 94"/>
                <a:gd name="T21" fmla="*/ 31 h 47"/>
                <a:gd name="T22" fmla="*/ 38 w 94"/>
                <a:gd name="T23" fmla="*/ 25 h 47"/>
                <a:gd name="T24" fmla="*/ 41 w 94"/>
                <a:gd name="T25" fmla="*/ 23 h 47"/>
                <a:gd name="T26" fmla="*/ 53 w 94"/>
                <a:gd name="T27" fmla="*/ 18 h 47"/>
                <a:gd name="T28" fmla="*/ 71 w 94"/>
                <a:gd name="T29" fmla="*/ 9 h 47"/>
                <a:gd name="T30" fmla="*/ 76 w 94"/>
                <a:gd name="T31" fmla="*/ 2 h 47"/>
                <a:gd name="T32" fmla="*/ 78 w 94"/>
                <a:gd name="T33" fmla="*/ 1 h 47"/>
                <a:gd name="T34" fmla="*/ 80 w 94"/>
                <a:gd name="T35" fmla="*/ 0 h 47"/>
                <a:gd name="T36" fmla="*/ 80 w 94"/>
                <a:gd name="T37" fmla="*/ 5 h 47"/>
                <a:gd name="T38" fmla="*/ 84 w 94"/>
                <a:gd name="T39" fmla="*/ 4 h 47"/>
                <a:gd name="T40" fmla="*/ 85 w 94"/>
                <a:gd name="T41" fmla="*/ 3 h 47"/>
                <a:gd name="T42" fmla="*/ 93 w 94"/>
                <a:gd name="T43" fmla="*/ 1 h 47"/>
                <a:gd name="T44" fmla="*/ 91 w 94"/>
                <a:gd name="T45" fmla="*/ 7 h 47"/>
                <a:gd name="T46" fmla="*/ 87 w 94"/>
                <a:gd name="T47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4" h="47">
                  <a:moveTo>
                    <a:pt x="87" y="9"/>
                  </a:moveTo>
                  <a:cubicBezTo>
                    <a:pt x="78" y="13"/>
                    <a:pt x="70" y="16"/>
                    <a:pt x="62" y="20"/>
                  </a:cubicBezTo>
                  <a:cubicBezTo>
                    <a:pt x="57" y="24"/>
                    <a:pt x="50" y="26"/>
                    <a:pt x="44" y="27"/>
                  </a:cubicBezTo>
                  <a:cubicBezTo>
                    <a:pt x="41" y="28"/>
                    <a:pt x="38" y="29"/>
                    <a:pt x="36" y="31"/>
                  </a:cubicBezTo>
                  <a:cubicBezTo>
                    <a:pt x="28" y="35"/>
                    <a:pt x="19" y="40"/>
                    <a:pt x="11" y="44"/>
                  </a:cubicBezTo>
                  <a:cubicBezTo>
                    <a:pt x="9" y="43"/>
                    <a:pt x="6" y="44"/>
                    <a:pt x="4" y="45"/>
                  </a:cubicBezTo>
                  <a:cubicBezTo>
                    <a:pt x="3" y="45"/>
                    <a:pt x="2" y="47"/>
                    <a:pt x="1" y="46"/>
                  </a:cubicBezTo>
                  <a:cubicBezTo>
                    <a:pt x="0" y="45"/>
                    <a:pt x="1" y="44"/>
                    <a:pt x="1" y="43"/>
                  </a:cubicBezTo>
                  <a:cubicBezTo>
                    <a:pt x="2" y="43"/>
                    <a:pt x="1" y="42"/>
                    <a:pt x="1" y="41"/>
                  </a:cubicBezTo>
                  <a:cubicBezTo>
                    <a:pt x="2" y="40"/>
                    <a:pt x="2" y="40"/>
                    <a:pt x="3" y="40"/>
                  </a:cubicBezTo>
                  <a:cubicBezTo>
                    <a:pt x="11" y="39"/>
                    <a:pt x="17" y="36"/>
                    <a:pt x="22" y="31"/>
                  </a:cubicBezTo>
                  <a:cubicBezTo>
                    <a:pt x="27" y="28"/>
                    <a:pt x="33" y="28"/>
                    <a:pt x="38" y="25"/>
                  </a:cubicBezTo>
                  <a:cubicBezTo>
                    <a:pt x="39" y="25"/>
                    <a:pt x="40" y="24"/>
                    <a:pt x="41" y="23"/>
                  </a:cubicBezTo>
                  <a:cubicBezTo>
                    <a:pt x="45" y="21"/>
                    <a:pt x="49" y="20"/>
                    <a:pt x="53" y="18"/>
                  </a:cubicBezTo>
                  <a:cubicBezTo>
                    <a:pt x="60" y="16"/>
                    <a:pt x="65" y="12"/>
                    <a:pt x="71" y="9"/>
                  </a:cubicBezTo>
                  <a:cubicBezTo>
                    <a:pt x="73" y="7"/>
                    <a:pt x="78" y="7"/>
                    <a:pt x="76" y="2"/>
                  </a:cubicBezTo>
                  <a:cubicBezTo>
                    <a:pt x="77" y="1"/>
                    <a:pt x="77" y="1"/>
                    <a:pt x="78" y="1"/>
                  </a:cubicBezTo>
                  <a:cubicBezTo>
                    <a:pt x="79" y="4"/>
                    <a:pt x="80" y="3"/>
                    <a:pt x="80" y="0"/>
                  </a:cubicBezTo>
                  <a:cubicBezTo>
                    <a:pt x="83" y="2"/>
                    <a:pt x="80" y="4"/>
                    <a:pt x="80" y="5"/>
                  </a:cubicBezTo>
                  <a:cubicBezTo>
                    <a:pt x="82" y="6"/>
                    <a:pt x="83" y="5"/>
                    <a:pt x="84" y="4"/>
                  </a:cubicBezTo>
                  <a:cubicBezTo>
                    <a:pt x="85" y="4"/>
                    <a:pt x="85" y="3"/>
                    <a:pt x="85" y="3"/>
                  </a:cubicBezTo>
                  <a:cubicBezTo>
                    <a:pt x="89" y="7"/>
                    <a:pt x="90" y="2"/>
                    <a:pt x="93" y="1"/>
                  </a:cubicBezTo>
                  <a:cubicBezTo>
                    <a:pt x="94" y="4"/>
                    <a:pt x="91" y="5"/>
                    <a:pt x="91" y="7"/>
                  </a:cubicBezTo>
                  <a:cubicBezTo>
                    <a:pt x="91" y="9"/>
                    <a:pt x="88" y="8"/>
                    <a:pt x="87" y="9"/>
                  </a:cubicBezTo>
                  <a:close/>
                </a:path>
              </a:pathLst>
            </a:custGeom>
            <a:solidFill>
              <a:srgbClr val="F7A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2" name="Freeform 1296"/>
            <p:cNvSpPr/>
            <p:nvPr/>
          </p:nvSpPr>
          <p:spPr bwMode="auto">
            <a:xfrm>
              <a:off x="1960563" y="4375151"/>
              <a:ext cx="106363" cy="49213"/>
            </a:xfrm>
            <a:custGeom>
              <a:avLst/>
              <a:gdLst>
                <a:gd name="T0" fmla="*/ 0 w 28"/>
                <a:gd name="T1" fmla="*/ 11 h 13"/>
                <a:gd name="T2" fmla="*/ 4 w 28"/>
                <a:gd name="T3" fmla="*/ 7 h 13"/>
                <a:gd name="T4" fmla="*/ 26 w 28"/>
                <a:gd name="T5" fmla="*/ 0 h 13"/>
                <a:gd name="T6" fmla="*/ 27 w 28"/>
                <a:gd name="T7" fmla="*/ 2 h 13"/>
                <a:gd name="T8" fmla="*/ 22 w 28"/>
                <a:gd name="T9" fmla="*/ 6 h 13"/>
                <a:gd name="T10" fmla="*/ 22 w 28"/>
                <a:gd name="T11" fmla="*/ 6 h 13"/>
                <a:gd name="T12" fmla="*/ 11 w 28"/>
                <a:gd name="T13" fmla="*/ 12 h 13"/>
                <a:gd name="T14" fmla="*/ 0 w 28"/>
                <a:gd name="T15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3">
                  <a:moveTo>
                    <a:pt x="0" y="11"/>
                  </a:moveTo>
                  <a:cubicBezTo>
                    <a:pt x="0" y="8"/>
                    <a:pt x="1" y="7"/>
                    <a:pt x="4" y="7"/>
                  </a:cubicBezTo>
                  <a:cubicBezTo>
                    <a:pt x="12" y="6"/>
                    <a:pt x="18" y="2"/>
                    <a:pt x="26" y="0"/>
                  </a:cubicBezTo>
                  <a:cubicBezTo>
                    <a:pt x="27" y="0"/>
                    <a:pt x="28" y="0"/>
                    <a:pt x="27" y="2"/>
                  </a:cubicBezTo>
                  <a:cubicBezTo>
                    <a:pt x="25" y="3"/>
                    <a:pt x="23" y="3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9" y="9"/>
                    <a:pt x="14" y="9"/>
                    <a:pt x="11" y="12"/>
                  </a:cubicBezTo>
                  <a:cubicBezTo>
                    <a:pt x="8" y="11"/>
                    <a:pt x="3" y="13"/>
                    <a:pt x="0" y="11"/>
                  </a:cubicBezTo>
                  <a:close/>
                </a:path>
              </a:pathLst>
            </a:custGeom>
            <a:solidFill>
              <a:srgbClr val="F8F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3" name="Freeform 1297"/>
            <p:cNvSpPr/>
            <p:nvPr/>
          </p:nvSpPr>
          <p:spPr bwMode="auto">
            <a:xfrm>
              <a:off x="2003426" y="4397376"/>
              <a:ext cx="44450" cy="26988"/>
            </a:xfrm>
            <a:custGeom>
              <a:avLst/>
              <a:gdLst>
                <a:gd name="T0" fmla="*/ 0 w 12"/>
                <a:gd name="T1" fmla="*/ 6 h 7"/>
                <a:gd name="T2" fmla="*/ 11 w 12"/>
                <a:gd name="T3" fmla="*/ 0 h 7"/>
                <a:gd name="T4" fmla="*/ 5 w 12"/>
                <a:gd name="T5" fmla="*/ 6 h 7"/>
                <a:gd name="T6" fmla="*/ 0 w 12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7">
                  <a:moveTo>
                    <a:pt x="0" y="6"/>
                  </a:moveTo>
                  <a:cubicBezTo>
                    <a:pt x="3" y="2"/>
                    <a:pt x="7" y="1"/>
                    <a:pt x="11" y="0"/>
                  </a:cubicBezTo>
                  <a:cubicBezTo>
                    <a:pt x="12" y="5"/>
                    <a:pt x="10" y="7"/>
                    <a:pt x="5" y="6"/>
                  </a:cubicBezTo>
                  <a:cubicBezTo>
                    <a:pt x="3" y="6"/>
                    <a:pt x="2" y="6"/>
                    <a:pt x="0" y="6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4" name="Freeform 1298"/>
            <p:cNvSpPr/>
            <p:nvPr/>
          </p:nvSpPr>
          <p:spPr bwMode="auto">
            <a:xfrm>
              <a:off x="1882776" y="3621089"/>
              <a:ext cx="161925" cy="120650"/>
            </a:xfrm>
            <a:custGeom>
              <a:avLst/>
              <a:gdLst>
                <a:gd name="T0" fmla="*/ 42 w 43"/>
                <a:gd name="T1" fmla="*/ 22 h 32"/>
                <a:gd name="T2" fmla="*/ 40 w 43"/>
                <a:gd name="T3" fmla="*/ 24 h 32"/>
                <a:gd name="T4" fmla="*/ 35 w 43"/>
                <a:gd name="T5" fmla="*/ 25 h 32"/>
                <a:gd name="T6" fmla="*/ 32 w 43"/>
                <a:gd name="T7" fmla="*/ 26 h 32"/>
                <a:gd name="T8" fmla="*/ 29 w 43"/>
                <a:gd name="T9" fmla="*/ 29 h 32"/>
                <a:gd name="T10" fmla="*/ 27 w 43"/>
                <a:gd name="T11" fmla="*/ 30 h 32"/>
                <a:gd name="T12" fmla="*/ 22 w 43"/>
                <a:gd name="T13" fmla="*/ 30 h 32"/>
                <a:gd name="T14" fmla="*/ 21 w 43"/>
                <a:gd name="T15" fmla="*/ 30 h 32"/>
                <a:gd name="T16" fmla="*/ 16 w 43"/>
                <a:gd name="T17" fmla="*/ 29 h 32"/>
                <a:gd name="T18" fmla="*/ 11 w 43"/>
                <a:gd name="T19" fmla="*/ 28 h 32"/>
                <a:gd name="T20" fmla="*/ 9 w 43"/>
                <a:gd name="T21" fmla="*/ 29 h 32"/>
                <a:gd name="T22" fmla="*/ 6 w 43"/>
                <a:gd name="T23" fmla="*/ 29 h 32"/>
                <a:gd name="T24" fmla="*/ 7 w 43"/>
                <a:gd name="T25" fmla="*/ 32 h 32"/>
                <a:gd name="T26" fmla="*/ 2 w 43"/>
                <a:gd name="T27" fmla="*/ 25 h 32"/>
                <a:gd name="T28" fmla="*/ 1 w 43"/>
                <a:gd name="T29" fmla="*/ 23 h 32"/>
                <a:gd name="T30" fmla="*/ 1 w 43"/>
                <a:gd name="T31" fmla="*/ 21 h 32"/>
                <a:gd name="T32" fmla="*/ 3 w 43"/>
                <a:gd name="T33" fmla="*/ 20 h 32"/>
                <a:gd name="T34" fmla="*/ 7 w 43"/>
                <a:gd name="T35" fmla="*/ 22 h 32"/>
                <a:gd name="T36" fmla="*/ 9 w 43"/>
                <a:gd name="T37" fmla="*/ 22 h 32"/>
                <a:gd name="T38" fmla="*/ 15 w 43"/>
                <a:gd name="T39" fmla="*/ 19 h 32"/>
                <a:gd name="T40" fmla="*/ 20 w 43"/>
                <a:gd name="T41" fmla="*/ 10 h 32"/>
                <a:gd name="T42" fmla="*/ 22 w 43"/>
                <a:gd name="T43" fmla="*/ 6 h 32"/>
                <a:gd name="T44" fmla="*/ 19 w 43"/>
                <a:gd name="T45" fmla="*/ 8 h 32"/>
                <a:gd name="T46" fmla="*/ 14 w 43"/>
                <a:gd name="T47" fmla="*/ 9 h 32"/>
                <a:gd name="T48" fmla="*/ 9 w 43"/>
                <a:gd name="T49" fmla="*/ 10 h 32"/>
                <a:gd name="T50" fmla="*/ 13 w 43"/>
                <a:gd name="T51" fmla="*/ 7 h 32"/>
                <a:gd name="T52" fmla="*/ 17 w 43"/>
                <a:gd name="T53" fmla="*/ 4 h 32"/>
                <a:gd name="T54" fmla="*/ 19 w 43"/>
                <a:gd name="T55" fmla="*/ 2 h 32"/>
                <a:gd name="T56" fmla="*/ 19 w 43"/>
                <a:gd name="T57" fmla="*/ 1 h 32"/>
                <a:gd name="T58" fmla="*/ 21 w 43"/>
                <a:gd name="T59" fmla="*/ 1 h 32"/>
                <a:gd name="T60" fmla="*/ 26 w 43"/>
                <a:gd name="T61" fmla="*/ 9 h 32"/>
                <a:gd name="T62" fmla="*/ 28 w 43"/>
                <a:gd name="T63" fmla="*/ 9 h 32"/>
                <a:gd name="T64" fmla="*/ 30 w 43"/>
                <a:gd name="T65" fmla="*/ 8 h 32"/>
                <a:gd name="T66" fmla="*/ 31 w 43"/>
                <a:gd name="T67" fmla="*/ 7 h 32"/>
                <a:gd name="T68" fmla="*/ 34 w 43"/>
                <a:gd name="T69" fmla="*/ 9 h 32"/>
                <a:gd name="T70" fmla="*/ 42 w 43"/>
                <a:gd name="T71" fmla="*/ 20 h 32"/>
                <a:gd name="T72" fmla="*/ 42 w 43"/>
                <a:gd name="T7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3" h="32">
                  <a:moveTo>
                    <a:pt x="42" y="22"/>
                  </a:moveTo>
                  <a:cubicBezTo>
                    <a:pt x="41" y="23"/>
                    <a:pt x="40" y="23"/>
                    <a:pt x="40" y="24"/>
                  </a:cubicBezTo>
                  <a:cubicBezTo>
                    <a:pt x="40" y="27"/>
                    <a:pt x="38" y="27"/>
                    <a:pt x="35" y="25"/>
                  </a:cubicBezTo>
                  <a:cubicBezTo>
                    <a:pt x="35" y="26"/>
                    <a:pt x="33" y="26"/>
                    <a:pt x="32" y="26"/>
                  </a:cubicBezTo>
                  <a:cubicBezTo>
                    <a:pt x="30" y="26"/>
                    <a:pt x="30" y="26"/>
                    <a:pt x="29" y="29"/>
                  </a:cubicBezTo>
                  <a:cubicBezTo>
                    <a:pt x="28" y="30"/>
                    <a:pt x="28" y="30"/>
                    <a:pt x="27" y="30"/>
                  </a:cubicBezTo>
                  <a:cubicBezTo>
                    <a:pt x="25" y="29"/>
                    <a:pt x="24" y="28"/>
                    <a:pt x="22" y="30"/>
                  </a:cubicBezTo>
                  <a:cubicBezTo>
                    <a:pt x="22" y="30"/>
                    <a:pt x="22" y="30"/>
                    <a:pt x="21" y="30"/>
                  </a:cubicBezTo>
                  <a:cubicBezTo>
                    <a:pt x="21" y="24"/>
                    <a:pt x="18" y="31"/>
                    <a:pt x="16" y="29"/>
                  </a:cubicBezTo>
                  <a:cubicBezTo>
                    <a:pt x="14" y="31"/>
                    <a:pt x="13" y="29"/>
                    <a:pt x="11" y="28"/>
                  </a:cubicBezTo>
                  <a:cubicBezTo>
                    <a:pt x="11" y="30"/>
                    <a:pt x="10" y="30"/>
                    <a:pt x="9" y="29"/>
                  </a:cubicBezTo>
                  <a:cubicBezTo>
                    <a:pt x="8" y="29"/>
                    <a:pt x="7" y="28"/>
                    <a:pt x="6" y="29"/>
                  </a:cubicBezTo>
                  <a:cubicBezTo>
                    <a:pt x="4" y="30"/>
                    <a:pt x="8" y="30"/>
                    <a:pt x="7" y="32"/>
                  </a:cubicBezTo>
                  <a:cubicBezTo>
                    <a:pt x="1" y="32"/>
                    <a:pt x="0" y="30"/>
                    <a:pt x="2" y="25"/>
                  </a:cubicBezTo>
                  <a:cubicBezTo>
                    <a:pt x="3" y="24"/>
                    <a:pt x="4" y="23"/>
                    <a:pt x="1" y="23"/>
                  </a:cubicBezTo>
                  <a:cubicBezTo>
                    <a:pt x="1" y="23"/>
                    <a:pt x="1" y="22"/>
                    <a:pt x="1" y="21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4" y="22"/>
                    <a:pt x="7" y="19"/>
                    <a:pt x="7" y="22"/>
                  </a:cubicBezTo>
                  <a:cubicBezTo>
                    <a:pt x="8" y="23"/>
                    <a:pt x="9" y="23"/>
                    <a:pt x="9" y="22"/>
                  </a:cubicBezTo>
                  <a:cubicBezTo>
                    <a:pt x="10" y="19"/>
                    <a:pt x="13" y="20"/>
                    <a:pt x="15" y="19"/>
                  </a:cubicBezTo>
                  <a:cubicBezTo>
                    <a:pt x="20" y="18"/>
                    <a:pt x="21" y="14"/>
                    <a:pt x="20" y="10"/>
                  </a:cubicBezTo>
                  <a:cubicBezTo>
                    <a:pt x="20" y="8"/>
                    <a:pt x="22" y="8"/>
                    <a:pt x="22" y="6"/>
                  </a:cubicBezTo>
                  <a:cubicBezTo>
                    <a:pt x="20" y="6"/>
                    <a:pt x="20" y="7"/>
                    <a:pt x="19" y="8"/>
                  </a:cubicBezTo>
                  <a:cubicBezTo>
                    <a:pt x="17" y="9"/>
                    <a:pt x="16" y="13"/>
                    <a:pt x="14" y="9"/>
                  </a:cubicBezTo>
                  <a:cubicBezTo>
                    <a:pt x="12" y="7"/>
                    <a:pt x="11" y="11"/>
                    <a:pt x="9" y="10"/>
                  </a:cubicBezTo>
                  <a:cubicBezTo>
                    <a:pt x="10" y="8"/>
                    <a:pt x="9" y="5"/>
                    <a:pt x="13" y="7"/>
                  </a:cubicBezTo>
                  <a:cubicBezTo>
                    <a:pt x="16" y="8"/>
                    <a:pt x="14" y="4"/>
                    <a:pt x="17" y="4"/>
                  </a:cubicBezTo>
                  <a:cubicBezTo>
                    <a:pt x="19" y="5"/>
                    <a:pt x="21" y="5"/>
                    <a:pt x="19" y="2"/>
                  </a:cubicBezTo>
                  <a:cubicBezTo>
                    <a:pt x="18" y="1"/>
                    <a:pt x="19" y="1"/>
                    <a:pt x="19" y="1"/>
                  </a:cubicBezTo>
                  <a:cubicBezTo>
                    <a:pt x="20" y="0"/>
                    <a:pt x="21" y="1"/>
                    <a:pt x="21" y="1"/>
                  </a:cubicBezTo>
                  <a:cubicBezTo>
                    <a:pt x="21" y="5"/>
                    <a:pt x="25" y="5"/>
                    <a:pt x="26" y="9"/>
                  </a:cubicBezTo>
                  <a:cubicBezTo>
                    <a:pt x="26" y="10"/>
                    <a:pt x="27" y="9"/>
                    <a:pt x="28" y="9"/>
                  </a:cubicBezTo>
                  <a:cubicBezTo>
                    <a:pt x="28" y="9"/>
                    <a:pt x="29" y="9"/>
                    <a:pt x="30" y="8"/>
                  </a:cubicBezTo>
                  <a:cubicBezTo>
                    <a:pt x="30" y="8"/>
                    <a:pt x="31" y="8"/>
                    <a:pt x="31" y="7"/>
                  </a:cubicBezTo>
                  <a:cubicBezTo>
                    <a:pt x="32" y="8"/>
                    <a:pt x="33" y="9"/>
                    <a:pt x="34" y="9"/>
                  </a:cubicBezTo>
                  <a:cubicBezTo>
                    <a:pt x="38" y="12"/>
                    <a:pt x="43" y="14"/>
                    <a:pt x="42" y="20"/>
                  </a:cubicBezTo>
                  <a:cubicBezTo>
                    <a:pt x="42" y="21"/>
                    <a:pt x="43" y="22"/>
                    <a:pt x="42" y="22"/>
                  </a:cubicBezTo>
                  <a:close/>
                </a:path>
              </a:pathLst>
            </a:custGeom>
            <a:solidFill>
              <a:srgbClr val="ABD0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5" name="Freeform 1299"/>
            <p:cNvSpPr/>
            <p:nvPr/>
          </p:nvSpPr>
          <p:spPr bwMode="auto">
            <a:xfrm>
              <a:off x="1855788" y="3506789"/>
              <a:ext cx="52388" cy="53975"/>
            </a:xfrm>
            <a:custGeom>
              <a:avLst/>
              <a:gdLst>
                <a:gd name="T0" fmla="*/ 4 w 14"/>
                <a:gd name="T1" fmla="*/ 11 h 14"/>
                <a:gd name="T2" fmla="*/ 5 w 14"/>
                <a:gd name="T3" fmla="*/ 10 h 14"/>
                <a:gd name="T4" fmla="*/ 0 w 14"/>
                <a:gd name="T5" fmla="*/ 9 h 14"/>
                <a:gd name="T6" fmla="*/ 6 w 14"/>
                <a:gd name="T7" fmla="*/ 6 h 14"/>
                <a:gd name="T8" fmla="*/ 8 w 14"/>
                <a:gd name="T9" fmla="*/ 5 h 14"/>
                <a:gd name="T10" fmla="*/ 5 w 14"/>
                <a:gd name="T11" fmla="*/ 4 h 14"/>
                <a:gd name="T12" fmla="*/ 0 w 14"/>
                <a:gd name="T13" fmla="*/ 3 h 14"/>
                <a:gd name="T14" fmla="*/ 6 w 14"/>
                <a:gd name="T15" fmla="*/ 0 h 14"/>
                <a:gd name="T16" fmla="*/ 14 w 14"/>
                <a:gd name="T17" fmla="*/ 6 h 14"/>
                <a:gd name="T18" fmla="*/ 12 w 14"/>
                <a:gd name="T19" fmla="*/ 14 h 14"/>
                <a:gd name="T20" fmla="*/ 6 w 14"/>
                <a:gd name="T21" fmla="*/ 12 h 14"/>
                <a:gd name="T22" fmla="*/ 4 w 14"/>
                <a:gd name="T23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4">
                  <a:moveTo>
                    <a:pt x="4" y="11"/>
                  </a:moveTo>
                  <a:cubicBezTo>
                    <a:pt x="5" y="11"/>
                    <a:pt x="6" y="11"/>
                    <a:pt x="5" y="10"/>
                  </a:cubicBezTo>
                  <a:cubicBezTo>
                    <a:pt x="4" y="9"/>
                    <a:pt x="2" y="9"/>
                    <a:pt x="0" y="9"/>
                  </a:cubicBezTo>
                  <a:cubicBezTo>
                    <a:pt x="2" y="7"/>
                    <a:pt x="4" y="6"/>
                    <a:pt x="6" y="6"/>
                  </a:cubicBezTo>
                  <a:cubicBezTo>
                    <a:pt x="7" y="7"/>
                    <a:pt x="8" y="7"/>
                    <a:pt x="8" y="5"/>
                  </a:cubicBezTo>
                  <a:cubicBezTo>
                    <a:pt x="8" y="3"/>
                    <a:pt x="6" y="3"/>
                    <a:pt x="5" y="4"/>
                  </a:cubicBezTo>
                  <a:cubicBezTo>
                    <a:pt x="3" y="4"/>
                    <a:pt x="2" y="5"/>
                    <a:pt x="0" y="3"/>
                  </a:cubicBezTo>
                  <a:cubicBezTo>
                    <a:pt x="3" y="2"/>
                    <a:pt x="5" y="2"/>
                    <a:pt x="6" y="0"/>
                  </a:cubicBezTo>
                  <a:cubicBezTo>
                    <a:pt x="9" y="1"/>
                    <a:pt x="14" y="0"/>
                    <a:pt x="14" y="6"/>
                  </a:cubicBezTo>
                  <a:cubicBezTo>
                    <a:pt x="14" y="9"/>
                    <a:pt x="13" y="12"/>
                    <a:pt x="12" y="14"/>
                  </a:cubicBezTo>
                  <a:cubicBezTo>
                    <a:pt x="10" y="12"/>
                    <a:pt x="9" y="10"/>
                    <a:pt x="6" y="12"/>
                  </a:cubicBezTo>
                  <a:cubicBezTo>
                    <a:pt x="5" y="13"/>
                    <a:pt x="4" y="13"/>
                    <a:pt x="4" y="11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6" name="Freeform 1300"/>
            <p:cNvSpPr/>
            <p:nvPr/>
          </p:nvSpPr>
          <p:spPr bwMode="auto">
            <a:xfrm>
              <a:off x="1852613" y="3563939"/>
              <a:ext cx="47625" cy="52388"/>
            </a:xfrm>
            <a:custGeom>
              <a:avLst/>
              <a:gdLst>
                <a:gd name="T0" fmla="*/ 0 w 13"/>
                <a:gd name="T1" fmla="*/ 5 h 14"/>
                <a:gd name="T2" fmla="*/ 13 w 13"/>
                <a:gd name="T3" fmla="*/ 0 h 14"/>
                <a:gd name="T4" fmla="*/ 13 w 13"/>
                <a:gd name="T5" fmla="*/ 0 h 14"/>
                <a:gd name="T6" fmla="*/ 7 w 13"/>
                <a:gd name="T7" fmla="*/ 14 h 14"/>
                <a:gd name="T8" fmla="*/ 6 w 13"/>
                <a:gd name="T9" fmla="*/ 13 h 14"/>
                <a:gd name="T10" fmla="*/ 0 w 13"/>
                <a:gd name="T11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4">
                  <a:moveTo>
                    <a:pt x="0" y="5"/>
                  </a:moveTo>
                  <a:cubicBezTo>
                    <a:pt x="4" y="2"/>
                    <a:pt x="8" y="2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5"/>
                    <a:pt x="10" y="10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2" y="12"/>
                    <a:pt x="2" y="8"/>
                    <a:pt x="0" y="5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7" name="Freeform 1301"/>
            <p:cNvSpPr/>
            <p:nvPr/>
          </p:nvSpPr>
          <p:spPr bwMode="auto">
            <a:xfrm>
              <a:off x="1990726" y="3725864"/>
              <a:ext cx="23813" cy="15875"/>
            </a:xfrm>
            <a:custGeom>
              <a:avLst/>
              <a:gdLst>
                <a:gd name="T0" fmla="*/ 5 w 6"/>
                <a:gd name="T1" fmla="*/ 3 h 4"/>
                <a:gd name="T2" fmla="*/ 0 w 6"/>
                <a:gd name="T3" fmla="*/ 4 h 4"/>
                <a:gd name="T4" fmla="*/ 5 w 6"/>
                <a:gd name="T5" fmla="*/ 0 h 4"/>
                <a:gd name="T6" fmla="*/ 5 w 6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5" y="3"/>
                  </a:moveTo>
                  <a:cubicBezTo>
                    <a:pt x="3" y="3"/>
                    <a:pt x="2" y="4"/>
                    <a:pt x="0" y="4"/>
                  </a:cubicBezTo>
                  <a:cubicBezTo>
                    <a:pt x="1" y="2"/>
                    <a:pt x="3" y="1"/>
                    <a:pt x="5" y="0"/>
                  </a:cubicBezTo>
                  <a:cubicBezTo>
                    <a:pt x="6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8" name="Freeform 1302"/>
            <p:cNvSpPr/>
            <p:nvPr/>
          </p:nvSpPr>
          <p:spPr bwMode="auto">
            <a:xfrm>
              <a:off x="1984376" y="3643314"/>
              <a:ext cx="11113" cy="14288"/>
            </a:xfrm>
            <a:custGeom>
              <a:avLst/>
              <a:gdLst>
                <a:gd name="T0" fmla="*/ 3 w 3"/>
                <a:gd name="T1" fmla="*/ 2 h 4"/>
                <a:gd name="T2" fmla="*/ 1 w 3"/>
                <a:gd name="T3" fmla="*/ 3 h 4"/>
                <a:gd name="T4" fmla="*/ 1 w 3"/>
                <a:gd name="T5" fmla="*/ 1 h 4"/>
                <a:gd name="T6" fmla="*/ 3 w 3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3" y="4"/>
                    <a:pt x="2" y="3"/>
                    <a:pt x="1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2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B3D5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49" name="Freeform 1303"/>
            <p:cNvSpPr/>
            <p:nvPr/>
          </p:nvSpPr>
          <p:spPr bwMode="auto">
            <a:xfrm>
              <a:off x="2003426" y="3714751"/>
              <a:ext cx="14288" cy="11113"/>
            </a:xfrm>
            <a:custGeom>
              <a:avLst/>
              <a:gdLst>
                <a:gd name="T0" fmla="*/ 0 w 4"/>
                <a:gd name="T1" fmla="*/ 1 h 3"/>
                <a:gd name="T2" fmla="*/ 3 w 4"/>
                <a:gd name="T3" fmla="*/ 0 h 3"/>
                <a:gd name="T4" fmla="*/ 2 w 4"/>
                <a:gd name="T5" fmla="*/ 3 h 3"/>
                <a:gd name="T6" fmla="*/ 0 w 4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2"/>
                    <a:pt x="4" y="3"/>
                    <a:pt x="2" y="3"/>
                  </a:cubicBezTo>
                  <a:cubicBezTo>
                    <a:pt x="2" y="2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0" name="Freeform 1304"/>
            <p:cNvSpPr/>
            <p:nvPr/>
          </p:nvSpPr>
          <p:spPr bwMode="auto">
            <a:xfrm>
              <a:off x="1839913" y="3473451"/>
              <a:ext cx="57150" cy="33338"/>
            </a:xfrm>
            <a:custGeom>
              <a:avLst/>
              <a:gdLst>
                <a:gd name="T0" fmla="*/ 10 w 15"/>
                <a:gd name="T1" fmla="*/ 9 h 9"/>
                <a:gd name="T2" fmla="*/ 0 w 15"/>
                <a:gd name="T3" fmla="*/ 6 h 9"/>
                <a:gd name="T4" fmla="*/ 10 w 15"/>
                <a:gd name="T5" fmla="*/ 0 h 9"/>
                <a:gd name="T6" fmla="*/ 8 w 15"/>
                <a:gd name="T7" fmla="*/ 2 h 9"/>
                <a:gd name="T8" fmla="*/ 15 w 15"/>
                <a:gd name="T9" fmla="*/ 5 h 9"/>
                <a:gd name="T10" fmla="*/ 10 w 15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9">
                  <a:moveTo>
                    <a:pt x="10" y="9"/>
                  </a:moveTo>
                  <a:cubicBezTo>
                    <a:pt x="6" y="9"/>
                    <a:pt x="3" y="9"/>
                    <a:pt x="0" y="6"/>
                  </a:cubicBezTo>
                  <a:cubicBezTo>
                    <a:pt x="1" y="1"/>
                    <a:pt x="3" y="0"/>
                    <a:pt x="10" y="0"/>
                  </a:cubicBezTo>
                  <a:cubicBezTo>
                    <a:pt x="11" y="2"/>
                    <a:pt x="8" y="1"/>
                    <a:pt x="8" y="2"/>
                  </a:cubicBezTo>
                  <a:cubicBezTo>
                    <a:pt x="9" y="4"/>
                    <a:pt x="11" y="5"/>
                    <a:pt x="15" y="5"/>
                  </a:cubicBezTo>
                  <a:cubicBezTo>
                    <a:pt x="15" y="8"/>
                    <a:pt x="8" y="3"/>
                    <a:pt x="10" y="9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1" name="Freeform 1305"/>
            <p:cNvSpPr/>
            <p:nvPr/>
          </p:nvSpPr>
          <p:spPr bwMode="auto">
            <a:xfrm>
              <a:off x="1814513" y="3492501"/>
              <a:ext cx="30163" cy="63500"/>
            </a:xfrm>
            <a:custGeom>
              <a:avLst/>
              <a:gdLst>
                <a:gd name="T0" fmla="*/ 7 w 8"/>
                <a:gd name="T1" fmla="*/ 1 h 17"/>
                <a:gd name="T2" fmla="*/ 7 w 8"/>
                <a:gd name="T3" fmla="*/ 5 h 17"/>
                <a:gd name="T4" fmla="*/ 5 w 8"/>
                <a:gd name="T5" fmla="*/ 11 h 17"/>
                <a:gd name="T6" fmla="*/ 5 w 8"/>
                <a:gd name="T7" fmla="*/ 17 h 17"/>
                <a:gd name="T8" fmla="*/ 1 w 8"/>
                <a:gd name="T9" fmla="*/ 14 h 17"/>
                <a:gd name="T10" fmla="*/ 4 w 8"/>
                <a:gd name="T11" fmla="*/ 10 h 17"/>
                <a:gd name="T12" fmla="*/ 4 w 8"/>
                <a:gd name="T13" fmla="*/ 7 h 17"/>
                <a:gd name="T14" fmla="*/ 5 w 8"/>
                <a:gd name="T15" fmla="*/ 0 h 17"/>
                <a:gd name="T16" fmla="*/ 7 w 8"/>
                <a:gd name="T1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7">
                  <a:moveTo>
                    <a:pt x="7" y="1"/>
                  </a:moveTo>
                  <a:cubicBezTo>
                    <a:pt x="6" y="2"/>
                    <a:pt x="6" y="3"/>
                    <a:pt x="7" y="5"/>
                  </a:cubicBezTo>
                  <a:cubicBezTo>
                    <a:pt x="8" y="7"/>
                    <a:pt x="7" y="10"/>
                    <a:pt x="5" y="11"/>
                  </a:cubicBezTo>
                  <a:cubicBezTo>
                    <a:pt x="3" y="13"/>
                    <a:pt x="1" y="14"/>
                    <a:pt x="5" y="17"/>
                  </a:cubicBezTo>
                  <a:cubicBezTo>
                    <a:pt x="2" y="17"/>
                    <a:pt x="1" y="16"/>
                    <a:pt x="1" y="14"/>
                  </a:cubicBezTo>
                  <a:cubicBezTo>
                    <a:pt x="2" y="12"/>
                    <a:pt x="0" y="10"/>
                    <a:pt x="4" y="10"/>
                  </a:cubicBezTo>
                  <a:cubicBezTo>
                    <a:pt x="6" y="10"/>
                    <a:pt x="5" y="8"/>
                    <a:pt x="4" y="7"/>
                  </a:cubicBezTo>
                  <a:cubicBezTo>
                    <a:pt x="4" y="5"/>
                    <a:pt x="3" y="2"/>
                    <a:pt x="5" y="0"/>
                  </a:cubicBezTo>
                  <a:cubicBezTo>
                    <a:pt x="6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2" name="Freeform 1306"/>
            <p:cNvSpPr/>
            <p:nvPr/>
          </p:nvSpPr>
          <p:spPr bwMode="auto">
            <a:xfrm>
              <a:off x="2017713" y="3933826"/>
              <a:ext cx="147638" cy="211138"/>
            </a:xfrm>
            <a:custGeom>
              <a:avLst/>
              <a:gdLst>
                <a:gd name="T0" fmla="*/ 39 w 39"/>
                <a:gd name="T1" fmla="*/ 40 h 56"/>
                <a:gd name="T2" fmla="*/ 38 w 39"/>
                <a:gd name="T3" fmla="*/ 48 h 56"/>
                <a:gd name="T4" fmla="*/ 37 w 39"/>
                <a:gd name="T5" fmla="*/ 51 h 56"/>
                <a:gd name="T6" fmla="*/ 33 w 39"/>
                <a:gd name="T7" fmla="*/ 55 h 56"/>
                <a:gd name="T8" fmla="*/ 30 w 39"/>
                <a:gd name="T9" fmla="*/ 53 h 56"/>
                <a:gd name="T10" fmla="*/ 22 w 39"/>
                <a:gd name="T11" fmla="*/ 29 h 56"/>
                <a:gd name="T12" fmla="*/ 20 w 39"/>
                <a:gd name="T13" fmla="*/ 16 h 56"/>
                <a:gd name="T14" fmla="*/ 16 w 39"/>
                <a:gd name="T15" fmla="*/ 15 h 56"/>
                <a:gd name="T16" fmla="*/ 6 w 39"/>
                <a:gd name="T17" fmla="*/ 19 h 56"/>
                <a:gd name="T18" fmla="*/ 3 w 39"/>
                <a:gd name="T19" fmla="*/ 19 h 56"/>
                <a:gd name="T20" fmla="*/ 1 w 39"/>
                <a:gd name="T21" fmla="*/ 14 h 56"/>
                <a:gd name="T22" fmla="*/ 15 w 39"/>
                <a:gd name="T23" fmla="*/ 3 h 56"/>
                <a:gd name="T24" fmla="*/ 25 w 39"/>
                <a:gd name="T25" fmla="*/ 2 h 56"/>
                <a:gd name="T26" fmla="*/ 31 w 39"/>
                <a:gd name="T27" fmla="*/ 2 h 56"/>
                <a:gd name="T28" fmla="*/ 32 w 39"/>
                <a:gd name="T29" fmla="*/ 20 h 56"/>
                <a:gd name="T30" fmla="*/ 37 w 39"/>
                <a:gd name="T31" fmla="*/ 23 h 56"/>
                <a:gd name="T32" fmla="*/ 38 w 39"/>
                <a:gd name="T33" fmla="*/ 29 h 56"/>
                <a:gd name="T34" fmla="*/ 37 w 39"/>
                <a:gd name="T35" fmla="*/ 31 h 56"/>
                <a:gd name="T36" fmla="*/ 38 w 39"/>
                <a:gd name="T37" fmla="*/ 34 h 56"/>
                <a:gd name="T38" fmla="*/ 38 w 39"/>
                <a:gd name="T39" fmla="*/ 35 h 56"/>
                <a:gd name="T40" fmla="*/ 39 w 39"/>
                <a:gd name="T41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56">
                  <a:moveTo>
                    <a:pt x="39" y="40"/>
                  </a:moveTo>
                  <a:cubicBezTo>
                    <a:pt x="37" y="43"/>
                    <a:pt x="38" y="45"/>
                    <a:pt x="38" y="48"/>
                  </a:cubicBezTo>
                  <a:cubicBezTo>
                    <a:pt x="36" y="48"/>
                    <a:pt x="37" y="50"/>
                    <a:pt x="37" y="51"/>
                  </a:cubicBezTo>
                  <a:cubicBezTo>
                    <a:pt x="36" y="54"/>
                    <a:pt x="34" y="54"/>
                    <a:pt x="33" y="55"/>
                  </a:cubicBezTo>
                  <a:cubicBezTo>
                    <a:pt x="31" y="56"/>
                    <a:pt x="31" y="54"/>
                    <a:pt x="30" y="53"/>
                  </a:cubicBezTo>
                  <a:cubicBezTo>
                    <a:pt x="24" y="46"/>
                    <a:pt x="23" y="37"/>
                    <a:pt x="22" y="29"/>
                  </a:cubicBezTo>
                  <a:cubicBezTo>
                    <a:pt x="21" y="24"/>
                    <a:pt x="21" y="20"/>
                    <a:pt x="20" y="16"/>
                  </a:cubicBezTo>
                  <a:cubicBezTo>
                    <a:pt x="19" y="14"/>
                    <a:pt x="18" y="14"/>
                    <a:pt x="16" y="15"/>
                  </a:cubicBezTo>
                  <a:cubicBezTo>
                    <a:pt x="13" y="18"/>
                    <a:pt x="10" y="18"/>
                    <a:pt x="6" y="19"/>
                  </a:cubicBezTo>
                  <a:cubicBezTo>
                    <a:pt x="5" y="18"/>
                    <a:pt x="4" y="19"/>
                    <a:pt x="3" y="19"/>
                  </a:cubicBezTo>
                  <a:cubicBezTo>
                    <a:pt x="0" y="18"/>
                    <a:pt x="0" y="17"/>
                    <a:pt x="1" y="14"/>
                  </a:cubicBezTo>
                  <a:cubicBezTo>
                    <a:pt x="5" y="9"/>
                    <a:pt x="10" y="7"/>
                    <a:pt x="15" y="3"/>
                  </a:cubicBezTo>
                  <a:cubicBezTo>
                    <a:pt x="18" y="0"/>
                    <a:pt x="22" y="1"/>
                    <a:pt x="25" y="2"/>
                  </a:cubicBezTo>
                  <a:cubicBezTo>
                    <a:pt x="27" y="2"/>
                    <a:pt x="29" y="2"/>
                    <a:pt x="31" y="2"/>
                  </a:cubicBezTo>
                  <a:cubicBezTo>
                    <a:pt x="31" y="8"/>
                    <a:pt x="33" y="14"/>
                    <a:pt x="32" y="20"/>
                  </a:cubicBezTo>
                  <a:cubicBezTo>
                    <a:pt x="32" y="22"/>
                    <a:pt x="33" y="25"/>
                    <a:pt x="37" y="23"/>
                  </a:cubicBezTo>
                  <a:cubicBezTo>
                    <a:pt x="38" y="25"/>
                    <a:pt x="36" y="27"/>
                    <a:pt x="38" y="29"/>
                  </a:cubicBezTo>
                  <a:cubicBezTo>
                    <a:pt x="37" y="29"/>
                    <a:pt x="37" y="30"/>
                    <a:pt x="37" y="31"/>
                  </a:cubicBezTo>
                  <a:cubicBezTo>
                    <a:pt x="37" y="32"/>
                    <a:pt x="36" y="33"/>
                    <a:pt x="38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9" y="37"/>
                    <a:pt x="38" y="39"/>
                    <a:pt x="39" y="40"/>
                  </a:cubicBezTo>
                  <a:close/>
                </a:path>
              </a:pathLst>
            </a:custGeom>
            <a:solidFill>
              <a:srgbClr val="FEB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3" name="Freeform 1307"/>
            <p:cNvSpPr/>
            <p:nvPr/>
          </p:nvSpPr>
          <p:spPr bwMode="auto">
            <a:xfrm>
              <a:off x="2157413" y="4062414"/>
              <a:ext cx="38100" cy="22225"/>
            </a:xfrm>
            <a:custGeom>
              <a:avLst/>
              <a:gdLst>
                <a:gd name="T0" fmla="*/ 2 w 10"/>
                <a:gd name="T1" fmla="*/ 6 h 6"/>
                <a:gd name="T2" fmla="*/ 1 w 10"/>
                <a:gd name="T3" fmla="*/ 1 h 6"/>
                <a:gd name="T4" fmla="*/ 10 w 10"/>
                <a:gd name="T5" fmla="*/ 0 h 6"/>
                <a:gd name="T6" fmla="*/ 6 w 10"/>
                <a:gd name="T7" fmla="*/ 3 h 6"/>
                <a:gd name="T8" fmla="*/ 2 w 10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2" y="6"/>
                  </a:moveTo>
                  <a:cubicBezTo>
                    <a:pt x="0" y="5"/>
                    <a:pt x="1" y="3"/>
                    <a:pt x="1" y="1"/>
                  </a:cubicBezTo>
                  <a:cubicBezTo>
                    <a:pt x="4" y="0"/>
                    <a:pt x="7" y="0"/>
                    <a:pt x="10" y="0"/>
                  </a:cubicBezTo>
                  <a:cubicBezTo>
                    <a:pt x="10" y="2"/>
                    <a:pt x="8" y="3"/>
                    <a:pt x="6" y="3"/>
                  </a:cubicBezTo>
                  <a:cubicBezTo>
                    <a:pt x="4" y="3"/>
                    <a:pt x="3" y="4"/>
                    <a:pt x="2" y="6"/>
                  </a:cubicBezTo>
                  <a:close/>
                </a:path>
              </a:pathLst>
            </a:custGeom>
            <a:solidFill>
              <a:srgbClr val="F9F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4" name="Freeform 1308"/>
            <p:cNvSpPr/>
            <p:nvPr/>
          </p:nvSpPr>
          <p:spPr bwMode="auto">
            <a:xfrm>
              <a:off x="2149476" y="4051301"/>
              <a:ext cx="11113" cy="11113"/>
            </a:xfrm>
            <a:custGeom>
              <a:avLst/>
              <a:gdLst>
                <a:gd name="T0" fmla="*/ 3 w 3"/>
                <a:gd name="T1" fmla="*/ 3 h 3"/>
                <a:gd name="T2" fmla="*/ 2 w 3"/>
                <a:gd name="T3" fmla="*/ 0 h 3"/>
                <a:gd name="T4" fmla="*/ 3 w 3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1"/>
                    <a:pt x="3" y="2"/>
                    <a:pt x="3" y="3"/>
                  </a:cubicBezTo>
                  <a:close/>
                </a:path>
              </a:pathLst>
            </a:custGeom>
            <a:solidFill>
              <a:srgbClr val="C6A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5" name="Freeform 1309"/>
            <p:cNvSpPr/>
            <p:nvPr/>
          </p:nvSpPr>
          <p:spPr bwMode="auto">
            <a:xfrm>
              <a:off x="1806576" y="3597276"/>
              <a:ext cx="38100" cy="23813"/>
            </a:xfrm>
            <a:custGeom>
              <a:avLst/>
              <a:gdLst>
                <a:gd name="T0" fmla="*/ 6 w 10"/>
                <a:gd name="T1" fmla="*/ 0 h 6"/>
                <a:gd name="T2" fmla="*/ 5 w 10"/>
                <a:gd name="T3" fmla="*/ 5 h 6"/>
                <a:gd name="T4" fmla="*/ 2 w 10"/>
                <a:gd name="T5" fmla="*/ 3 h 6"/>
                <a:gd name="T6" fmla="*/ 6 w 10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6">
                  <a:moveTo>
                    <a:pt x="6" y="0"/>
                  </a:moveTo>
                  <a:cubicBezTo>
                    <a:pt x="4" y="2"/>
                    <a:pt x="10" y="5"/>
                    <a:pt x="5" y="5"/>
                  </a:cubicBezTo>
                  <a:cubicBezTo>
                    <a:pt x="2" y="6"/>
                    <a:pt x="0" y="6"/>
                    <a:pt x="2" y="3"/>
                  </a:cubicBezTo>
                  <a:cubicBezTo>
                    <a:pt x="2" y="2"/>
                    <a:pt x="5" y="2"/>
                    <a:pt x="6" y="0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6" name="Freeform 1310"/>
            <p:cNvSpPr/>
            <p:nvPr/>
          </p:nvSpPr>
          <p:spPr bwMode="auto">
            <a:xfrm>
              <a:off x="1839913" y="3552826"/>
              <a:ext cx="19050" cy="30163"/>
            </a:xfrm>
            <a:custGeom>
              <a:avLst/>
              <a:gdLst>
                <a:gd name="T0" fmla="*/ 3 w 5"/>
                <a:gd name="T1" fmla="*/ 8 h 8"/>
                <a:gd name="T2" fmla="*/ 1 w 5"/>
                <a:gd name="T3" fmla="*/ 7 h 8"/>
                <a:gd name="T4" fmla="*/ 2 w 5"/>
                <a:gd name="T5" fmla="*/ 0 h 8"/>
                <a:gd name="T6" fmla="*/ 3 w 5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8">
                  <a:moveTo>
                    <a:pt x="3" y="8"/>
                  </a:moveTo>
                  <a:cubicBezTo>
                    <a:pt x="2" y="8"/>
                    <a:pt x="0" y="8"/>
                    <a:pt x="1" y="7"/>
                  </a:cubicBezTo>
                  <a:cubicBezTo>
                    <a:pt x="2" y="5"/>
                    <a:pt x="1" y="2"/>
                    <a:pt x="2" y="0"/>
                  </a:cubicBezTo>
                  <a:cubicBezTo>
                    <a:pt x="4" y="3"/>
                    <a:pt x="5" y="5"/>
                    <a:pt x="3" y="8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7" name="Freeform 1311"/>
            <p:cNvSpPr/>
            <p:nvPr/>
          </p:nvSpPr>
          <p:spPr bwMode="auto">
            <a:xfrm>
              <a:off x="1855788" y="3544889"/>
              <a:ext cx="14288" cy="15875"/>
            </a:xfrm>
            <a:custGeom>
              <a:avLst/>
              <a:gdLst>
                <a:gd name="T0" fmla="*/ 4 w 4"/>
                <a:gd name="T1" fmla="*/ 1 h 4"/>
                <a:gd name="T2" fmla="*/ 1 w 4"/>
                <a:gd name="T3" fmla="*/ 4 h 4"/>
                <a:gd name="T4" fmla="*/ 0 w 4"/>
                <a:gd name="T5" fmla="*/ 2 h 4"/>
                <a:gd name="T6" fmla="*/ 3 w 4"/>
                <a:gd name="T7" fmla="*/ 0 h 4"/>
                <a:gd name="T8" fmla="*/ 4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3" y="2"/>
                    <a:pt x="3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3" y="0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8" name="Freeform 1312"/>
            <p:cNvSpPr/>
            <p:nvPr/>
          </p:nvSpPr>
          <p:spPr bwMode="auto">
            <a:xfrm>
              <a:off x="1833563" y="3560764"/>
              <a:ext cx="6350" cy="11113"/>
            </a:xfrm>
            <a:custGeom>
              <a:avLst/>
              <a:gdLst>
                <a:gd name="T0" fmla="*/ 2 w 2"/>
                <a:gd name="T1" fmla="*/ 2 h 3"/>
                <a:gd name="T2" fmla="*/ 1 w 2"/>
                <a:gd name="T3" fmla="*/ 3 h 3"/>
                <a:gd name="T4" fmla="*/ 0 w 2"/>
                <a:gd name="T5" fmla="*/ 2 h 3"/>
                <a:gd name="T6" fmla="*/ 1 w 2"/>
                <a:gd name="T7" fmla="*/ 0 h 3"/>
                <a:gd name="T8" fmla="*/ 2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99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59" name="Freeform 1313"/>
            <p:cNvSpPr/>
            <p:nvPr/>
          </p:nvSpPr>
          <p:spPr bwMode="auto">
            <a:xfrm>
              <a:off x="2020888" y="4057651"/>
              <a:ext cx="53975" cy="95250"/>
            </a:xfrm>
            <a:custGeom>
              <a:avLst/>
              <a:gdLst>
                <a:gd name="T0" fmla="*/ 1 w 14"/>
                <a:gd name="T1" fmla="*/ 8 h 25"/>
                <a:gd name="T2" fmla="*/ 4 w 14"/>
                <a:gd name="T3" fmla="*/ 0 h 25"/>
                <a:gd name="T4" fmla="*/ 9 w 14"/>
                <a:gd name="T5" fmla="*/ 5 h 25"/>
                <a:gd name="T6" fmla="*/ 14 w 14"/>
                <a:gd name="T7" fmla="*/ 18 h 25"/>
                <a:gd name="T8" fmla="*/ 10 w 14"/>
                <a:gd name="T9" fmla="*/ 25 h 25"/>
                <a:gd name="T10" fmla="*/ 3 w 14"/>
                <a:gd name="T11" fmla="*/ 19 h 25"/>
                <a:gd name="T12" fmla="*/ 1 w 14"/>
                <a:gd name="T13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5">
                  <a:moveTo>
                    <a:pt x="1" y="8"/>
                  </a:moveTo>
                  <a:cubicBezTo>
                    <a:pt x="2" y="6"/>
                    <a:pt x="0" y="2"/>
                    <a:pt x="4" y="0"/>
                  </a:cubicBezTo>
                  <a:cubicBezTo>
                    <a:pt x="7" y="1"/>
                    <a:pt x="8" y="3"/>
                    <a:pt x="9" y="5"/>
                  </a:cubicBezTo>
                  <a:cubicBezTo>
                    <a:pt x="12" y="9"/>
                    <a:pt x="13" y="14"/>
                    <a:pt x="14" y="18"/>
                  </a:cubicBezTo>
                  <a:cubicBezTo>
                    <a:pt x="14" y="21"/>
                    <a:pt x="13" y="25"/>
                    <a:pt x="10" y="25"/>
                  </a:cubicBezTo>
                  <a:cubicBezTo>
                    <a:pt x="6" y="25"/>
                    <a:pt x="4" y="22"/>
                    <a:pt x="3" y="19"/>
                  </a:cubicBezTo>
                  <a:cubicBezTo>
                    <a:pt x="3" y="15"/>
                    <a:pt x="3" y="12"/>
                    <a:pt x="1" y="8"/>
                  </a:cubicBezTo>
                  <a:close/>
                </a:path>
              </a:pathLst>
            </a:custGeom>
            <a:solidFill>
              <a:srgbClr val="FEC2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0" name="Freeform 1314"/>
            <p:cNvSpPr/>
            <p:nvPr/>
          </p:nvSpPr>
          <p:spPr bwMode="auto">
            <a:xfrm>
              <a:off x="2074863" y="4156076"/>
              <a:ext cx="63500" cy="60325"/>
            </a:xfrm>
            <a:custGeom>
              <a:avLst/>
              <a:gdLst>
                <a:gd name="T0" fmla="*/ 1 w 17"/>
                <a:gd name="T1" fmla="*/ 2 h 16"/>
                <a:gd name="T2" fmla="*/ 12 w 17"/>
                <a:gd name="T3" fmla="*/ 7 h 16"/>
                <a:gd name="T4" fmla="*/ 15 w 17"/>
                <a:gd name="T5" fmla="*/ 12 h 16"/>
                <a:gd name="T6" fmla="*/ 16 w 17"/>
                <a:gd name="T7" fmla="*/ 16 h 16"/>
                <a:gd name="T8" fmla="*/ 16 w 17"/>
                <a:gd name="T9" fmla="*/ 16 h 16"/>
                <a:gd name="T10" fmla="*/ 2 w 17"/>
                <a:gd name="T11" fmla="*/ 15 h 16"/>
                <a:gd name="T12" fmla="*/ 1 w 17"/>
                <a:gd name="T13" fmla="*/ 9 h 16"/>
                <a:gd name="T14" fmla="*/ 1 w 17"/>
                <a:gd name="T15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6">
                  <a:moveTo>
                    <a:pt x="1" y="2"/>
                  </a:moveTo>
                  <a:cubicBezTo>
                    <a:pt x="7" y="0"/>
                    <a:pt x="9" y="1"/>
                    <a:pt x="12" y="7"/>
                  </a:cubicBezTo>
                  <a:cubicBezTo>
                    <a:pt x="13" y="9"/>
                    <a:pt x="13" y="11"/>
                    <a:pt x="15" y="12"/>
                  </a:cubicBezTo>
                  <a:cubicBezTo>
                    <a:pt x="16" y="13"/>
                    <a:pt x="17" y="14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1" y="15"/>
                    <a:pt x="6" y="14"/>
                    <a:pt x="2" y="15"/>
                  </a:cubicBezTo>
                  <a:cubicBezTo>
                    <a:pt x="0" y="13"/>
                    <a:pt x="0" y="11"/>
                    <a:pt x="1" y="9"/>
                  </a:cubicBezTo>
                  <a:cubicBezTo>
                    <a:pt x="1" y="7"/>
                    <a:pt x="2" y="4"/>
                    <a:pt x="1" y="2"/>
                  </a:cubicBezTo>
                  <a:close/>
                </a:path>
              </a:pathLst>
            </a:custGeom>
            <a:solidFill>
              <a:srgbClr val="FEA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1" name="Freeform 1315"/>
            <p:cNvSpPr/>
            <p:nvPr/>
          </p:nvSpPr>
          <p:spPr bwMode="auto">
            <a:xfrm>
              <a:off x="2020888" y="4232276"/>
              <a:ext cx="34925" cy="52388"/>
            </a:xfrm>
            <a:custGeom>
              <a:avLst/>
              <a:gdLst>
                <a:gd name="T0" fmla="*/ 9 w 9"/>
                <a:gd name="T1" fmla="*/ 0 h 14"/>
                <a:gd name="T2" fmla="*/ 5 w 9"/>
                <a:gd name="T3" fmla="*/ 11 h 14"/>
                <a:gd name="T4" fmla="*/ 0 w 9"/>
                <a:gd name="T5" fmla="*/ 14 h 14"/>
                <a:gd name="T6" fmla="*/ 2 w 9"/>
                <a:gd name="T7" fmla="*/ 0 h 14"/>
                <a:gd name="T8" fmla="*/ 9 w 9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4">
                  <a:moveTo>
                    <a:pt x="9" y="0"/>
                  </a:moveTo>
                  <a:cubicBezTo>
                    <a:pt x="8" y="3"/>
                    <a:pt x="6" y="7"/>
                    <a:pt x="5" y="11"/>
                  </a:cubicBezTo>
                  <a:cubicBezTo>
                    <a:pt x="5" y="13"/>
                    <a:pt x="3" y="14"/>
                    <a:pt x="0" y="14"/>
                  </a:cubicBezTo>
                  <a:cubicBezTo>
                    <a:pt x="1" y="9"/>
                    <a:pt x="2" y="4"/>
                    <a:pt x="2" y="0"/>
                  </a:cubicBezTo>
                  <a:cubicBezTo>
                    <a:pt x="4" y="0"/>
                    <a:pt x="7" y="0"/>
                    <a:pt x="9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2" name="Freeform 1316"/>
            <p:cNvSpPr/>
            <p:nvPr/>
          </p:nvSpPr>
          <p:spPr bwMode="auto">
            <a:xfrm>
              <a:off x="2058988" y="4164014"/>
              <a:ext cx="41275" cy="68263"/>
            </a:xfrm>
            <a:custGeom>
              <a:avLst/>
              <a:gdLst>
                <a:gd name="T0" fmla="*/ 5 w 11"/>
                <a:gd name="T1" fmla="*/ 0 h 18"/>
                <a:gd name="T2" fmla="*/ 6 w 11"/>
                <a:gd name="T3" fmla="*/ 7 h 18"/>
                <a:gd name="T4" fmla="*/ 6 w 11"/>
                <a:gd name="T5" fmla="*/ 13 h 18"/>
                <a:gd name="T6" fmla="*/ 1 w 11"/>
                <a:gd name="T7" fmla="*/ 18 h 18"/>
                <a:gd name="T8" fmla="*/ 0 w 11"/>
                <a:gd name="T9" fmla="*/ 17 h 18"/>
                <a:gd name="T10" fmla="*/ 3 w 11"/>
                <a:gd name="T11" fmla="*/ 2 h 18"/>
                <a:gd name="T12" fmla="*/ 5 w 11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8">
                  <a:moveTo>
                    <a:pt x="5" y="0"/>
                  </a:moveTo>
                  <a:cubicBezTo>
                    <a:pt x="11" y="1"/>
                    <a:pt x="4" y="5"/>
                    <a:pt x="6" y="7"/>
                  </a:cubicBezTo>
                  <a:cubicBezTo>
                    <a:pt x="4" y="8"/>
                    <a:pt x="6" y="11"/>
                    <a:pt x="6" y="13"/>
                  </a:cubicBezTo>
                  <a:cubicBezTo>
                    <a:pt x="5" y="15"/>
                    <a:pt x="3" y="17"/>
                    <a:pt x="1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4" y="8"/>
                    <a:pt x="3" y="2"/>
                  </a:cubicBezTo>
                  <a:cubicBezTo>
                    <a:pt x="3" y="2"/>
                    <a:pt x="4" y="1"/>
                    <a:pt x="5" y="0"/>
                  </a:cubicBezTo>
                  <a:close/>
                </a:path>
              </a:pathLst>
            </a:custGeom>
            <a:solidFill>
              <a:srgbClr val="FE9A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3" name="Freeform 1317"/>
            <p:cNvSpPr/>
            <p:nvPr/>
          </p:nvSpPr>
          <p:spPr bwMode="auto">
            <a:xfrm>
              <a:off x="2130426" y="4202114"/>
              <a:ext cx="15875" cy="22225"/>
            </a:xfrm>
            <a:custGeom>
              <a:avLst/>
              <a:gdLst>
                <a:gd name="T0" fmla="*/ 1 w 4"/>
                <a:gd name="T1" fmla="*/ 4 h 6"/>
                <a:gd name="T2" fmla="*/ 0 w 4"/>
                <a:gd name="T3" fmla="*/ 0 h 6"/>
                <a:gd name="T4" fmla="*/ 4 w 4"/>
                <a:gd name="T5" fmla="*/ 0 h 6"/>
                <a:gd name="T6" fmla="*/ 3 w 4"/>
                <a:gd name="T7" fmla="*/ 6 h 6"/>
                <a:gd name="T8" fmla="*/ 1 w 4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1" y="4"/>
                  </a:moveTo>
                  <a:cubicBezTo>
                    <a:pt x="1" y="2"/>
                    <a:pt x="0" y="1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  <a:cubicBezTo>
                    <a:pt x="2" y="5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FEF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4" name="Freeform 1318"/>
            <p:cNvSpPr/>
            <p:nvPr/>
          </p:nvSpPr>
          <p:spPr bwMode="auto">
            <a:xfrm>
              <a:off x="1595438" y="4325939"/>
              <a:ext cx="65088" cy="60325"/>
            </a:xfrm>
            <a:custGeom>
              <a:avLst/>
              <a:gdLst>
                <a:gd name="T0" fmla="*/ 9 w 17"/>
                <a:gd name="T1" fmla="*/ 0 h 16"/>
                <a:gd name="T2" fmla="*/ 12 w 17"/>
                <a:gd name="T3" fmla="*/ 8 h 16"/>
                <a:gd name="T4" fmla="*/ 12 w 17"/>
                <a:gd name="T5" fmla="*/ 8 h 16"/>
                <a:gd name="T6" fmla="*/ 3 w 17"/>
                <a:gd name="T7" fmla="*/ 15 h 16"/>
                <a:gd name="T8" fmla="*/ 2 w 17"/>
                <a:gd name="T9" fmla="*/ 9 h 16"/>
                <a:gd name="T10" fmla="*/ 3 w 17"/>
                <a:gd name="T11" fmla="*/ 6 h 16"/>
                <a:gd name="T12" fmla="*/ 9 w 17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6">
                  <a:moveTo>
                    <a:pt x="9" y="0"/>
                  </a:moveTo>
                  <a:cubicBezTo>
                    <a:pt x="12" y="2"/>
                    <a:pt x="17" y="3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16"/>
                    <a:pt x="6" y="14"/>
                    <a:pt x="3" y="15"/>
                  </a:cubicBezTo>
                  <a:cubicBezTo>
                    <a:pt x="2" y="13"/>
                    <a:pt x="7" y="10"/>
                    <a:pt x="2" y="9"/>
                  </a:cubicBezTo>
                  <a:cubicBezTo>
                    <a:pt x="0" y="9"/>
                    <a:pt x="1" y="6"/>
                    <a:pt x="3" y="6"/>
                  </a:cubicBezTo>
                  <a:cubicBezTo>
                    <a:pt x="6" y="5"/>
                    <a:pt x="9" y="4"/>
                    <a:pt x="9" y="0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5" name="Freeform 1319"/>
            <p:cNvSpPr/>
            <p:nvPr/>
          </p:nvSpPr>
          <p:spPr bwMode="auto">
            <a:xfrm>
              <a:off x="1647826" y="4359276"/>
              <a:ext cx="26988" cy="23813"/>
            </a:xfrm>
            <a:custGeom>
              <a:avLst/>
              <a:gdLst>
                <a:gd name="T0" fmla="*/ 3 w 7"/>
                <a:gd name="T1" fmla="*/ 0 h 6"/>
                <a:gd name="T2" fmla="*/ 7 w 7"/>
                <a:gd name="T3" fmla="*/ 5 h 6"/>
                <a:gd name="T4" fmla="*/ 5 w 7"/>
                <a:gd name="T5" fmla="*/ 6 h 6"/>
                <a:gd name="T6" fmla="*/ 0 w 7"/>
                <a:gd name="T7" fmla="*/ 3 h 6"/>
                <a:gd name="T8" fmla="*/ 0 w 7"/>
                <a:gd name="T9" fmla="*/ 1 h 6"/>
                <a:gd name="T10" fmla="*/ 3 w 7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3" y="0"/>
                  </a:moveTo>
                  <a:cubicBezTo>
                    <a:pt x="5" y="0"/>
                    <a:pt x="7" y="4"/>
                    <a:pt x="7" y="5"/>
                  </a:cubicBezTo>
                  <a:cubicBezTo>
                    <a:pt x="6" y="5"/>
                    <a:pt x="6" y="6"/>
                    <a:pt x="5" y="6"/>
                  </a:cubicBezTo>
                  <a:cubicBezTo>
                    <a:pt x="4" y="3"/>
                    <a:pt x="2" y="4"/>
                    <a:pt x="0" y="3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1" y="1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6" name="Freeform 1320"/>
            <p:cNvSpPr/>
            <p:nvPr/>
          </p:nvSpPr>
          <p:spPr bwMode="auto">
            <a:xfrm>
              <a:off x="1622426" y="4306889"/>
              <a:ext cx="19050" cy="19050"/>
            </a:xfrm>
            <a:custGeom>
              <a:avLst/>
              <a:gdLst>
                <a:gd name="T0" fmla="*/ 0 w 5"/>
                <a:gd name="T1" fmla="*/ 5 h 5"/>
                <a:gd name="T2" fmla="*/ 1 w 5"/>
                <a:gd name="T3" fmla="*/ 0 h 5"/>
                <a:gd name="T4" fmla="*/ 5 w 5"/>
                <a:gd name="T5" fmla="*/ 3 h 5"/>
                <a:gd name="T6" fmla="*/ 2 w 5"/>
                <a:gd name="T7" fmla="*/ 5 h 5"/>
                <a:gd name="T8" fmla="*/ 2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cubicBezTo>
                    <a:pt x="0" y="3"/>
                    <a:pt x="1" y="2"/>
                    <a:pt x="1" y="0"/>
                  </a:cubicBezTo>
                  <a:cubicBezTo>
                    <a:pt x="3" y="1"/>
                    <a:pt x="4" y="2"/>
                    <a:pt x="5" y="3"/>
                  </a:cubicBezTo>
                  <a:cubicBezTo>
                    <a:pt x="4" y="4"/>
                    <a:pt x="2" y="3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7" name="Freeform 1321"/>
            <p:cNvSpPr/>
            <p:nvPr/>
          </p:nvSpPr>
          <p:spPr bwMode="auto">
            <a:xfrm>
              <a:off x="1539876" y="4329114"/>
              <a:ext cx="11113" cy="15875"/>
            </a:xfrm>
            <a:custGeom>
              <a:avLst/>
              <a:gdLst>
                <a:gd name="T0" fmla="*/ 0 w 3"/>
                <a:gd name="T1" fmla="*/ 1 h 4"/>
                <a:gd name="T2" fmla="*/ 1 w 3"/>
                <a:gd name="T3" fmla="*/ 1 h 4"/>
                <a:gd name="T4" fmla="*/ 3 w 3"/>
                <a:gd name="T5" fmla="*/ 1 h 4"/>
                <a:gd name="T6" fmla="*/ 3 w 3"/>
                <a:gd name="T7" fmla="*/ 4 h 4"/>
                <a:gd name="T8" fmla="*/ 0 w 3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cubicBezTo>
                    <a:pt x="0" y="0"/>
                    <a:pt x="0" y="0"/>
                    <a:pt x="1" y="1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2" y="3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E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8" name="Freeform 1322"/>
            <p:cNvSpPr/>
            <p:nvPr/>
          </p:nvSpPr>
          <p:spPr bwMode="auto">
            <a:xfrm>
              <a:off x="1644651" y="4375151"/>
              <a:ext cx="7938" cy="14288"/>
            </a:xfrm>
            <a:custGeom>
              <a:avLst/>
              <a:gdLst>
                <a:gd name="T0" fmla="*/ 2 w 2"/>
                <a:gd name="T1" fmla="*/ 4 h 4"/>
                <a:gd name="T2" fmla="*/ 1 w 2"/>
                <a:gd name="T3" fmla="*/ 0 h 4"/>
                <a:gd name="T4" fmla="*/ 2 w 2"/>
                <a:gd name="T5" fmla="*/ 0 h 4"/>
                <a:gd name="T6" fmla="*/ 2 w 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1"/>
                    <a:pt x="2" y="2"/>
                    <a:pt x="2" y="4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69" name="Freeform 1323"/>
            <p:cNvSpPr/>
            <p:nvPr/>
          </p:nvSpPr>
          <p:spPr bwMode="auto">
            <a:xfrm>
              <a:off x="1614488" y="4322764"/>
              <a:ext cx="7938" cy="11113"/>
            </a:xfrm>
            <a:custGeom>
              <a:avLst/>
              <a:gdLst>
                <a:gd name="T0" fmla="*/ 2 w 2"/>
                <a:gd name="T1" fmla="*/ 2 h 3"/>
                <a:gd name="T2" fmla="*/ 0 w 2"/>
                <a:gd name="T3" fmla="*/ 3 h 3"/>
                <a:gd name="T4" fmla="*/ 0 w 2"/>
                <a:gd name="T5" fmla="*/ 2 h 3"/>
                <a:gd name="T6" fmla="*/ 1 w 2"/>
                <a:gd name="T7" fmla="*/ 1 h 3"/>
                <a:gd name="T8" fmla="*/ 2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1" y="2"/>
                    <a:pt x="1" y="2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2" y="0"/>
                    <a:pt x="1" y="1"/>
                    <a:pt x="2" y="2"/>
                  </a:cubicBezTo>
                  <a:close/>
                </a:path>
              </a:pathLst>
            </a:custGeom>
            <a:solidFill>
              <a:srgbClr val="FE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0" name="Freeform 1324"/>
            <p:cNvSpPr/>
            <p:nvPr/>
          </p:nvSpPr>
          <p:spPr bwMode="auto">
            <a:xfrm>
              <a:off x="1584326" y="4213226"/>
              <a:ext cx="15875" cy="25400"/>
            </a:xfrm>
            <a:custGeom>
              <a:avLst/>
              <a:gdLst>
                <a:gd name="T0" fmla="*/ 0 w 4"/>
                <a:gd name="T1" fmla="*/ 0 h 7"/>
                <a:gd name="T2" fmla="*/ 2 w 4"/>
                <a:gd name="T3" fmla="*/ 7 h 7"/>
                <a:gd name="T4" fmla="*/ 0 w 4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cubicBezTo>
                    <a:pt x="4" y="2"/>
                    <a:pt x="4" y="4"/>
                    <a:pt x="2" y="7"/>
                  </a:cubicBezTo>
                  <a:cubicBezTo>
                    <a:pt x="2" y="4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FE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1" name="Freeform 1325"/>
            <p:cNvSpPr/>
            <p:nvPr/>
          </p:nvSpPr>
          <p:spPr bwMode="auto">
            <a:xfrm>
              <a:off x="1968501" y="4325939"/>
              <a:ext cx="123825" cy="63500"/>
            </a:xfrm>
            <a:custGeom>
              <a:avLst/>
              <a:gdLst>
                <a:gd name="T0" fmla="*/ 33 w 33"/>
                <a:gd name="T1" fmla="*/ 2 h 17"/>
                <a:gd name="T2" fmla="*/ 3 w 33"/>
                <a:gd name="T3" fmla="*/ 16 h 17"/>
                <a:gd name="T4" fmla="*/ 0 w 33"/>
                <a:gd name="T5" fmla="*/ 15 h 17"/>
                <a:gd name="T6" fmla="*/ 2 w 33"/>
                <a:gd name="T7" fmla="*/ 12 h 17"/>
                <a:gd name="T8" fmla="*/ 7 w 33"/>
                <a:gd name="T9" fmla="*/ 9 h 17"/>
                <a:gd name="T10" fmla="*/ 10 w 33"/>
                <a:gd name="T11" fmla="*/ 10 h 17"/>
                <a:gd name="T12" fmla="*/ 7 w 33"/>
                <a:gd name="T13" fmla="*/ 9 h 17"/>
                <a:gd name="T14" fmla="*/ 8 w 33"/>
                <a:gd name="T15" fmla="*/ 4 h 17"/>
                <a:gd name="T16" fmla="*/ 12 w 33"/>
                <a:gd name="T17" fmla="*/ 5 h 17"/>
                <a:gd name="T18" fmla="*/ 20 w 33"/>
                <a:gd name="T19" fmla="*/ 4 h 17"/>
                <a:gd name="T20" fmla="*/ 28 w 33"/>
                <a:gd name="T21" fmla="*/ 2 h 17"/>
                <a:gd name="T22" fmla="*/ 30 w 33"/>
                <a:gd name="T23" fmla="*/ 2 h 17"/>
                <a:gd name="T24" fmla="*/ 33 w 33"/>
                <a:gd name="T25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17">
                  <a:moveTo>
                    <a:pt x="33" y="2"/>
                  </a:moveTo>
                  <a:cubicBezTo>
                    <a:pt x="24" y="11"/>
                    <a:pt x="14" y="14"/>
                    <a:pt x="3" y="16"/>
                  </a:cubicBezTo>
                  <a:cubicBezTo>
                    <a:pt x="2" y="16"/>
                    <a:pt x="0" y="17"/>
                    <a:pt x="0" y="15"/>
                  </a:cubicBezTo>
                  <a:cubicBezTo>
                    <a:pt x="0" y="14"/>
                    <a:pt x="0" y="12"/>
                    <a:pt x="2" y="12"/>
                  </a:cubicBezTo>
                  <a:cubicBezTo>
                    <a:pt x="4" y="12"/>
                    <a:pt x="5" y="10"/>
                    <a:pt x="7" y="9"/>
                  </a:cubicBezTo>
                  <a:cubicBezTo>
                    <a:pt x="8" y="10"/>
                    <a:pt x="9" y="10"/>
                    <a:pt x="10" y="10"/>
                  </a:cubicBezTo>
                  <a:cubicBezTo>
                    <a:pt x="9" y="10"/>
                    <a:pt x="8" y="10"/>
                    <a:pt x="7" y="9"/>
                  </a:cubicBezTo>
                  <a:cubicBezTo>
                    <a:pt x="6" y="7"/>
                    <a:pt x="10" y="7"/>
                    <a:pt x="8" y="4"/>
                  </a:cubicBezTo>
                  <a:cubicBezTo>
                    <a:pt x="8" y="4"/>
                    <a:pt x="11" y="4"/>
                    <a:pt x="12" y="5"/>
                  </a:cubicBezTo>
                  <a:cubicBezTo>
                    <a:pt x="15" y="8"/>
                    <a:pt x="17" y="7"/>
                    <a:pt x="20" y="4"/>
                  </a:cubicBezTo>
                  <a:cubicBezTo>
                    <a:pt x="21" y="2"/>
                    <a:pt x="25" y="0"/>
                    <a:pt x="28" y="2"/>
                  </a:cubicBezTo>
                  <a:cubicBezTo>
                    <a:pt x="29" y="2"/>
                    <a:pt x="29" y="3"/>
                    <a:pt x="30" y="2"/>
                  </a:cubicBezTo>
                  <a:cubicBezTo>
                    <a:pt x="31" y="0"/>
                    <a:pt x="32" y="0"/>
                    <a:pt x="33" y="2"/>
                  </a:cubicBezTo>
                  <a:close/>
                </a:path>
              </a:pathLst>
            </a:custGeom>
            <a:solidFill>
              <a:srgbClr val="F87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2" name="Freeform 1326"/>
            <p:cNvSpPr/>
            <p:nvPr/>
          </p:nvSpPr>
          <p:spPr bwMode="auto">
            <a:xfrm>
              <a:off x="1836738" y="4416426"/>
              <a:ext cx="71438" cy="38100"/>
            </a:xfrm>
            <a:custGeom>
              <a:avLst/>
              <a:gdLst>
                <a:gd name="T0" fmla="*/ 19 w 19"/>
                <a:gd name="T1" fmla="*/ 0 h 10"/>
                <a:gd name="T2" fmla="*/ 13 w 19"/>
                <a:gd name="T3" fmla="*/ 6 h 10"/>
                <a:gd name="T4" fmla="*/ 9 w 19"/>
                <a:gd name="T5" fmla="*/ 8 h 10"/>
                <a:gd name="T6" fmla="*/ 0 w 19"/>
                <a:gd name="T7" fmla="*/ 9 h 10"/>
                <a:gd name="T8" fmla="*/ 19 w 1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9" y="0"/>
                  </a:moveTo>
                  <a:cubicBezTo>
                    <a:pt x="19" y="4"/>
                    <a:pt x="16" y="5"/>
                    <a:pt x="13" y="6"/>
                  </a:cubicBezTo>
                  <a:cubicBezTo>
                    <a:pt x="12" y="7"/>
                    <a:pt x="11" y="7"/>
                    <a:pt x="9" y="8"/>
                  </a:cubicBezTo>
                  <a:cubicBezTo>
                    <a:pt x="7" y="10"/>
                    <a:pt x="3" y="10"/>
                    <a:pt x="0" y="9"/>
                  </a:cubicBezTo>
                  <a:cubicBezTo>
                    <a:pt x="6" y="5"/>
                    <a:pt x="13" y="3"/>
                    <a:pt x="19" y="0"/>
                  </a:cubicBezTo>
                  <a:close/>
                </a:path>
              </a:pathLst>
            </a:custGeom>
            <a:solidFill>
              <a:srgbClr val="FDA3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3" name="Freeform 1327"/>
            <p:cNvSpPr/>
            <p:nvPr/>
          </p:nvSpPr>
          <p:spPr bwMode="auto">
            <a:xfrm>
              <a:off x="2058988" y="4205289"/>
              <a:ext cx="76200" cy="52388"/>
            </a:xfrm>
            <a:custGeom>
              <a:avLst/>
              <a:gdLst>
                <a:gd name="T0" fmla="*/ 1 w 20"/>
                <a:gd name="T1" fmla="*/ 7 h 14"/>
                <a:gd name="T2" fmla="*/ 6 w 20"/>
                <a:gd name="T3" fmla="*/ 2 h 14"/>
                <a:gd name="T4" fmla="*/ 20 w 20"/>
                <a:gd name="T5" fmla="*/ 3 h 14"/>
                <a:gd name="T6" fmla="*/ 20 w 20"/>
                <a:gd name="T7" fmla="*/ 8 h 14"/>
                <a:gd name="T8" fmla="*/ 19 w 20"/>
                <a:gd name="T9" fmla="*/ 8 h 14"/>
                <a:gd name="T10" fmla="*/ 4 w 20"/>
                <a:gd name="T11" fmla="*/ 12 h 14"/>
                <a:gd name="T12" fmla="*/ 1 w 20"/>
                <a:gd name="T1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4">
                  <a:moveTo>
                    <a:pt x="1" y="7"/>
                  </a:moveTo>
                  <a:cubicBezTo>
                    <a:pt x="2" y="4"/>
                    <a:pt x="3" y="3"/>
                    <a:pt x="6" y="2"/>
                  </a:cubicBezTo>
                  <a:cubicBezTo>
                    <a:pt x="11" y="0"/>
                    <a:pt x="15" y="0"/>
                    <a:pt x="20" y="3"/>
                  </a:cubicBezTo>
                  <a:cubicBezTo>
                    <a:pt x="20" y="4"/>
                    <a:pt x="20" y="6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14"/>
                    <a:pt x="9" y="13"/>
                    <a:pt x="4" y="12"/>
                  </a:cubicBezTo>
                  <a:cubicBezTo>
                    <a:pt x="0" y="12"/>
                    <a:pt x="1" y="9"/>
                    <a:pt x="1" y="7"/>
                  </a:cubicBezTo>
                  <a:close/>
                </a:path>
              </a:pathLst>
            </a:custGeom>
            <a:solidFill>
              <a:srgbClr val="FE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4" name="Freeform 1328"/>
            <p:cNvSpPr/>
            <p:nvPr/>
          </p:nvSpPr>
          <p:spPr bwMode="auto">
            <a:xfrm>
              <a:off x="2149476" y="4268789"/>
              <a:ext cx="11113" cy="11113"/>
            </a:xfrm>
            <a:custGeom>
              <a:avLst/>
              <a:gdLst>
                <a:gd name="T0" fmla="*/ 3 w 3"/>
                <a:gd name="T1" fmla="*/ 0 h 3"/>
                <a:gd name="T2" fmla="*/ 3 w 3"/>
                <a:gd name="T3" fmla="*/ 3 h 3"/>
                <a:gd name="T4" fmla="*/ 0 w 3"/>
                <a:gd name="T5" fmla="*/ 2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3" y="1"/>
                    <a:pt x="3" y="2"/>
                    <a:pt x="3" y="3"/>
                  </a:cubicBezTo>
                  <a:cubicBezTo>
                    <a:pt x="2" y="3"/>
                    <a:pt x="1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FE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5" name="Freeform 1329"/>
            <p:cNvSpPr/>
            <p:nvPr/>
          </p:nvSpPr>
          <p:spPr bwMode="auto">
            <a:xfrm>
              <a:off x="2149476" y="4257676"/>
              <a:ext cx="11113" cy="11113"/>
            </a:xfrm>
            <a:custGeom>
              <a:avLst/>
              <a:gdLst>
                <a:gd name="T0" fmla="*/ 3 w 3"/>
                <a:gd name="T1" fmla="*/ 2 h 3"/>
                <a:gd name="T2" fmla="*/ 0 w 3"/>
                <a:gd name="T3" fmla="*/ 1 h 3"/>
                <a:gd name="T4" fmla="*/ 1 w 3"/>
                <a:gd name="T5" fmla="*/ 0 h 3"/>
                <a:gd name="T6" fmla="*/ 3 w 3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2" y="2"/>
                    <a:pt x="0" y="3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3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FE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6" name="Freeform 1330"/>
            <p:cNvSpPr/>
            <p:nvPr/>
          </p:nvSpPr>
          <p:spPr bwMode="auto">
            <a:xfrm>
              <a:off x="2130426" y="4232276"/>
              <a:ext cx="15875" cy="11113"/>
            </a:xfrm>
            <a:custGeom>
              <a:avLst/>
              <a:gdLst>
                <a:gd name="T0" fmla="*/ 0 w 4"/>
                <a:gd name="T1" fmla="*/ 1 h 3"/>
                <a:gd name="T2" fmla="*/ 1 w 4"/>
                <a:gd name="T3" fmla="*/ 1 h 3"/>
                <a:gd name="T4" fmla="*/ 4 w 4"/>
                <a:gd name="T5" fmla="*/ 0 h 3"/>
                <a:gd name="T6" fmla="*/ 4 w 4"/>
                <a:gd name="T7" fmla="*/ 2 h 3"/>
                <a:gd name="T8" fmla="*/ 0 w 4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2" y="3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E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7" name="Freeform 1331"/>
            <p:cNvSpPr/>
            <p:nvPr/>
          </p:nvSpPr>
          <p:spPr bwMode="auto">
            <a:xfrm>
              <a:off x="1836738" y="4276726"/>
              <a:ext cx="26988" cy="26988"/>
            </a:xfrm>
            <a:custGeom>
              <a:avLst/>
              <a:gdLst>
                <a:gd name="T0" fmla="*/ 2 w 7"/>
                <a:gd name="T1" fmla="*/ 0 h 7"/>
                <a:gd name="T2" fmla="*/ 1 w 7"/>
                <a:gd name="T3" fmla="*/ 7 h 7"/>
                <a:gd name="T4" fmla="*/ 2 w 7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cubicBezTo>
                    <a:pt x="7" y="3"/>
                    <a:pt x="1" y="4"/>
                    <a:pt x="1" y="7"/>
                  </a:cubicBezTo>
                  <a:cubicBezTo>
                    <a:pt x="0" y="4"/>
                    <a:pt x="0" y="2"/>
                    <a:pt x="2" y="0"/>
                  </a:cubicBezTo>
                  <a:close/>
                </a:path>
              </a:pathLst>
            </a:custGeom>
            <a:solidFill>
              <a:srgbClr val="FE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8" name="Freeform 1332"/>
            <p:cNvSpPr/>
            <p:nvPr/>
          </p:nvSpPr>
          <p:spPr bwMode="auto">
            <a:xfrm>
              <a:off x="2051051" y="3692526"/>
              <a:ext cx="23813" cy="25400"/>
            </a:xfrm>
            <a:custGeom>
              <a:avLst/>
              <a:gdLst>
                <a:gd name="T0" fmla="*/ 3 w 6"/>
                <a:gd name="T1" fmla="*/ 1 h 7"/>
                <a:gd name="T2" fmla="*/ 2 w 6"/>
                <a:gd name="T3" fmla="*/ 3 h 7"/>
                <a:gd name="T4" fmla="*/ 3 w 6"/>
                <a:gd name="T5" fmla="*/ 6 h 7"/>
                <a:gd name="T6" fmla="*/ 0 w 6"/>
                <a:gd name="T7" fmla="*/ 3 h 7"/>
                <a:gd name="T8" fmla="*/ 0 w 6"/>
                <a:gd name="T9" fmla="*/ 2 h 7"/>
                <a:gd name="T10" fmla="*/ 3 w 6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1"/>
                  </a:moveTo>
                  <a:cubicBezTo>
                    <a:pt x="3" y="1"/>
                    <a:pt x="2" y="2"/>
                    <a:pt x="2" y="3"/>
                  </a:cubicBezTo>
                  <a:cubicBezTo>
                    <a:pt x="1" y="5"/>
                    <a:pt x="6" y="4"/>
                    <a:pt x="3" y="6"/>
                  </a:cubicBezTo>
                  <a:cubicBezTo>
                    <a:pt x="1" y="7"/>
                    <a:pt x="1" y="4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2"/>
                    <a:pt x="1" y="0"/>
                    <a:pt x="3" y="1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79" name="Freeform 1333"/>
            <p:cNvSpPr/>
            <p:nvPr/>
          </p:nvSpPr>
          <p:spPr bwMode="auto">
            <a:xfrm>
              <a:off x="2105026" y="3651251"/>
              <a:ext cx="22225" cy="19050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4 h 5"/>
                <a:gd name="T4" fmla="*/ 5 w 6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6" y="5"/>
                    <a:pt x="2" y="3"/>
                    <a:pt x="0" y="4"/>
                  </a:cubicBezTo>
                  <a:cubicBezTo>
                    <a:pt x="1" y="1"/>
                    <a:pt x="4" y="2"/>
                    <a:pt x="5" y="0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0" name="Freeform 1334"/>
            <p:cNvSpPr/>
            <p:nvPr/>
          </p:nvSpPr>
          <p:spPr bwMode="auto">
            <a:xfrm>
              <a:off x="2036763" y="3692526"/>
              <a:ext cx="14288" cy="14288"/>
            </a:xfrm>
            <a:custGeom>
              <a:avLst/>
              <a:gdLst>
                <a:gd name="T0" fmla="*/ 1 w 4"/>
                <a:gd name="T1" fmla="*/ 3 h 4"/>
                <a:gd name="T2" fmla="*/ 1 w 4"/>
                <a:gd name="T3" fmla="*/ 1 h 4"/>
                <a:gd name="T4" fmla="*/ 4 w 4"/>
                <a:gd name="T5" fmla="*/ 2 h 4"/>
                <a:gd name="T6" fmla="*/ 1 w 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1"/>
                    <a:pt x="4" y="0"/>
                    <a:pt x="4" y="2"/>
                  </a:cubicBezTo>
                  <a:cubicBezTo>
                    <a:pt x="3" y="3"/>
                    <a:pt x="2" y="4"/>
                    <a:pt x="1" y="3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1" name="Freeform 1335"/>
            <p:cNvSpPr/>
            <p:nvPr/>
          </p:nvSpPr>
          <p:spPr bwMode="auto">
            <a:xfrm>
              <a:off x="2111376" y="3717926"/>
              <a:ext cx="15875" cy="19050"/>
            </a:xfrm>
            <a:custGeom>
              <a:avLst/>
              <a:gdLst>
                <a:gd name="T0" fmla="*/ 4 w 4"/>
                <a:gd name="T1" fmla="*/ 0 h 5"/>
                <a:gd name="T2" fmla="*/ 2 w 4"/>
                <a:gd name="T3" fmla="*/ 5 h 5"/>
                <a:gd name="T4" fmla="*/ 4 w 4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cubicBezTo>
                    <a:pt x="3" y="2"/>
                    <a:pt x="2" y="4"/>
                    <a:pt x="2" y="5"/>
                  </a:cubicBezTo>
                  <a:cubicBezTo>
                    <a:pt x="0" y="3"/>
                    <a:pt x="0" y="3"/>
                    <a:pt x="4" y="0"/>
                  </a:cubicBezTo>
                  <a:close/>
                </a:path>
              </a:pathLst>
            </a:custGeom>
            <a:solidFill>
              <a:srgbClr val="A8C7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2" name="Freeform 1336"/>
            <p:cNvSpPr/>
            <p:nvPr/>
          </p:nvSpPr>
          <p:spPr bwMode="auto">
            <a:xfrm>
              <a:off x="1792288" y="4043364"/>
              <a:ext cx="93663" cy="123825"/>
            </a:xfrm>
            <a:custGeom>
              <a:avLst/>
              <a:gdLst>
                <a:gd name="T0" fmla="*/ 16 w 25"/>
                <a:gd name="T1" fmla="*/ 4 h 33"/>
                <a:gd name="T2" fmla="*/ 17 w 25"/>
                <a:gd name="T3" fmla="*/ 10 h 33"/>
                <a:gd name="T4" fmla="*/ 17 w 25"/>
                <a:gd name="T5" fmla="*/ 15 h 33"/>
                <a:gd name="T6" fmla="*/ 17 w 25"/>
                <a:gd name="T7" fmla="*/ 25 h 33"/>
                <a:gd name="T8" fmla="*/ 19 w 25"/>
                <a:gd name="T9" fmla="*/ 26 h 33"/>
                <a:gd name="T10" fmla="*/ 23 w 25"/>
                <a:gd name="T11" fmla="*/ 32 h 33"/>
                <a:gd name="T12" fmla="*/ 23 w 25"/>
                <a:gd name="T13" fmla="*/ 32 h 33"/>
                <a:gd name="T14" fmla="*/ 13 w 25"/>
                <a:gd name="T15" fmla="*/ 31 h 33"/>
                <a:gd name="T16" fmla="*/ 5 w 25"/>
                <a:gd name="T17" fmla="*/ 29 h 33"/>
                <a:gd name="T18" fmla="*/ 0 w 25"/>
                <a:gd name="T19" fmla="*/ 24 h 33"/>
                <a:gd name="T20" fmla="*/ 0 w 25"/>
                <a:gd name="T21" fmla="*/ 20 h 33"/>
                <a:gd name="T22" fmla="*/ 0 w 25"/>
                <a:gd name="T23" fmla="*/ 11 h 33"/>
                <a:gd name="T24" fmla="*/ 2 w 25"/>
                <a:gd name="T25" fmla="*/ 7 h 33"/>
                <a:gd name="T26" fmla="*/ 10 w 25"/>
                <a:gd name="T27" fmla="*/ 0 h 33"/>
                <a:gd name="T28" fmla="*/ 14 w 25"/>
                <a:gd name="T29" fmla="*/ 0 h 33"/>
                <a:gd name="T30" fmla="*/ 13 w 25"/>
                <a:gd name="T31" fmla="*/ 3 h 33"/>
                <a:gd name="T32" fmla="*/ 13 w 25"/>
                <a:gd name="T33" fmla="*/ 3 h 33"/>
                <a:gd name="T34" fmla="*/ 13 w 25"/>
                <a:gd name="T35" fmla="*/ 3 h 33"/>
                <a:gd name="T36" fmla="*/ 13 w 25"/>
                <a:gd name="T37" fmla="*/ 3 h 33"/>
                <a:gd name="T38" fmla="*/ 13 w 25"/>
                <a:gd name="T39" fmla="*/ 3 h 33"/>
                <a:gd name="T40" fmla="*/ 16 w 25"/>
                <a:gd name="T41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" h="33">
                  <a:moveTo>
                    <a:pt x="16" y="4"/>
                  </a:moveTo>
                  <a:cubicBezTo>
                    <a:pt x="16" y="6"/>
                    <a:pt x="16" y="8"/>
                    <a:pt x="17" y="10"/>
                  </a:cubicBezTo>
                  <a:cubicBezTo>
                    <a:pt x="19" y="12"/>
                    <a:pt x="18" y="14"/>
                    <a:pt x="17" y="15"/>
                  </a:cubicBezTo>
                  <a:cubicBezTo>
                    <a:pt x="15" y="18"/>
                    <a:pt x="16" y="21"/>
                    <a:pt x="17" y="25"/>
                  </a:cubicBezTo>
                  <a:cubicBezTo>
                    <a:pt x="17" y="26"/>
                    <a:pt x="18" y="26"/>
                    <a:pt x="19" y="26"/>
                  </a:cubicBezTo>
                  <a:cubicBezTo>
                    <a:pt x="23" y="26"/>
                    <a:pt x="25" y="28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19" y="33"/>
                    <a:pt x="16" y="33"/>
                    <a:pt x="13" y="31"/>
                  </a:cubicBezTo>
                  <a:cubicBezTo>
                    <a:pt x="10" y="30"/>
                    <a:pt x="8" y="29"/>
                    <a:pt x="5" y="29"/>
                  </a:cubicBezTo>
                  <a:cubicBezTo>
                    <a:pt x="1" y="29"/>
                    <a:pt x="0" y="27"/>
                    <a:pt x="0" y="24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17"/>
                    <a:pt x="0" y="14"/>
                    <a:pt x="0" y="11"/>
                  </a:cubicBezTo>
                  <a:cubicBezTo>
                    <a:pt x="0" y="10"/>
                    <a:pt x="0" y="8"/>
                    <a:pt x="2" y="7"/>
                  </a:cubicBezTo>
                  <a:cubicBezTo>
                    <a:pt x="5" y="5"/>
                    <a:pt x="6" y="2"/>
                    <a:pt x="10" y="0"/>
                  </a:cubicBezTo>
                  <a:cubicBezTo>
                    <a:pt x="11" y="0"/>
                    <a:pt x="12" y="0"/>
                    <a:pt x="14" y="0"/>
                  </a:cubicBezTo>
                  <a:cubicBezTo>
                    <a:pt x="14" y="1"/>
                    <a:pt x="13" y="2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4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3"/>
                    <a:pt x="15" y="5"/>
                    <a:pt x="16" y="4"/>
                  </a:cubicBezTo>
                  <a:close/>
                </a:path>
              </a:pathLst>
            </a:custGeom>
            <a:solidFill>
              <a:srgbClr val="EFE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3" name="Freeform 1337"/>
            <p:cNvSpPr/>
            <p:nvPr/>
          </p:nvSpPr>
          <p:spPr bwMode="auto">
            <a:xfrm>
              <a:off x="1784351" y="4065589"/>
              <a:ext cx="14288" cy="52388"/>
            </a:xfrm>
            <a:custGeom>
              <a:avLst/>
              <a:gdLst>
                <a:gd name="T0" fmla="*/ 4 w 4"/>
                <a:gd name="T1" fmla="*/ 1 h 14"/>
                <a:gd name="T2" fmla="*/ 3 w 4"/>
                <a:gd name="T3" fmla="*/ 9 h 14"/>
                <a:gd name="T4" fmla="*/ 2 w 4"/>
                <a:gd name="T5" fmla="*/ 14 h 14"/>
                <a:gd name="T6" fmla="*/ 4 w 4"/>
                <a:gd name="T7" fmla="*/ 0 h 14"/>
                <a:gd name="T8" fmla="*/ 4 w 4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4">
                  <a:moveTo>
                    <a:pt x="4" y="1"/>
                  </a:moveTo>
                  <a:cubicBezTo>
                    <a:pt x="2" y="4"/>
                    <a:pt x="3" y="6"/>
                    <a:pt x="3" y="9"/>
                  </a:cubicBezTo>
                  <a:cubicBezTo>
                    <a:pt x="3" y="11"/>
                    <a:pt x="3" y="12"/>
                    <a:pt x="2" y="14"/>
                  </a:cubicBezTo>
                  <a:cubicBezTo>
                    <a:pt x="2" y="9"/>
                    <a:pt x="0" y="4"/>
                    <a:pt x="4" y="0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4" name="Freeform 1338"/>
            <p:cNvSpPr/>
            <p:nvPr/>
          </p:nvSpPr>
          <p:spPr bwMode="auto">
            <a:xfrm>
              <a:off x="1787526" y="4133851"/>
              <a:ext cx="90488" cy="38100"/>
            </a:xfrm>
            <a:custGeom>
              <a:avLst/>
              <a:gdLst>
                <a:gd name="T0" fmla="*/ 1 w 24"/>
                <a:gd name="T1" fmla="*/ 0 h 10"/>
                <a:gd name="T2" fmla="*/ 7 w 24"/>
                <a:gd name="T3" fmla="*/ 4 h 10"/>
                <a:gd name="T4" fmla="*/ 24 w 24"/>
                <a:gd name="T5" fmla="*/ 8 h 10"/>
                <a:gd name="T6" fmla="*/ 22 w 24"/>
                <a:gd name="T7" fmla="*/ 10 h 10"/>
                <a:gd name="T8" fmla="*/ 6 w 24"/>
                <a:gd name="T9" fmla="*/ 6 h 10"/>
                <a:gd name="T10" fmla="*/ 0 w 24"/>
                <a:gd name="T11" fmla="*/ 4 h 10"/>
                <a:gd name="T12" fmla="*/ 1 w 24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0">
                  <a:moveTo>
                    <a:pt x="1" y="0"/>
                  </a:moveTo>
                  <a:cubicBezTo>
                    <a:pt x="2" y="3"/>
                    <a:pt x="4" y="4"/>
                    <a:pt x="7" y="4"/>
                  </a:cubicBezTo>
                  <a:cubicBezTo>
                    <a:pt x="13" y="4"/>
                    <a:pt x="18" y="9"/>
                    <a:pt x="24" y="8"/>
                  </a:cubicBezTo>
                  <a:cubicBezTo>
                    <a:pt x="24" y="10"/>
                    <a:pt x="23" y="10"/>
                    <a:pt x="22" y="10"/>
                  </a:cubicBezTo>
                  <a:cubicBezTo>
                    <a:pt x="16" y="9"/>
                    <a:pt x="11" y="10"/>
                    <a:pt x="6" y="6"/>
                  </a:cubicBezTo>
                  <a:cubicBezTo>
                    <a:pt x="5" y="5"/>
                    <a:pt x="2" y="7"/>
                    <a:pt x="0" y="4"/>
                  </a:cubicBezTo>
                  <a:cubicBezTo>
                    <a:pt x="0" y="3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4F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5" name="Freeform 1339"/>
            <p:cNvSpPr/>
            <p:nvPr/>
          </p:nvSpPr>
          <p:spPr bwMode="auto">
            <a:xfrm>
              <a:off x="1528763" y="4164014"/>
              <a:ext cx="11113" cy="7938"/>
            </a:xfrm>
            <a:custGeom>
              <a:avLst/>
              <a:gdLst>
                <a:gd name="T0" fmla="*/ 0 w 3"/>
                <a:gd name="T1" fmla="*/ 1 h 2"/>
                <a:gd name="T2" fmla="*/ 3 w 3"/>
                <a:gd name="T3" fmla="*/ 0 h 2"/>
                <a:gd name="T4" fmla="*/ 3 w 3"/>
                <a:gd name="T5" fmla="*/ 0 h 2"/>
                <a:gd name="T6" fmla="*/ 0 w 3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1"/>
                    <a:pt x="0" y="1"/>
                  </a:cubicBezTo>
                  <a:close/>
                </a:path>
              </a:pathLst>
            </a:custGeom>
            <a:solidFill>
              <a:srgbClr val="FE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6" name="Freeform 1340"/>
            <p:cNvSpPr/>
            <p:nvPr/>
          </p:nvSpPr>
          <p:spPr bwMode="auto">
            <a:xfrm>
              <a:off x="1493838" y="4202114"/>
              <a:ext cx="15875" cy="17463"/>
            </a:xfrm>
            <a:custGeom>
              <a:avLst/>
              <a:gdLst>
                <a:gd name="T0" fmla="*/ 0 w 4"/>
                <a:gd name="T1" fmla="*/ 1 h 5"/>
                <a:gd name="T2" fmla="*/ 4 w 4"/>
                <a:gd name="T3" fmla="*/ 2 h 5"/>
                <a:gd name="T4" fmla="*/ 0 w 4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1"/>
                    <a:pt x="3" y="0"/>
                    <a:pt x="4" y="2"/>
                  </a:cubicBezTo>
                  <a:cubicBezTo>
                    <a:pt x="2" y="5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E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7" name="Freeform 1341"/>
            <p:cNvSpPr/>
            <p:nvPr/>
          </p:nvSpPr>
          <p:spPr bwMode="auto">
            <a:xfrm>
              <a:off x="2152651" y="4325939"/>
              <a:ext cx="34925" cy="26988"/>
            </a:xfrm>
            <a:custGeom>
              <a:avLst/>
              <a:gdLst>
                <a:gd name="T0" fmla="*/ 0 w 9"/>
                <a:gd name="T1" fmla="*/ 2 h 7"/>
                <a:gd name="T2" fmla="*/ 4 w 9"/>
                <a:gd name="T3" fmla="*/ 0 h 7"/>
                <a:gd name="T4" fmla="*/ 5 w 9"/>
                <a:gd name="T5" fmla="*/ 0 h 7"/>
                <a:gd name="T6" fmla="*/ 8 w 9"/>
                <a:gd name="T7" fmla="*/ 5 h 7"/>
                <a:gd name="T8" fmla="*/ 8 w 9"/>
                <a:gd name="T9" fmla="*/ 7 h 7"/>
                <a:gd name="T10" fmla="*/ 6 w 9"/>
                <a:gd name="T11" fmla="*/ 6 h 7"/>
                <a:gd name="T12" fmla="*/ 0 w 9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7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1"/>
                    <a:pt x="7" y="3"/>
                    <a:pt x="8" y="5"/>
                  </a:cubicBezTo>
                  <a:cubicBezTo>
                    <a:pt x="9" y="6"/>
                    <a:pt x="9" y="6"/>
                    <a:pt x="8" y="7"/>
                  </a:cubicBezTo>
                  <a:cubicBezTo>
                    <a:pt x="7" y="7"/>
                    <a:pt x="6" y="7"/>
                    <a:pt x="6" y="6"/>
                  </a:cubicBezTo>
                  <a:cubicBezTo>
                    <a:pt x="6" y="1"/>
                    <a:pt x="2" y="3"/>
                    <a:pt x="0" y="2"/>
                  </a:cubicBezTo>
                  <a:close/>
                </a:path>
              </a:pathLst>
            </a:custGeom>
            <a:solidFill>
              <a:srgbClr val="F2E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8" name="Freeform 1342"/>
            <p:cNvSpPr/>
            <p:nvPr/>
          </p:nvSpPr>
          <p:spPr bwMode="auto">
            <a:xfrm>
              <a:off x="2190751" y="4262439"/>
              <a:ext cx="11113" cy="14288"/>
            </a:xfrm>
            <a:custGeom>
              <a:avLst/>
              <a:gdLst>
                <a:gd name="T0" fmla="*/ 0 w 3"/>
                <a:gd name="T1" fmla="*/ 4 h 4"/>
                <a:gd name="T2" fmla="*/ 3 w 3"/>
                <a:gd name="T3" fmla="*/ 0 h 4"/>
                <a:gd name="T4" fmla="*/ 0 w 3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0" y="2"/>
                    <a:pt x="1" y="1"/>
                    <a:pt x="3" y="0"/>
                  </a:cubicBezTo>
                  <a:cubicBezTo>
                    <a:pt x="2" y="2"/>
                    <a:pt x="1" y="3"/>
                    <a:pt x="0" y="4"/>
                  </a:cubicBezTo>
                  <a:close/>
                </a:path>
              </a:pathLst>
            </a:custGeom>
            <a:solidFill>
              <a:srgbClr val="FE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89" name="Freeform 1343"/>
            <p:cNvSpPr/>
            <p:nvPr/>
          </p:nvSpPr>
          <p:spPr bwMode="auto">
            <a:xfrm>
              <a:off x="2187576" y="4325939"/>
              <a:ext cx="11113" cy="7938"/>
            </a:xfrm>
            <a:custGeom>
              <a:avLst/>
              <a:gdLst>
                <a:gd name="T0" fmla="*/ 3 w 3"/>
                <a:gd name="T1" fmla="*/ 1 h 2"/>
                <a:gd name="T2" fmla="*/ 1 w 3"/>
                <a:gd name="T3" fmla="*/ 2 h 2"/>
                <a:gd name="T4" fmla="*/ 0 w 3"/>
                <a:gd name="T5" fmla="*/ 2 h 2"/>
                <a:gd name="T6" fmla="*/ 2 w 3"/>
                <a:gd name="T7" fmla="*/ 0 h 2"/>
                <a:gd name="T8" fmla="*/ 3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3" y="2"/>
                    <a:pt x="2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F2E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0" name="Freeform 1344"/>
            <p:cNvSpPr/>
            <p:nvPr/>
          </p:nvSpPr>
          <p:spPr bwMode="auto">
            <a:xfrm>
              <a:off x="1957388" y="3687764"/>
              <a:ext cx="22225" cy="23813"/>
            </a:xfrm>
            <a:custGeom>
              <a:avLst/>
              <a:gdLst>
                <a:gd name="T0" fmla="*/ 3 w 6"/>
                <a:gd name="T1" fmla="*/ 0 h 6"/>
                <a:gd name="T2" fmla="*/ 4 w 6"/>
                <a:gd name="T3" fmla="*/ 5 h 6"/>
                <a:gd name="T4" fmla="*/ 2 w 6"/>
                <a:gd name="T5" fmla="*/ 5 h 6"/>
                <a:gd name="T6" fmla="*/ 3 w 6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4" y="2"/>
                    <a:pt x="6" y="3"/>
                    <a:pt x="4" y="5"/>
                  </a:cubicBezTo>
                  <a:cubicBezTo>
                    <a:pt x="3" y="6"/>
                    <a:pt x="2" y="5"/>
                    <a:pt x="2" y="5"/>
                  </a:cubicBezTo>
                  <a:cubicBezTo>
                    <a:pt x="0" y="3"/>
                    <a:pt x="2" y="2"/>
                    <a:pt x="3" y="0"/>
                  </a:cubicBezTo>
                  <a:close/>
                </a:path>
              </a:pathLst>
            </a:custGeom>
            <a:solidFill>
              <a:srgbClr val="B0D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1" name="Freeform 1345"/>
            <p:cNvSpPr/>
            <p:nvPr/>
          </p:nvSpPr>
          <p:spPr bwMode="auto">
            <a:xfrm>
              <a:off x="1924051" y="3700464"/>
              <a:ext cx="19050" cy="17463"/>
            </a:xfrm>
            <a:custGeom>
              <a:avLst/>
              <a:gdLst>
                <a:gd name="T0" fmla="*/ 5 w 5"/>
                <a:gd name="T1" fmla="*/ 2 h 5"/>
                <a:gd name="T2" fmla="*/ 1 w 5"/>
                <a:gd name="T3" fmla="*/ 3 h 5"/>
                <a:gd name="T4" fmla="*/ 1 w 5"/>
                <a:gd name="T5" fmla="*/ 1 h 5"/>
                <a:gd name="T6" fmla="*/ 5 w 5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3" y="2"/>
                    <a:pt x="3" y="5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5" y="2"/>
                  </a:cubicBezTo>
                  <a:close/>
                </a:path>
              </a:pathLst>
            </a:custGeom>
            <a:solidFill>
              <a:srgbClr val="B0D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2" name="Freeform 1346"/>
            <p:cNvSpPr/>
            <p:nvPr/>
          </p:nvSpPr>
          <p:spPr bwMode="auto">
            <a:xfrm>
              <a:off x="1916113" y="3717926"/>
              <a:ext cx="7938" cy="12700"/>
            </a:xfrm>
            <a:custGeom>
              <a:avLst/>
              <a:gdLst>
                <a:gd name="T0" fmla="*/ 2 w 2"/>
                <a:gd name="T1" fmla="*/ 2 h 3"/>
                <a:gd name="T2" fmla="*/ 0 w 2"/>
                <a:gd name="T3" fmla="*/ 1 h 3"/>
                <a:gd name="T4" fmla="*/ 2 w 2"/>
                <a:gd name="T5" fmla="*/ 1 h 3"/>
                <a:gd name="T6" fmla="*/ 2 w 2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1" y="2"/>
                    <a:pt x="0" y="3"/>
                    <a:pt x="0" y="1"/>
                  </a:cubicBezTo>
                  <a:cubicBezTo>
                    <a:pt x="0" y="0"/>
                    <a:pt x="1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B0D3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3" name="Freeform 1347"/>
            <p:cNvSpPr/>
            <p:nvPr/>
          </p:nvSpPr>
          <p:spPr bwMode="auto">
            <a:xfrm>
              <a:off x="1995488" y="4359276"/>
              <a:ext cx="19050" cy="15875"/>
            </a:xfrm>
            <a:custGeom>
              <a:avLst/>
              <a:gdLst>
                <a:gd name="T0" fmla="*/ 0 w 5"/>
                <a:gd name="T1" fmla="*/ 0 h 4"/>
                <a:gd name="T2" fmla="*/ 5 w 5"/>
                <a:gd name="T3" fmla="*/ 0 h 4"/>
                <a:gd name="T4" fmla="*/ 0 w 5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1" y="0"/>
                    <a:pt x="3" y="0"/>
                    <a:pt x="5" y="0"/>
                  </a:cubicBezTo>
                  <a:cubicBezTo>
                    <a:pt x="3" y="2"/>
                    <a:pt x="1" y="4"/>
                    <a:pt x="0" y="0"/>
                  </a:cubicBezTo>
                  <a:close/>
                </a:path>
              </a:pathLst>
            </a:custGeom>
            <a:solidFill>
              <a:srgbClr val="FD8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4" name="Freeform 1348"/>
            <p:cNvSpPr/>
            <p:nvPr/>
          </p:nvSpPr>
          <p:spPr bwMode="auto">
            <a:xfrm>
              <a:off x="1833563" y="4051301"/>
              <a:ext cx="11113" cy="11113"/>
            </a:xfrm>
            <a:custGeom>
              <a:avLst/>
              <a:gdLst>
                <a:gd name="T0" fmla="*/ 2 w 3"/>
                <a:gd name="T1" fmla="*/ 2 h 3"/>
                <a:gd name="T2" fmla="*/ 1 w 3"/>
                <a:gd name="T3" fmla="*/ 3 h 3"/>
                <a:gd name="T4" fmla="*/ 1 w 3"/>
                <a:gd name="T5" fmla="*/ 2 h 3"/>
                <a:gd name="T6" fmla="*/ 2 w 3"/>
                <a:gd name="T7" fmla="*/ 1 h 3"/>
                <a:gd name="T8" fmla="*/ 2 w 3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2"/>
                    <a:pt x="1" y="2"/>
                    <a:pt x="1" y="3"/>
                  </a:cubicBezTo>
                  <a:cubicBezTo>
                    <a:pt x="1" y="2"/>
                    <a:pt x="0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3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F1E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5" name="Freeform 1349"/>
            <p:cNvSpPr/>
            <p:nvPr/>
          </p:nvSpPr>
          <p:spPr bwMode="auto">
            <a:xfrm>
              <a:off x="1976438" y="3914776"/>
              <a:ext cx="192088" cy="384175"/>
            </a:xfrm>
            <a:custGeom>
              <a:avLst/>
              <a:gdLst>
                <a:gd name="T0" fmla="*/ 11 w 51"/>
                <a:gd name="T1" fmla="*/ 102 h 102"/>
                <a:gd name="T2" fmla="*/ 30 w 51"/>
                <a:gd name="T3" fmla="*/ 61 h 102"/>
                <a:gd name="T4" fmla="*/ 44 w 51"/>
                <a:gd name="T5" fmla="*/ 87 h 102"/>
                <a:gd name="T6" fmla="*/ 39 w 51"/>
                <a:gd name="T7" fmla="*/ 4 h 102"/>
                <a:gd name="T8" fmla="*/ 2 w 51"/>
                <a:gd name="T9" fmla="*/ 23 h 102"/>
                <a:gd name="T10" fmla="*/ 9 w 51"/>
                <a:gd name="T11" fmla="*/ 47 h 102"/>
                <a:gd name="T12" fmla="*/ 11 w 51"/>
                <a:gd name="T13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02">
                  <a:moveTo>
                    <a:pt x="11" y="102"/>
                  </a:moveTo>
                  <a:cubicBezTo>
                    <a:pt x="20" y="90"/>
                    <a:pt x="26" y="76"/>
                    <a:pt x="30" y="61"/>
                  </a:cubicBezTo>
                  <a:cubicBezTo>
                    <a:pt x="36" y="69"/>
                    <a:pt x="41" y="78"/>
                    <a:pt x="44" y="87"/>
                  </a:cubicBezTo>
                  <a:cubicBezTo>
                    <a:pt x="51" y="58"/>
                    <a:pt x="50" y="10"/>
                    <a:pt x="39" y="4"/>
                  </a:cubicBezTo>
                  <a:cubicBezTo>
                    <a:pt x="32" y="0"/>
                    <a:pt x="3" y="16"/>
                    <a:pt x="2" y="23"/>
                  </a:cubicBezTo>
                  <a:cubicBezTo>
                    <a:pt x="0" y="29"/>
                    <a:pt x="8" y="41"/>
                    <a:pt x="9" y="47"/>
                  </a:cubicBezTo>
                  <a:cubicBezTo>
                    <a:pt x="12" y="58"/>
                    <a:pt x="18" y="92"/>
                    <a:pt x="11" y="102"/>
                  </a:cubicBezTo>
                  <a:close/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6" name="Freeform 1350"/>
            <p:cNvSpPr/>
            <p:nvPr/>
          </p:nvSpPr>
          <p:spPr bwMode="auto">
            <a:xfrm>
              <a:off x="2157413" y="3676651"/>
              <a:ext cx="504825" cy="407988"/>
            </a:xfrm>
            <a:custGeom>
              <a:avLst/>
              <a:gdLst>
                <a:gd name="T0" fmla="*/ 0 w 134"/>
                <a:gd name="T1" fmla="*/ 108 h 108"/>
                <a:gd name="T2" fmla="*/ 134 w 134"/>
                <a:gd name="T3" fmla="*/ 28 h 108"/>
                <a:gd name="T4" fmla="*/ 101 w 134"/>
                <a:gd name="T5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08">
                  <a:moveTo>
                    <a:pt x="0" y="108"/>
                  </a:moveTo>
                  <a:cubicBezTo>
                    <a:pt x="46" y="84"/>
                    <a:pt x="91" y="57"/>
                    <a:pt x="134" y="28"/>
                  </a:cubicBezTo>
                  <a:cubicBezTo>
                    <a:pt x="126" y="23"/>
                    <a:pt x="108" y="6"/>
                    <a:pt x="101" y="0"/>
                  </a:cubicBezTo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7" name="Freeform 1351"/>
            <p:cNvSpPr/>
            <p:nvPr/>
          </p:nvSpPr>
          <p:spPr bwMode="auto">
            <a:xfrm>
              <a:off x="2168526" y="3556001"/>
              <a:ext cx="414338" cy="479425"/>
            </a:xfrm>
            <a:custGeom>
              <a:avLst/>
              <a:gdLst>
                <a:gd name="T0" fmla="*/ 0 w 110"/>
                <a:gd name="T1" fmla="*/ 127 h 127"/>
                <a:gd name="T2" fmla="*/ 105 w 110"/>
                <a:gd name="T3" fmla="*/ 67 h 127"/>
                <a:gd name="T4" fmla="*/ 109 w 110"/>
                <a:gd name="T5" fmla="*/ 62 h 127"/>
                <a:gd name="T6" fmla="*/ 106 w 110"/>
                <a:gd name="T7" fmla="*/ 56 h 127"/>
                <a:gd name="T8" fmla="*/ 98 w 110"/>
                <a:gd name="T9" fmla="*/ 32 h 127"/>
                <a:gd name="T10" fmla="*/ 110 w 110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" h="127">
                  <a:moveTo>
                    <a:pt x="0" y="127"/>
                  </a:moveTo>
                  <a:cubicBezTo>
                    <a:pt x="36" y="108"/>
                    <a:pt x="71" y="89"/>
                    <a:pt x="105" y="67"/>
                  </a:cubicBezTo>
                  <a:cubicBezTo>
                    <a:pt x="107" y="66"/>
                    <a:pt x="109" y="65"/>
                    <a:pt x="109" y="62"/>
                  </a:cubicBezTo>
                  <a:cubicBezTo>
                    <a:pt x="109" y="60"/>
                    <a:pt x="108" y="58"/>
                    <a:pt x="106" y="56"/>
                  </a:cubicBezTo>
                  <a:cubicBezTo>
                    <a:pt x="101" y="49"/>
                    <a:pt x="96" y="40"/>
                    <a:pt x="98" y="32"/>
                  </a:cubicBezTo>
                  <a:cubicBezTo>
                    <a:pt x="100" y="23"/>
                    <a:pt x="105" y="7"/>
                    <a:pt x="110" y="0"/>
                  </a:cubicBezTo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8" name="Freeform 1352"/>
            <p:cNvSpPr/>
            <p:nvPr/>
          </p:nvSpPr>
          <p:spPr bwMode="auto">
            <a:xfrm>
              <a:off x="1030288" y="2952751"/>
              <a:ext cx="1574800" cy="1331913"/>
            </a:xfrm>
            <a:custGeom>
              <a:avLst/>
              <a:gdLst>
                <a:gd name="T0" fmla="*/ 262 w 418"/>
                <a:gd name="T1" fmla="*/ 310 h 353"/>
                <a:gd name="T2" fmla="*/ 215 w 418"/>
                <a:gd name="T3" fmla="*/ 335 h 353"/>
                <a:gd name="T4" fmla="*/ 209 w 418"/>
                <a:gd name="T5" fmla="*/ 337 h 353"/>
                <a:gd name="T6" fmla="*/ 205 w 418"/>
                <a:gd name="T7" fmla="*/ 335 h 353"/>
                <a:gd name="T8" fmla="*/ 204 w 418"/>
                <a:gd name="T9" fmla="*/ 283 h 353"/>
                <a:gd name="T10" fmla="*/ 249 w 418"/>
                <a:gd name="T11" fmla="*/ 250 h 353"/>
                <a:gd name="T12" fmla="*/ 418 w 418"/>
                <a:gd name="T13" fmla="*/ 156 h 353"/>
                <a:gd name="T14" fmla="*/ 185 w 418"/>
                <a:gd name="T15" fmla="*/ 0 h 353"/>
                <a:gd name="T16" fmla="*/ 29 w 418"/>
                <a:gd name="T17" fmla="*/ 96 h 353"/>
                <a:gd name="T18" fmla="*/ 7 w 418"/>
                <a:gd name="T19" fmla="*/ 118 h 353"/>
                <a:gd name="T20" fmla="*/ 5 w 418"/>
                <a:gd name="T21" fmla="*/ 163 h 353"/>
                <a:gd name="T22" fmla="*/ 27 w 418"/>
                <a:gd name="T23" fmla="*/ 223 h 353"/>
                <a:gd name="T24" fmla="*/ 54 w 418"/>
                <a:gd name="T25" fmla="*/ 247 h 353"/>
                <a:gd name="T26" fmla="*/ 185 w 418"/>
                <a:gd name="T27" fmla="*/ 346 h 353"/>
                <a:gd name="T28" fmla="*/ 198 w 418"/>
                <a:gd name="T29" fmla="*/ 352 h 353"/>
                <a:gd name="T30" fmla="*/ 215 w 418"/>
                <a:gd name="T31" fmla="*/ 347 h 353"/>
                <a:gd name="T32" fmla="*/ 261 w 418"/>
                <a:gd name="T33" fmla="*/ 32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8" h="353">
                  <a:moveTo>
                    <a:pt x="262" y="310"/>
                  </a:moveTo>
                  <a:cubicBezTo>
                    <a:pt x="246" y="318"/>
                    <a:pt x="230" y="327"/>
                    <a:pt x="215" y="335"/>
                  </a:cubicBezTo>
                  <a:cubicBezTo>
                    <a:pt x="213" y="336"/>
                    <a:pt x="211" y="337"/>
                    <a:pt x="209" y="337"/>
                  </a:cubicBezTo>
                  <a:cubicBezTo>
                    <a:pt x="207" y="337"/>
                    <a:pt x="206" y="336"/>
                    <a:pt x="205" y="335"/>
                  </a:cubicBezTo>
                  <a:cubicBezTo>
                    <a:pt x="191" y="322"/>
                    <a:pt x="193" y="298"/>
                    <a:pt x="204" y="283"/>
                  </a:cubicBezTo>
                  <a:cubicBezTo>
                    <a:pt x="215" y="267"/>
                    <a:pt x="232" y="258"/>
                    <a:pt x="249" y="250"/>
                  </a:cubicBezTo>
                  <a:cubicBezTo>
                    <a:pt x="307" y="222"/>
                    <a:pt x="367" y="195"/>
                    <a:pt x="418" y="156"/>
                  </a:cubicBezTo>
                  <a:cubicBezTo>
                    <a:pt x="343" y="102"/>
                    <a:pt x="265" y="47"/>
                    <a:pt x="185" y="0"/>
                  </a:cubicBezTo>
                  <a:cubicBezTo>
                    <a:pt x="131" y="29"/>
                    <a:pt x="79" y="60"/>
                    <a:pt x="29" y="96"/>
                  </a:cubicBezTo>
                  <a:cubicBezTo>
                    <a:pt x="21" y="102"/>
                    <a:pt x="12" y="109"/>
                    <a:pt x="7" y="118"/>
                  </a:cubicBezTo>
                  <a:cubicBezTo>
                    <a:pt x="0" y="131"/>
                    <a:pt x="2" y="148"/>
                    <a:pt x="5" y="163"/>
                  </a:cubicBezTo>
                  <a:cubicBezTo>
                    <a:pt x="9" y="184"/>
                    <a:pt x="14" y="206"/>
                    <a:pt x="27" y="223"/>
                  </a:cubicBezTo>
                  <a:cubicBezTo>
                    <a:pt x="35" y="233"/>
                    <a:pt x="44" y="240"/>
                    <a:pt x="54" y="247"/>
                  </a:cubicBezTo>
                  <a:cubicBezTo>
                    <a:pt x="98" y="280"/>
                    <a:pt x="141" y="313"/>
                    <a:pt x="185" y="346"/>
                  </a:cubicBezTo>
                  <a:cubicBezTo>
                    <a:pt x="189" y="349"/>
                    <a:pt x="193" y="352"/>
                    <a:pt x="198" y="352"/>
                  </a:cubicBezTo>
                  <a:cubicBezTo>
                    <a:pt x="204" y="353"/>
                    <a:pt x="209" y="350"/>
                    <a:pt x="215" y="347"/>
                  </a:cubicBezTo>
                  <a:cubicBezTo>
                    <a:pt x="230" y="339"/>
                    <a:pt x="246" y="329"/>
                    <a:pt x="261" y="320"/>
                  </a:cubicBezTo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99" name="Freeform 1353"/>
            <p:cNvSpPr/>
            <p:nvPr/>
          </p:nvSpPr>
          <p:spPr bwMode="auto">
            <a:xfrm>
              <a:off x="1677988" y="3930651"/>
              <a:ext cx="1009650" cy="960438"/>
            </a:xfrm>
            <a:custGeom>
              <a:avLst/>
              <a:gdLst>
                <a:gd name="T0" fmla="*/ 202 w 268"/>
                <a:gd name="T1" fmla="*/ 0 h 255"/>
                <a:gd name="T2" fmla="*/ 250 w 268"/>
                <a:gd name="T3" fmla="*/ 43 h 255"/>
                <a:gd name="T4" fmla="*/ 16 w 268"/>
                <a:gd name="T5" fmla="*/ 165 h 255"/>
                <a:gd name="T6" fmla="*/ 17 w 268"/>
                <a:gd name="T7" fmla="*/ 238 h 255"/>
                <a:gd name="T8" fmla="*/ 268 w 268"/>
                <a:gd name="T9" fmla="*/ 128 h 255"/>
                <a:gd name="T10" fmla="*/ 232 w 268"/>
                <a:gd name="T11" fmla="*/ 102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8" h="255">
                  <a:moveTo>
                    <a:pt x="202" y="0"/>
                  </a:moveTo>
                  <a:cubicBezTo>
                    <a:pt x="219" y="14"/>
                    <a:pt x="233" y="28"/>
                    <a:pt x="250" y="43"/>
                  </a:cubicBezTo>
                  <a:cubicBezTo>
                    <a:pt x="94" y="134"/>
                    <a:pt x="43" y="130"/>
                    <a:pt x="16" y="165"/>
                  </a:cubicBezTo>
                  <a:cubicBezTo>
                    <a:pt x="0" y="186"/>
                    <a:pt x="0" y="217"/>
                    <a:pt x="17" y="238"/>
                  </a:cubicBezTo>
                  <a:cubicBezTo>
                    <a:pt x="30" y="255"/>
                    <a:pt x="21" y="252"/>
                    <a:pt x="268" y="128"/>
                  </a:cubicBezTo>
                  <a:cubicBezTo>
                    <a:pt x="257" y="118"/>
                    <a:pt x="245" y="109"/>
                    <a:pt x="232" y="102"/>
                  </a:cubicBezTo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0" name="Freeform 1354"/>
            <p:cNvSpPr/>
            <p:nvPr/>
          </p:nvSpPr>
          <p:spPr bwMode="auto">
            <a:xfrm>
              <a:off x="1727201" y="4111626"/>
              <a:ext cx="866775" cy="701675"/>
            </a:xfrm>
            <a:custGeom>
              <a:avLst/>
              <a:gdLst>
                <a:gd name="T0" fmla="*/ 227 w 230"/>
                <a:gd name="T1" fmla="*/ 0 h 186"/>
                <a:gd name="T2" fmla="*/ 230 w 230"/>
                <a:gd name="T3" fmla="*/ 78 h 186"/>
                <a:gd name="T4" fmla="*/ 40 w 230"/>
                <a:gd name="T5" fmla="*/ 178 h 186"/>
                <a:gd name="T6" fmla="*/ 12 w 230"/>
                <a:gd name="T7" fmla="*/ 181 h 186"/>
                <a:gd name="T8" fmla="*/ 1 w 230"/>
                <a:gd name="T9" fmla="*/ 148 h 186"/>
                <a:gd name="T10" fmla="*/ 21 w 230"/>
                <a:gd name="T11" fmla="*/ 10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" h="186">
                  <a:moveTo>
                    <a:pt x="227" y="0"/>
                  </a:moveTo>
                  <a:cubicBezTo>
                    <a:pt x="213" y="22"/>
                    <a:pt x="214" y="57"/>
                    <a:pt x="230" y="78"/>
                  </a:cubicBezTo>
                  <a:cubicBezTo>
                    <a:pt x="168" y="115"/>
                    <a:pt x="105" y="148"/>
                    <a:pt x="40" y="178"/>
                  </a:cubicBezTo>
                  <a:cubicBezTo>
                    <a:pt x="31" y="182"/>
                    <a:pt x="20" y="186"/>
                    <a:pt x="12" y="181"/>
                  </a:cubicBezTo>
                  <a:cubicBezTo>
                    <a:pt x="0" y="175"/>
                    <a:pt x="0" y="160"/>
                    <a:pt x="1" y="148"/>
                  </a:cubicBezTo>
                  <a:cubicBezTo>
                    <a:pt x="2" y="131"/>
                    <a:pt x="7" y="111"/>
                    <a:pt x="21" y="101"/>
                  </a:cubicBezTo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1" name="Freeform 1355"/>
            <p:cNvSpPr/>
            <p:nvPr/>
          </p:nvSpPr>
          <p:spPr bwMode="auto">
            <a:xfrm>
              <a:off x="873126" y="3733801"/>
              <a:ext cx="884238" cy="1116013"/>
            </a:xfrm>
            <a:custGeom>
              <a:avLst/>
              <a:gdLst>
                <a:gd name="T0" fmla="*/ 235 w 235"/>
                <a:gd name="T1" fmla="*/ 296 h 296"/>
                <a:gd name="T2" fmla="*/ 18 w 235"/>
                <a:gd name="T3" fmla="*/ 124 h 296"/>
                <a:gd name="T4" fmla="*/ 9 w 235"/>
                <a:gd name="T5" fmla="*/ 39 h 296"/>
                <a:gd name="T6" fmla="*/ 55 w 235"/>
                <a:gd name="T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5" h="296">
                  <a:moveTo>
                    <a:pt x="235" y="296"/>
                  </a:moveTo>
                  <a:cubicBezTo>
                    <a:pt x="67" y="180"/>
                    <a:pt x="37" y="158"/>
                    <a:pt x="18" y="124"/>
                  </a:cubicBezTo>
                  <a:cubicBezTo>
                    <a:pt x="7" y="105"/>
                    <a:pt x="0" y="62"/>
                    <a:pt x="9" y="39"/>
                  </a:cubicBezTo>
                  <a:cubicBezTo>
                    <a:pt x="16" y="19"/>
                    <a:pt x="34" y="7"/>
                    <a:pt x="55" y="0"/>
                  </a:cubicBezTo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2" name="Freeform 1356"/>
            <p:cNvSpPr/>
            <p:nvPr/>
          </p:nvSpPr>
          <p:spPr bwMode="auto">
            <a:xfrm>
              <a:off x="1079501" y="3427414"/>
              <a:ext cx="677863" cy="581025"/>
            </a:xfrm>
            <a:custGeom>
              <a:avLst/>
              <a:gdLst>
                <a:gd name="T0" fmla="*/ 178 w 180"/>
                <a:gd name="T1" fmla="*/ 149 h 154"/>
                <a:gd name="T2" fmla="*/ 106 w 180"/>
                <a:gd name="T3" fmla="*/ 96 h 154"/>
                <a:gd name="T4" fmla="*/ 37 w 180"/>
                <a:gd name="T5" fmla="*/ 38 h 154"/>
                <a:gd name="T6" fmla="*/ 2 w 180"/>
                <a:gd name="T7" fmla="*/ 1 h 154"/>
                <a:gd name="T8" fmla="*/ 1 w 180"/>
                <a:gd name="T9" fmla="*/ 3 h 154"/>
                <a:gd name="T10" fmla="*/ 33 w 180"/>
                <a:gd name="T11" fmla="*/ 39 h 154"/>
                <a:gd name="T12" fmla="*/ 33 w 180"/>
                <a:gd name="T13" fmla="*/ 40 h 154"/>
                <a:gd name="T14" fmla="*/ 50 w 180"/>
                <a:gd name="T15" fmla="*/ 127 h 154"/>
                <a:gd name="T16" fmla="*/ 52 w 180"/>
                <a:gd name="T17" fmla="*/ 126 h 154"/>
                <a:gd name="T18" fmla="*/ 35 w 180"/>
                <a:gd name="T19" fmla="*/ 41 h 154"/>
                <a:gd name="T20" fmla="*/ 60 w 180"/>
                <a:gd name="T21" fmla="*/ 64 h 154"/>
                <a:gd name="T22" fmla="*/ 58 w 180"/>
                <a:gd name="T23" fmla="*/ 65 h 154"/>
                <a:gd name="T24" fmla="*/ 63 w 180"/>
                <a:gd name="T25" fmla="*/ 110 h 154"/>
                <a:gd name="T26" fmla="*/ 78 w 180"/>
                <a:gd name="T27" fmla="*/ 152 h 154"/>
                <a:gd name="T28" fmla="*/ 80 w 180"/>
                <a:gd name="T29" fmla="*/ 151 h 154"/>
                <a:gd name="T30" fmla="*/ 65 w 180"/>
                <a:gd name="T31" fmla="*/ 109 h 154"/>
                <a:gd name="T32" fmla="*/ 61 w 180"/>
                <a:gd name="T33" fmla="*/ 65 h 154"/>
                <a:gd name="T34" fmla="*/ 133 w 180"/>
                <a:gd name="T35" fmla="*/ 122 h 154"/>
                <a:gd name="T36" fmla="*/ 175 w 180"/>
                <a:gd name="T37" fmla="*/ 152 h 154"/>
                <a:gd name="T38" fmla="*/ 178 w 180"/>
                <a:gd name="T39" fmla="*/ 149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154">
                  <a:moveTo>
                    <a:pt x="178" y="149"/>
                  </a:moveTo>
                  <a:cubicBezTo>
                    <a:pt x="155" y="131"/>
                    <a:pt x="130" y="114"/>
                    <a:pt x="106" y="96"/>
                  </a:cubicBezTo>
                  <a:cubicBezTo>
                    <a:pt x="82" y="78"/>
                    <a:pt x="59" y="59"/>
                    <a:pt x="37" y="38"/>
                  </a:cubicBezTo>
                  <a:cubicBezTo>
                    <a:pt x="25" y="26"/>
                    <a:pt x="13" y="14"/>
                    <a:pt x="2" y="1"/>
                  </a:cubicBezTo>
                  <a:cubicBezTo>
                    <a:pt x="1" y="0"/>
                    <a:pt x="0" y="2"/>
                    <a:pt x="1" y="3"/>
                  </a:cubicBezTo>
                  <a:cubicBezTo>
                    <a:pt x="11" y="15"/>
                    <a:pt x="22" y="28"/>
                    <a:pt x="33" y="39"/>
                  </a:cubicBezTo>
                  <a:cubicBezTo>
                    <a:pt x="33" y="39"/>
                    <a:pt x="33" y="39"/>
                    <a:pt x="33" y="40"/>
                  </a:cubicBezTo>
                  <a:cubicBezTo>
                    <a:pt x="23" y="70"/>
                    <a:pt x="37" y="101"/>
                    <a:pt x="50" y="127"/>
                  </a:cubicBezTo>
                  <a:cubicBezTo>
                    <a:pt x="51" y="128"/>
                    <a:pt x="52" y="127"/>
                    <a:pt x="52" y="126"/>
                  </a:cubicBezTo>
                  <a:cubicBezTo>
                    <a:pt x="39" y="99"/>
                    <a:pt x="27" y="71"/>
                    <a:pt x="35" y="41"/>
                  </a:cubicBezTo>
                  <a:cubicBezTo>
                    <a:pt x="43" y="49"/>
                    <a:pt x="51" y="57"/>
                    <a:pt x="60" y="64"/>
                  </a:cubicBezTo>
                  <a:cubicBezTo>
                    <a:pt x="59" y="64"/>
                    <a:pt x="58" y="65"/>
                    <a:pt x="58" y="65"/>
                  </a:cubicBezTo>
                  <a:cubicBezTo>
                    <a:pt x="57" y="80"/>
                    <a:pt x="59" y="96"/>
                    <a:pt x="63" y="110"/>
                  </a:cubicBezTo>
                  <a:cubicBezTo>
                    <a:pt x="66" y="125"/>
                    <a:pt x="71" y="139"/>
                    <a:pt x="78" y="152"/>
                  </a:cubicBezTo>
                  <a:cubicBezTo>
                    <a:pt x="79" y="153"/>
                    <a:pt x="81" y="152"/>
                    <a:pt x="80" y="151"/>
                  </a:cubicBezTo>
                  <a:cubicBezTo>
                    <a:pt x="74" y="138"/>
                    <a:pt x="69" y="124"/>
                    <a:pt x="65" y="109"/>
                  </a:cubicBezTo>
                  <a:cubicBezTo>
                    <a:pt x="62" y="95"/>
                    <a:pt x="62" y="80"/>
                    <a:pt x="61" y="65"/>
                  </a:cubicBezTo>
                  <a:cubicBezTo>
                    <a:pt x="84" y="86"/>
                    <a:pt x="108" y="104"/>
                    <a:pt x="133" y="122"/>
                  </a:cubicBezTo>
                  <a:cubicBezTo>
                    <a:pt x="147" y="133"/>
                    <a:pt x="161" y="143"/>
                    <a:pt x="175" y="152"/>
                  </a:cubicBezTo>
                  <a:cubicBezTo>
                    <a:pt x="177" y="154"/>
                    <a:pt x="180" y="150"/>
                    <a:pt x="178" y="149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3" name="Freeform 1357"/>
            <p:cNvSpPr/>
            <p:nvPr/>
          </p:nvSpPr>
          <p:spPr bwMode="auto">
            <a:xfrm>
              <a:off x="925513" y="3903664"/>
              <a:ext cx="779463" cy="825500"/>
            </a:xfrm>
            <a:custGeom>
              <a:avLst/>
              <a:gdLst>
                <a:gd name="T0" fmla="*/ 205 w 207"/>
                <a:gd name="T1" fmla="*/ 167 h 219"/>
                <a:gd name="T2" fmla="*/ 160 w 207"/>
                <a:gd name="T3" fmla="*/ 135 h 219"/>
                <a:gd name="T4" fmla="*/ 160 w 207"/>
                <a:gd name="T5" fmla="*/ 134 h 219"/>
                <a:gd name="T6" fmla="*/ 158 w 207"/>
                <a:gd name="T7" fmla="*/ 133 h 219"/>
                <a:gd name="T8" fmla="*/ 158 w 207"/>
                <a:gd name="T9" fmla="*/ 133 h 219"/>
                <a:gd name="T10" fmla="*/ 122 w 207"/>
                <a:gd name="T11" fmla="*/ 106 h 219"/>
                <a:gd name="T12" fmla="*/ 44 w 207"/>
                <a:gd name="T13" fmla="*/ 40 h 219"/>
                <a:gd name="T14" fmla="*/ 25 w 207"/>
                <a:gd name="T15" fmla="*/ 23 h 219"/>
                <a:gd name="T16" fmla="*/ 24 w 207"/>
                <a:gd name="T17" fmla="*/ 22 h 219"/>
                <a:gd name="T18" fmla="*/ 12 w 207"/>
                <a:gd name="T19" fmla="*/ 10 h 219"/>
                <a:gd name="T20" fmla="*/ 12 w 207"/>
                <a:gd name="T21" fmla="*/ 10 h 219"/>
                <a:gd name="T22" fmla="*/ 10 w 207"/>
                <a:gd name="T23" fmla="*/ 8 h 219"/>
                <a:gd name="T24" fmla="*/ 2 w 207"/>
                <a:gd name="T25" fmla="*/ 0 h 219"/>
                <a:gd name="T26" fmla="*/ 1 w 207"/>
                <a:gd name="T27" fmla="*/ 2 h 219"/>
                <a:gd name="T28" fmla="*/ 9 w 207"/>
                <a:gd name="T29" fmla="*/ 11 h 219"/>
                <a:gd name="T30" fmla="*/ 1 w 207"/>
                <a:gd name="T31" fmla="*/ 47 h 219"/>
                <a:gd name="T32" fmla="*/ 7 w 207"/>
                <a:gd name="T33" fmla="*/ 86 h 219"/>
                <a:gd name="T34" fmla="*/ 9 w 207"/>
                <a:gd name="T35" fmla="*/ 86 h 219"/>
                <a:gd name="T36" fmla="*/ 4 w 207"/>
                <a:gd name="T37" fmla="*/ 48 h 219"/>
                <a:gd name="T38" fmla="*/ 11 w 207"/>
                <a:gd name="T39" fmla="*/ 13 h 219"/>
                <a:gd name="T40" fmla="*/ 22 w 207"/>
                <a:gd name="T41" fmla="*/ 24 h 219"/>
                <a:gd name="T42" fmla="*/ 17 w 207"/>
                <a:gd name="T43" fmla="*/ 69 h 219"/>
                <a:gd name="T44" fmla="*/ 31 w 207"/>
                <a:gd name="T45" fmla="*/ 114 h 219"/>
                <a:gd name="T46" fmla="*/ 33 w 207"/>
                <a:gd name="T47" fmla="*/ 113 h 219"/>
                <a:gd name="T48" fmla="*/ 20 w 207"/>
                <a:gd name="T49" fmla="*/ 68 h 219"/>
                <a:gd name="T50" fmla="*/ 20 w 207"/>
                <a:gd name="T51" fmla="*/ 47 h 219"/>
                <a:gd name="T52" fmla="*/ 25 w 207"/>
                <a:gd name="T53" fmla="*/ 27 h 219"/>
                <a:gd name="T54" fmla="*/ 110 w 207"/>
                <a:gd name="T55" fmla="*/ 104 h 219"/>
                <a:gd name="T56" fmla="*/ 100 w 207"/>
                <a:gd name="T57" fmla="*/ 163 h 219"/>
                <a:gd name="T58" fmla="*/ 102 w 207"/>
                <a:gd name="T59" fmla="*/ 163 h 219"/>
                <a:gd name="T60" fmla="*/ 104 w 207"/>
                <a:gd name="T61" fmla="*/ 133 h 219"/>
                <a:gd name="T62" fmla="*/ 113 w 207"/>
                <a:gd name="T63" fmla="*/ 106 h 219"/>
                <a:gd name="T64" fmla="*/ 123 w 207"/>
                <a:gd name="T65" fmla="*/ 114 h 219"/>
                <a:gd name="T66" fmla="*/ 120 w 207"/>
                <a:gd name="T67" fmla="*/ 178 h 219"/>
                <a:gd name="T68" fmla="*/ 122 w 207"/>
                <a:gd name="T69" fmla="*/ 178 h 219"/>
                <a:gd name="T70" fmla="*/ 118 w 207"/>
                <a:gd name="T71" fmla="*/ 145 h 219"/>
                <a:gd name="T72" fmla="*/ 126 w 207"/>
                <a:gd name="T73" fmla="*/ 116 h 219"/>
                <a:gd name="T74" fmla="*/ 155 w 207"/>
                <a:gd name="T75" fmla="*/ 138 h 219"/>
                <a:gd name="T76" fmla="*/ 155 w 207"/>
                <a:gd name="T77" fmla="*/ 138 h 219"/>
                <a:gd name="T78" fmla="*/ 147 w 207"/>
                <a:gd name="T79" fmla="*/ 165 h 219"/>
                <a:gd name="T80" fmla="*/ 151 w 207"/>
                <a:gd name="T81" fmla="*/ 199 h 219"/>
                <a:gd name="T82" fmla="*/ 153 w 207"/>
                <a:gd name="T83" fmla="*/ 199 h 219"/>
                <a:gd name="T84" fmla="*/ 150 w 207"/>
                <a:gd name="T85" fmla="*/ 166 h 219"/>
                <a:gd name="T86" fmla="*/ 154 w 207"/>
                <a:gd name="T87" fmla="*/ 149 h 219"/>
                <a:gd name="T88" fmla="*/ 158 w 207"/>
                <a:gd name="T89" fmla="*/ 140 h 219"/>
                <a:gd name="T90" fmla="*/ 169 w 207"/>
                <a:gd name="T91" fmla="*/ 148 h 219"/>
                <a:gd name="T92" fmla="*/ 164 w 207"/>
                <a:gd name="T93" fmla="*/ 162 h 219"/>
                <a:gd name="T94" fmla="*/ 163 w 207"/>
                <a:gd name="T95" fmla="*/ 178 h 219"/>
                <a:gd name="T96" fmla="*/ 171 w 207"/>
                <a:gd name="T97" fmla="*/ 218 h 219"/>
                <a:gd name="T98" fmla="*/ 173 w 207"/>
                <a:gd name="T99" fmla="*/ 217 h 219"/>
                <a:gd name="T100" fmla="*/ 166 w 207"/>
                <a:gd name="T101" fmla="*/ 180 h 219"/>
                <a:gd name="T102" fmla="*/ 167 w 207"/>
                <a:gd name="T103" fmla="*/ 163 h 219"/>
                <a:gd name="T104" fmla="*/ 172 w 207"/>
                <a:gd name="T105" fmla="*/ 150 h 219"/>
                <a:gd name="T106" fmla="*/ 203 w 207"/>
                <a:gd name="T107" fmla="*/ 170 h 219"/>
                <a:gd name="T108" fmla="*/ 205 w 207"/>
                <a:gd name="T109" fmla="*/ 16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7" h="219">
                  <a:moveTo>
                    <a:pt x="205" y="167"/>
                  </a:moveTo>
                  <a:cubicBezTo>
                    <a:pt x="190" y="156"/>
                    <a:pt x="175" y="145"/>
                    <a:pt x="160" y="135"/>
                  </a:cubicBezTo>
                  <a:cubicBezTo>
                    <a:pt x="160" y="134"/>
                    <a:pt x="160" y="134"/>
                    <a:pt x="160" y="134"/>
                  </a:cubicBezTo>
                  <a:cubicBezTo>
                    <a:pt x="161" y="132"/>
                    <a:pt x="159" y="131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45" y="124"/>
                    <a:pt x="133" y="116"/>
                    <a:pt x="122" y="106"/>
                  </a:cubicBezTo>
                  <a:cubicBezTo>
                    <a:pt x="95" y="86"/>
                    <a:pt x="69" y="64"/>
                    <a:pt x="44" y="40"/>
                  </a:cubicBezTo>
                  <a:cubicBezTo>
                    <a:pt x="38" y="35"/>
                    <a:pt x="31" y="29"/>
                    <a:pt x="25" y="23"/>
                  </a:cubicBezTo>
                  <a:cubicBezTo>
                    <a:pt x="25" y="22"/>
                    <a:pt x="25" y="22"/>
                    <a:pt x="24" y="22"/>
                  </a:cubicBezTo>
                  <a:cubicBezTo>
                    <a:pt x="20" y="18"/>
                    <a:pt x="16" y="14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ubicBezTo>
                    <a:pt x="7" y="6"/>
                    <a:pt x="5" y="3"/>
                    <a:pt x="2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3" y="5"/>
                    <a:pt x="6" y="8"/>
                    <a:pt x="9" y="11"/>
                  </a:cubicBezTo>
                  <a:cubicBezTo>
                    <a:pt x="4" y="22"/>
                    <a:pt x="2" y="35"/>
                    <a:pt x="1" y="47"/>
                  </a:cubicBezTo>
                  <a:cubicBezTo>
                    <a:pt x="1" y="60"/>
                    <a:pt x="3" y="74"/>
                    <a:pt x="7" y="86"/>
                  </a:cubicBezTo>
                  <a:cubicBezTo>
                    <a:pt x="8" y="88"/>
                    <a:pt x="10" y="87"/>
                    <a:pt x="9" y="86"/>
                  </a:cubicBezTo>
                  <a:cubicBezTo>
                    <a:pt x="6" y="74"/>
                    <a:pt x="4" y="61"/>
                    <a:pt x="4" y="48"/>
                  </a:cubicBezTo>
                  <a:cubicBezTo>
                    <a:pt x="5" y="35"/>
                    <a:pt x="8" y="24"/>
                    <a:pt x="11" y="13"/>
                  </a:cubicBezTo>
                  <a:cubicBezTo>
                    <a:pt x="15" y="17"/>
                    <a:pt x="18" y="21"/>
                    <a:pt x="22" y="24"/>
                  </a:cubicBezTo>
                  <a:cubicBezTo>
                    <a:pt x="17" y="38"/>
                    <a:pt x="16" y="55"/>
                    <a:pt x="17" y="69"/>
                  </a:cubicBezTo>
                  <a:cubicBezTo>
                    <a:pt x="19" y="85"/>
                    <a:pt x="23" y="100"/>
                    <a:pt x="31" y="114"/>
                  </a:cubicBezTo>
                  <a:cubicBezTo>
                    <a:pt x="31" y="115"/>
                    <a:pt x="33" y="114"/>
                    <a:pt x="33" y="113"/>
                  </a:cubicBezTo>
                  <a:cubicBezTo>
                    <a:pt x="25" y="99"/>
                    <a:pt x="21" y="84"/>
                    <a:pt x="20" y="68"/>
                  </a:cubicBezTo>
                  <a:cubicBezTo>
                    <a:pt x="20" y="61"/>
                    <a:pt x="20" y="54"/>
                    <a:pt x="20" y="47"/>
                  </a:cubicBezTo>
                  <a:cubicBezTo>
                    <a:pt x="21" y="40"/>
                    <a:pt x="23" y="34"/>
                    <a:pt x="25" y="27"/>
                  </a:cubicBezTo>
                  <a:cubicBezTo>
                    <a:pt x="51" y="54"/>
                    <a:pt x="80" y="80"/>
                    <a:pt x="110" y="104"/>
                  </a:cubicBezTo>
                  <a:cubicBezTo>
                    <a:pt x="101" y="122"/>
                    <a:pt x="98" y="143"/>
                    <a:pt x="100" y="163"/>
                  </a:cubicBezTo>
                  <a:cubicBezTo>
                    <a:pt x="100" y="164"/>
                    <a:pt x="102" y="164"/>
                    <a:pt x="102" y="163"/>
                  </a:cubicBezTo>
                  <a:cubicBezTo>
                    <a:pt x="102" y="153"/>
                    <a:pt x="102" y="143"/>
                    <a:pt x="104" y="133"/>
                  </a:cubicBezTo>
                  <a:cubicBezTo>
                    <a:pt x="106" y="123"/>
                    <a:pt x="109" y="115"/>
                    <a:pt x="113" y="106"/>
                  </a:cubicBezTo>
                  <a:cubicBezTo>
                    <a:pt x="116" y="108"/>
                    <a:pt x="120" y="111"/>
                    <a:pt x="123" y="114"/>
                  </a:cubicBezTo>
                  <a:cubicBezTo>
                    <a:pt x="113" y="133"/>
                    <a:pt x="112" y="158"/>
                    <a:pt x="120" y="178"/>
                  </a:cubicBezTo>
                  <a:cubicBezTo>
                    <a:pt x="121" y="180"/>
                    <a:pt x="123" y="179"/>
                    <a:pt x="122" y="178"/>
                  </a:cubicBezTo>
                  <a:cubicBezTo>
                    <a:pt x="119" y="167"/>
                    <a:pt x="117" y="156"/>
                    <a:pt x="118" y="145"/>
                  </a:cubicBezTo>
                  <a:cubicBezTo>
                    <a:pt x="119" y="135"/>
                    <a:pt x="121" y="125"/>
                    <a:pt x="126" y="116"/>
                  </a:cubicBezTo>
                  <a:cubicBezTo>
                    <a:pt x="135" y="123"/>
                    <a:pt x="145" y="130"/>
                    <a:pt x="155" y="138"/>
                  </a:cubicBezTo>
                  <a:cubicBezTo>
                    <a:pt x="155" y="138"/>
                    <a:pt x="155" y="138"/>
                    <a:pt x="155" y="138"/>
                  </a:cubicBezTo>
                  <a:cubicBezTo>
                    <a:pt x="150" y="146"/>
                    <a:pt x="148" y="156"/>
                    <a:pt x="147" y="165"/>
                  </a:cubicBezTo>
                  <a:cubicBezTo>
                    <a:pt x="146" y="176"/>
                    <a:pt x="147" y="189"/>
                    <a:pt x="151" y="199"/>
                  </a:cubicBezTo>
                  <a:cubicBezTo>
                    <a:pt x="152" y="200"/>
                    <a:pt x="153" y="200"/>
                    <a:pt x="153" y="199"/>
                  </a:cubicBezTo>
                  <a:cubicBezTo>
                    <a:pt x="150" y="188"/>
                    <a:pt x="149" y="177"/>
                    <a:pt x="150" y="166"/>
                  </a:cubicBezTo>
                  <a:cubicBezTo>
                    <a:pt x="151" y="160"/>
                    <a:pt x="152" y="155"/>
                    <a:pt x="154" y="149"/>
                  </a:cubicBezTo>
                  <a:cubicBezTo>
                    <a:pt x="155" y="146"/>
                    <a:pt x="156" y="143"/>
                    <a:pt x="158" y="140"/>
                  </a:cubicBezTo>
                  <a:cubicBezTo>
                    <a:pt x="162" y="142"/>
                    <a:pt x="166" y="145"/>
                    <a:pt x="169" y="148"/>
                  </a:cubicBezTo>
                  <a:cubicBezTo>
                    <a:pt x="167" y="152"/>
                    <a:pt x="165" y="157"/>
                    <a:pt x="164" y="162"/>
                  </a:cubicBezTo>
                  <a:cubicBezTo>
                    <a:pt x="163" y="167"/>
                    <a:pt x="162" y="173"/>
                    <a:pt x="163" y="178"/>
                  </a:cubicBezTo>
                  <a:cubicBezTo>
                    <a:pt x="163" y="192"/>
                    <a:pt x="167" y="205"/>
                    <a:pt x="171" y="218"/>
                  </a:cubicBezTo>
                  <a:cubicBezTo>
                    <a:pt x="171" y="219"/>
                    <a:pt x="173" y="218"/>
                    <a:pt x="173" y="217"/>
                  </a:cubicBezTo>
                  <a:cubicBezTo>
                    <a:pt x="170" y="205"/>
                    <a:pt x="166" y="192"/>
                    <a:pt x="166" y="180"/>
                  </a:cubicBezTo>
                  <a:cubicBezTo>
                    <a:pt x="165" y="174"/>
                    <a:pt x="166" y="168"/>
                    <a:pt x="167" y="163"/>
                  </a:cubicBezTo>
                  <a:cubicBezTo>
                    <a:pt x="168" y="158"/>
                    <a:pt x="170" y="154"/>
                    <a:pt x="172" y="150"/>
                  </a:cubicBezTo>
                  <a:cubicBezTo>
                    <a:pt x="182" y="157"/>
                    <a:pt x="193" y="164"/>
                    <a:pt x="203" y="170"/>
                  </a:cubicBezTo>
                  <a:cubicBezTo>
                    <a:pt x="206" y="171"/>
                    <a:pt x="207" y="168"/>
                    <a:pt x="205" y="167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4" name="Freeform 1358"/>
            <p:cNvSpPr/>
            <p:nvPr/>
          </p:nvSpPr>
          <p:spPr bwMode="auto">
            <a:xfrm>
              <a:off x="1866901" y="3670301"/>
              <a:ext cx="647700" cy="338138"/>
            </a:xfrm>
            <a:custGeom>
              <a:avLst/>
              <a:gdLst>
                <a:gd name="T0" fmla="*/ 169 w 172"/>
                <a:gd name="T1" fmla="*/ 1 h 90"/>
                <a:gd name="T2" fmla="*/ 127 w 172"/>
                <a:gd name="T3" fmla="*/ 24 h 90"/>
                <a:gd name="T4" fmla="*/ 86 w 172"/>
                <a:gd name="T5" fmla="*/ 46 h 90"/>
                <a:gd name="T6" fmla="*/ 1 w 172"/>
                <a:gd name="T7" fmla="*/ 88 h 90"/>
                <a:gd name="T8" fmla="*/ 2 w 172"/>
                <a:gd name="T9" fmla="*/ 90 h 90"/>
                <a:gd name="T10" fmla="*/ 87 w 172"/>
                <a:gd name="T11" fmla="*/ 48 h 90"/>
                <a:gd name="T12" fmla="*/ 128 w 172"/>
                <a:gd name="T13" fmla="*/ 27 h 90"/>
                <a:gd name="T14" fmla="*/ 170 w 172"/>
                <a:gd name="T15" fmla="*/ 3 h 90"/>
                <a:gd name="T16" fmla="*/ 169 w 172"/>
                <a:gd name="T17" fmla="*/ 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90">
                  <a:moveTo>
                    <a:pt x="169" y="1"/>
                  </a:moveTo>
                  <a:cubicBezTo>
                    <a:pt x="154" y="8"/>
                    <a:pt x="141" y="16"/>
                    <a:pt x="127" y="24"/>
                  </a:cubicBezTo>
                  <a:cubicBezTo>
                    <a:pt x="113" y="31"/>
                    <a:pt x="100" y="38"/>
                    <a:pt x="86" y="46"/>
                  </a:cubicBezTo>
                  <a:cubicBezTo>
                    <a:pt x="58" y="60"/>
                    <a:pt x="30" y="74"/>
                    <a:pt x="1" y="88"/>
                  </a:cubicBezTo>
                  <a:cubicBezTo>
                    <a:pt x="0" y="88"/>
                    <a:pt x="1" y="90"/>
                    <a:pt x="2" y="90"/>
                  </a:cubicBezTo>
                  <a:cubicBezTo>
                    <a:pt x="31" y="76"/>
                    <a:pt x="59" y="63"/>
                    <a:pt x="87" y="48"/>
                  </a:cubicBezTo>
                  <a:cubicBezTo>
                    <a:pt x="101" y="41"/>
                    <a:pt x="114" y="34"/>
                    <a:pt x="128" y="27"/>
                  </a:cubicBezTo>
                  <a:cubicBezTo>
                    <a:pt x="142" y="19"/>
                    <a:pt x="157" y="12"/>
                    <a:pt x="170" y="3"/>
                  </a:cubicBezTo>
                  <a:cubicBezTo>
                    <a:pt x="172" y="2"/>
                    <a:pt x="170" y="0"/>
                    <a:pt x="16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5" name="Freeform 1359"/>
            <p:cNvSpPr/>
            <p:nvPr/>
          </p:nvSpPr>
          <p:spPr bwMode="auto">
            <a:xfrm>
              <a:off x="2149476" y="3763964"/>
              <a:ext cx="315913" cy="177800"/>
            </a:xfrm>
            <a:custGeom>
              <a:avLst/>
              <a:gdLst>
                <a:gd name="T0" fmla="*/ 81 w 84"/>
                <a:gd name="T1" fmla="*/ 1 h 47"/>
                <a:gd name="T2" fmla="*/ 42 w 84"/>
                <a:gd name="T3" fmla="*/ 25 h 47"/>
                <a:gd name="T4" fmla="*/ 1 w 84"/>
                <a:gd name="T5" fmla="*/ 45 h 47"/>
                <a:gd name="T6" fmla="*/ 2 w 84"/>
                <a:gd name="T7" fmla="*/ 47 h 47"/>
                <a:gd name="T8" fmla="*/ 43 w 84"/>
                <a:gd name="T9" fmla="*/ 27 h 47"/>
                <a:gd name="T10" fmla="*/ 83 w 84"/>
                <a:gd name="T11" fmla="*/ 3 h 47"/>
                <a:gd name="T12" fmla="*/ 81 w 84"/>
                <a:gd name="T13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47">
                  <a:moveTo>
                    <a:pt x="81" y="1"/>
                  </a:moveTo>
                  <a:cubicBezTo>
                    <a:pt x="68" y="9"/>
                    <a:pt x="55" y="17"/>
                    <a:pt x="42" y="25"/>
                  </a:cubicBezTo>
                  <a:cubicBezTo>
                    <a:pt x="29" y="32"/>
                    <a:pt x="15" y="39"/>
                    <a:pt x="1" y="45"/>
                  </a:cubicBezTo>
                  <a:cubicBezTo>
                    <a:pt x="0" y="45"/>
                    <a:pt x="1" y="47"/>
                    <a:pt x="2" y="47"/>
                  </a:cubicBezTo>
                  <a:cubicBezTo>
                    <a:pt x="16" y="41"/>
                    <a:pt x="30" y="35"/>
                    <a:pt x="43" y="27"/>
                  </a:cubicBezTo>
                  <a:cubicBezTo>
                    <a:pt x="57" y="20"/>
                    <a:pt x="71" y="13"/>
                    <a:pt x="83" y="3"/>
                  </a:cubicBezTo>
                  <a:cubicBezTo>
                    <a:pt x="84" y="2"/>
                    <a:pt x="82" y="0"/>
                    <a:pt x="8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6" name="Freeform 1360"/>
            <p:cNvSpPr/>
            <p:nvPr/>
          </p:nvSpPr>
          <p:spPr bwMode="auto">
            <a:xfrm>
              <a:off x="1844676" y="4035426"/>
              <a:ext cx="115888" cy="68263"/>
            </a:xfrm>
            <a:custGeom>
              <a:avLst/>
              <a:gdLst>
                <a:gd name="T0" fmla="*/ 28 w 31"/>
                <a:gd name="T1" fmla="*/ 1 h 18"/>
                <a:gd name="T2" fmla="*/ 1 w 31"/>
                <a:gd name="T3" fmla="*/ 16 h 18"/>
                <a:gd name="T4" fmla="*/ 1 w 31"/>
                <a:gd name="T5" fmla="*/ 17 h 18"/>
                <a:gd name="T6" fmla="*/ 30 w 31"/>
                <a:gd name="T7" fmla="*/ 3 h 18"/>
                <a:gd name="T8" fmla="*/ 28 w 31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8">
                  <a:moveTo>
                    <a:pt x="28" y="1"/>
                  </a:moveTo>
                  <a:cubicBezTo>
                    <a:pt x="19" y="6"/>
                    <a:pt x="10" y="11"/>
                    <a:pt x="1" y="16"/>
                  </a:cubicBezTo>
                  <a:cubicBezTo>
                    <a:pt x="0" y="16"/>
                    <a:pt x="0" y="18"/>
                    <a:pt x="1" y="17"/>
                  </a:cubicBezTo>
                  <a:cubicBezTo>
                    <a:pt x="11" y="14"/>
                    <a:pt x="21" y="9"/>
                    <a:pt x="30" y="3"/>
                  </a:cubicBezTo>
                  <a:cubicBezTo>
                    <a:pt x="31" y="2"/>
                    <a:pt x="30" y="0"/>
                    <a:pt x="28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7" name="Freeform 1361"/>
            <p:cNvSpPr/>
            <p:nvPr/>
          </p:nvSpPr>
          <p:spPr bwMode="auto">
            <a:xfrm>
              <a:off x="1828801" y="4224339"/>
              <a:ext cx="712788" cy="358775"/>
            </a:xfrm>
            <a:custGeom>
              <a:avLst/>
              <a:gdLst>
                <a:gd name="T0" fmla="*/ 186 w 189"/>
                <a:gd name="T1" fmla="*/ 0 h 95"/>
                <a:gd name="T2" fmla="*/ 141 w 189"/>
                <a:gd name="T3" fmla="*/ 25 h 95"/>
                <a:gd name="T4" fmla="*/ 95 w 189"/>
                <a:gd name="T5" fmla="*/ 49 h 95"/>
                <a:gd name="T6" fmla="*/ 1 w 189"/>
                <a:gd name="T7" fmla="*/ 92 h 95"/>
                <a:gd name="T8" fmla="*/ 2 w 189"/>
                <a:gd name="T9" fmla="*/ 94 h 95"/>
                <a:gd name="T10" fmla="*/ 95 w 189"/>
                <a:gd name="T11" fmla="*/ 52 h 95"/>
                <a:gd name="T12" fmla="*/ 142 w 189"/>
                <a:gd name="T13" fmla="*/ 28 h 95"/>
                <a:gd name="T14" fmla="*/ 188 w 189"/>
                <a:gd name="T15" fmla="*/ 3 h 95"/>
                <a:gd name="T16" fmla="*/ 186 w 189"/>
                <a:gd name="T1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9" h="95">
                  <a:moveTo>
                    <a:pt x="186" y="0"/>
                  </a:moveTo>
                  <a:cubicBezTo>
                    <a:pt x="171" y="8"/>
                    <a:pt x="156" y="17"/>
                    <a:pt x="141" y="25"/>
                  </a:cubicBezTo>
                  <a:cubicBezTo>
                    <a:pt x="125" y="33"/>
                    <a:pt x="110" y="41"/>
                    <a:pt x="95" y="49"/>
                  </a:cubicBezTo>
                  <a:cubicBezTo>
                    <a:pt x="64" y="64"/>
                    <a:pt x="32" y="78"/>
                    <a:pt x="1" y="92"/>
                  </a:cubicBezTo>
                  <a:cubicBezTo>
                    <a:pt x="0" y="93"/>
                    <a:pt x="1" y="95"/>
                    <a:pt x="2" y="94"/>
                  </a:cubicBezTo>
                  <a:cubicBezTo>
                    <a:pt x="34" y="81"/>
                    <a:pt x="65" y="67"/>
                    <a:pt x="95" y="52"/>
                  </a:cubicBezTo>
                  <a:cubicBezTo>
                    <a:pt x="111" y="44"/>
                    <a:pt x="126" y="36"/>
                    <a:pt x="142" y="28"/>
                  </a:cubicBezTo>
                  <a:cubicBezTo>
                    <a:pt x="157" y="20"/>
                    <a:pt x="173" y="13"/>
                    <a:pt x="188" y="3"/>
                  </a:cubicBezTo>
                  <a:cubicBezTo>
                    <a:pt x="189" y="2"/>
                    <a:pt x="188" y="0"/>
                    <a:pt x="18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8" name="Freeform 1362"/>
            <p:cNvSpPr/>
            <p:nvPr/>
          </p:nvSpPr>
          <p:spPr bwMode="auto">
            <a:xfrm>
              <a:off x="1979613" y="4265614"/>
              <a:ext cx="558800" cy="293688"/>
            </a:xfrm>
            <a:custGeom>
              <a:avLst/>
              <a:gdLst>
                <a:gd name="T0" fmla="*/ 146 w 148"/>
                <a:gd name="T1" fmla="*/ 1 h 78"/>
                <a:gd name="T2" fmla="*/ 112 w 148"/>
                <a:gd name="T3" fmla="*/ 22 h 78"/>
                <a:gd name="T4" fmla="*/ 76 w 148"/>
                <a:gd name="T5" fmla="*/ 43 h 78"/>
                <a:gd name="T6" fmla="*/ 1 w 148"/>
                <a:gd name="T7" fmla="*/ 76 h 78"/>
                <a:gd name="T8" fmla="*/ 2 w 148"/>
                <a:gd name="T9" fmla="*/ 78 h 78"/>
                <a:gd name="T10" fmla="*/ 77 w 148"/>
                <a:gd name="T11" fmla="*/ 45 h 78"/>
                <a:gd name="T12" fmla="*/ 113 w 148"/>
                <a:gd name="T13" fmla="*/ 25 h 78"/>
                <a:gd name="T14" fmla="*/ 147 w 148"/>
                <a:gd name="T15" fmla="*/ 3 h 78"/>
                <a:gd name="T16" fmla="*/ 146 w 148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8" h="78">
                  <a:moveTo>
                    <a:pt x="146" y="1"/>
                  </a:moveTo>
                  <a:cubicBezTo>
                    <a:pt x="134" y="7"/>
                    <a:pt x="123" y="16"/>
                    <a:pt x="112" y="22"/>
                  </a:cubicBezTo>
                  <a:cubicBezTo>
                    <a:pt x="100" y="29"/>
                    <a:pt x="88" y="36"/>
                    <a:pt x="76" y="43"/>
                  </a:cubicBezTo>
                  <a:cubicBezTo>
                    <a:pt x="52" y="55"/>
                    <a:pt x="27" y="66"/>
                    <a:pt x="1" y="76"/>
                  </a:cubicBezTo>
                  <a:cubicBezTo>
                    <a:pt x="0" y="77"/>
                    <a:pt x="1" y="78"/>
                    <a:pt x="2" y="78"/>
                  </a:cubicBezTo>
                  <a:cubicBezTo>
                    <a:pt x="27" y="69"/>
                    <a:pt x="52" y="58"/>
                    <a:pt x="77" y="45"/>
                  </a:cubicBezTo>
                  <a:cubicBezTo>
                    <a:pt x="89" y="39"/>
                    <a:pt x="101" y="32"/>
                    <a:pt x="113" y="25"/>
                  </a:cubicBezTo>
                  <a:cubicBezTo>
                    <a:pt x="125" y="18"/>
                    <a:pt x="137" y="11"/>
                    <a:pt x="147" y="3"/>
                  </a:cubicBezTo>
                  <a:cubicBezTo>
                    <a:pt x="148" y="2"/>
                    <a:pt x="147" y="0"/>
                    <a:pt x="14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09" name="Freeform 1363"/>
            <p:cNvSpPr/>
            <p:nvPr/>
          </p:nvSpPr>
          <p:spPr bwMode="auto">
            <a:xfrm>
              <a:off x="1858963" y="4333876"/>
              <a:ext cx="709613" cy="354013"/>
            </a:xfrm>
            <a:custGeom>
              <a:avLst/>
              <a:gdLst>
                <a:gd name="T0" fmla="*/ 185 w 188"/>
                <a:gd name="T1" fmla="*/ 0 h 94"/>
                <a:gd name="T2" fmla="*/ 163 w 188"/>
                <a:gd name="T3" fmla="*/ 15 h 94"/>
                <a:gd name="T4" fmla="*/ 143 w 188"/>
                <a:gd name="T5" fmla="*/ 29 h 94"/>
                <a:gd name="T6" fmla="*/ 98 w 188"/>
                <a:gd name="T7" fmla="*/ 54 h 94"/>
                <a:gd name="T8" fmla="*/ 50 w 188"/>
                <a:gd name="T9" fmla="*/ 75 h 94"/>
                <a:gd name="T10" fmla="*/ 1 w 188"/>
                <a:gd name="T11" fmla="*/ 92 h 94"/>
                <a:gd name="T12" fmla="*/ 1 w 188"/>
                <a:gd name="T13" fmla="*/ 93 h 94"/>
                <a:gd name="T14" fmla="*/ 51 w 188"/>
                <a:gd name="T15" fmla="*/ 77 h 94"/>
                <a:gd name="T16" fmla="*/ 98 w 188"/>
                <a:gd name="T17" fmla="*/ 57 h 94"/>
                <a:gd name="T18" fmla="*/ 144 w 188"/>
                <a:gd name="T19" fmla="*/ 31 h 94"/>
                <a:gd name="T20" fmla="*/ 167 w 188"/>
                <a:gd name="T21" fmla="*/ 17 h 94"/>
                <a:gd name="T22" fmla="*/ 187 w 188"/>
                <a:gd name="T23" fmla="*/ 2 h 94"/>
                <a:gd name="T24" fmla="*/ 185 w 188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94">
                  <a:moveTo>
                    <a:pt x="185" y="0"/>
                  </a:moveTo>
                  <a:cubicBezTo>
                    <a:pt x="177" y="4"/>
                    <a:pt x="171" y="11"/>
                    <a:pt x="163" y="15"/>
                  </a:cubicBezTo>
                  <a:cubicBezTo>
                    <a:pt x="157" y="20"/>
                    <a:pt x="150" y="24"/>
                    <a:pt x="143" y="29"/>
                  </a:cubicBezTo>
                  <a:cubicBezTo>
                    <a:pt x="128" y="38"/>
                    <a:pt x="113" y="46"/>
                    <a:pt x="98" y="54"/>
                  </a:cubicBezTo>
                  <a:cubicBezTo>
                    <a:pt x="82" y="62"/>
                    <a:pt x="66" y="69"/>
                    <a:pt x="50" y="75"/>
                  </a:cubicBezTo>
                  <a:cubicBezTo>
                    <a:pt x="34" y="81"/>
                    <a:pt x="17" y="86"/>
                    <a:pt x="1" y="92"/>
                  </a:cubicBezTo>
                  <a:cubicBezTo>
                    <a:pt x="0" y="92"/>
                    <a:pt x="0" y="94"/>
                    <a:pt x="1" y="93"/>
                  </a:cubicBezTo>
                  <a:cubicBezTo>
                    <a:pt x="18" y="90"/>
                    <a:pt x="35" y="83"/>
                    <a:pt x="51" y="77"/>
                  </a:cubicBezTo>
                  <a:cubicBezTo>
                    <a:pt x="67" y="71"/>
                    <a:pt x="83" y="64"/>
                    <a:pt x="98" y="57"/>
                  </a:cubicBezTo>
                  <a:cubicBezTo>
                    <a:pt x="114" y="49"/>
                    <a:pt x="130" y="41"/>
                    <a:pt x="144" y="31"/>
                  </a:cubicBezTo>
                  <a:cubicBezTo>
                    <a:pt x="152" y="27"/>
                    <a:pt x="159" y="22"/>
                    <a:pt x="167" y="17"/>
                  </a:cubicBezTo>
                  <a:cubicBezTo>
                    <a:pt x="173" y="13"/>
                    <a:pt x="181" y="8"/>
                    <a:pt x="187" y="2"/>
                  </a:cubicBezTo>
                  <a:cubicBezTo>
                    <a:pt x="188" y="1"/>
                    <a:pt x="186" y="0"/>
                    <a:pt x="185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0" name="Freeform 1364"/>
            <p:cNvSpPr/>
            <p:nvPr/>
          </p:nvSpPr>
          <p:spPr bwMode="auto">
            <a:xfrm>
              <a:off x="2357438" y="4032251"/>
              <a:ext cx="55563" cy="134938"/>
            </a:xfrm>
            <a:custGeom>
              <a:avLst/>
              <a:gdLst>
                <a:gd name="T0" fmla="*/ 13 w 15"/>
                <a:gd name="T1" fmla="*/ 1 h 36"/>
                <a:gd name="T2" fmla="*/ 7 w 15"/>
                <a:gd name="T3" fmla="*/ 18 h 36"/>
                <a:gd name="T4" fmla="*/ 0 w 15"/>
                <a:gd name="T5" fmla="*/ 35 h 36"/>
                <a:gd name="T6" fmla="*/ 1 w 15"/>
                <a:gd name="T7" fmla="*/ 36 h 36"/>
                <a:gd name="T8" fmla="*/ 9 w 15"/>
                <a:gd name="T9" fmla="*/ 19 h 36"/>
                <a:gd name="T10" fmla="*/ 15 w 15"/>
                <a:gd name="T11" fmla="*/ 2 h 36"/>
                <a:gd name="T12" fmla="*/ 13 w 15"/>
                <a:gd name="T13" fmla="*/ 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36">
                  <a:moveTo>
                    <a:pt x="13" y="1"/>
                  </a:moveTo>
                  <a:cubicBezTo>
                    <a:pt x="11" y="7"/>
                    <a:pt x="9" y="13"/>
                    <a:pt x="7" y="18"/>
                  </a:cubicBezTo>
                  <a:cubicBezTo>
                    <a:pt x="5" y="24"/>
                    <a:pt x="2" y="30"/>
                    <a:pt x="0" y="35"/>
                  </a:cubicBezTo>
                  <a:cubicBezTo>
                    <a:pt x="0" y="36"/>
                    <a:pt x="1" y="36"/>
                    <a:pt x="1" y="36"/>
                  </a:cubicBezTo>
                  <a:cubicBezTo>
                    <a:pt x="5" y="31"/>
                    <a:pt x="7" y="25"/>
                    <a:pt x="9" y="19"/>
                  </a:cubicBezTo>
                  <a:cubicBezTo>
                    <a:pt x="12" y="14"/>
                    <a:pt x="14" y="8"/>
                    <a:pt x="15" y="2"/>
                  </a:cubicBezTo>
                  <a:cubicBezTo>
                    <a:pt x="15" y="0"/>
                    <a:pt x="13" y="0"/>
                    <a:pt x="1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1" name="Freeform 1365"/>
            <p:cNvSpPr/>
            <p:nvPr/>
          </p:nvSpPr>
          <p:spPr bwMode="auto">
            <a:xfrm>
              <a:off x="2413001" y="4073526"/>
              <a:ext cx="34925" cy="74613"/>
            </a:xfrm>
            <a:custGeom>
              <a:avLst/>
              <a:gdLst>
                <a:gd name="T0" fmla="*/ 7 w 9"/>
                <a:gd name="T1" fmla="*/ 1 h 20"/>
                <a:gd name="T2" fmla="*/ 3 w 9"/>
                <a:gd name="T3" fmla="*/ 10 h 20"/>
                <a:gd name="T4" fmla="*/ 0 w 9"/>
                <a:gd name="T5" fmla="*/ 18 h 20"/>
                <a:gd name="T6" fmla="*/ 2 w 9"/>
                <a:gd name="T7" fmla="*/ 19 h 20"/>
                <a:gd name="T8" fmla="*/ 6 w 9"/>
                <a:gd name="T9" fmla="*/ 11 h 20"/>
                <a:gd name="T10" fmla="*/ 9 w 9"/>
                <a:gd name="T11" fmla="*/ 2 h 20"/>
                <a:gd name="T12" fmla="*/ 7 w 9"/>
                <a:gd name="T13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20">
                  <a:moveTo>
                    <a:pt x="7" y="1"/>
                  </a:moveTo>
                  <a:cubicBezTo>
                    <a:pt x="5" y="4"/>
                    <a:pt x="4" y="7"/>
                    <a:pt x="3" y="10"/>
                  </a:cubicBezTo>
                  <a:cubicBezTo>
                    <a:pt x="2" y="13"/>
                    <a:pt x="1" y="16"/>
                    <a:pt x="0" y="18"/>
                  </a:cubicBezTo>
                  <a:cubicBezTo>
                    <a:pt x="0" y="20"/>
                    <a:pt x="1" y="20"/>
                    <a:pt x="2" y="19"/>
                  </a:cubicBezTo>
                  <a:cubicBezTo>
                    <a:pt x="3" y="16"/>
                    <a:pt x="4" y="14"/>
                    <a:pt x="6" y="11"/>
                  </a:cubicBezTo>
                  <a:cubicBezTo>
                    <a:pt x="7" y="8"/>
                    <a:pt x="8" y="5"/>
                    <a:pt x="9" y="2"/>
                  </a:cubicBezTo>
                  <a:cubicBezTo>
                    <a:pt x="9" y="1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2" name="Freeform 1366"/>
            <p:cNvSpPr/>
            <p:nvPr/>
          </p:nvSpPr>
          <p:spPr bwMode="auto">
            <a:xfrm>
              <a:off x="2278063" y="3446464"/>
              <a:ext cx="104775" cy="204788"/>
            </a:xfrm>
            <a:custGeom>
              <a:avLst/>
              <a:gdLst>
                <a:gd name="T0" fmla="*/ 25 w 28"/>
                <a:gd name="T1" fmla="*/ 1 h 54"/>
                <a:gd name="T2" fmla="*/ 15 w 28"/>
                <a:gd name="T3" fmla="*/ 28 h 54"/>
                <a:gd name="T4" fmla="*/ 1 w 28"/>
                <a:gd name="T5" fmla="*/ 52 h 54"/>
                <a:gd name="T6" fmla="*/ 2 w 28"/>
                <a:gd name="T7" fmla="*/ 53 h 54"/>
                <a:gd name="T8" fmla="*/ 18 w 28"/>
                <a:gd name="T9" fmla="*/ 29 h 54"/>
                <a:gd name="T10" fmla="*/ 28 w 28"/>
                <a:gd name="T11" fmla="*/ 1 h 54"/>
                <a:gd name="T12" fmla="*/ 25 w 28"/>
                <a:gd name="T13" fmla="*/ 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4">
                  <a:moveTo>
                    <a:pt x="25" y="1"/>
                  </a:moveTo>
                  <a:cubicBezTo>
                    <a:pt x="22" y="10"/>
                    <a:pt x="19" y="19"/>
                    <a:pt x="15" y="28"/>
                  </a:cubicBezTo>
                  <a:cubicBezTo>
                    <a:pt x="11" y="36"/>
                    <a:pt x="6" y="45"/>
                    <a:pt x="1" y="52"/>
                  </a:cubicBezTo>
                  <a:cubicBezTo>
                    <a:pt x="0" y="53"/>
                    <a:pt x="2" y="54"/>
                    <a:pt x="2" y="53"/>
                  </a:cubicBezTo>
                  <a:cubicBezTo>
                    <a:pt x="9" y="46"/>
                    <a:pt x="14" y="38"/>
                    <a:pt x="18" y="29"/>
                  </a:cubicBezTo>
                  <a:cubicBezTo>
                    <a:pt x="23" y="20"/>
                    <a:pt x="27" y="11"/>
                    <a:pt x="28" y="1"/>
                  </a:cubicBezTo>
                  <a:cubicBezTo>
                    <a:pt x="28" y="0"/>
                    <a:pt x="26" y="0"/>
                    <a:pt x="2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3" name="Freeform 1367"/>
            <p:cNvSpPr/>
            <p:nvPr/>
          </p:nvSpPr>
          <p:spPr bwMode="auto">
            <a:xfrm>
              <a:off x="2379663" y="3506789"/>
              <a:ext cx="52388" cy="103188"/>
            </a:xfrm>
            <a:custGeom>
              <a:avLst/>
              <a:gdLst>
                <a:gd name="T0" fmla="*/ 11 w 14"/>
                <a:gd name="T1" fmla="*/ 2 h 27"/>
                <a:gd name="T2" fmla="*/ 1 w 14"/>
                <a:gd name="T3" fmla="*/ 24 h 27"/>
                <a:gd name="T4" fmla="*/ 3 w 14"/>
                <a:gd name="T5" fmla="*/ 25 h 27"/>
                <a:gd name="T6" fmla="*/ 14 w 14"/>
                <a:gd name="T7" fmla="*/ 3 h 27"/>
                <a:gd name="T8" fmla="*/ 11 w 14"/>
                <a:gd name="T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7">
                  <a:moveTo>
                    <a:pt x="11" y="2"/>
                  </a:moveTo>
                  <a:cubicBezTo>
                    <a:pt x="8" y="10"/>
                    <a:pt x="5" y="17"/>
                    <a:pt x="1" y="24"/>
                  </a:cubicBezTo>
                  <a:cubicBezTo>
                    <a:pt x="0" y="26"/>
                    <a:pt x="2" y="27"/>
                    <a:pt x="3" y="25"/>
                  </a:cubicBezTo>
                  <a:cubicBezTo>
                    <a:pt x="8" y="19"/>
                    <a:pt x="12" y="11"/>
                    <a:pt x="14" y="3"/>
                  </a:cubicBezTo>
                  <a:cubicBezTo>
                    <a:pt x="14" y="1"/>
                    <a:pt x="12" y="0"/>
                    <a:pt x="11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4" name="Freeform 1368"/>
            <p:cNvSpPr>
              <a:spLocks noEditPoints="1"/>
            </p:cNvSpPr>
            <p:nvPr/>
          </p:nvSpPr>
          <p:spPr bwMode="auto">
            <a:xfrm>
              <a:off x="1041401" y="4175126"/>
              <a:ext cx="180975" cy="177800"/>
            </a:xfrm>
            <a:custGeom>
              <a:avLst/>
              <a:gdLst>
                <a:gd name="T0" fmla="*/ 35 w 48"/>
                <a:gd name="T1" fmla="*/ 15 h 47"/>
                <a:gd name="T2" fmla="*/ 11 w 48"/>
                <a:gd name="T3" fmla="*/ 3 h 47"/>
                <a:gd name="T4" fmla="*/ 1 w 48"/>
                <a:gd name="T5" fmla="*/ 11 h 47"/>
                <a:gd name="T6" fmla="*/ 4 w 48"/>
                <a:gd name="T7" fmla="*/ 23 h 47"/>
                <a:gd name="T8" fmla="*/ 6 w 48"/>
                <a:gd name="T9" fmla="*/ 23 h 47"/>
                <a:gd name="T10" fmla="*/ 22 w 48"/>
                <a:gd name="T11" fmla="*/ 40 h 47"/>
                <a:gd name="T12" fmla="*/ 43 w 48"/>
                <a:gd name="T13" fmla="*/ 40 h 47"/>
                <a:gd name="T14" fmla="*/ 35 w 48"/>
                <a:gd name="T15" fmla="*/ 15 h 47"/>
                <a:gd name="T16" fmla="*/ 41 w 48"/>
                <a:gd name="T17" fmla="*/ 38 h 47"/>
                <a:gd name="T18" fmla="*/ 23 w 48"/>
                <a:gd name="T19" fmla="*/ 37 h 47"/>
                <a:gd name="T20" fmla="*/ 5 w 48"/>
                <a:gd name="T21" fmla="*/ 18 h 47"/>
                <a:gd name="T22" fmla="*/ 12 w 48"/>
                <a:gd name="T23" fmla="*/ 7 h 47"/>
                <a:gd name="T24" fmla="*/ 32 w 48"/>
                <a:gd name="T25" fmla="*/ 16 h 47"/>
                <a:gd name="T26" fmla="*/ 39 w 48"/>
                <a:gd name="T27" fmla="*/ 26 h 47"/>
                <a:gd name="T28" fmla="*/ 41 w 48"/>
                <a:gd name="T29" fmla="*/ 3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47">
                  <a:moveTo>
                    <a:pt x="35" y="15"/>
                  </a:moveTo>
                  <a:cubicBezTo>
                    <a:pt x="30" y="7"/>
                    <a:pt x="21" y="0"/>
                    <a:pt x="11" y="3"/>
                  </a:cubicBezTo>
                  <a:cubicBezTo>
                    <a:pt x="6" y="4"/>
                    <a:pt x="3" y="7"/>
                    <a:pt x="1" y="11"/>
                  </a:cubicBezTo>
                  <a:cubicBezTo>
                    <a:pt x="0" y="16"/>
                    <a:pt x="1" y="20"/>
                    <a:pt x="4" y="23"/>
                  </a:cubicBezTo>
                  <a:cubicBezTo>
                    <a:pt x="5" y="23"/>
                    <a:pt x="5" y="23"/>
                    <a:pt x="6" y="23"/>
                  </a:cubicBezTo>
                  <a:cubicBezTo>
                    <a:pt x="10" y="30"/>
                    <a:pt x="15" y="35"/>
                    <a:pt x="22" y="40"/>
                  </a:cubicBezTo>
                  <a:cubicBezTo>
                    <a:pt x="28" y="44"/>
                    <a:pt x="38" y="47"/>
                    <a:pt x="43" y="40"/>
                  </a:cubicBezTo>
                  <a:cubicBezTo>
                    <a:pt x="48" y="32"/>
                    <a:pt x="40" y="21"/>
                    <a:pt x="35" y="15"/>
                  </a:cubicBezTo>
                  <a:close/>
                  <a:moveTo>
                    <a:pt x="41" y="38"/>
                  </a:moveTo>
                  <a:cubicBezTo>
                    <a:pt x="37" y="45"/>
                    <a:pt x="27" y="40"/>
                    <a:pt x="23" y="37"/>
                  </a:cubicBezTo>
                  <a:cubicBezTo>
                    <a:pt x="16" y="32"/>
                    <a:pt x="10" y="26"/>
                    <a:pt x="5" y="18"/>
                  </a:cubicBezTo>
                  <a:cubicBezTo>
                    <a:pt x="4" y="13"/>
                    <a:pt x="7" y="8"/>
                    <a:pt x="12" y="7"/>
                  </a:cubicBezTo>
                  <a:cubicBezTo>
                    <a:pt x="20" y="5"/>
                    <a:pt x="28" y="10"/>
                    <a:pt x="32" y="16"/>
                  </a:cubicBezTo>
                  <a:cubicBezTo>
                    <a:pt x="35" y="20"/>
                    <a:pt x="37" y="23"/>
                    <a:pt x="39" y="26"/>
                  </a:cubicBezTo>
                  <a:cubicBezTo>
                    <a:pt x="41" y="30"/>
                    <a:pt x="43" y="34"/>
                    <a:pt x="41" y="38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5" name="Freeform 1369"/>
            <p:cNvSpPr/>
            <p:nvPr/>
          </p:nvSpPr>
          <p:spPr bwMode="auto">
            <a:xfrm>
              <a:off x="1485901" y="3898901"/>
              <a:ext cx="30163" cy="155575"/>
            </a:xfrm>
            <a:custGeom>
              <a:avLst/>
              <a:gdLst>
                <a:gd name="T0" fmla="*/ 3 w 8"/>
                <a:gd name="T1" fmla="*/ 21 h 41"/>
                <a:gd name="T2" fmla="*/ 3 w 8"/>
                <a:gd name="T3" fmla="*/ 11 h 41"/>
                <a:gd name="T4" fmla="*/ 4 w 8"/>
                <a:gd name="T5" fmla="*/ 2 h 41"/>
                <a:gd name="T6" fmla="*/ 1 w 8"/>
                <a:gd name="T7" fmla="*/ 1 h 41"/>
                <a:gd name="T8" fmla="*/ 0 w 8"/>
                <a:gd name="T9" fmla="*/ 11 h 41"/>
                <a:gd name="T10" fmla="*/ 0 w 8"/>
                <a:gd name="T11" fmla="*/ 21 h 41"/>
                <a:gd name="T12" fmla="*/ 6 w 8"/>
                <a:gd name="T13" fmla="*/ 40 h 41"/>
                <a:gd name="T14" fmla="*/ 8 w 8"/>
                <a:gd name="T15" fmla="*/ 39 h 41"/>
                <a:gd name="T16" fmla="*/ 3 w 8"/>
                <a:gd name="T1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41">
                  <a:moveTo>
                    <a:pt x="3" y="21"/>
                  </a:moveTo>
                  <a:cubicBezTo>
                    <a:pt x="3" y="18"/>
                    <a:pt x="3" y="14"/>
                    <a:pt x="3" y="11"/>
                  </a:cubicBezTo>
                  <a:cubicBezTo>
                    <a:pt x="3" y="8"/>
                    <a:pt x="4" y="5"/>
                    <a:pt x="4" y="2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4"/>
                    <a:pt x="0" y="8"/>
                    <a:pt x="0" y="11"/>
                  </a:cubicBezTo>
                  <a:cubicBezTo>
                    <a:pt x="0" y="14"/>
                    <a:pt x="0" y="18"/>
                    <a:pt x="0" y="21"/>
                  </a:cubicBezTo>
                  <a:cubicBezTo>
                    <a:pt x="1" y="28"/>
                    <a:pt x="3" y="34"/>
                    <a:pt x="6" y="40"/>
                  </a:cubicBezTo>
                  <a:cubicBezTo>
                    <a:pt x="6" y="41"/>
                    <a:pt x="8" y="40"/>
                    <a:pt x="8" y="39"/>
                  </a:cubicBezTo>
                  <a:cubicBezTo>
                    <a:pt x="5" y="33"/>
                    <a:pt x="4" y="27"/>
                    <a:pt x="3" y="2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6" name="Freeform 1370"/>
            <p:cNvSpPr/>
            <p:nvPr/>
          </p:nvSpPr>
          <p:spPr bwMode="auto">
            <a:xfrm>
              <a:off x="1531938" y="3948114"/>
              <a:ext cx="30163" cy="114300"/>
            </a:xfrm>
            <a:custGeom>
              <a:avLst/>
              <a:gdLst>
                <a:gd name="T0" fmla="*/ 4 w 8"/>
                <a:gd name="T1" fmla="*/ 15 h 30"/>
                <a:gd name="T2" fmla="*/ 3 w 8"/>
                <a:gd name="T3" fmla="*/ 8 h 30"/>
                <a:gd name="T4" fmla="*/ 3 w 8"/>
                <a:gd name="T5" fmla="*/ 1 h 30"/>
                <a:gd name="T6" fmla="*/ 0 w 8"/>
                <a:gd name="T7" fmla="*/ 1 h 30"/>
                <a:gd name="T8" fmla="*/ 0 w 8"/>
                <a:gd name="T9" fmla="*/ 8 h 30"/>
                <a:gd name="T10" fmla="*/ 1 w 8"/>
                <a:gd name="T11" fmla="*/ 16 h 30"/>
                <a:gd name="T12" fmla="*/ 6 w 8"/>
                <a:gd name="T13" fmla="*/ 30 h 30"/>
                <a:gd name="T14" fmla="*/ 8 w 8"/>
                <a:gd name="T15" fmla="*/ 29 h 30"/>
                <a:gd name="T16" fmla="*/ 4 w 8"/>
                <a:gd name="T1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30">
                  <a:moveTo>
                    <a:pt x="4" y="15"/>
                  </a:moveTo>
                  <a:cubicBezTo>
                    <a:pt x="3" y="13"/>
                    <a:pt x="3" y="11"/>
                    <a:pt x="3" y="8"/>
                  </a:cubicBezTo>
                  <a:cubicBezTo>
                    <a:pt x="3" y="6"/>
                    <a:pt x="3" y="3"/>
                    <a:pt x="3" y="1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0" y="3"/>
                    <a:pt x="0" y="6"/>
                    <a:pt x="0" y="8"/>
                  </a:cubicBezTo>
                  <a:cubicBezTo>
                    <a:pt x="0" y="11"/>
                    <a:pt x="0" y="13"/>
                    <a:pt x="1" y="16"/>
                  </a:cubicBezTo>
                  <a:cubicBezTo>
                    <a:pt x="2" y="21"/>
                    <a:pt x="4" y="26"/>
                    <a:pt x="6" y="30"/>
                  </a:cubicBezTo>
                  <a:cubicBezTo>
                    <a:pt x="7" y="30"/>
                    <a:pt x="8" y="30"/>
                    <a:pt x="8" y="29"/>
                  </a:cubicBezTo>
                  <a:cubicBezTo>
                    <a:pt x="6" y="25"/>
                    <a:pt x="5" y="20"/>
                    <a:pt x="4" y="15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7" name="Freeform 1371"/>
            <p:cNvSpPr/>
            <p:nvPr/>
          </p:nvSpPr>
          <p:spPr bwMode="auto">
            <a:xfrm>
              <a:off x="1581151" y="3994151"/>
              <a:ext cx="30163" cy="79375"/>
            </a:xfrm>
            <a:custGeom>
              <a:avLst/>
              <a:gdLst>
                <a:gd name="T0" fmla="*/ 7 w 8"/>
                <a:gd name="T1" fmla="*/ 19 h 21"/>
                <a:gd name="T2" fmla="*/ 4 w 8"/>
                <a:gd name="T3" fmla="*/ 2 h 21"/>
                <a:gd name="T4" fmla="*/ 1 w 8"/>
                <a:gd name="T5" fmla="*/ 2 h 21"/>
                <a:gd name="T6" fmla="*/ 1 w 8"/>
                <a:gd name="T7" fmla="*/ 11 h 21"/>
                <a:gd name="T8" fmla="*/ 5 w 8"/>
                <a:gd name="T9" fmla="*/ 20 h 21"/>
                <a:gd name="T10" fmla="*/ 7 w 8"/>
                <a:gd name="T11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1">
                  <a:moveTo>
                    <a:pt x="7" y="19"/>
                  </a:moveTo>
                  <a:cubicBezTo>
                    <a:pt x="4" y="14"/>
                    <a:pt x="3" y="8"/>
                    <a:pt x="4" y="2"/>
                  </a:cubicBezTo>
                  <a:cubicBezTo>
                    <a:pt x="4" y="1"/>
                    <a:pt x="2" y="0"/>
                    <a:pt x="1" y="2"/>
                  </a:cubicBezTo>
                  <a:cubicBezTo>
                    <a:pt x="0" y="5"/>
                    <a:pt x="0" y="8"/>
                    <a:pt x="1" y="11"/>
                  </a:cubicBezTo>
                  <a:cubicBezTo>
                    <a:pt x="2" y="15"/>
                    <a:pt x="3" y="17"/>
                    <a:pt x="5" y="20"/>
                  </a:cubicBezTo>
                  <a:cubicBezTo>
                    <a:pt x="6" y="21"/>
                    <a:pt x="8" y="20"/>
                    <a:pt x="7" y="19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8" name="Freeform 1372"/>
            <p:cNvSpPr/>
            <p:nvPr/>
          </p:nvSpPr>
          <p:spPr bwMode="auto">
            <a:xfrm>
              <a:off x="1219201" y="3325814"/>
              <a:ext cx="49213" cy="125413"/>
            </a:xfrm>
            <a:custGeom>
              <a:avLst/>
              <a:gdLst>
                <a:gd name="T0" fmla="*/ 10 w 13"/>
                <a:gd name="T1" fmla="*/ 1 h 33"/>
                <a:gd name="T2" fmla="*/ 6 w 13"/>
                <a:gd name="T3" fmla="*/ 16 h 33"/>
                <a:gd name="T4" fmla="*/ 0 w 13"/>
                <a:gd name="T5" fmla="*/ 31 h 33"/>
                <a:gd name="T6" fmla="*/ 2 w 13"/>
                <a:gd name="T7" fmla="*/ 32 h 33"/>
                <a:gd name="T8" fmla="*/ 8 w 13"/>
                <a:gd name="T9" fmla="*/ 17 h 33"/>
                <a:gd name="T10" fmla="*/ 12 w 13"/>
                <a:gd name="T11" fmla="*/ 2 h 33"/>
                <a:gd name="T12" fmla="*/ 10 w 13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3">
                  <a:moveTo>
                    <a:pt x="10" y="1"/>
                  </a:moveTo>
                  <a:cubicBezTo>
                    <a:pt x="8" y="6"/>
                    <a:pt x="7" y="11"/>
                    <a:pt x="6" y="16"/>
                  </a:cubicBezTo>
                  <a:cubicBezTo>
                    <a:pt x="4" y="21"/>
                    <a:pt x="2" y="26"/>
                    <a:pt x="0" y="31"/>
                  </a:cubicBezTo>
                  <a:cubicBezTo>
                    <a:pt x="0" y="32"/>
                    <a:pt x="2" y="33"/>
                    <a:pt x="2" y="32"/>
                  </a:cubicBezTo>
                  <a:cubicBezTo>
                    <a:pt x="4" y="27"/>
                    <a:pt x="6" y="22"/>
                    <a:pt x="8" y="17"/>
                  </a:cubicBezTo>
                  <a:cubicBezTo>
                    <a:pt x="10" y="12"/>
                    <a:pt x="11" y="7"/>
                    <a:pt x="12" y="2"/>
                  </a:cubicBezTo>
                  <a:cubicBezTo>
                    <a:pt x="13" y="0"/>
                    <a:pt x="11" y="0"/>
                    <a:pt x="1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19" name="Freeform 1373"/>
            <p:cNvSpPr/>
            <p:nvPr/>
          </p:nvSpPr>
          <p:spPr bwMode="auto">
            <a:xfrm>
              <a:off x="1276351" y="3386139"/>
              <a:ext cx="30163" cy="84138"/>
            </a:xfrm>
            <a:custGeom>
              <a:avLst/>
              <a:gdLst>
                <a:gd name="T0" fmla="*/ 5 w 8"/>
                <a:gd name="T1" fmla="*/ 2 h 22"/>
                <a:gd name="T2" fmla="*/ 3 w 8"/>
                <a:gd name="T3" fmla="*/ 11 h 22"/>
                <a:gd name="T4" fmla="*/ 0 w 8"/>
                <a:gd name="T5" fmla="*/ 20 h 22"/>
                <a:gd name="T6" fmla="*/ 2 w 8"/>
                <a:gd name="T7" fmla="*/ 21 h 22"/>
                <a:gd name="T8" fmla="*/ 5 w 8"/>
                <a:gd name="T9" fmla="*/ 12 h 22"/>
                <a:gd name="T10" fmla="*/ 8 w 8"/>
                <a:gd name="T11" fmla="*/ 3 h 22"/>
                <a:gd name="T12" fmla="*/ 5 w 8"/>
                <a:gd name="T13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2">
                  <a:moveTo>
                    <a:pt x="5" y="2"/>
                  </a:moveTo>
                  <a:cubicBezTo>
                    <a:pt x="4" y="5"/>
                    <a:pt x="4" y="8"/>
                    <a:pt x="3" y="11"/>
                  </a:cubicBezTo>
                  <a:cubicBezTo>
                    <a:pt x="2" y="14"/>
                    <a:pt x="1" y="17"/>
                    <a:pt x="0" y="20"/>
                  </a:cubicBezTo>
                  <a:cubicBezTo>
                    <a:pt x="0" y="22"/>
                    <a:pt x="2" y="22"/>
                    <a:pt x="2" y="2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9"/>
                    <a:pt x="7" y="6"/>
                    <a:pt x="8" y="3"/>
                  </a:cubicBezTo>
                  <a:cubicBezTo>
                    <a:pt x="8" y="1"/>
                    <a:pt x="6" y="0"/>
                    <a:pt x="5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0" name="Freeform 1374"/>
            <p:cNvSpPr/>
            <p:nvPr/>
          </p:nvSpPr>
          <p:spPr bwMode="auto">
            <a:xfrm>
              <a:off x="1065213" y="3884614"/>
              <a:ext cx="25400" cy="79375"/>
            </a:xfrm>
            <a:custGeom>
              <a:avLst/>
              <a:gdLst>
                <a:gd name="T0" fmla="*/ 5 w 7"/>
                <a:gd name="T1" fmla="*/ 1 h 21"/>
                <a:gd name="T2" fmla="*/ 3 w 7"/>
                <a:gd name="T3" fmla="*/ 11 h 21"/>
                <a:gd name="T4" fmla="*/ 0 w 7"/>
                <a:gd name="T5" fmla="*/ 20 h 21"/>
                <a:gd name="T6" fmla="*/ 2 w 7"/>
                <a:gd name="T7" fmla="*/ 20 h 21"/>
                <a:gd name="T8" fmla="*/ 6 w 7"/>
                <a:gd name="T9" fmla="*/ 11 h 21"/>
                <a:gd name="T10" fmla="*/ 7 w 7"/>
                <a:gd name="T11" fmla="*/ 2 h 21"/>
                <a:gd name="T12" fmla="*/ 5 w 7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1">
                  <a:moveTo>
                    <a:pt x="5" y="1"/>
                  </a:moveTo>
                  <a:cubicBezTo>
                    <a:pt x="4" y="4"/>
                    <a:pt x="4" y="7"/>
                    <a:pt x="3" y="11"/>
                  </a:cubicBezTo>
                  <a:cubicBezTo>
                    <a:pt x="2" y="14"/>
                    <a:pt x="1" y="17"/>
                    <a:pt x="0" y="20"/>
                  </a:cubicBezTo>
                  <a:cubicBezTo>
                    <a:pt x="0" y="21"/>
                    <a:pt x="1" y="21"/>
                    <a:pt x="2" y="20"/>
                  </a:cubicBezTo>
                  <a:cubicBezTo>
                    <a:pt x="4" y="17"/>
                    <a:pt x="5" y="14"/>
                    <a:pt x="6" y="11"/>
                  </a:cubicBezTo>
                  <a:cubicBezTo>
                    <a:pt x="6" y="8"/>
                    <a:pt x="7" y="5"/>
                    <a:pt x="7" y="2"/>
                  </a:cubicBezTo>
                  <a:cubicBezTo>
                    <a:pt x="7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1" name="Freeform 1375"/>
            <p:cNvSpPr/>
            <p:nvPr/>
          </p:nvSpPr>
          <p:spPr bwMode="auto">
            <a:xfrm>
              <a:off x="1106488" y="3911601"/>
              <a:ext cx="25400" cy="52388"/>
            </a:xfrm>
            <a:custGeom>
              <a:avLst/>
              <a:gdLst>
                <a:gd name="T0" fmla="*/ 6 w 7"/>
                <a:gd name="T1" fmla="*/ 0 h 14"/>
                <a:gd name="T2" fmla="*/ 4 w 7"/>
                <a:gd name="T3" fmla="*/ 1 h 14"/>
                <a:gd name="T4" fmla="*/ 1 w 7"/>
                <a:gd name="T5" fmla="*/ 13 h 14"/>
                <a:gd name="T6" fmla="*/ 3 w 7"/>
                <a:gd name="T7" fmla="*/ 13 h 14"/>
                <a:gd name="T8" fmla="*/ 7 w 7"/>
                <a:gd name="T9" fmla="*/ 2 h 14"/>
                <a:gd name="T10" fmla="*/ 6 w 7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6" y="0"/>
                  </a:moveTo>
                  <a:cubicBezTo>
                    <a:pt x="5" y="0"/>
                    <a:pt x="4" y="1"/>
                    <a:pt x="4" y="1"/>
                  </a:cubicBezTo>
                  <a:cubicBezTo>
                    <a:pt x="3" y="5"/>
                    <a:pt x="2" y="9"/>
                    <a:pt x="1" y="13"/>
                  </a:cubicBezTo>
                  <a:cubicBezTo>
                    <a:pt x="0" y="14"/>
                    <a:pt x="2" y="14"/>
                    <a:pt x="3" y="13"/>
                  </a:cubicBezTo>
                  <a:cubicBezTo>
                    <a:pt x="4" y="10"/>
                    <a:pt x="6" y="6"/>
                    <a:pt x="7" y="2"/>
                  </a:cubicBezTo>
                  <a:cubicBezTo>
                    <a:pt x="7" y="1"/>
                    <a:pt x="6" y="1"/>
                    <a:pt x="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2" name="Freeform 1376"/>
            <p:cNvSpPr/>
            <p:nvPr/>
          </p:nvSpPr>
          <p:spPr bwMode="auto">
            <a:xfrm>
              <a:off x="1550988" y="4249739"/>
              <a:ext cx="14288" cy="7938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2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0" y="0"/>
                    <a:pt x="0" y="2"/>
                    <a:pt x="2" y="2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3" name="Freeform 1377"/>
            <p:cNvSpPr/>
            <p:nvPr/>
          </p:nvSpPr>
          <p:spPr bwMode="auto">
            <a:xfrm>
              <a:off x="1573213" y="4341814"/>
              <a:ext cx="11113" cy="17463"/>
            </a:xfrm>
            <a:custGeom>
              <a:avLst/>
              <a:gdLst>
                <a:gd name="T0" fmla="*/ 3 w 3"/>
                <a:gd name="T1" fmla="*/ 3 h 5"/>
                <a:gd name="T2" fmla="*/ 3 w 3"/>
                <a:gd name="T3" fmla="*/ 3 h 5"/>
                <a:gd name="T4" fmla="*/ 3 w 3"/>
                <a:gd name="T5" fmla="*/ 2 h 5"/>
                <a:gd name="T6" fmla="*/ 3 w 3"/>
                <a:gd name="T7" fmla="*/ 1 h 5"/>
                <a:gd name="T8" fmla="*/ 2 w 3"/>
                <a:gd name="T9" fmla="*/ 0 h 5"/>
                <a:gd name="T10" fmla="*/ 2 w 3"/>
                <a:gd name="T11" fmla="*/ 0 h 5"/>
                <a:gd name="T12" fmla="*/ 1 w 3"/>
                <a:gd name="T13" fmla="*/ 0 h 5"/>
                <a:gd name="T14" fmla="*/ 1 w 3"/>
                <a:gd name="T15" fmla="*/ 0 h 5"/>
                <a:gd name="T16" fmla="*/ 0 w 3"/>
                <a:gd name="T17" fmla="*/ 1 h 5"/>
                <a:gd name="T18" fmla="*/ 0 w 3"/>
                <a:gd name="T19" fmla="*/ 2 h 5"/>
                <a:gd name="T20" fmla="*/ 0 w 3"/>
                <a:gd name="T21" fmla="*/ 3 h 5"/>
                <a:gd name="T22" fmla="*/ 0 w 3"/>
                <a:gd name="T23" fmla="*/ 3 h 5"/>
                <a:gd name="T24" fmla="*/ 0 w 3"/>
                <a:gd name="T25" fmla="*/ 4 h 5"/>
                <a:gd name="T26" fmla="*/ 0 w 3"/>
                <a:gd name="T27" fmla="*/ 4 h 5"/>
                <a:gd name="T28" fmla="*/ 2 w 3"/>
                <a:gd name="T29" fmla="*/ 5 h 5"/>
                <a:gd name="T30" fmla="*/ 3 w 3"/>
                <a:gd name="T31" fmla="*/ 4 h 5"/>
                <a:gd name="T32" fmla="*/ 3 w 3"/>
                <a:gd name="T33" fmla="*/ 4 h 5"/>
                <a:gd name="T34" fmla="*/ 3 w 3"/>
                <a:gd name="T3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" h="5"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4" name="Freeform 1378"/>
            <p:cNvSpPr/>
            <p:nvPr/>
          </p:nvSpPr>
          <p:spPr bwMode="auto">
            <a:xfrm>
              <a:off x="1663701" y="4364039"/>
              <a:ext cx="22225" cy="11113"/>
            </a:xfrm>
            <a:custGeom>
              <a:avLst/>
              <a:gdLst>
                <a:gd name="T0" fmla="*/ 5 w 6"/>
                <a:gd name="T1" fmla="*/ 1 h 3"/>
                <a:gd name="T2" fmla="*/ 4 w 6"/>
                <a:gd name="T3" fmla="*/ 0 h 3"/>
                <a:gd name="T4" fmla="*/ 4 w 6"/>
                <a:gd name="T5" fmla="*/ 0 h 3"/>
                <a:gd name="T6" fmla="*/ 3 w 6"/>
                <a:gd name="T7" fmla="*/ 0 h 3"/>
                <a:gd name="T8" fmla="*/ 2 w 6"/>
                <a:gd name="T9" fmla="*/ 1 h 3"/>
                <a:gd name="T10" fmla="*/ 1 w 6"/>
                <a:gd name="T11" fmla="*/ 1 h 3"/>
                <a:gd name="T12" fmla="*/ 0 w 6"/>
                <a:gd name="T13" fmla="*/ 2 h 3"/>
                <a:gd name="T14" fmla="*/ 1 w 6"/>
                <a:gd name="T15" fmla="*/ 3 h 3"/>
                <a:gd name="T16" fmla="*/ 2 w 6"/>
                <a:gd name="T17" fmla="*/ 3 h 3"/>
                <a:gd name="T18" fmla="*/ 3 w 6"/>
                <a:gd name="T19" fmla="*/ 3 h 3"/>
                <a:gd name="T20" fmla="*/ 4 w 6"/>
                <a:gd name="T21" fmla="*/ 3 h 3"/>
                <a:gd name="T22" fmla="*/ 4 w 6"/>
                <a:gd name="T23" fmla="*/ 3 h 3"/>
                <a:gd name="T24" fmla="*/ 5 w 6"/>
                <a:gd name="T25" fmla="*/ 3 h 3"/>
                <a:gd name="T26" fmla="*/ 5 w 6"/>
                <a:gd name="T2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3">
                  <a:moveTo>
                    <a:pt x="5" y="1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6" y="3"/>
                    <a:pt x="6" y="1"/>
                    <a:pt x="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5" name="Freeform 1379"/>
            <p:cNvSpPr/>
            <p:nvPr/>
          </p:nvSpPr>
          <p:spPr bwMode="auto">
            <a:xfrm>
              <a:off x="1743076" y="3155951"/>
              <a:ext cx="11113" cy="19050"/>
            </a:xfrm>
            <a:custGeom>
              <a:avLst/>
              <a:gdLst>
                <a:gd name="T0" fmla="*/ 3 w 3"/>
                <a:gd name="T1" fmla="*/ 2 h 5"/>
                <a:gd name="T2" fmla="*/ 3 w 3"/>
                <a:gd name="T3" fmla="*/ 1 h 5"/>
                <a:gd name="T4" fmla="*/ 1 w 3"/>
                <a:gd name="T5" fmla="*/ 0 h 5"/>
                <a:gd name="T6" fmla="*/ 0 w 3"/>
                <a:gd name="T7" fmla="*/ 1 h 5"/>
                <a:gd name="T8" fmla="*/ 0 w 3"/>
                <a:gd name="T9" fmla="*/ 2 h 5"/>
                <a:gd name="T10" fmla="*/ 0 w 3"/>
                <a:gd name="T11" fmla="*/ 2 h 5"/>
                <a:gd name="T12" fmla="*/ 0 w 3"/>
                <a:gd name="T13" fmla="*/ 3 h 5"/>
                <a:gd name="T14" fmla="*/ 0 w 3"/>
                <a:gd name="T15" fmla="*/ 4 h 5"/>
                <a:gd name="T16" fmla="*/ 0 w 3"/>
                <a:gd name="T17" fmla="*/ 4 h 5"/>
                <a:gd name="T18" fmla="*/ 1 w 3"/>
                <a:gd name="T19" fmla="*/ 5 h 5"/>
                <a:gd name="T20" fmla="*/ 1 w 3"/>
                <a:gd name="T21" fmla="*/ 5 h 5"/>
                <a:gd name="T22" fmla="*/ 2 w 3"/>
                <a:gd name="T23" fmla="*/ 5 h 5"/>
                <a:gd name="T24" fmla="*/ 3 w 3"/>
                <a:gd name="T25" fmla="*/ 4 h 5"/>
                <a:gd name="T26" fmla="*/ 3 w 3"/>
                <a:gd name="T27" fmla="*/ 4 h 5"/>
                <a:gd name="T28" fmla="*/ 3 w 3"/>
                <a:gd name="T29" fmla="*/ 3 h 5"/>
                <a:gd name="T30" fmla="*/ 3 w 3"/>
                <a:gd name="T31" fmla="*/ 2 h 5"/>
                <a:gd name="T32" fmla="*/ 3 w 3"/>
                <a:gd name="T3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6" name="Freeform 1380"/>
            <p:cNvSpPr/>
            <p:nvPr/>
          </p:nvSpPr>
          <p:spPr bwMode="auto">
            <a:xfrm>
              <a:off x="1701801" y="3289301"/>
              <a:ext cx="19050" cy="30163"/>
            </a:xfrm>
            <a:custGeom>
              <a:avLst/>
              <a:gdLst>
                <a:gd name="T0" fmla="*/ 5 w 5"/>
                <a:gd name="T1" fmla="*/ 2 h 8"/>
                <a:gd name="T2" fmla="*/ 4 w 5"/>
                <a:gd name="T3" fmla="*/ 1 h 8"/>
                <a:gd name="T4" fmla="*/ 3 w 5"/>
                <a:gd name="T5" fmla="*/ 1 h 8"/>
                <a:gd name="T6" fmla="*/ 2 w 5"/>
                <a:gd name="T7" fmla="*/ 3 h 8"/>
                <a:gd name="T8" fmla="*/ 1 w 5"/>
                <a:gd name="T9" fmla="*/ 3 h 8"/>
                <a:gd name="T10" fmla="*/ 1 w 5"/>
                <a:gd name="T11" fmla="*/ 4 h 8"/>
                <a:gd name="T12" fmla="*/ 1 w 5"/>
                <a:gd name="T13" fmla="*/ 4 h 8"/>
                <a:gd name="T14" fmla="*/ 0 w 5"/>
                <a:gd name="T15" fmla="*/ 5 h 8"/>
                <a:gd name="T16" fmla="*/ 1 w 5"/>
                <a:gd name="T17" fmla="*/ 6 h 8"/>
                <a:gd name="T18" fmla="*/ 3 w 5"/>
                <a:gd name="T19" fmla="*/ 7 h 8"/>
                <a:gd name="T20" fmla="*/ 4 w 5"/>
                <a:gd name="T21" fmla="*/ 7 h 8"/>
                <a:gd name="T22" fmla="*/ 4 w 5"/>
                <a:gd name="T23" fmla="*/ 6 h 8"/>
                <a:gd name="T24" fmla="*/ 5 w 5"/>
                <a:gd name="T25" fmla="*/ 5 h 8"/>
                <a:gd name="T26" fmla="*/ 5 w 5"/>
                <a:gd name="T27" fmla="*/ 5 h 8"/>
                <a:gd name="T28" fmla="*/ 5 w 5"/>
                <a:gd name="T29" fmla="*/ 4 h 8"/>
                <a:gd name="T30" fmla="*/ 5 w 5"/>
                <a:gd name="T31" fmla="*/ 4 h 8"/>
                <a:gd name="T32" fmla="*/ 5 w 5"/>
                <a:gd name="T3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" h="8">
                  <a:moveTo>
                    <a:pt x="5" y="2"/>
                  </a:moveTo>
                  <a:cubicBezTo>
                    <a:pt x="5" y="1"/>
                    <a:pt x="5" y="1"/>
                    <a:pt x="4" y="1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3" y="2"/>
                    <a:pt x="2" y="2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7"/>
                    <a:pt x="2" y="8"/>
                    <a:pt x="3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4" y="7"/>
                    <a:pt x="4" y="6"/>
                    <a:pt x="4" y="6"/>
                  </a:cubicBezTo>
                  <a:cubicBezTo>
                    <a:pt x="4" y="6"/>
                    <a:pt x="4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7" name="Freeform 1381"/>
            <p:cNvSpPr/>
            <p:nvPr/>
          </p:nvSpPr>
          <p:spPr bwMode="auto">
            <a:xfrm>
              <a:off x="1863726" y="3216276"/>
              <a:ext cx="19050" cy="26988"/>
            </a:xfrm>
            <a:custGeom>
              <a:avLst/>
              <a:gdLst>
                <a:gd name="T0" fmla="*/ 4 w 5"/>
                <a:gd name="T1" fmla="*/ 1 h 7"/>
                <a:gd name="T2" fmla="*/ 4 w 5"/>
                <a:gd name="T3" fmla="*/ 1 h 7"/>
                <a:gd name="T4" fmla="*/ 4 w 5"/>
                <a:gd name="T5" fmla="*/ 0 h 7"/>
                <a:gd name="T6" fmla="*/ 4 w 5"/>
                <a:gd name="T7" fmla="*/ 0 h 7"/>
                <a:gd name="T8" fmla="*/ 2 w 5"/>
                <a:gd name="T9" fmla="*/ 1 h 7"/>
                <a:gd name="T10" fmla="*/ 2 w 5"/>
                <a:gd name="T11" fmla="*/ 1 h 7"/>
                <a:gd name="T12" fmla="*/ 3 w 5"/>
                <a:gd name="T13" fmla="*/ 0 h 7"/>
                <a:gd name="T14" fmla="*/ 2 w 5"/>
                <a:gd name="T15" fmla="*/ 1 h 7"/>
                <a:gd name="T16" fmla="*/ 2 w 5"/>
                <a:gd name="T17" fmla="*/ 1 h 7"/>
                <a:gd name="T18" fmla="*/ 1 w 5"/>
                <a:gd name="T19" fmla="*/ 2 h 7"/>
                <a:gd name="T20" fmla="*/ 1 w 5"/>
                <a:gd name="T21" fmla="*/ 2 h 7"/>
                <a:gd name="T22" fmla="*/ 1 w 5"/>
                <a:gd name="T23" fmla="*/ 3 h 7"/>
                <a:gd name="T24" fmla="*/ 1 w 5"/>
                <a:gd name="T25" fmla="*/ 4 h 7"/>
                <a:gd name="T26" fmla="*/ 0 w 5"/>
                <a:gd name="T27" fmla="*/ 4 h 7"/>
                <a:gd name="T28" fmla="*/ 0 w 5"/>
                <a:gd name="T29" fmla="*/ 5 h 7"/>
                <a:gd name="T30" fmla="*/ 0 w 5"/>
                <a:gd name="T31" fmla="*/ 5 h 7"/>
                <a:gd name="T32" fmla="*/ 1 w 5"/>
                <a:gd name="T33" fmla="*/ 6 h 7"/>
                <a:gd name="T34" fmla="*/ 1 w 5"/>
                <a:gd name="T35" fmla="*/ 7 h 7"/>
                <a:gd name="T36" fmla="*/ 3 w 5"/>
                <a:gd name="T37" fmla="*/ 6 h 7"/>
                <a:gd name="T38" fmla="*/ 3 w 5"/>
                <a:gd name="T39" fmla="*/ 6 h 7"/>
                <a:gd name="T40" fmla="*/ 4 w 5"/>
                <a:gd name="T41" fmla="*/ 5 h 7"/>
                <a:gd name="T42" fmla="*/ 4 w 5"/>
                <a:gd name="T43" fmla="*/ 5 h 7"/>
                <a:gd name="T44" fmla="*/ 4 w 5"/>
                <a:gd name="T45" fmla="*/ 4 h 7"/>
                <a:gd name="T46" fmla="*/ 4 w 5"/>
                <a:gd name="T47" fmla="*/ 3 h 7"/>
                <a:gd name="T48" fmla="*/ 4 w 5"/>
                <a:gd name="T49" fmla="*/ 3 h 7"/>
                <a:gd name="T50" fmla="*/ 4 w 5"/>
                <a:gd name="T5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" h="7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0"/>
                    <a:pt x="3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1" y="4"/>
                    <a:pt x="0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4" y="4"/>
                    <a:pt x="4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5" y="2"/>
                    <a:pt x="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8" name="Freeform 1382"/>
            <p:cNvSpPr/>
            <p:nvPr/>
          </p:nvSpPr>
          <p:spPr bwMode="auto">
            <a:xfrm>
              <a:off x="1776413" y="3730626"/>
              <a:ext cx="15875" cy="17463"/>
            </a:xfrm>
            <a:custGeom>
              <a:avLst/>
              <a:gdLst>
                <a:gd name="T0" fmla="*/ 3 w 4"/>
                <a:gd name="T1" fmla="*/ 1 h 5"/>
                <a:gd name="T2" fmla="*/ 3 w 4"/>
                <a:gd name="T3" fmla="*/ 0 h 5"/>
                <a:gd name="T4" fmla="*/ 2 w 4"/>
                <a:gd name="T5" fmla="*/ 0 h 5"/>
                <a:gd name="T6" fmla="*/ 1 w 4"/>
                <a:gd name="T7" fmla="*/ 0 h 5"/>
                <a:gd name="T8" fmla="*/ 1 w 4"/>
                <a:gd name="T9" fmla="*/ 1 h 5"/>
                <a:gd name="T10" fmla="*/ 0 w 4"/>
                <a:gd name="T11" fmla="*/ 2 h 5"/>
                <a:gd name="T12" fmla="*/ 0 w 4"/>
                <a:gd name="T13" fmla="*/ 3 h 5"/>
                <a:gd name="T14" fmla="*/ 1 w 4"/>
                <a:gd name="T15" fmla="*/ 3 h 5"/>
                <a:gd name="T16" fmla="*/ 1 w 4"/>
                <a:gd name="T17" fmla="*/ 4 h 5"/>
                <a:gd name="T18" fmla="*/ 1 w 4"/>
                <a:gd name="T19" fmla="*/ 4 h 5"/>
                <a:gd name="T20" fmla="*/ 1 w 4"/>
                <a:gd name="T21" fmla="*/ 4 h 5"/>
                <a:gd name="T22" fmla="*/ 1 w 4"/>
                <a:gd name="T23" fmla="*/ 4 h 5"/>
                <a:gd name="T24" fmla="*/ 2 w 4"/>
                <a:gd name="T25" fmla="*/ 5 h 5"/>
                <a:gd name="T26" fmla="*/ 2 w 4"/>
                <a:gd name="T27" fmla="*/ 5 h 5"/>
                <a:gd name="T28" fmla="*/ 3 w 4"/>
                <a:gd name="T29" fmla="*/ 5 h 5"/>
                <a:gd name="T30" fmla="*/ 3 w 4"/>
                <a:gd name="T31" fmla="*/ 4 h 5"/>
                <a:gd name="T32" fmla="*/ 3 w 4"/>
                <a:gd name="T33" fmla="*/ 4 h 5"/>
                <a:gd name="T34" fmla="*/ 4 w 4"/>
                <a:gd name="T35" fmla="*/ 4 h 5"/>
                <a:gd name="T36" fmla="*/ 4 w 4"/>
                <a:gd name="T37" fmla="*/ 4 h 5"/>
                <a:gd name="T38" fmla="*/ 4 w 4"/>
                <a:gd name="T39" fmla="*/ 3 h 5"/>
                <a:gd name="T40" fmla="*/ 4 w 4"/>
                <a:gd name="T41" fmla="*/ 3 h 5"/>
                <a:gd name="T42" fmla="*/ 4 w 4"/>
                <a:gd name="T43" fmla="*/ 2 h 5"/>
                <a:gd name="T44" fmla="*/ 3 w 4"/>
                <a:gd name="T4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" h="5">
                  <a:moveTo>
                    <a:pt x="3" y="1"/>
                  </a:move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29" name="Freeform 1383"/>
            <p:cNvSpPr/>
            <p:nvPr/>
          </p:nvSpPr>
          <p:spPr bwMode="auto">
            <a:xfrm>
              <a:off x="1811338" y="3854451"/>
              <a:ext cx="11113" cy="14288"/>
            </a:xfrm>
            <a:custGeom>
              <a:avLst/>
              <a:gdLst>
                <a:gd name="T0" fmla="*/ 3 w 3"/>
                <a:gd name="T1" fmla="*/ 2 h 4"/>
                <a:gd name="T2" fmla="*/ 3 w 3"/>
                <a:gd name="T3" fmla="*/ 2 h 4"/>
                <a:gd name="T4" fmla="*/ 3 w 3"/>
                <a:gd name="T5" fmla="*/ 2 h 4"/>
                <a:gd name="T6" fmla="*/ 3 w 3"/>
                <a:gd name="T7" fmla="*/ 1 h 4"/>
                <a:gd name="T8" fmla="*/ 3 w 3"/>
                <a:gd name="T9" fmla="*/ 1 h 4"/>
                <a:gd name="T10" fmla="*/ 3 w 3"/>
                <a:gd name="T11" fmla="*/ 1 h 4"/>
                <a:gd name="T12" fmla="*/ 2 w 3"/>
                <a:gd name="T13" fmla="*/ 0 h 4"/>
                <a:gd name="T14" fmla="*/ 2 w 3"/>
                <a:gd name="T15" fmla="*/ 0 h 4"/>
                <a:gd name="T16" fmla="*/ 2 w 3"/>
                <a:gd name="T17" fmla="*/ 0 h 4"/>
                <a:gd name="T18" fmla="*/ 1 w 3"/>
                <a:gd name="T19" fmla="*/ 0 h 4"/>
                <a:gd name="T20" fmla="*/ 1 w 3"/>
                <a:gd name="T21" fmla="*/ 0 h 4"/>
                <a:gd name="T22" fmla="*/ 1 w 3"/>
                <a:gd name="T23" fmla="*/ 0 h 4"/>
                <a:gd name="T24" fmla="*/ 0 w 3"/>
                <a:gd name="T25" fmla="*/ 1 h 4"/>
                <a:gd name="T26" fmla="*/ 0 w 3"/>
                <a:gd name="T27" fmla="*/ 1 h 4"/>
                <a:gd name="T28" fmla="*/ 0 w 3"/>
                <a:gd name="T29" fmla="*/ 2 h 4"/>
                <a:gd name="T30" fmla="*/ 0 w 3"/>
                <a:gd name="T31" fmla="*/ 2 h 4"/>
                <a:gd name="T32" fmla="*/ 0 w 3"/>
                <a:gd name="T33" fmla="*/ 2 h 4"/>
                <a:gd name="T34" fmla="*/ 0 w 3"/>
                <a:gd name="T35" fmla="*/ 2 h 4"/>
                <a:gd name="T36" fmla="*/ 0 w 3"/>
                <a:gd name="T37" fmla="*/ 3 h 4"/>
                <a:gd name="T38" fmla="*/ 0 w 3"/>
                <a:gd name="T39" fmla="*/ 4 h 4"/>
                <a:gd name="T40" fmla="*/ 1 w 3"/>
                <a:gd name="T41" fmla="*/ 4 h 4"/>
                <a:gd name="T42" fmla="*/ 2 w 3"/>
                <a:gd name="T43" fmla="*/ 4 h 4"/>
                <a:gd name="T44" fmla="*/ 2 w 3"/>
                <a:gd name="T45" fmla="*/ 4 h 4"/>
                <a:gd name="T46" fmla="*/ 2 w 3"/>
                <a:gd name="T47" fmla="*/ 4 h 4"/>
                <a:gd name="T48" fmla="*/ 3 w 3"/>
                <a:gd name="T49" fmla="*/ 4 h 4"/>
                <a:gd name="T50" fmla="*/ 3 w 3"/>
                <a:gd name="T51" fmla="*/ 3 h 4"/>
                <a:gd name="T52" fmla="*/ 3 w 3"/>
                <a:gd name="T53" fmla="*/ 2 h 4"/>
                <a:gd name="T54" fmla="*/ 3 w 3"/>
                <a:gd name="T5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330" name="Freeform 1384"/>
            <p:cNvSpPr/>
            <p:nvPr/>
          </p:nvSpPr>
          <p:spPr bwMode="auto">
            <a:xfrm>
              <a:off x="1930401" y="3763964"/>
              <a:ext cx="19050" cy="11113"/>
            </a:xfrm>
            <a:custGeom>
              <a:avLst/>
              <a:gdLst>
                <a:gd name="T0" fmla="*/ 5 w 5"/>
                <a:gd name="T1" fmla="*/ 1 h 3"/>
                <a:gd name="T2" fmla="*/ 4 w 5"/>
                <a:gd name="T3" fmla="*/ 0 h 3"/>
                <a:gd name="T4" fmla="*/ 4 w 5"/>
                <a:gd name="T5" fmla="*/ 0 h 3"/>
                <a:gd name="T6" fmla="*/ 3 w 5"/>
                <a:gd name="T7" fmla="*/ 0 h 3"/>
                <a:gd name="T8" fmla="*/ 3 w 5"/>
                <a:gd name="T9" fmla="*/ 0 h 3"/>
                <a:gd name="T10" fmla="*/ 2 w 5"/>
                <a:gd name="T11" fmla="*/ 0 h 3"/>
                <a:gd name="T12" fmla="*/ 2 w 5"/>
                <a:gd name="T13" fmla="*/ 0 h 3"/>
                <a:gd name="T14" fmla="*/ 1 w 5"/>
                <a:gd name="T15" fmla="*/ 0 h 3"/>
                <a:gd name="T16" fmla="*/ 0 w 5"/>
                <a:gd name="T17" fmla="*/ 0 h 3"/>
                <a:gd name="T18" fmla="*/ 0 w 5"/>
                <a:gd name="T19" fmla="*/ 1 h 3"/>
                <a:gd name="T20" fmla="*/ 0 w 5"/>
                <a:gd name="T21" fmla="*/ 1 h 3"/>
                <a:gd name="T22" fmla="*/ 0 w 5"/>
                <a:gd name="T23" fmla="*/ 2 h 3"/>
                <a:gd name="T24" fmla="*/ 0 w 5"/>
                <a:gd name="T25" fmla="*/ 3 h 3"/>
                <a:gd name="T26" fmla="*/ 1 w 5"/>
                <a:gd name="T27" fmla="*/ 3 h 3"/>
                <a:gd name="T28" fmla="*/ 2 w 5"/>
                <a:gd name="T29" fmla="*/ 3 h 3"/>
                <a:gd name="T30" fmla="*/ 2 w 5"/>
                <a:gd name="T31" fmla="*/ 3 h 3"/>
                <a:gd name="T32" fmla="*/ 3 w 5"/>
                <a:gd name="T33" fmla="*/ 3 h 3"/>
                <a:gd name="T34" fmla="*/ 3 w 5"/>
                <a:gd name="T35" fmla="*/ 3 h 3"/>
                <a:gd name="T36" fmla="*/ 4 w 5"/>
                <a:gd name="T37" fmla="*/ 3 h 3"/>
                <a:gd name="T38" fmla="*/ 4 w 5"/>
                <a:gd name="T39" fmla="*/ 3 h 3"/>
                <a:gd name="T40" fmla="*/ 5 w 5"/>
                <a:gd name="T41" fmla="*/ 2 h 3"/>
                <a:gd name="T42" fmla="*/ 5 w 5"/>
                <a:gd name="T43" fmla="*/ 1 h 3"/>
                <a:gd name="T44" fmla="*/ 5 w 5"/>
                <a:gd name="T4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" h="3">
                  <a:moveTo>
                    <a:pt x="5" y="1"/>
                  </a:moveTo>
                  <a:cubicBezTo>
                    <a:pt x="5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sp>
        <p:nvSpPr>
          <p:cNvPr id="28" name="Freeform 2224"/>
          <p:cNvSpPr/>
          <p:nvPr/>
        </p:nvSpPr>
        <p:spPr bwMode="auto">
          <a:xfrm>
            <a:off x="322263" y="2925763"/>
            <a:ext cx="222250" cy="150813"/>
          </a:xfrm>
          <a:custGeom>
            <a:avLst/>
            <a:gdLst>
              <a:gd name="T0" fmla="*/ 28 w 59"/>
              <a:gd name="T1" fmla="*/ 40 h 40"/>
              <a:gd name="T2" fmla="*/ 6 w 59"/>
              <a:gd name="T3" fmla="*/ 37 h 40"/>
              <a:gd name="T4" fmla="*/ 0 w 59"/>
              <a:gd name="T5" fmla="*/ 36 h 40"/>
              <a:gd name="T6" fmla="*/ 0 w 59"/>
              <a:gd name="T7" fmla="*/ 35 h 40"/>
              <a:gd name="T8" fmla="*/ 24 w 59"/>
              <a:gd name="T9" fmla="*/ 7 h 40"/>
              <a:gd name="T10" fmla="*/ 25 w 59"/>
              <a:gd name="T11" fmla="*/ 9 h 40"/>
              <a:gd name="T12" fmla="*/ 23 w 59"/>
              <a:gd name="T13" fmla="*/ 15 h 40"/>
              <a:gd name="T14" fmla="*/ 31 w 59"/>
              <a:gd name="T15" fmla="*/ 9 h 40"/>
              <a:gd name="T16" fmla="*/ 32 w 59"/>
              <a:gd name="T17" fmla="*/ 6 h 40"/>
              <a:gd name="T18" fmla="*/ 35 w 59"/>
              <a:gd name="T19" fmla="*/ 1 h 40"/>
              <a:gd name="T20" fmla="*/ 38 w 59"/>
              <a:gd name="T21" fmla="*/ 4 h 40"/>
              <a:gd name="T22" fmla="*/ 49 w 59"/>
              <a:gd name="T23" fmla="*/ 8 h 40"/>
              <a:gd name="T24" fmla="*/ 52 w 59"/>
              <a:gd name="T25" fmla="*/ 8 h 40"/>
              <a:gd name="T26" fmla="*/ 57 w 59"/>
              <a:gd name="T27" fmla="*/ 11 h 40"/>
              <a:gd name="T28" fmla="*/ 57 w 59"/>
              <a:gd name="T29" fmla="*/ 12 h 40"/>
              <a:gd name="T30" fmla="*/ 57 w 59"/>
              <a:gd name="T31" fmla="*/ 14 h 40"/>
              <a:gd name="T32" fmla="*/ 56 w 59"/>
              <a:gd name="T33" fmla="*/ 18 h 40"/>
              <a:gd name="T34" fmla="*/ 42 w 59"/>
              <a:gd name="T35" fmla="*/ 14 h 40"/>
              <a:gd name="T36" fmla="*/ 49 w 59"/>
              <a:gd name="T37" fmla="*/ 18 h 40"/>
              <a:gd name="T38" fmla="*/ 51 w 59"/>
              <a:gd name="T39" fmla="*/ 18 h 40"/>
              <a:gd name="T40" fmla="*/ 55 w 59"/>
              <a:gd name="T41" fmla="*/ 21 h 40"/>
              <a:gd name="T42" fmla="*/ 52 w 59"/>
              <a:gd name="T43" fmla="*/ 24 h 40"/>
              <a:gd name="T44" fmla="*/ 38 w 59"/>
              <a:gd name="T45" fmla="*/ 26 h 40"/>
              <a:gd name="T46" fmla="*/ 31 w 59"/>
              <a:gd name="T47" fmla="*/ 24 h 40"/>
              <a:gd name="T48" fmla="*/ 31 w 59"/>
              <a:gd name="T49" fmla="*/ 31 h 40"/>
              <a:gd name="T50" fmla="*/ 18 w 59"/>
              <a:gd name="T51" fmla="*/ 29 h 40"/>
              <a:gd name="T52" fmla="*/ 12 w 59"/>
              <a:gd name="T53" fmla="*/ 30 h 40"/>
              <a:gd name="T54" fmla="*/ 9 w 59"/>
              <a:gd name="T55" fmla="*/ 33 h 40"/>
              <a:gd name="T56" fmla="*/ 13 w 59"/>
              <a:gd name="T57" fmla="*/ 34 h 40"/>
              <a:gd name="T58" fmla="*/ 30 w 59"/>
              <a:gd name="T59" fmla="*/ 34 h 40"/>
              <a:gd name="T60" fmla="*/ 33 w 59"/>
              <a:gd name="T61" fmla="*/ 38 h 40"/>
              <a:gd name="T62" fmla="*/ 28 w 59"/>
              <a:gd name="T63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9" h="40">
                <a:moveTo>
                  <a:pt x="28" y="40"/>
                </a:moveTo>
                <a:cubicBezTo>
                  <a:pt x="21" y="38"/>
                  <a:pt x="13" y="37"/>
                  <a:pt x="6" y="37"/>
                </a:cubicBezTo>
                <a:cubicBezTo>
                  <a:pt x="4" y="38"/>
                  <a:pt x="2" y="36"/>
                  <a:pt x="0" y="36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24"/>
                  <a:pt x="16" y="16"/>
                  <a:pt x="24" y="7"/>
                </a:cubicBezTo>
                <a:cubicBezTo>
                  <a:pt x="26" y="7"/>
                  <a:pt x="26" y="8"/>
                  <a:pt x="25" y="9"/>
                </a:cubicBezTo>
                <a:cubicBezTo>
                  <a:pt x="25" y="11"/>
                  <a:pt x="23" y="12"/>
                  <a:pt x="23" y="15"/>
                </a:cubicBezTo>
                <a:cubicBezTo>
                  <a:pt x="25" y="11"/>
                  <a:pt x="26" y="8"/>
                  <a:pt x="31" y="9"/>
                </a:cubicBezTo>
                <a:cubicBezTo>
                  <a:pt x="32" y="10"/>
                  <a:pt x="33" y="8"/>
                  <a:pt x="32" y="6"/>
                </a:cubicBezTo>
                <a:cubicBezTo>
                  <a:pt x="31" y="3"/>
                  <a:pt x="33" y="2"/>
                  <a:pt x="35" y="1"/>
                </a:cubicBezTo>
                <a:cubicBezTo>
                  <a:pt x="37" y="0"/>
                  <a:pt x="37" y="3"/>
                  <a:pt x="38" y="4"/>
                </a:cubicBezTo>
                <a:cubicBezTo>
                  <a:pt x="40" y="9"/>
                  <a:pt x="44" y="10"/>
                  <a:pt x="49" y="8"/>
                </a:cubicBezTo>
                <a:cubicBezTo>
                  <a:pt x="50" y="7"/>
                  <a:pt x="51" y="6"/>
                  <a:pt x="52" y="8"/>
                </a:cubicBezTo>
                <a:cubicBezTo>
                  <a:pt x="53" y="11"/>
                  <a:pt x="56" y="8"/>
                  <a:pt x="57" y="11"/>
                </a:cubicBezTo>
                <a:cubicBezTo>
                  <a:pt x="57" y="11"/>
                  <a:pt x="57" y="11"/>
                  <a:pt x="57" y="12"/>
                </a:cubicBezTo>
                <a:cubicBezTo>
                  <a:pt x="57" y="13"/>
                  <a:pt x="56" y="14"/>
                  <a:pt x="57" y="14"/>
                </a:cubicBezTo>
                <a:cubicBezTo>
                  <a:pt x="59" y="16"/>
                  <a:pt x="58" y="17"/>
                  <a:pt x="56" y="18"/>
                </a:cubicBezTo>
                <a:cubicBezTo>
                  <a:pt x="52" y="19"/>
                  <a:pt x="45" y="17"/>
                  <a:pt x="42" y="14"/>
                </a:cubicBezTo>
                <a:cubicBezTo>
                  <a:pt x="44" y="16"/>
                  <a:pt x="46" y="18"/>
                  <a:pt x="49" y="18"/>
                </a:cubicBezTo>
                <a:cubicBezTo>
                  <a:pt x="49" y="18"/>
                  <a:pt x="50" y="18"/>
                  <a:pt x="51" y="18"/>
                </a:cubicBezTo>
                <a:cubicBezTo>
                  <a:pt x="53" y="19"/>
                  <a:pt x="55" y="19"/>
                  <a:pt x="55" y="21"/>
                </a:cubicBezTo>
                <a:cubicBezTo>
                  <a:pt x="55" y="23"/>
                  <a:pt x="53" y="23"/>
                  <a:pt x="52" y="24"/>
                </a:cubicBezTo>
                <a:cubicBezTo>
                  <a:pt x="47" y="25"/>
                  <a:pt x="43" y="27"/>
                  <a:pt x="38" y="26"/>
                </a:cubicBezTo>
                <a:cubicBezTo>
                  <a:pt x="36" y="26"/>
                  <a:pt x="33" y="28"/>
                  <a:pt x="31" y="24"/>
                </a:cubicBezTo>
                <a:cubicBezTo>
                  <a:pt x="30" y="26"/>
                  <a:pt x="38" y="29"/>
                  <a:pt x="31" y="31"/>
                </a:cubicBezTo>
                <a:cubicBezTo>
                  <a:pt x="27" y="30"/>
                  <a:pt x="23" y="29"/>
                  <a:pt x="18" y="29"/>
                </a:cubicBezTo>
                <a:cubicBezTo>
                  <a:pt x="16" y="29"/>
                  <a:pt x="14" y="29"/>
                  <a:pt x="12" y="30"/>
                </a:cubicBezTo>
                <a:cubicBezTo>
                  <a:pt x="11" y="31"/>
                  <a:pt x="9" y="31"/>
                  <a:pt x="9" y="33"/>
                </a:cubicBezTo>
                <a:cubicBezTo>
                  <a:pt x="10" y="34"/>
                  <a:pt x="12" y="34"/>
                  <a:pt x="13" y="34"/>
                </a:cubicBezTo>
                <a:cubicBezTo>
                  <a:pt x="19" y="35"/>
                  <a:pt x="25" y="34"/>
                  <a:pt x="30" y="34"/>
                </a:cubicBezTo>
                <a:cubicBezTo>
                  <a:pt x="32" y="35"/>
                  <a:pt x="33" y="36"/>
                  <a:pt x="33" y="38"/>
                </a:cubicBezTo>
                <a:cubicBezTo>
                  <a:pt x="32" y="40"/>
                  <a:pt x="30" y="40"/>
                  <a:pt x="28" y="40"/>
                </a:cubicBezTo>
                <a:close/>
              </a:path>
            </a:pathLst>
          </a:custGeom>
          <a:solidFill>
            <a:srgbClr val="FEEC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29" name="Freeform 2225"/>
          <p:cNvSpPr/>
          <p:nvPr/>
        </p:nvSpPr>
        <p:spPr bwMode="auto">
          <a:xfrm>
            <a:off x="428625" y="2854326"/>
            <a:ext cx="349250" cy="355600"/>
          </a:xfrm>
          <a:custGeom>
            <a:avLst/>
            <a:gdLst>
              <a:gd name="T0" fmla="*/ 4 w 93"/>
              <a:gd name="T1" fmla="*/ 48 h 94"/>
              <a:gd name="T2" fmla="*/ 9 w 93"/>
              <a:gd name="T3" fmla="*/ 43 h 94"/>
              <a:gd name="T4" fmla="*/ 17 w 93"/>
              <a:gd name="T5" fmla="*/ 43 h 94"/>
              <a:gd name="T6" fmla="*/ 20 w 93"/>
              <a:gd name="T7" fmla="*/ 38 h 94"/>
              <a:gd name="T8" fmla="*/ 13 w 93"/>
              <a:gd name="T9" fmla="*/ 33 h 94"/>
              <a:gd name="T10" fmla="*/ 16 w 93"/>
              <a:gd name="T11" fmla="*/ 32 h 94"/>
              <a:gd name="T12" fmla="*/ 28 w 93"/>
              <a:gd name="T13" fmla="*/ 36 h 94"/>
              <a:gd name="T14" fmla="*/ 31 w 93"/>
              <a:gd name="T15" fmla="*/ 32 h 94"/>
              <a:gd name="T16" fmla="*/ 46 w 93"/>
              <a:gd name="T17" fmla="*/ 30 h 94"/>
              <a:gd name="T18" fmla="*/ 37 w 93"/>
              <a:gd name="T19" fmla="*/ 29 h 94"/>
              <a:gd name="T20" fmla="*/ 45 w 93"/>
              <a:gd name="T21" fmla="*/ 23 h 94"/>
              <a:gd name="T22" fmla="*/ 58 w 93"/>
              <a:gd name="T23" fmla="*/ 25 h 94"/>
              <a:gd name="T24" fmla="*/ 44 w 93"/>
              <a:gd name="T25" fmla="*/ 21 h 94"/>
              <a:gd name="T26" fmla="*/ 38 w 93"/>
              <a:gd name="T27" fmla="*/ 17 h 94"/>
              <a:gd name="T28" fmla="*/ 35 w 93"/>
              <a:gd name="T29" fmla="*/ 10 h 94"/>
              <a:gd name="T30" fmla="*/ 41 w 93"/>
              <a:gd name="T31" fmla="*/ 9 h 94"/>
              <a:gd name="T32" fmla="*/ 37 w 93"/>
              <a:gd name="T33" fmla="*/ 4 h 94"/>
              <a:gd name="T34" fmla="*/ 46 w 93"/>
              <a:gd name="T35" fmla="*/ 2 h 94"/>
              <a:gd name="T36" fmla="*/ 55 w 93"/>
              <a:gd name="T37" fmla="*/ 7 h 94"/>
              <a:gd name="T38" fmla="*/ 63 w 93"/>
              <a:gd name="T39" fmla="*/ 14 h 94"/>
              <a:gd name="T40" fmla="*/ 91 w 93"/>
              <a:gd name="T41" fmla="*/ 39 h 94"/>
              <a:gd name="T42" fmla="*/ 82 w 93"/>
              <a:gd name="T43" fmla="*/ 40 h 94"/>
              <a:gd name="T44" fmla="*/ 64 w 93"/>
              <a:gd name="T45" fmla="*/ 50 h 94"/>
              <a:gd name="T46" fmla="*/ 58 w 93"/>
              <a:gd name="T47" fmla="*/ 52 h 94"/>
              <a:gd name="T48" fmla="*/ 54 w 93"/>
              <a:gd name="T49" fmla="*/ 59 h 94"/>
              <a:gd name="T50" fmla="*/ 47 w 93"/>
              <a:gd name="T51" fmla="*/ 74 h 94"/>
              <a:gd name="T52" fmla="*/ 45 w 93"/>
              <a:gd name="T53" fmla="*/ 86 h 94"/>
              <a:gd name="T54" fmla="*/ 33 w 93"/>
              <a:gd name="T55" fmla="*/ 93 h 94"/>
              <a:gd name="T56" fmla="*/ 30 w 93"/>
              <a:gd name="T57" fmla="*/ 83 h 94"/>
              <a:gd name="T58" fmla="*/ 41 w 93"/>
              <a:gd name="T59" fmla="*/ 76 h 94"/>
              <a:gd name="T60" fmla="*/ 26 w 93"/>
              <a:gd name="T61" fmla="*/ 57 h 94"/>
              <a:gd name="T62" fmla="*/ 20 w 93"/>
              <a:gd name="T63" fmla="*/ 63 h 94"/>
              <a:gd name="T64" fmla="*/ 17 w 93"/>
              <a:gd name="T65" fmla="*/ 66 h 94"/>
              <a:gd name="T66" fmla="*/ 0 w 93"/>
              <a:gd name="T67" fmla="*/ 59 h 94"/>
              <a:gd name="T68" fmla="*/ 4 w 93"/>
              <a:gd name="T69" fmla="*/ 49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3" h="94">
                <a:moveTo>
                  <a:pt x="4" y="49"/>
                </a:moveTo>
                <a:cubicBezTo>
                  <a:pt x="4" y="49"/>
                  <a:pt x="5" y="49"/>
                  <a:pt x="4" y="48"/>
                </a:cubicBezTo>
                <a:cubicBezTo>
                  <a:pt x="3" y="46"/>
                  <a:pt x="3" y="44"/>
                  <a:pt x="3" y="42"/>
                </a:cubicBezTo>
                <a:cubicBezTo>
                  <a:pt x="5" y="43"/>
                  <a:pt x="6" y="48"/>
                  <a:pt x="9" y="43"/>
                </a:cubicBezTo>
                <a:cubicBezTo>
                  <a:pt x="9" y="43"/>
                  <a:pt x="9" y="43"/>
                  <a:pt x="9" y="43"/>
                </a:cubicBezTo>
                <a:cubicBezTo>
                  <a:pt x="12" y="46"/>
                  <a:pt x="14" y="43"/>
                  <a:pt x="17" y="43"/>
                </a:cubicBezTo>
                <a:cubicBezTo>
                  <a:pt x="20" y="43"/>
                  <a:pt x="23" y="42"/>
                  <a:pt x="26" y="41"/>
                </a:cubicBezTo>
                <a:cubicBezTo>
                  <a:pt x="25" y="38"/>
                  <a:pt x="23" y="37"/>
                  <a:pt x="20" y="38"/>
                </a:cubicBezTo>
                <a:cubicBezTo>
                  <a:pt x="18" y="39"/>
                  <a:pt x="16" y="35"/>
                  <a:pt x="13" y="36"/>
                </a:cubicBezTo>
                <a:cubicBezTo>
                  <a:pt x="13" y="35"/>
                  <a:pt x="13" y="34"/>
                  <a:pt x="13" y="33"/>
                </a:cubicBezTo>
                <a:cubicBezTo>
                  <a:pt x="13" y="32"/>
                  <a:pt x="13" y="31"/>
                  <a:pt x="14" y="31"/>
                </a:cubicBezTo>
                <a:cubicBezTo>
                  <a:pt x="15" y="31"/>
                  <a:pt x="17" y="31"/>
                  <a:pt x="16" y="32"/>
                </a:cubicBezTo>
                <a:cubicBezTo>
                  <a:pt x="16" y="36"/>
                  <a:pt x="19" y="35"/>
                  <a:pt x="21" y="36"/>
                </a:cubicBezTo>
                <a:cubicBezTo>
                  <a:pt x="23" y="37"/>
                  <a:pt x="26" y="36"/>
                  <a:pt x="28" y="36"/>
                </a:cubicBezTo>
                <a:cubicBezTo>
                  <a:pt x="30" y="36"/>
                  <a:pt x="29" y="35"/>
                  <a:pt x="29" y="33"/>
                </a:cubicBezTo>
                <a:cubicBezTo>
                  <a:pt x="29" y="33"/>
                  <a:pt x="31" y="33"/>
                  <a:pt x="31" y="32"/>
                </a:cubicBezTo>
                <a:cubicBezTo>
                  <a:pt x="35" y="29"/>
                  <a:pt x="35" y="29"/>
                  <a:pt x="37" y="34"/>
                </a:cubicBezTo>
                <a:cubicBezTo>
                  <a:pt x="38" y="30"/>
                  <a:pt x="42" y="30"/>
                  <a:pt x="46" y="30"/>
                </a:cubicBezTo>
                <a:cubicBezTo>
                  <a:pt x="44" y="30"/>
                  <a:pt x="42" y="28"/>
                  <a:pt x="40" y="30"/>
                </a:cubicBezTo>
                <a:cubicBezTo>
                  <a:pt x="39" y="31"/>
                  <a:pt x="38" y="30"/>
                  <a:pt x="37" y="29"/>
                </a:cubicBezTo>
                <a:cubicBezTo>
                  <a:pt x="37" y="28"/>
                  <a:pt x="37" y="26"/>
                  <a:pt x="38" y="25"/>
                </a:cubicBezTo>
                <a:cubicBezTo>
                  <a:pt x="40" y="23"/>
                  <a:pt x="42" y="21"/>
                  <a:pt x="45" y="23"/>
                </a:cubicBezTo>
                <a:cubicBezTo>
                  <a:pt x="47" y="24"/>
                  <a:pt x="50" y="23"/>
                  <a:pt x="52" y="26"/>
                </a:cubicBezTo>
                <a:cubicBezTo>
                  <a:pt x="53" y="27"/>
                  <a:pt x="57" y="24"/>
                  <a:pt x="58" y="25"/>
                </a:cubicBezTo>
                <a:cubicBezTo>
                  <a:pt x="56" y="25"/>
                  <a:pt x="54" y="24"/>
                  <a:pt x="51" y="23"/>
                </a:cubicBezTo>
                <a:cubicBezTo>
                  <a:pt x="49" y="22"/>
                  <a:pt x="46" y="23"/>
                  <a:pt x="44" y="21"/>
                </a:cubicBezTo>
                <a:cubicBezTo>
                  <a:pt x="43" y="21"/>
                  <a:pt x="41" y="21"/>
                  <a:pt x="42" y="20"/>
                </a:cubicBezTo>
                <a:cubicBezTo>
                  <a:pt x="43" y="16"/>
                  <a:pt x="39" y="18"/>
                  <a:pt x="38" y="17"/>
                </a:cubicBezTo>
                <a:cubicBezTo>
                  <a:pt x="35" y="16"/>
                  <a:pt x="32" y="16"/>
                  <a:pt x="32" y="12"/>
                </a:cubicBezTo>
                <a:cubicBezTo>
                  <a:pt x="32" y="10"/>
                  <a:pt x="33" y="8"/>
                  <a:pt x="35" y="10"/>
                </a:cubicBezTo>
                <a:cubicBezTo>
                  <a:pt x="38" y="13"/>
                  <a:pt x="39" y="9"/>
                  <a:pt x="41" y="10"/>
                </a:cubicBezTo>
                <a:cubicBezTo>
                  <a:pt x="41" y="8"/>
                  <a:pt x="41" y="9"/>
                  <a:pt x="41" y="9"/>
                </a:cubicBezTo>
                <a:cubicBezTo>
                  <a:pt x="39" y="9"/>
                  <a:pt x="37" y="11"/>
                  <a:pt x="36" y="9"/>
                </a:cubicBezTo>
                <a:cubicBezTo>
                  <a:pt x="34" y="8"/>
                  <a:pt x="37" y="6"/>
                  <a:pt x="37" y="4"/>
                </a:cubicBezTo>
                <a:cubicBezTo>
                  <a:pt x="38" y="3"/>
                  <a:pt x="40" y="1"/>
                  <a:pt x="42" y="0"/>
                </a:cubicBezTo>
                <a:cubicBezTo>
                  <a:pt x="44" y="1"/>
                  <a:pt x="45" y="1"/>
                  <a:pt x="46" y="2"/>
                </a:cubicBezTo>
                <a:cubicBezTo>
                  <a:pt x="49" y="4"/>
                  <a:pt x="50" y="6"/>
                  <a:pt x="46" y="10"/>
                </a:cubicBezTo>
                <a:cubicBezTo>
                  <a:pt x="50" y="10"/>
                  <a:pt x="52" y="8"/>
                  <a:pt x="55" y="7"/>
                </a:cubicBezTo>
                <a:cubicBezTo>
                  <a:pt x="59" y="6"/>
                  <a:pt x="59" y="1"/>
                  <a:pt x="62" y="0"/>
                </a:cubicBezTo>
                <a:cubicBezTo>
                  <a:pt x="61" y="5"/>
                  <a:pt x="62" y="9"/>
                  <a:pt x="63" y="14"/>
                </a:cubicBezTo>
                <a:cubicBezTo>
                  <a:pt x="66" y="21"/>
                  <a:pt x="71" y="25"/>
                  <a:pt x="77" y="28"/>
                </a:cubicBezTo>
                <a:cubicBezTo>
                  <a:pt x="83" y="30"/>
                  <a:pt x="87" y="35"/>
                  <a:pt x="91" y="39"/>
                </a:cubicBezTo>
                <a:cubicBezTo>
                  <a:pt x="93" y="41"/>
                  <a:pt x="92" y="44"/>
                  <a:pt x="87" y="46"/>
                </a:cubicBezTo>
                <a:cubicBezTo>
                  <a:pt x="88" y="42"/>
                  <a:pt x="86" y="40"/>
                  <a:pt x="82" y="40"/>
                </a:cubicBezTo>
                <a:cubicBezTo>
                  <a:pt x="76" y="39"/>
                  <a:pt x="69" y="38"/>
                  <a:pt x="64" y="43"/>
                </a:cubicBezTo>
                <a:cubicBezTo>
                  <a:pt x="60" y="46"/>
                  <a:pt x="60" y="48"/>
                  <a:pt x="64" y="50"/>
                </a:cubicBezTo>
                <a:cubicBezTo>
                  <a:pt x="65" y="51"/>
                  <a:pt x="65" y="51"/>
                  <a:pt x="64" y="52"/>
                </a:cubicBezTo>
                <a:cubicBezTo>
                  <a:pt x="62" y="52"/>
                  <a:pt x="60" y="52"/>
                  <a:pt x="58" y="52"/>
                </a:cubicBezTo>
                <a:cubicBezTo>
                  <a:pt x="56" y="52"/>
                  <a:pt x="55" y="52"/>
                  <a:pt x="55" y="55"/>
                </a:cubicBezTo>
                <a:cubicBezTo>
                  <a:pt x="53" y="56"/>
                  <a:pt x="55" y="58"/>
                  <a:pt x="54" y="59"/>
                </a:cubicBezTo>
                <a:cubicBezTo>
                  <a:pt x="53" y="63"/>
                  <a:pt x="52" y="66"/>
                  <a:pt x="49" y="68"/>
                </a:cubicBezTo>
                <a:cubicBezTo>
                  <a:pt x="47" y="69"/>
                  <a:pt x="47" y="71"/>
                  <a:pt x="47" y="74"/>
                </a:cubicBezTo>
                <a:cubicBezTo>
                  <a:pt x="47" y="75"/>
                  <a:pt x="46" y="76"/>
                  <a:pt x="46" y="78"/>
                </a:cubicBezTo>
                <a:cubicBezTo>
                  <a:pt x="45" y="80"/>
                  <a:pt x="45" y="83"/>
                  <a:pt x="45" y="86"/>
                </a:cubicBezTo>
                <a:cubicBezTo>
                  <a:pt x="45" y="92"/>
                  <a:pt x="44" y="94"/>
                  <a:pt x="37" y="94"/>
                </a:cubicBezTo>
                <a:cubicBezTo>
                  <a:pt x="36" y="93"/>
                  <a:pt x="34" y="94"/>
                  <a:pt x="33" y="93"/>
                </a:cubicBezTo>
                <a:cubicBezTo>
                  <a:pt x="30" y="93"/>
                  <a:pt x="30" y="91"/>
                  <a:pt x="30" y="88"/>
                </a:cubicBezTo>
                <a:cubicBezTo>
                  <a:pt x="30" y="87"/>
                  <a:pt x="30" y="85"/>
                  <a:pt x="30" y="83"/>
                </a:cubicBezTo>
                <a:cubicBezTo>
                  <a:pt x="31" y="83"/>
                  <a:pt x="33" y="83"/>
                  <a:pt x="34" y="84"/>
                </a:cubicBezTo>
                <a:cubicBezTo>
                  <a:pt x="40" y="84"/>
                  <a:pt x="43" y="80"/>
                  <a:pt x="41" y="76"/>
                </a:cubicBezTo>
                <a:cubicBezTo>
                  <a:pt x="39" y="70"/>
                  <a:pt x="35" y="65"/>
                  <a:pt x="31" y="60"/>
                </a:cubicBezTo>
                <a:cubicBezTo>
                  <a:pt x="30" y="58"/>
                  <a:pt x="28" y="57"/>
                  <a:pt x="26" y="57"/>
                </a:cubicBezTo>
                <a:cubicBezTo>
                  <a:pt x="24" y="56"/>
                  <a:pt x="22" y="56"/>
                  <a:pt x="20" y="58"/>
                </a:cubicBezTo>
                <a:cubicBezTo>
                  <a:pt x="19" y="59"/>
                  <a:pt x="19" y="62"/>
                  <a:pt x="20" y="63"/>
                </a:cubicBezTo>
                <a:cubicBezTo>
                  <a:pt x="20" y="66"/>
                  <a:pt x="22" y="69"/>
                  <a:pt x="20" y="72"/>
                </a:cubicBezTo>
                <a:cubicBezTo>
                  <a:pt x="18" y="71"/>
                  <a:pt x="17" y="68"/>
                  <a:pt x="17" y="66"/>
                </a:cubicBezTo>
                <a:cubicBezTo>
                  <a:pt x="16" y="61"/>
                  <a:pt x="12" y="60"/>
                  <a:pt x="8" y="59"/>
                </a:cubicBezTo>
                <a:cubicBezTo>
                  <a:pt x="5" y="59"/>
                  <a:pt x="3" y="59"/>
                  <a:pt x="0" y="59"/>
                </a:cubicBezTo>
                <a:cubicBezTo>
                  <a:pt x="3" y="58"/>
                  <a:pt x="5" y="57"/>
                  <a:pt x="3" y="53"/>
                </a:cubicBezTo>
                <a:cubicBezTo>
                  <a:pt x="2" y="52"/>
                  <a:pt x="3" y="50"/>
                  <a:pt x="4" y="49"/>
                </a:cubicBezTo>
                <a:close/>
              </a:path>
            </a:pathLst>
          </a:custGeom>
          <a:solidFill>
            <a:srgbClr val="FEED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0" name="Freeform 2226"/>
          <p:cNvSpPr/>
          <p:nvPr/>
        </p:nvSpPr>
        <p:spPr bwMode="auto">
          <a:xfrm>
            <a:off x="385763" y="2798763"/>
            <a:ext cx="271463" cy="195263"/>
          </a:xfrm>
          <a:custGeom>
            <a:avLst/>
            <a:gdLst>
              <a:gd name="T0" fmla="*/ 53 w 72"/>
              <a:gd name="T1" fmla="*/ 16 h 52"/>
              <a:gd name="T2" fmla="*/ 47 w 72"/>
              <a:gd name="T3" fmla="*/ 24 h 52"/>
              <a:gd name="T4" fmla="*/ 54 w 72"/>
              <a:gd name="T5" fmla="*/ 21 h 52"/>
              <a:gd name="T6" fmla="*/ 47 w 72"/>
              <a:gd name="T7" fmla="*/ 29 h 52"/>
              <a:gd name="T8" fmla="*/ 45 w 72"/>
              <a:gd name="T9" fmla="*/ 27 h 52"/>
              <a:gd name="T10" fmla="*/ 46 w 72"/>
              <a:gd name="T11" fmla="*/ 25 h 52"/>
              <a:gd name="T12" fmla="*/ 45 w 72"/>
              <a:gd name="T13" fmla="*/ 25 h 52"/>
              <a:gd name="T14" fmla="*/ 44 w 72"/>
              <a:gd name="T15" fmla="*/ 27 h 52"/>
              <a:gd name="T16" fmla="*/ 51 w 72"/>
              <a:gd name="T17" fmla="*/ 31 h 52"/>
              <a:gd name="T18" fmla="*/ 55 w 72"/>
              <a:gd name="T19" fmla="*/ 31 h 52"/>
              <a:gd name="T20" fmla="*/ 53 w 72"/>
              <a:gd name="T21" fmla="*/ 35 h 52"/>
              <a:gd name="T22" fmla="*/ 58 w 72"/>
              <a:gd name="T23" fmla="*/ 36 h 52"/>
              <a:gd name="T24" fmla="*/ 60 w 72"/>
              <a:gd name="T25" fmla="*/ 36 h 52"/>
              <a:gd name="T26" fmla="*/ 62 w 72"/>
              <a:gd name="T27" fmla="*/ 36 h 52"/>
              <a:gd name="T28" fmla="*/ 70 w 72"/>
              <a:gd name="T29" fmla="*/ 38 h 52"/>
              <a:gd name="T30" fmla="*/ 71 w 72"/>
              <a:gd name="T31" fmla="*/ 42 h 52"/>
              <a:gd name="T32" fmla="*/ 63 w 72"/>
              <a:gd name="T33" fmla="*/ 43 h 52"/>
              <a:gd name="T34" fmla="*/ 61 w 72"/>
              <a:gd name="T35" fmla="*/ 43 h 52"/>
              <a:gd name="T36" fmla="*/ 61 w 72"/>
              <a:gd name="T37" fmla="*/ 40 h 52"/>
              <a:gd name="T38" fmla="*/ 51 w 72"/>
              <a:gd name="T39" fmla="*/ 40 h 52"/>
              <a:gd name="T40" fmla="*/ 49 w 72"/>
              <a:gd name="T41" fmla="*/ 43 h 52"/>
              <a:gd name="T42" fmla="*/ 51 w 72"/>
              <a:gd name="T43" fmla="*/ 44 h 52"/>
              <a:gd name="T44" fmla="*/ 52 w 72"/>
              <a:gd name="T45" fmla="*/ 41 h 52"/>
              <a:gd name="T46" fmla="*/ 53 w 72"/>
              <a:gd name="T47" fmla="*/ 40 h 52"/>
              <a:gd name="T48" fmla="*/ 59 w 72"/>
              <a:gd name="T49" fmla="*/ 42 h 52"/>
              <a:gd name="T50" fmla="*/ 46 w 72"/>
              <a:gd name="T51" fmla="*/ 52 h 52"/>
              <a:gd name="T52" fmla="*/ 43 w 72"/>
              <a:gd name="T53" fmla="*/ 45 h 52"/>
              <a:gd name="T54" fmla="*/ 45 w 72"/>
              <a:gd name="T55" fmla="*/ 49 h 52"/>
              <a:gd name="T56" fmla="*/ 40 w 72"/>
              <a:gd name="T57" fmla="*/ 48 h 52"/>
              <a:gd name="T58" fmla="*/ 38 w 72"/>
              <a:gd name="T59" fmla="*/ 48 h 52"/>
              <a:gd name="T60" fmla="*/ 40 w 72"/>
              <a:gd name="T61" fmla="*/ 46 h 52"/>
              <a:gd name="T62" fmla="*/ 36 w 72"/>
              <a:gd name="T63" fmla="*/ 47 h 52"/>
              <a:gd name="T64" fmla="*/ 34 w 72"/>
              <a:gd name="T65" fmla="*/ 42 h 52"/>
              <a:gd name="T66" fmla="*/ 19 w 72"/>
              <a:gd name="T67" fmla="*/ 36 h 52"/>
              <a:gd name="T68" fmla="*/ 17 w 72"/>
              <a:gd name="T69" fmla="*/ 40 h 52"/>
              <a:gd name="T70" fmla="*/ 15 w 72"/>
              <a:gd name="T71" fmla="*/ 45 h 52"/>
              <a:gd name="T72" fmla="*/ 7 w 72"/>
              <a:gd name="T73" fmla="*/ 51 h 52"/>
              <a:gd name="T74" fmla="*/ 6 w 72"/>
              <a:gd name="T75" fmla="*/ 44 h 52"/>
              <a:gd name="T76" fmla="*/ 7 w 72"/>
              <a:gd name="T77" fmla="*/ 41 h 52"/>
              <a:gd name="T78" fmla="*/ 9 w 72"/>
              <a:gd name="T79" fmla="*/ 32 h 52"/>
              <a:gd name="T80" fmla="*/ 8 w 72"/>
              <a:gd name="T81" fmla="*/ 28 h 52"/>
              <a:gd name="T82" fmla="*/ 8 w 72"/>
              <a:gd name="T83" fmla="*/ 28 h 52"/>
              <a:gd name="T84" fmla="*/ 8 w 72"/>
              <a:gd name="T85" fmla="*/ 27 h 52"/>
              <a:gd name="T86" fmla="*/ 13 w 72"/>
              <a:gd name="T87" fmla="*/ 27 h 52"/>
              <a:gd name="T88" fmla="*/ 17 w 72"/>
              <a:gd name="T89" fmla="*/ 21 h 52"/>
              <a:gd name="T90" fmla="*/ 7 w 72"/>
              <a:gd name="T91" fmla="*/ 4 h 52"/>
              <a:gd name="T92" fmla="*/ 0 w 72"/>
              <a:gd name="T93" fmla="*/ 2 h 52"/>
              <a:gd name="T94" fmla="*/ 3 w 72"/>
              <a:gd name="T95" fmla="*/ 0 h 52"/>
              <a:gd name="T96" fmla="*/ 14 w 72"/>
              <a:gd name="T97" fmla="*/ 0 h 52"/>
              <a:gd name="T98" fmla="*/ 34 w 72"/>
              <a:gd name="T99" fmla="*/ 12 h 52"/>
              <a:gd name="T100" fmla="*/ 39 w 72"/>
              <a:gd name="T101" fmla="*/ 12 h 52"/>
              <a:gd name="T102" fmla="*/ 40 w 72"/>
              <a:gd name="T103" fmla="*/ 10 h 52"/>
              <a:gd name="T104" fmla="*/ 44 w 72"/>
              <a:gd name="T105" fmla="*/ 8 h 52"/>
              <a:gd name="T106" fmla="*/ 47 w 72"/>
              <a:gd name="T107" fmla="*/ 4 h 52"/>
              <a:gd name="T108" fmla="*/ 50 w 72"/>
              <a:gd name="T109" fmla="*/ 2 h 52"/>
              <a:gd name="T110" fmla="*/ 53 w 72"/>
              <a:gd name="T111" fmla="*/ 3 h 52"/>
              <a:gd name="T112" fmla="*/ 53 w 72"/>
              <a:gd name="T113" fmla="*/ 6 h 52"/>
              <a:gd name="T114" fmla="*/ 49 w 72"/>
              <a:gd name="T115" fmla="*/ 13 h 52"/>
              <a:gd name="T116" fmla="*/ 50 w 72"/>
              <a:gd name="T117" fmla="*/ 14 h 52"/>
              <a:gd name="T118" fmla="*/ 50 w 72"/>
              <a:gd name="T119" fmla="*/ 13 h 52"/>
              <a:gd name="T120" fmla="*/ 55 w 72"/>
              <a:gd name="T121" fmla="*/ 14 h 52"/>
              <a:gd name="T122" fmla="*/ 53 w 72"/>
              <a:gd name="T123" fmla="*/ 1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2" h="52">
                <a:moveTo>
                  <a:pt x="53" y="16"/>
                </a:moveTo>
                <a:cubicBezTo>
                  <a:pt x="50" y="18"/>
                  <a:pt x="49" y="21"/>
                  <a:pt x="47" y="24"/>
                </a:cubicBezTo>
                <a:cubicBezTo>
                  <a:pt x="49" y="22"/>
                  <a:pt x="52" y="23"/>
                  <a:pt x="54" y="21"/>
                </a:cubicBezTo>
                <a:cubicBezTo>
                  <a:pt x="55" y="26"/>
                  <a:pt x="48" y="25"/>
                  <a:pt x="47" y="29"/>
                </a:cubicBezTo>
                <a:cubicBezTo>
                  <a:pt x="46" y="29"/>
                  <a:pt x="45" y="29"/>
                  <a:pt x="45" y="27"/>
                </a:cubicBezTo>
                <a:cubicBezTo>
                  <a:pt x="45" y="26"/>
                  <a:pt x="47" y="27"/>
                  <a:pt x="46" y="25"/>
                </a:cubicBezTo>
                <a:cubicBezTo>
                  <a:pt x="46" y="25"/>
                  <a:pt x="45" y="25"/>
                  <a:pt x="45" y="25"/>
                </a:cubicBezTo>
                <a:cubicBezTo>
                  <a:pt x="43" y="25"/>
                  <a:pt x="44" y="26"/>
                  <a:pt x="44" y="27"/>
                </a:cubicBezTo>
                <a:cubicBezTo>
                  <a:pt x="43" y="30"/>
                  <a:pt x="48" y="32"/>
                  <a:pt x="51" y="31"/>
                </a:cubicBezTo>
                <a:cubicBezTo>
                  <a:pt x="53" y="30"/>
                  <a:pt x="54" y="30"/>
                  <a:pt x="55" y="31"/>
                </a:cubicBezTo>
                <a:cubicBezTo>
                  <a:pt x="57" y="33"/>
                  <a:pt x="53" y="33"/>
                  <a:pt x="53" y="35"/>
                </a:cubicBezTo>
                <a:cubicBezTo>
                  <a:pt x="55" y="35"/>
                  <a:pt x="57" y="35"/>
                  <a:pt x="58" y="36"/>
                </a:cubicBezTo>
                <a:cubicBezTo>
                  <a:pt x="59" y="37"/>
                  <a:pt x="60" y="38"/>
                  <a:pt x="60" y="36"/>
                </a:cubicBezTo>
                <a:cubicBezTo>
                  <a:pt x="60" y="35"/>
                  <a:pt x="62" y="35"/>
                  <a:pt x="62" y="36"/>
                </a:cubicBezTo>
                <a:cubicBezTo>
                  <a:pt x="65" y="38"/>
                  <a:pt x="66" y="39"/>
                  <a:pt x="70" y="38"/>
                </a:cubicBezTo>
                <a:cubicBezTo>
                  <a:pt x="72" y="38"/>
                  <a:pt x="70" y="41"/>
                  <a:pt x="71" y="42"/>
                </a:cubicBezTo>
                <a:cubicBezTo>
                  <a:pt x="68" y="41"/>
                  <a:pt x="66" y="40"/>
                  <a:pt x="63" y="43"/>
                </a:cubicBezTo>
                <a:cubicBezTo>
                  <a:pt x="63" y="44"/>
                  <a:pt x="62" y="44"/>
                  <a:pt x="61" y="43"/>
                </a:cubicBezTo>
                <a:cubicBezTo>
                  <a:pt x="61" y="42"/>
                  <a:pt x="63" y="40"/>
                  <a:pt x="61" y="40"/>
                </a:cubicBezTo>
                <a:cubicBezTo>
                  <a:pt x="57" y="40"/>
                  <a:pt x="54" y="36"/>
                  <a:pt x="51" y="40"/>
                </a:cubicBezTo>
                <a:cubicBezTo>
                  <a:pt x="50" y="41"/>
                  <a:pt x="48" y="41"/>
                  <a:pt x="49" y="43"/>
                </a:cubicBezTo>
                <a:cubicBezTo>
                  <a:pt x="50" y="44"/>
                  <a:pt x="50" y="45"/>
                  <a:pt x="51" y="44"/>
                </a:cubicBezTo>
                <a:cubicBezTo>
                  <a:pt x="53" y="44"/>
                  <a:pt x="51" y="42"/>
                  <a:pt x="52" y="41"/>
                </a:cubicBezTo>
                <a:cubicBezTo>
                  <a:pt x="52" y="41"/>
                  <a:pt x="52" y="41"/>
                  <a:pt x="53" y="40"/>
                </a:cubicBezTo>
                <a:cubicBezTo>
                  <a:pt x="54" y="43"/>
                  <a:pt x="55" y="46"/>
                  <a:pt x="59" y="42"/>
                </a:cubicBezTo>
                <a:cubicBezTo>
                  <a:pt x="56" y="48"/>
                  <a:pt x="48" y="45"/>
                  <a:pt x="46" y="52"/>
                </a:cubicBezTo>
                <a:cubicBezTo>
                  <a:pt x="46" y="49"/>
                  <a:pt x="48" y="46"/>
                  <a:pt x="43" y="45"/>
                </a:cubicBezTo>
                <a:cubicBezTo>
                  <a:pt x="43" y="47"/>
                  <a:pt x="46" y="47"/>
                  <a:pt x="45" y="49"/>
                </a:cubicBezTo>
                <a:cubicBezTo>
                  <a:pt x="43" y="50"/>
                  <a:pt x="41" y="48"/>
                  <a:pt x="40" y="48"/>
                </a:cubicBezTo>
                <a:cubicBezTo>
                  <a:pt x="39" y="48"/>
                  <a:pt x="38" y="48"/>
                  <a:pt x="38" y="48"/>
                </a:cubicBezTo>
                <a:cubicBezTo>
                  <a:pt x="37" y="47"/>
                  <a:pt x="39" y="47"/>
                  <a:pt x="40" y="46"/>
                </a:cubicBezTo>
                <a:cubicBezTo>
                  <a:pt x="38" y="45"/>
                  <a:pt x="36" y="42"/>
                  <a:pt x="36" y="47"/>
                </a:cubicBezTo>
                <a:cubicBezTo>
                  <a:pt x="35" y="45"/>
                  <a:pt x="34" y="43"/>
                  <a:pt x="34" y="42"/>
                </a:cubicBezTo>
                <a:cubicBezTo>
                  <a:pt x="27" y="47"/>
                  <a:pt x="21" y="44"/>
                  <a:pt x="19" y="36"/>
                </a:cubicBezTo>
                <a:cubicBezTo>
                  <a:pt x="16" y="37"/>
                  <a:pt x="17" y="37"/>
                  <a:pt x="17" y="40"/>
                </a:cubicBezTo>
                <a:cubicBezTo>
                  <a:pt x="17" y="42"/>
                  <a:pt x="18" y="46"/>
                  <a:pt x="15" y="45"/>
                </a:cubicBezTo>
                <a:cubicBezTo>
                  <a:pt x="8" y="43"/>
                  <a:pt x="9" y="48"/>
                  <a:pt x="7" y="51"/>
                </a:cubicBezTo>
                <a:cubicBezTo>
                  <a:pt x="4" y="48"/>
                  <a:pt x="5" y="46"/>
                  <a:pt x="6" y="44"/>
                </a:cubicBezTo>
                <a:cubicBezTo>
                  <a:pt x="7" y="43"/>
                  <a:pt x="9" y="42"/>
                  <a:pt x="7" y="41"/>
                </a:cubicBezTo>
                <a:cubicBezTo>
                  <a:pt x="11" y="39"/>
                  <a:pt x="9" y="35"/>
                  <a:pt x="9" y="32"/>
                </a:cubicBezTo>
                <a:cubicBezTo>
                  <a:pt x="9" y="31"/>
                  <a:pt x="8" y="30"/>
                  <a:pt x="8" y="28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7"/>
                  <a:pt x="8" y="27"/>
                  <a:pt x="8" y="27"/>
                </a:cubicBezTo>
                <a:cubicBezTo>
                  <a:pt x="10" y="26"/>
                  <a:pt x="12" y="28"/>
                  <a:pt x="13" y="27"/>
                </a:cubicBezTo>
                <a:cubicBezTo>
                  <a:pt x="16" y="26"/>
                  <a:pt x="17" y="24"/>
                  <a:pt x="17" y="21"/>
                </a:cubicBezTo>
                <a:cubicBezTo>
                  <a:pt x="15" y="15"/>
                  <a:pt x="13" y="8"/>
                  <a:pt x="7" y="4"/>
                </a:cubicBezTo>
                <a:cubicBezTo>
                  <a:pt x="5" y="3"/>
                  <a:pt x="2" y="5"/>
                  <a:pt x="0" y="2"/>
                </a:cubicBezTo>
                <a:cubicBezTo>
                  <a:pt x="1" y="0"/>
                  <a:pt x="2" y="1"/>
                  <a:pt x="3" y="0"/>
                </a:cubicBezTo>
                <a:cubicBezTo>
                  <a:pt x="7" y="0"/>
                  <a:pt x="10" y="0"/>
                  <a:pt x="14" y="0"/>
                </a:cubicBezTo>
                <a:cubicBezTo>
                  <a:pt x="21" y="3"/>
                  <a:pt x="28" y="8"/>
                  <a:pt x="34" y="12"/>
                </a:cubicBezTo>
                <a:cubicBezTo>
                  <a:pt x="36" y="12"/>
                  <a:pt x="38" y="14"/>
                  <a:pt x="39" y="12"/>
                </a:cubicBezTo>
                <a:cubicBezTo>
                  <a:pt x="39" y="11"/>
                  <a:pt x="40" y="11"/>
                  <a:pt x="40" y="10"/>
                </a:cubicBezTo>
                <a:cubicBezTo>
                  <a:pt x="41" y="9"/>
                  <a:pt x="43" y="9"/>
                  <a:pt x="44" y="8"/>
                </a:cubicBezTo>
                <a:cubicBezTo>
                  <a:pt x="45" y="7"/>
                  <a:pt x="46" y="6"/>
                  <a:pt x="47" y="4"/>
                </a:cubicBezTo>
                <a:cubicBezTo>
                  <a:pt x="47" y="3"/>
                  <a:pt x="48" y="2"/>
                  <a:pt x="50" y="2"/>
                </a:cubicBezTo>
                <a:cubicBezTo>
                  <a:pt x="51" y="2"/>
                  <a:pt x="52" y="2"/>
                  <a:pt x="53" y="3"/>
                </a:cubicBezTo>
                <a:cubicBezTo>
                  <a:pt x="53" y="4"/>
                  <a:pt x="54" y="6"/>
                  <a:pt x="53" y="6"/>
                </a:cubicBezTo>
                <a:cubicBezTo>
                  <a:pt x="49" y="7"/>
                  <a:pt x="51" y="11"/>
                  <a:pt x="49" y="13"/>
                </a:cubicBezTo>
                <a:cubicBezTo>
                  <a:pt x="48" y="14"/>
                  <a:pt x="50" y="14"/>
                  <a:pt x="50" y="14"/>
                </a:cubicBezTo>
                <a:cubicBezTo>
                  <a:pt x="51" y="14"/>
                  <a:pt x="50" y="13"/>
                  <a:pt x="50" y="13"/>
                </a:cubicBezTo>
                <a:cubicBezTo>
                  <a:pt x="53" y="11"/>
                  <a:pt x="54" y="12"/>
                  <a:pt x="55" y="14"/>
                </a:cubicBezTo>
                <a:cubicBezTo>
                  <a:pt x="55" y="16"/>
                  <a:pt x="54" y="16"/>
                  <a:pt x="53" y="16"/>
                </a:cubicBezTo>
                <a:close/>
              </a:path>
            </a:pathLst>
          </a:custGeom>
          <a:solidFill>
            <a:srgbClr val="FEEB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1" name="Freeform 2227"/>
          <p:cNvSpPr/>
          <p:nvPr/>
        </p:nvSpPr>
        <p:spPr bwMode="auto">
          <a:xfrm>
            <a:off x="492125" y="3059113"/>
            <a:ext cx="101600" cy="123825"/>
          </a:xfrm>
          <a:custGeom>
            <a:avLst/>
            <a:gdLst>
              <a:gd name="T0" fmla="*/ 3 w 27"/>
              <a:gd name="T1" fmla="*/ 18 h 33"/>
              <a:gd name="T2" fmla="*/ 2 w 27"/>
              <a:gd name="T3" fmla="*/ 11 h 33"/>
              <a:gd name="T4" fmla="*/ 2 w 27"/>
              <a:gd name="T5" fmla="*/ 2 h 33"/>
              <a:gd name="T6" fmla="*/ 12 w 27"/>
              <a:gd name="T7" fmla="*/ 2 h 33"/>
              <a:gd name="T8" fmla="*/ 20 w 27"/>
              <a:gd name="T9" fmla="*/ 12 h 33"/>
              <a:gd name="T10" fmla="*/ 23 w 27"/>
              <a:gd name="T11" fmla="*/ 18 h 33"/>
              <a:gd name="T12" fmla="*/ 24 w 27"/>
              <a:gd name="T13" fmla="*/ 30 h 33"/>
              <a:gd name="T14" fmla="*/ 14 w 27"/>
              <a:gd name="T15" fmla="*/ 30 h 33"/>
              <a:gd name="T16" fmla="*/ 13 w 27"/>
              <a:gd name="T17" fmla="*/ 29 h 33"/>
              <a:gd name="T18" fmla="*/ 13 w 27"/>
              <a:gd name="T19" fmla="*/ 29 h 33"/>
              <a:gd name="T20" fmla="*/ 4 w 27"/>
              <a:gd name="T21" fmla="*/ 20 h 33"/>
              <a:gd name="T22" fmla="*/ 3 w 27"/>
              <a:gd name="T23" fmla="*/ 1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" h="33">
                <a:moveTo>
                  <a:pt x="3" y="18"/>
                </a:moveTo>
                <a:cubicBezTo>
                  <a:pt x="3" y="15"/>
                  <a:pt x="3" y="13"/>
                  <a:pt x="2" y="11"/>
                </a:cubicBezTo>
                <a:cubicBezTo>
                  <a:pt x="0" y="8"/>
                  <a:pt x="0" y="4"/>
                  <a:pt x="2" y="2"/>
                </a:cubicBezTo>
                <a:cubicBezTo>
                  <a:pt x="5" y="1"/>
                  <a:pt x="8" y="0"/>
                  <a:pt x="12" y="2"/>
                </a:cubicBezTo>
                <a:cubicBezTo>
                  <a:pt x="16" y="4"/>
                  <a:pt x="17" y="9"/>
                  <a:pt x="20" y="12"/>
                </a:cubicBezTo>
                <a:cubicBezTo>
                  <a:pt x="22" y="14"/>
                  <a:pt x="22" y="16"/>
                  <a:pt x="23" y="18"/>
                </a:cubicBezTo>
                <a:cubicBezTo>
                  <a:pt x="27" y="22"/>
                  <a:pt x="27" y="26"/>
                  <a:pt x="24" y="30"/>
                </a:cubicBezTo>
                <a:cubicBezTo>
                  <a:pt x="21" y="33"/>
                  <a:pt x="18" y="30"/>
                  <a:pt x="14" y="30"/>
                </a:cubicBezTo>
                <a:cubicBezTo>
                  <a:pt x="14" y="30"/>
                  <a:pt x="13" y="30"/>
                  <a:pt x="13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0" y="26"/>
                  <a:pt x="6" y="23"/>
                  <a:pt x="4" y="20"/>
                </a:cubicBezTo>
                <a:cubicBezTo>
                  <a:pt x="4" y="19"/>
                  <a:pt x="4" y="18"/>
                  <a:pt x="3" y="18"/>
                </a:cubicBezTo>
                <a:close/>
              </a:path>
            </a:pathLst>
          </a:custGeom>
          <a:solidFill>
            <a:srgbClr val="FEDD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2" name="Freeform 2228"/>
          <p:cNvSpPr/>
          <p:nvPr/>
        </p:nvSpPr>
        <p:spPr bwMode="auto">
          <a:xfrm>
            <a:off x="560388" y="2760663"/>
            <a:ext cx="120650" cy="104775"/>
          </a:xfrm>
          <a:custGeom>
            <a:avLst/>
            <a:gdLst>
              <a:gd name="T0" fmla="*/ 9 w 32"/>
              <a:gd name="T1" fmla="*/ 25 h 28"/>
              <a:gd name="T2" fmla="*/ 5 w 32"/>
              <a:gd name="T3" fmla="*/ 25 h 28"/>
              <a:gd name="T4" fmla="*/ 0 w 32"/>
              <a:gd name="T5" fmla="*/ 24 h 28"/>
              <a:gd name="T6" fmla="*/ 2 w 32"/>
              <a:gd name="T7" fmla="*/ 18 h 28"/>
              <a:gd name="T8" fmla="*/ 4 w 32"/>
              <a:gd name="T9" fmla="*/ 16 h 28"/>
              <a:gd name="T10" fmla="*/ 6 w 32"/>
              <a:gd name="T11" fmla="*/ 15 h 28"/>
              <a:gd name="T12" fmla="*/ 5 w 32"/>
              <a:gd name="T13" fmla="*/ 13 h 28"/>
              <a:gd name="T14" fmla="*/ 2 w 32"/>
              <a:gd name="T15" fmla="*/ 14 h 28"/>
              <a:gd name="T16" fmla="*/ 1 w 32"/>
              <a:gd name="T17" fmla="*/ 14 h 28"/>
              <a:gd name="T18" fmla="*/ 1 w 32"/>
              <a:gd name="T19" fmla="*/ 12 h 28"/>
              <a:gd name="T20" fmla="*/ 13 w 32"/>
              <a:gd name="T21" fmla="*/ 2 h 28"/>
              <a:gd name="T22" fmla="*/ 19 w 32"/>
              <a:gd name="T23" fmla="*/ 1 h 28"/>
              <a:gd name="T24" fmla="*/ 29 w 32"/>
              <a:gd name="T25" fmla="*/ 2 h 28"/>
              <a:gd name="T26" fmla="*/ 32 w 32"/>
              <a:gd name="T27" fmla="*/ 5 h 28"/>
              <a:gd name="T28" fmla="*/ 31 w 32"/>
              <a:gd name="T29" fmla="*/ 12 h 28"/>
              <a:gd name="T30" fmla="*/ 28 w 32"/>
              <a:gd name="T31" fmla="*/ 18 h 28"/>
              <a:gd name="T32" fmla="*/ 26 w 32"/>
              <a:gd name="T33" fmla="*/ 15 h 28"/>
              <a:gd name="T34" fmla="*/ 26 w 32"/>
              <a:gd name="T35" fmla="*/ 13 h 28"/>
              <a:gd name="T36" fmla="*/ 24 w 32"/>
              <a:gd name="T37" fmla="*/ 10 h 28"/>
              <a:gd name="T38" fmla="*/ 14 w 32"/>
              <a:gd name="T39" fmla="*/ 20 h 28"/>
              <a:gd name="T40" fmla="*/ 13 w 32"/>
              <a:gd name="T41" fmla="*/ 25 h 28"/>
              <a:gd name="T42" fmla="*/ 9 w 32"/>
              <a:gd name="T43" fmla="*/ 2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2" h="28">
                <a:moveTo>
                  <a:pt x="9" y="25"/>
                </a:moveTo>
                <a:cubicBezTo>
                  <a:pt x="8" y="24"/>
                  <a:pt x="6" y="21"/>
                  <a:pt x="5" y="25"/>
                </a:cubicBezTo>
                <a:cubicBezTo>
                  <a:pt x="4" y="25"/>
                  <a:pt x="2" y="25"/>
                  <a:pt x="0" y="24"/>
                </a:cubicBezTo>
                <a:cubicBezTo>
                  <a:pt x="2" y="22"/>
                  <a:pt x="5" y="21"/>
                  <a:pt x="2" y="18"/>
                </a:cubicBezTo>
                <a:cubicBezTo>
                  <a:pt x="1" y="17"/>
                  <a:pt x="3" y="16"/>
                  <a:pt x="4" y="16"/>
                </a:cubicBezTo>
                <a:cubicBezTo>
                  <a:pt x="5" y="16"/>
                  <a:pt x="6" y="17"/>
                  <a:pt x="6" y="15"/>
                </a:cubicBezTo>
                <a:cubicBezTo>
                  <a:pt x="6" y="14"/>
                  <a:pt x="6" y="14"/>
                  <a:pt x="5" y="13"/>
                </a:cubicBezTo>
                <a:cubicBezTo>
                  <a:pt x="4" y="12"/>
                  <a:pt x="3" y="13"/>
                  <a:pt x="2" y="14"/>
                </a:cubicBezTo>
                <a:cubicBezTo>
                  <a:pt x="2" y="14"/>
                  <a:pt x="1" y="14"/>
                  <a:pt x="1" y="14"/>
                </a:cubicBezTo>
                <a:cubicBezTo>
                  <a:pt x="1" y="14"/>
                  <a:pt x="1" y="12"/>
                  <a:pt x="1" y="12"/>
                </a:cubicBezTo>
                <a:cubicBezTo>
                  <a:pt x="6" y="10"/>
                  <a:pt x="9" y="6"/>
                  <a:pt x="13" y="2"/>
                </a:cubicBezTo>
                <a:cubicBezTo>
                  <a:pt x="15" y="2"/>
                  <a:pt x="17" y="0"/>
                  <a:pt x="19" y="1"/>
                </a:cubicBezTo>
                <a:cubicBezTo>
                  <a:pt x="22" y="1"/>
                  <a:pt x="26" y="1"/>
                  <a:pt x="29" y="2"/>
                </a:cubicBezTo>
                <a:cubicBezTo>
                  <a:pt x="31" y="2"/>
                  <a:pt x="32" y="3"/>
                  <a:pt x="32" y="5"/>
                </a:cubicBezTo>
                <a:cubicBezTo>
                  <a:pt x="32" y="7"/>
                  <a:pt x="31" y="10"/>
                  <a:pt x="31" y="12"/>
                </a:cubicBezTo>
                <a:cubicBezTo>
                  <a:pt x="30" y="14"/>
                  <a:pt x="29" y="16"/>
                  <a:pt x="28" y="18"/>
                </a:cubicBezTo>
                <a:cubicBezTo>
                  <a:pt x="27" y="17"/>
                  <a:pt x="27" y="16"/>
                  <a:pt x="26" y="15"/>
                </a:cubicBezTo>
                <a:cubicBezTo>
                  <a:pt x="26" y="15"/>
                  <a:pt x="26" y="14"/>
                  <a:pt x="26" y="13"/>
                </a:cubicBezTo>
                <a:cubicBezTo>
                  <a:pt x="26" y="11"/>
                  <a:pt x="25" y="11"/>
                  <a:pt x="24" y="10"/>
                </a:cubicBezTo>
                <a:cubicBezTo>
                  <a:pt x="16" y="9"/>
                  <a:pt x="14" y="10"/>
                  <a:pt x="14" y="20"/>
                </a:cubicBezTo>
                <a:cubicBezTo>
                  <a:pt x="14" y="22"/>
                  <a:pt x="14" y="23"/>
                  <a:pt x="13" y="25"/>
                </a:cubicBezTo>
                <a:cubicBezTo>
                  <a:pt x="12" y="26"/>
                  <a:pt x="11" y="28"/>
                  <a:pt x="9" y="25"/>
                </a:cubicBezTo>
                <a:close/>
              </a:path>
            </a:pathLst>
          </a:custGeom>
          <a:solidFill>
            <a:srgbClr val="FEED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3" name="Freeform 2229"/>
          <p:cNvSpPr/>
          <p:nvPr/>
        </p:nvSpPr>
        <p:spPr bwMode="auto">
          <a:xfrm>
            <a:off x="650875" y="2990851"/>
            <a:ext cx="115888" cy="55563"/>
          </a:xfrm>
          <a:custGeom>
            <a:avLst/>
            <a:gdLst>
              <a:gd name="T0" fmla="*/ 5 w 31"/>
              <a:gd name="T1" fmla="*/ 15 h 15"/>
              <a:gd name="T2" fmla="*/ 0 w 31"/>
              <a:gd name="T3" fmla="*/ 13 h 15"/>
              <a:gd name="T4" fmla="*/ 3 w 31"/>
              <a:gd name="T5" fmla="*/ 7 h 15"/>
              <a:gd name="T6" fmla="*/ 28 w 31"/>
              <a:gd name="T7" fmla="*/ 4 h 15"/>
              <a:gd name="T8" fmla="*/ 28 w 31"/>
              <a:gd name="T9" fmla="*/ 10 h 15"/>
              <a:gd name="T10" fmla="*/ 27 w 31"/>
              <a:gd name="T11" fmla="*/ 10 h 15"/>
              <a:gd name="T12" fmla="*/ 11 w 31"/>
              <a:gd name="T13" fmla="*/ 15 h 15"/>
              <a:gd name="T14" fmla="*/ 7 w 31"/>
              <a:gd name="T15" fmla="*/ 15 h 15"/>
              <a:gd name="T16" fmla="*/ 5 w 31"/>
              <a:gd name="T17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" h="15">
                <a:moveTo>
                  <a:pt x="5" y="15"/>
                </a:moveTo>
                <a:cubicBezTo>
                  <a:pt x="3" y="15"/>
                  <a:pt x="1" y="15"/>
                  <a:pt x="0" y="13"/>
                </a:cubicBezTo>
                <a:cubicBezTo>
                  <a:pt x="0" y="11"/>
                  <a:pt x="1" y="9"/>
                  <a:pt x="3" y="7"/>
                </a:cubicBezTo>
                <a:cubicBezTo>
                  <a:pt x="8" y="2"/>
                  <a:pt x="22" y="0"/>
                  <a:pt x="28" y="4"/>
                </a:cubicBezTo>
                <a:cubicBezTo>
                  <a:pt x="31" y="5"/>
                  <a:pt x="30" y="8"/>
                  <a:pt x="28" y="10"/>
                </a:cubicBezTo>
                <a:cubicBezTo>
                  <a:pt x="28" y="10"/>
                  <a:pt x="28" y="10"/>
                  <a:pt x="27" y="10"/>
                </a:cubicBezTo>
                <a:cubicBezTo>
                  <a:pt x="22" y="14"/>
                  <a:pt x="16" y="14"/>
                  <a:pt x="11" y="15"/>
                </a:cubicBezTo>
                <a:cubicBezTo>
                  <a:pt x="9" y="15"/>
                  <a:pt x="8" y="15"/>
                  <a:pt x="7" y="15"/>
                </a:cubicBezTo>
                <a:cubicBezTo>
                  <a:pt x="6" y="15"/>
                  <a:pt x="6" y="15"/>
                  <a:pt x="5" y="15"/>
                </a:cubicBezTo>
                <a:close/>
              </a:path>
            </a:pathLst>
          </a:custGeom>
          <a:solidFill>
            <a:srgbClr val="FEDE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4" name="Freeform 2230"/>
          <p:cNvSpPr/>
          <p:nvPr/>
        </p:nvSpPr>
        <p:spPr bwMode="auto">
          <a:xfrm>
            <a:off x="374650" y="2813051"/>
            <a:ext cx="49213" cy="90488"/>
          </a:xfrm>
          <a:custGeom>
            <a:avLst/>
            <a:gdLst>
              <a:gd name="T0" fmla="*/ 11 w 13"/>
              <a:gd name="T1" fmla="*/ 23 h 24"/>
              <a:gd name="T2" fmla="*/ 11 w 13"/>
              <a:gd name="T3" fmla="*/ 24 h 24"/>
              <a:gd name="T4" fmla="*/ 2 w 13"/>
              <a:gd name="T5" fmla="*/ 14 h 24"/>
              <a:gd name="T6" fmla="*/ 1 w 13"/>
              <a:gd name="T7" fmla="*/ 10 h 24"/>
              <a:gd name="T8" fmla="*/ 1 w 13"/>
              <a:gd name="T9" fmla="*/ 10 h 24"/>
              <a:gd name="T10" fmla="*/ 0 w 13"/>
              <a:gd name="T11" fmla="*/ 2 h 24"/>
              <a:gd name="T12" fmla="*/ 1 w 13"/>
              <a:gd name="T13" fmla="*/ 0 h 24"/>
              <a:gd name="T14" fmla="*/ 2 w 13"/>
              <a:gd name="T15" fmla="*/ 1 h 24"/>
              <a:gd name="T16" fmla="*/ 5 w 13"/>
              <a:gd name="T17" fmla="*/ 7 h 24"/>
              <a:gd name="T18" fmla="*/ 12 w 13"/>
              <a:gd name="T19" fmla="*/ 17 h 24"/>
              <a:gd name="T20" fmla="*/ 11 w 13"/>
              <a:gd name="T21" fmla="*/ 23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24">
                <a:moveTo>
                  <a:pt x="11" y="23"/>
                </a:moveTo>
                <a:cubicBezTo>
                  <a:pt x="11" y="24"/>
                  <a:pt x="11" y="24"/>
                  <a:pt x="11" y="24"/>
                </a:cubicBezTo>
                <a:cubicBezTo>
                  <a:pt x="6" y="22"/>
                  <a:pt x="3" y="19"/>
                  <a:pt x="2" y="14"/>
                </a:cubicBezTo>
                <a:cubicBezTo>
                  <a:pt x="2" y="12"/>
                  <a:pt x="2" y="11"/>
                  <a:pt x="1" y="10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7"/>
                  <a:pt x="0" y="5"/>
                  <a:pt x="0" y="2"/>
                </a:cubicBezTo>
                <a:cubicBezTo>
                  <a:pt x="0" y="2"/>
                  <a:pt x="1" y="1"/>
                  <a:pt x="1" y="0"/>
                </a:cubicBezTo>
                <a:cubicBezTo>
                  <a:pt x="2" y="1"/>
                  <a:pt x="2" y="1"/>
                  <a:pt x="2" y="1"/>
                </a:cubicBezTo>
                <a:cubicBezTo>
                  <a:pt x="3" y="4"/>
                  <a:pt x="4" y="5"/>
                  <a:pt x="5" y="7"/>
                </a:cubicBezTo>
                <a:cubicBezTo>
                  <a:pt x="8" y="9"/>
                  <a:pt x="10" y="13"/>
                  <a:pt x="12" y="17"/>
                </a:cubicBezTo>
                <a:cubicBezTo>
                  <a:pt x="12" y="19"/>
                  <a:pt x="13" y="21"/>
                  <a:pt x="11" y="23"/>
                </a:cubicBezTo>
                <a:close/>
              </a:path>
            </a:pathLst>
          </a:custGeom>
          <a:solidFill>
            <a:srgbClr val="FEED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5" name="Freeform 2231"/>
          <p:cNvSpPr/>
          <p:nvPr/>
        </p:nvSpPr>
        <p:spPr bwMode="auto">
          <a:xfrm>
            <a:off x="623888" y="2817813"/>
            <a:ext cx="41275" cy="66675"/>
          </a:xfrm>
          <a:custGeom>
            <a:avLst/>
            <a:gdLst>
              <a:gd name="T0" fmla="*/ 10 w 11"/>
              <a:gd name="T1" fmla="*/ 0 h 18"/>
              <a:gd name="T2" fmla="*/ 11 w 11"/>
              <a:gd name="T3" fmla="*/ 3 h 18"/>
              <a:gd name="T4" fmla="*/ 10 w 11"/>
              <a:gd name="T5" fmla="*/ 10 h 18"/>
              <a:gd name="T6" fmla="*/ 4 w 11"/>
              <a:gd name="T7" fmla="*/ 18 h 18"/>
              <a:gd name="T8" fmla="*/ 0 w 11"/>
              <a:gd name="T9" fmla="*/ 14 h 18"/>
              <a:gd name="T10" fmla="*/ 5 w 11"/>
              <a:gd name="T11" fmla="*/ 4 h 18"/>
              <a:gd name="T12" fmla="*/ 10 w 11"/>
              <a:gd name="T13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18">
                <a:moveTo>
                  <a:pt x="10" y="0"/>
                </a:moveTo>
                <a:cubicBezTo>
                  <a:pt x="11" y="1"/>
                  <a:pt x="11" y="2"/>
                  <a:pt x="11" y="3"/>
                </a:cubicBezTo>
                <a:cubicBezTo>
                  <a:pt x="11" y="5"/>
                  <a:pt x="11" y="8"/>
                  <a:pt x="10" y="10"/>
                </a:cubicBezTo>
                <a:cubicBezTo>
                  <a:pt x="8" y="13"/>
                  <a:pt x="7" y="16"/>
                  <a:pt x="4" y="18"/>
                </a:cubicBezTo>
                <a:cubicBezTo>
                  <a:pt x="1" y="18"/>
                  <a:pt x="0" y="16"/>
                  <a:pt x="0" y="14"/>
                </a:cubicBezTo>
                <a:cubicBezTo>
                  <a:pt x="2" y="11"/>
                  <a:pt x="4" y="8"/>
                  <a:pt x="5" y="4"/>
                </a:cubicBezTo>
                <a:cubicBezTo>
                  <a:pt x="5" y="1"/>
                  <a:pt x="8" y="1"/>
                  <a:pt x="10" y="0"/>
                </a:cubicBezTo>
                <a:close/>
              </a:path>
            </a:pathLst>
          </a:custGeom>
          <a:solidFill>
            <a:srgbClr val="FEDE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0" name="Freeform 2232"/>
          <p:cNvSpPr/>
          <p:nvPr/>
        </p:nvSpPr>
        <p:spPr bwMode="auto">
          <a:xfrm>
            <a:off x="673100" y="3028951"/>
            <a:ext cx="79375" cy="22225"/>
          </a:xfrm>
          <a:custGeom>
            <a:avLst/>
            <a:gdLst>
              <a:gd name="T0" fmla="*/ 0 w 21"/>
              <a:gd name="T1" fmla="*/ 5 h 6"/>
              <a:gd name="T2" fmla="*/ 21 w 21"/>
              <a:gd name="T3" fmla="*/ 0 h 6"/>
              <a:gd name="T4" fmla="*/ 14 w 21"/>
              <a:gd name="T5" fmla="*/ 5 h 6"/>
              <a:gd name="T6" fmla="*/ 0 w 21"/>
              <a:gd name="T7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" h="6">
                <a:moveTo>
                  <a:pt x="0" y="5"/>
                </a:moveTo>
                <a:cubicBezTo>
                  <a:pt x="7" y="3"/>
                  <a:pt x="14" y="2"/>
                  <a:pt x="21" y="0"/>
                </a:cubicBezTo>
                <a:cubicBezTo>
                  <a:pt x="20" y="4"/>
                  <a:pt x="16" y="3"/>
                  <a:pt x="14" y="5"/>
                </a:cubicBezTo>
                <a:cubicBezTo>
                  <a:pt x="9" y="5"/>
                  <a:pt x="5" y="6"/>
                  <a:pt x="0" y="5"/>
                </a:cubicBezTo>
                <a:close/>
              </a:path>
            </a:pathLst>
          </a:custGeom>
          <a:solidFill>
            <a:srgbClr val="FEED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1" name="Freeform 2233"/>
          <p:cNvSpPr/>
          <p:nvPr/>
        </p:nvSpPr>
        <p:spPr bwMode="auto">
          <a:xfrm>
            <a:off x="506413" y="3133726"/>
            <a:ext cx="34925" cy="34925"/>
          </a:xfrm>
          <a:custGeom>
            <a:avLst/>
            <a:gdLst>
              <a:gd name="T0" fmla="*/ 0 w 9"/>
              <a:gd name="T1" fmla="*/ 0 h 9"/>
              <a:gd name="T2" fmla="*/ 9 w 9"/>
              <a:gd name="T3" fmla="*/ 9 h 9"/>
              <a:gd name="T4" fmla="*/ 0 w 9"/>
              <a:gd name="T5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9">
                <a:moveTo>
                  <a:pt x="0" y="0"/>
                </a:moveTo>
                <a:cubicBezTo>
                  <a:pt x="4" y="2"/>
                  <a:pt x="7" y="5"/>
                  <a:pt x="9" y="9"/>
                </a:cubicBezTo>
                <a:cubicBezTo>
                  <a:pt x="3" y="8"/>
                  <a:pt x="1" y="5"/>
                  <a:pt x="0" y="0"/>
                </a:cubicBezTo>
                <a:close/>
              </a:path>
            </a:pathLst>
          </a:custGeom>
          <a:solidFill>
            <a:srgbClr val="FEF2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2" name="Freeform 2234"/>
          <p:cNvSpPr/>
          <p:nvPr/>
        </p:nvSpPr>
        <p:spPr bwMode="auto">
          <a:xfrm>
            <a:off x="379413" y="2801938"/>
            <a:ext cx="36513" cy="19050"/>
          </a:xfrm>
          <a:custGeom>
            <a:avLst/>
            <a:gdLst>
              <a:gd name="T0" fmla="*/ 1 w 10"/>
              <a:gd name="T1" fmla="*/ 4 h 5"/>
              <a:gd name="T2" fmla="*/ 0 w 10"/>
              <a:gd name="T3" fmla="*/ 3 h 5"/>
              <a:gd name="T4" fmla="*/ 2 w 10"/>
              <a:gd name="T5" fmla="*/ 1 h 5"/>
              <a:gd name="T6" fmla="*/ 10 w 10"/>
              <a:gd name="T7" fmla="*/ 2 h 5"/>
              <a:gd name="T8" fmla="*/ 1 w 10"/>
              <a:gd name="T9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5">
                <a:moveTo>
                  <a:pt x="1" y="4"/>
                </a:moveTo>
                <a:cubicBezTo>
                  <a:pt x="1" y="4"/>
                  <a:pt x="0" y="4"/>
                  <a:pt x="0" y="3"/>
                </a:cubicBezTo>
                <a:cubicBezTo>
                  <a:pt x="1" y="2"/>
                  <a:pt x="1" y="1"/>
                  <a:pt x="2" y="1"/>
                </a:cubicBezTo>
                <a:cubicBezTo>
                  <a:pt x="5" y="3"/>
                  <a:pt x="8" y="0"/>
                  <a:pt x="10" y="2"/>
                </a:cubicBezTo>
                <a:cubicBezTo>
                  <a:pt x="7" y="5"/>
                  <a:pt x="4" y="5"/>
                  <a:pt x="1" y="4"/>
                </a:cubicBezTo>
                <a:close/>
              </a:path>
            </a:pathLst>
          </a:custGeom>
          <a:solidFill>
            <a:srgbClr val="FEE3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3" name="Freeform 2235"/>
          <p:cNvSpPr/>
          <p:nvPr/>
        </p:nvSpPr>
        <p:spPr bwMode="auto">
          <a:xfrm>
            <a:off x="668338" y="3046413"/>
            <a:ext cx="57150" cy="7938"/>
          </a:xfrm>
          <a:custGeom>
            <a:avLst/>
            <a:gdLst>
              <a:gd name="T0" fmla="*/ 1 w 15"/>
              <a:gd name="T1" fmla="*/ 0 h 2"/>
              <a:gd name="T2" fmla="*/ 15 w 15"/>
              <a:gd name="T3" fmla="*/ 0 h 2"/>
              <a:gd name="T4" fmla="*/ 0 w 15"/>
              <a:gd name="T5" fmla="*/ 1 h 2"/>
              <a:gd name="T6" fmla="*/ 0 w 15"/>
              <a:gd name="T7" fmla="*/ 0 h 2"/>
              <a:gd name="T8" fmla="*/ 1 w 15"/>
              <a:gd name="T9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" h="2">
                <a:moveTo>
                  <a:pt x="1" y="0"/>
                </a:moveTo>
                <a:cubicBezTo>
                  <a:pt x="6" y="0"/>
                  <a:pt x="10" y="0"/>
                  <a:pt x="15" y="0"/>
                </a:cubicBezTo>
                <a:cubicBezTo>
                  <a:pt x="10" y="2"/>
                  <a:pt x="5" y="0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4" name="Freeform 2236"/>
          <p:cNvSpPr/>
          <p:nvPr/>
        </p:nvSpPr>
        <p:spPr bwMode="auto">
          <a:xfrm>
            <a:off x="398463" y="2794001"/>
            <a:ext cx="41275" cy="4763"/>
          </a:xfrm>
          <a:custGeom>
            <a:avLst/>
            <a:gdLst>
              <a:gd name="T0" fmla="*/ 11 w 11"/>
              <a:gd name="T1" fmla="*/ 1 h 1"/>
              <a:gd name="T2" fmla="*/ 0 w 11"/>
              <a:gd name="T3" fmla="*/ 1 h 1"/>
              <a:gd name="T4" fmla="*/ 11 w 1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1">
                <a:moveTo>
                  <a:pt x="11" y="1"/>
                </a:moveTo>
                <a:cubicBezTo>
                  <a:pt x="7" y="1"/>
                  <a:pt x="4" y="1"/>
                  <a:pt x="0" y="1"/>
                </a:cubicBezTo>
                <a:cubicBezTo>
                  <a:pt x="4" y="0"/>
                  <a:pt x="7" y="0"/>
                  <a:pt x="11" y="1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6" name="Freeform 2238"/>
          <p:cNvSpPr/>
          <p:nvPr/>
        </p:nvSpPr>
        <p:spPr bwMode="auto">
          <a:xfrm>
            <a:off x="676275" y="2779713"/>
            <a:ext cx="11113" cy="25400"/>
          </a:xfrm>
          <a:custGeom>
            <a:avLst/>
            <a:gdLst>
              <a:gd name="T0" fmla="*/ 0 w 3"/>
              <a:gd name="T1" fmla="*/ 7 h 7"/>
              <a:gd name="T2" fmla="*/ 1 w 3"/>
              <a:gd name="T3" fmla="*/ 0 h 7"/>
              <a:gd name="T4" fmla="*/ 0 w 3"/>
              <a:gd name="T5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7">
                <a:moveTo>
                  <a:pt x="0" y="7"/>
                </a:moveTo>
                <a:cubicBezTo>
                  <a:pt x="0" y="5"/>
                  <a:pt x="0" y="2"/>
                  <a:pt x="1" y="0"/>
                </a:cubicBezTo>
                <a:cubicBezTo>
                  <a:pt x="3" y="2"/>
                  <a:pt x="1" y="5"/>
                  <a:pt x="0" y="7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7" name="Freeform 2239"/>
          <p:cNvSpPr/>
          <p:nvPr/>
        </p:nvSpPr>
        <p:spPr bwMode="auto">
          <a:xfrm>
            <a:off x="371475" y="2820988"/>
            <a:ext cx="7938" cy="30163"/>
          </a:xfrm>
          <a:custGeom>
            <a:avLst/>
            <a:gdLst>
              <a:gd name="T0" fmla="*/ 1 w 2"/>
              <a:gd name="T1" fmla="*/ 0 h 8"/>
              <a:gd name="T2" fmla="*/ 2 w 2"/>
              <a:gd name="T3" fmla="*/ 8 h 8"/>
              <a:gd name="T4" fmla="*/ 1 w 2"/>
              <a:gd name="T5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8">
                <a:moveTo>
                  <a:pt x="1" y="0"/>
                </a:moveTo>
                <a:cubicBezTo>
                  <a:pt x="1" y="3"/>
                  <a:pt x="1" y="5"/>
                  <a:pt x="2" y="8"/>
                </a:cubicBezTo>
                <a:cubicBezTo>
                  <a:pt x="0" y="5"/>
                  <a:pt x="0" y="3"/>
                  <a:pt x="1" y="0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8" name="Freeform 2240"/>
          <p:cNvSpPr/>
          <p:nvPr/>
        </p:nvSpPr>
        <p:spPr bwMode="auto">
          <a:xfrm>
            <a:off x="608013" y="2755901"/>
            <a:ext cx="23813" cy="12700"/>
          </a:xfrm>
          <a:custGeom>
            <a:avLst/>
            <a:gdLst>
              <a:gd name="T0" fmla="*/ 6 w 6"/>
              <a:gd name="T1" fmla="*/ 2 h 3"/>
              <a:gd name="T2" fmla="*/ 0 w 6"/>
              <a:gd name="T3" fmla="*/ 3 h 3"/>
              <a:gd name="T4" fmla="*/ 6 w 6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" h="3">
                <a:moveTo>
                  <a:pt x="6" y="2"/>
                </a:moveTo>
                <a:cubicBezTo>
                  <a:pt x="4" y="2"/>
                  <a:pt x="2" y="3"/>
                  <a:pt x="0" y="3"/>
                </a:cubicBezTo>
                <a:cubicBezTo>
                  <a:pt x="2" y="2"/>
                  <a:pt x="3" y="0"/>
                  <a:pt x="6" y="2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39" name="Freeform 2241"/>
          <p:cNvSpPr/>
          <p:nvPr/>
        </p:nvSpPr>
        <p:spPr bwMode="auto">
          <a:xfrm>
            <a:off x="533400" y="2828926"/>
            <a:ext cx="11113" cy="14288"/>
          </a:xfrm>
          <a:custGeom>
            <a:avLst/>
            <a:gdLst>
              <a:gd name="T0" fmla="*/ 1 w 3"/>
              <a:gd name="T1" fmla="*/ 4 h 4"/>
              <a:gd name="T2" fmla="*/ 0 w 3"/>
              <a:gd name="T3" fmla="*/ 4 h 4"/>
              <a:gd name="T4" fmla="*/ 0 w 3"/>
              <a:gd name="T5" fmla="*/ 4 h 4"/>
              <a:gd name="T6" fmla="*/ 3 w 3"/>
              <a:gd name="T7" fmla="*/ 0 h 4"/>
              <a:gd name="T8" fmla="*/ 2 w 3"/>
              <a:gd name="T9" fmla="*/ 3 h 4"/>
              <a:gd name="T10" fmla="*/ 1 w 3"/>
              <a:gd name="T11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" h="4">
                <a:moveTo>
                  <a:pt x="1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0" y="0"/>
                  <a:pt x="3" y="0"/>
                </a:cubicBezTo>
                <a:cubicBezTo>
                  <a:pt x="3" y="1"/>
                  <a:pt x="2" y="2"/>
                  <a:pt x="2" y="3"/>
                </a:cubicBezTo>
                <a:cubicBezTo>
                  <a:pt x="1" y="3"/>
                  <a:pt x="1" y="3"/>
                  <a:pt x="1" y="4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0" name="Freeform 2242"/>
          <p:cNvSpPr/>
          <p:nvPr/>
        </p:nvSpPr>
        <p:spPr bwMode="auto">
          <a:xfrm>
            <a:off x="379413" y="2851151"/>
            <a:ext cx="6350" cy="14288"/>
          </a:xfrm>
          <a:custGeom>
            <a:avLst/>
            <a:gdLst>
              <a:gd name="T0" fmla="*/ 0 w 2"/>
              <a:gd name="T1" fmla="*/ 0 h 4"/>
              <a:gd name="T2" fmla="*/ 1 w 2"/>
              <a:gd name="T3" fmla="*/ 4 h 4"/>
              <a:gd name="T4" fmla="*/ 0 w 2"/>
              <a:gd name="T5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0" y="0"/>
                </a:moveTo>
                <a:cubicBezTo>
                  <a:pt x="2" y="0"/>
                  <a:pt x="1" y="2"/>
                  <a:pt x="1" y="4"/>
                </a:cubicBezTo>
                <a:cubicBezTo>
                  <a:pt x="1" y="2"/>
                  <a:pt x="0" y="1"/>
                  <a:pt x="0" y="0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1" name="Freeform 2243"/>
          <p:cNvSpPr/>
          <p:nvPr/>
        </p:nvSpPr>
        <p:spPr bwMode="auto">
          <a:xfrm>
            <a:off x="541338" y="2828926"/>
            <a:ext cx="11113" cy="11113"/>
          </a:xfrm>
          <a:custGeom>
            <a:avLst/>
            <a:gdLst>
              <a:gd name="T0" fmla="*/ 0 w 3"/>
              <a:gd name="T1" fmla="*/ 3 h 3"/>
              <a:gd name="T2" fmla="*/ 1 w 3"/>
              <a:gd name="T3" fmla="*/ 0 h 3"/>
              <a:gd name="T4" fmla="*/ 3 w 3"/>
              <a:gd name="T5" fmla="*/ 0 h 3"/>
              <a:gd name="T6" fmla="*/ 0 w 3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3">
                <a:moveTo>
                  <a:pt x="0" y="3"/>
                </a:moveTo>
                <a:cubicBezTo>
                  <a:pt x="0" y="2"/>
                  <a:pt x="0" y="1"/>
                  <a:pt x="1" y="0"/>
                </a:cubicBezTo>
                <a:cubicBezTo>
                  <a:pt x="1" y="0"/>
                  <a:pt x="2" y="0"/>
                  <a:pt x="3" y="0"/>
                </a:cubicBezTo>
                <a:cubicBezTo>
                  <a:pt x="2" y="1"/>
                  <a:pt x="1" y="2"/>
                  <a:pt x="0" y="3"/>
                </a:cubicBezTo>
                <a:close/>
              </a:path>
            </a:pathLst>
          </a:custGeom>
          <a:solidFill>
            <a:srgbClr val="FEED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2" name="Freeform 2244"/>
          <p:cNvSpPr/>
          <p:nvPr/>
        </p:nvSpPr>
        <p:spPr bwMode="auto">
          <a:xfrm>
            <a:off x="627063" y="3062288"/>
            <a:ext cx="7938" cy="14288"/>
          </a:xfrm>
          <a:custGeom>
            <a:avLst/>
            <a:gdLst>
              <a:gd name="T0" fmla="*/ 1 w 2"/>
              <a:gd name="T1" fmla="*/ 4 h 4"/>
              <a:gd name="T2" fmla="*/ 2 w 2"/>
              <a:gd name="T3" fmla="*/ 0 h 4"/>
              <a:gd name="T4" fmla="*/ 1 w 2"/>
              <a:gd name="T5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1" y="4"/>
                </a:moveTo>
                <a:cubicBezTo>
                  <a:pt x="1" y="3"/>
                  <a:pt x="0" y="1"/>
                  <a:pt x="2" y="0"/>
                </a:cubicBezTo>
                <a:cubicBezTo>
                  <a:pt x="1" y="1"/>
                  <a:pt x="2" y="3"/>
                  <a:pt x="1" y="4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3" name="Freeform 2245"/>
          <p:cNvSpPr/>
          <p:nvPr/>
        </p:nvSpPr>
        <p:spPr bwMode="auto">
          <a:xfrm>
            <a:off x="552450" y="3201988"/>
            <a:ext cx="14288" cy="11113"/>
          </a:xfrm>
          <a:custGeom>
            <a:avLst/>
            <a:gdLst>
              <a:gd name="T0" fmla="*/ 0 w 4"/>
              <a:gd name="T1" fmla="*/ 1 h 3"/>
              <a:gd name="T2" fmla="*/ 4 w 4"/>
              <a:gd name="T3" fmla="*/ 2 h 3"/>
              <a:gd name="T4" fmla="*/ 0 w 4"/>
              <a:gd name="T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0" y="1"/>
                </a:moveTo>
                <a:cubicBezTo>
                  <a:pt x="1" y="1"/>
                  <a:pt x="3" y="0"/>
                  <a:pt x="4" y="2"/>
                </a:cubicBezTo>
                <a:cubicBezTo>
                  <a:pt x="3" y="2"/>
                  <a:pt x="1" y="3"/>
                  <a:pt x="0" y="1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4" name="Freeform 2246"/>
          <p:cNvSpPr/>
          <p:nvPr/>
        </p:nvSpPr>
        <p:spPr bwMode="auto">
          <a:xfrm>
            <a:off x="601663" y="3133726"/>
            <a:ext cx="11113" cy="15875"/>
          </a:xfrm>
          <a:custGeom>
            <a:avLst/>
            <a:gdLst>
              <a:gd name="T0" fmla="*/ 0 w 3"/>
              <a:gd name="T1" fmla="*/ 4 h 4"/>
              <a:gd name="T2" fmla="*/ 1 w 3"/>
              <a:gd name="T3" fmla="*/ 0 h 4"/>
              <a:gd name="T4" fmla="*/ 0 w 3"/>
              <a:gd name="T5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4">
                <a:moveTo>
                  <a:pt x="0" y="4"/>
                </a:moveTo>
                <a:cubicBezTo>
                  <a:pt x="0" y="2"/>
                  <a:pt x="0" y="1"/>
                  <a:pt x="1" y="0"/>
                </a:cubicBezTo>
                <a:cubicBezTo>
                  <a:pt x="3" y="1"/>
                  <a:pt x="1" y="2"/>
                  <a:pt x="0" y="4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5" name="Freeform 2247"/>
          <p:cNvSpPr/>
          <p:nvPr/>
        </p:nvSpPr>
        <p:spPr bwMode="auto">
          <a:xfrm>
            <a:off x="344488" y="3028951"/>
            <a:ext cx="101600" cy="33338"/>
          </a:xfrm>
          <a:custGeom>
            <a:avLst/>
            <a:gdLst>
              <a:gd name="T0" fmla="*/ 26 w 27"/>
              <a:gd name="T1" fmla="*/ 3 h 9"/>
              <a:gd name="T2" fmla="*/ 25 w 27"/>
              <a:gd name="T3" fmla="*/ 7 h 9"/>
              <a:gd name="T4" fmla="*/ 6 w 27"/>
              <a:gd name="T5" fmla="*/ 8 h 9"/>
              <a:gd name="T6" fmla="*/ 1 w 27"/>
              <a:gd name="T7" fmla="*/ 6 h 9"/>
              <a:gd name="T8" fmla="*/ 5 w 27"/>
              <a:gd name="T9" fmla="*/ 2 h 9"/>
              <a:gd name="T10" fmla="*/ 26 w 27"/>
              <a:gd name="T11" fmla="*/ 3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" h="9">
                <a:moveTo>
                  <a:pt x="26" y="3"/>
                </a:moveTo>
                <a:cubicBezTo>
                  <a:pt x="27" y="5"/>
                  <a:pt x="26" y="6"/>
                  <a:pt x="25" y="7"/>
                </a:cubicBezTo>
                <a:cubicBezTo>
                  <a:pt x="19" y="9"/>
                  <a:pt x="12" y="9"/>
                  <a:pt x="6" y="8"/>
                </a:cubicBezTo>
                <a:cubicBezTo>
                  <a:pt x="4" y="8"/>
                  <a:pt x="1" y="9"/>
                  <a:pt x="1" y="6"/>
                </a:cubicBezTo>
                <a:cubicBezTo>
                  <a:pt x="0" y="3"/>
                  <a:pt x="3" y="3"/>
                  <a:pt x="5" y="2"/>
                </a:cubicBezTo>
                <a:cubicBezTo>
                  <a:pt x="12" y="0"/>
                  <a:pt x="19" y="1"/>
                  <a:pt x="26" y="3"/>
                </a:cubicBezTo>
                <a:close/>
              </a:path>
            </a:pathLst>
          </a:custGeom>
          <a:solidFill>
            <a:srgbClr val="FEDC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6" name="Freeform 2248"/>
          <p:cNvSpPr/>
          <p:nvPr/>
        </p:nvSpPr>
        <p:spPr bwMode="auto">
          <a:xfrm>
            <a:off x="585788" y="2835276"/>
            <a:ext cx="52388" cy="68263"/>
          </a:xfrm>
          <a:custGeom>
            <a:avLst/>
            <a:gdLst>
              <a:gd name="T0" fmla="*/ 10 w 14"/>
              <a:gd name="T1" fmla="*/ 9 h 18"/>
              <a:gd name="T2" fmla="*/ 14 w 14"/>
              <a:gd name="T3" fmla="*/ 13 h 18"/>
              <a:gd name="T4" fmla="*/ 6 w 14"/>
              <a:gd name="T5" fmla="*/ 17 h 18"/>
              <a:gd name="T6" fmla="*/ 4 w 14"/>
              <a:gd name="T7" fmla="*/ 15 h 18"/>
              <a:gd name="T8" fmla="*/ 3 w 14"/>
              <a:gd name="T9" fmla="*/ 14 h 18"/>
              <a:gd name="T10" fmla="*/ 2 w 14"/>
              <a:gd name="T11" fmla="*/ 7 h 18"/>
              <a:gd name="T12" fmla="*/ 0 w 14"/>
              <a:gd name="T13" fmla="*/ 6 h 18"/>
              <a:gd name="T14" fmla="*/ 2 w 14"/>
              <a:gd name="T15" fmla="*/ 5 h 18"/>
              <a:gd name="T16" fmla="*/ 6 w 14"/>
              <a:gd name="T17" fmla="*/ 0 h 18"/>
              <a:gd name="T18" fmla="*/ 9 w 14"/>
              <a:gd name="T19" fmla="*/ 4 h 18"/>
              <a:gd name="T20" fmla="*/ 10 w 14"/>
              <a:gd name="T21" fmla="*/ 9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8">
                <a:moveTo>
                  <a:pt x="10" y="9"/>
                </a:moveTo>
                <a:cubicBezTo>
                  <a:pt x="11" y="10"/>
                  <a:pt x="12" y="11"/>
                  <a:pt x="14" y="13"/>
                </a:cubicBezTo>
                <a:cubicBezTo>
                  <a:pt x="12" y="15"/>
                  <a:pt x="8" y="14"/>
                  <a:pt x="6" y="17"/>
                </a:cubicBezTo>
                <a:cubicBezTo>
                  <a:pt x="5" y="18"/>
                  <a:pt x="4" y="16"/>
                  <a:pt x="4" y="15"/>
                </a:cubicBezTo>
                <a:cubicBezTo>
                  <a:pt x="4" y="15"/>
                  <a:pt x="2" y="15"/>
                  <a:pt x="3" y="14"/>
                </a:cubicBezTo>
                <a:cubicBezTo>
                  <a:pt x="6" y="10"/>
                  <a:pt x="6" y="10"/>
                  <a:pt x="2" y="7"/>
                </a:cubicBezTo>
                <a:cubicBezTo>
                  <a:pt x="1" y="7"/>
                  <a:pt x="1" y="6"/>
                  <a:pt x="0" y="6"/>
                </a:cubicBezTo>
                <a:cubicBezTo>
                  <a:pt x="1" y="5"/>
                  <a:pt x="1" y="5"/>
                  <a:pt x="2" y="5"/>
                </a:cubicBezTo>
                <a:cubicBezTo>
                  <a:pt x="5" y="5"/>
                  <a:pt x="5" y="5"/>
                  <a:pt x="6" y="0"/>
                </a:cubicBezTo>
                <a:cubicBezTo>
                  <a:pt x="8" y="1"/>
                  <a:pt x="9" y="2"/>
                  <a:pt x="9" y="4"/>
                </a:cubicBezTo>
                <a:cubicBezTo>
                  <a:pt x="9" y="6"/>
                  <a:pt x="9" y="7"/>
                  <a:pt x="10" y="9"/>
                </a:cubicBezTo>
                <a:close/>
              </a:path>
            </a:pathLst>
          </a:custGeom>
          <a:solidFill>
            <a:srgbClr val="FEEA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7" name="Freeform 2249"/>
          <p:cNvSpPr/>
          <p:nvPr/>
        </p:nvSpPr>
        <p:spPr bwMode="auto">
          <a:xfrm>
            <a:off x="544513" y="2998788"/>
            <a:ext cx="26988" cy="22225"/>
          </a:xfrm>
          <a:custGeom>
            <a:avLst/>
            <a:gdLst>
              <a:gd name="T0" fmla="*/ 6 w 7"/>
              <a:gd name="T1" fmla="*/ 6 h 6"/>
              <a:gd name="T2" fmla="*/ 0 w 7"/>
              <a:gd name="T3" fmla="*/ 6 h 6"/>
              <a:gd name="T4" fmla="*/ 6 w 7"/>
              <a:gd name="T5" fmla="*/ 1 h 6"/>
              <a:gd name="T6" fmla="*/ 6 w 7"/>
              <a:gd name="T7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6">
                <a:moveTo>
                  <a:pt x="6" y="6"/>
                </a:moveTo>
                <a:cubicBezTo>
                  <a:pt x="4" y="3"/>
                  <a:pt x="2" y="5"/>
                  <a:pt x="0" y="6"/>
                </a:cubicBezTo>
                <a:cubicBezTo>
                  <a:pt x="0" y="2"/>
                  <a:pt x="3" y="0"/>
                  <a:pt x="6" y="1"/>
                </a:cubicBezTo>
                <a:cubicBezTo>
                  <a:pt x="7" y="1"/>
                  <a:pt x="5" y="4"/>
                  <a:pt x="6" y="6"/>
                </a:cubicBezTo>
                <a:close/>
              </a:path>
            </a:pathLst>
          </a:custGeom>
          <a:solidFill>
            <a:srgbClr val="FEEB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8" name="Freeform 2250"/>
          <p:cNvSpPr/>
          <p:nvPr/>
        </p:nvSpPr>
        <p:spPr bwMode="auto">
          <a:xfrm>
            <a:off x="446088" y="3046413"/>
            <a:ext cx="23813" cy="26988"/>
          </a:xfrm>
          <a:custGeom>
            <a:avLst/>
            <a:gdLst>
              <a:gd name="T0" fmla="*/ 5 w 6"/>
              <a:gd name="T1" fmla="*/ 4 h 7"/>
              <a:gd name="T2" fmla="*/ 3 w 6"/>
              <a:gd name="T3" fmla="*/ 6 h 7"/>
              <a:gd name="T4" fmla="*/ 0 w 6"/>
              <a:gd name="T5" fmla="*/ 3 h 7"/>
              <a:gd name="T6" fmla="*/ 2 w 6"/>
              <a:gd name="T7" fmla="*/ 1 h 7"/>
              <a:gd name="T8" fmla="*/ 5 w 6"/>
              <a:gd name="T9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7">
                <a:moveTo>
                  <a:pt x="5" y="4"/>
                </a:moveTo>
                <a:cubicBezTo>
                  <a:pt x="4" y="4"/>
                  <a:pt x="6" y="6"/>
                  <a:pt x="3" y="6"/>
                </a:cubicBezTo>
                <a:cubicBezTo>
                  <a:pt x="1" y="7"/>
                  <a:pt x="1" y="4"/>
                  <a:pt x="0" y="3"/>
                </a:cubicBezTo>
                <a:cubicBezTo>
                  <a:pt x="0" y="2"/>
                  <a:pt x="2" y="0"/>
                  <a:pt x="2" y="1"/>
                </a:cubicBezTo>
                <a:cubicBezTo>
                  <a:pt x="3" y="1"/>
                  <a:pt x="5" y="2"/>
                  <a:pt x="5" y="4"/>
                </a:cubicBezTo>
                <a:close/>
              </a:path>
            </a:pathLst>
          </a:custGeom>
          <a:solidFill>
            <a:srgbClr val="FEEC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49" name="Freeform 2251"/>
          <p:cNvSpPr/>
          <p:nvPr/>
        </p:nvSpPr>
        <p:spPr bwMode="auto">
          <a:xfrm>
            <a:off x="465138" y="3035301"/>
            <a:ext cx="23813" cy="26988"/>
          </a:xfrm>
          <a:custGeom>
            <a:avLst/>
            <a:gdLst>
              <a:gd name="T0" fmla="*/ 1 w 6"/>
              <a:gd name="T1" fmla="*/ 0 h 7"/>
              <a:gd name="T2" fmla="*/ 4 w 6"/>
              <a:gd name="T3" fmla="*/ 3 h 7"/>
              <a:gd name="T4" fmla="*/ 5 w 6"/>
              <a:gd name="T5" fmla="*/ 6 h 7"/>
              <a:gd name="T6" fmla="*/ 3 w 6"/>
              <a:gd name="T7" fmla="*/ 6 h 7"/>
              <a:gd name="T8" fmla="*/ 0 w 6"/>
              <a:gd name="T9" fmla="*/ 1 h 7"/>
              <a:gd name="T10" fmla="*/ 1 w 6"/>
              <a:gd name="T1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7">
                <a:moveTo>
                  <a:pt x="1" y="0"/>
                </a:moveTo>
                <a:cubicBezTo>
                  <a:pt x="3" y="0"/>
                  <a:pt x="3" y="2"/>
                  <a:pt x="4" y="3"/>
                </a:cubicBezTo>
                <a:cubicBezTo>
                  <a:pt x="4" y="4"/>
                  <a:pt x="6" y="5"/>
                  <a:pt x="5" y="6"/>
                </a:cubicBezTo>
                <a:cubicBezTo>
                  <a:pt x="4" y="7"/>
                  <a:pt x="3" y="7"/>
                  <a:pt x="3" y="6"/>
                </a:cubicBezTo>
                <a:cubicBezTo>
                  <a:pt x="2" y="5"/>
                  <a:pt x="1" y="3"/>
                  <a:pt x="0" y="1"/>
                </a:cubicBezTo>
                <a:cubicBezTo>
                  <a:pt x="0" y="0"/>
                  <a:pt x="1" y="0"/>
                  <a:pt x="1" y="0"/>
                </a:cubicBezTo>
                <a:close/>
              </a:path>
            </a:pathLst>
          </a:custGeom>
          <a:solidFill>
            <a:srgbClr val="FEEC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0" name="Freeform 2252"/>
          <p:cNvSpPr/>
          <p:nvPr/>
        </p:nvSpPr>
        <p:spPr bwMode="auto">
          <a:xfrm>
            <a:off x="379413" y="2809876"/>
            <a:ext cx="79375" cy="101600"/>
          </a:xfrm>
          <a:custGeom>
            <a:avLst/>
            <a:gdLst>
              <a:gd name="T0" fmla="*/ 1 w 21"/>
              <a:gd name="T1" fmla="*/ 2 h 27"/>
              <a:gd name="T2" fmla="*/ 10 w 21"/>
              <a:gd name="T3" fmla="*/ 0 h 27"/>
              <a:gd name="T4" fmla="*/ 16 w 21"/>
              <a:gd name="T5" fmla="*/ 6 h 27"/>
              <a:gd name="T6" fmla="*/ 19 w 21"/>
              <a:gd name="T7" fmla="*/ 14 h 27"/>
              <a:gd name="T8" fmla="*/ 20 w 21"/>
              <a:gd name="T9" fmla="*/ 21 h 27"/>
              <a:gd name="T10" fmla="*/ 10 w 21"/>
              <a:gd name="T11" fmla="*/ 24 h 27"/>
              <a:gd name="T12" fmla="*/ 3 w 21"/>
              <a:gd name="T13" fmla="*/ 8 h 27"/>
              <a:gd name="T14" fmla="*/ 1 w 21"/>
              <a:gd name="T15" fmla="*/ 2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1" h="27">
                <a:moveTo>
                  <a:pt x="1" y="2"/>
                </a:moveTo>
                <a:cubicBezTo>
                  <a:pt x="4" y="2"/>
                  <a:pt x="7" y="1"/>
                  <a:pt x="10" y="0"/>
                </a:cubicBezTo>
                <a:cubicBezTo>
                  <a:pt x="13" y="1"/>
                  <a:pt x="14" y="4"/>
                  <a:pt x="16" y="6"/>
                </a:cubicBezTo>
                <a:cubicBezTo>
                  <a:pt x="17" y="9"/>
                  <a:pt x="18" y="11"/>
                  <a:pt x="19" y="14"/>
                </a:cubicBezTo>
                <a:cubicBezTo>
                  <a:pt x="20" y="16"/>
                  <a:pt x="21" y="18"/>
                  <a:pt x="20" y="21"/>
                </a:cubicBezTo>
                <a:cubicBezTo>
                  <a:pt x="16" y="27"/>
                  <a:pt x="16" y="27"/>
                  <a:pt x="10" y="24"/>
                </a:cubicBezTo>
                <a:cubicBezTo>
                  <a:pt x="11" y="17"/>
                  <a:pt x="7" y="12"/>
                  <a:pt x="3" y="8"/>
                </a:cubicBezTo>
                <a:cubicBezTo>
                  <a:pt x="1" y="6"/>
                  <a:pt x="0" y="5"/>
                  <a:pt x="1" y="2"/>
                </a:cubicBezTo>
                <a:close/>
              </a:path>
            </a:pathLst>
          </a:custGeom>
          <a:solidFill>
            <a:srgbClr val="FEDA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1" name="Freeform 2253"/>
          <p:cNvSpPr/>
          <p:nvPr/>
        </p:nvSpPr>
        <p:spPr bwMode="auto">
          <a:xfrm>
            <a:off x="544513" y="2851151"/>
            <a:ext cx="7938" cy="3175"/>
          </a:xfrm>
          <a:custGeom>
            <a:avLst/>
            <a:gdLst>
              <a:gd name="T0" fmla="*/ 1 w 2"/>
              <a:gd name="T1" fmla="*/ 0 h 1"/>
              <a:gd name="T2" fmla="*/ 2 w 2"/>
              <a:gd name="T3" fmla="*/ 1 h 1"/>
              <a:gd name="T4" fmla="*/ 1 w 2"/>
              <a:gd name="T5" fmla="*/ 1 h 1"/>
              <a:gd name="T6" fmla="*/ 0 w 2"/>
              <a:gd name="T7" fmla="*/ 0 h 1"/>
              <a:gd name="T8" fmla="*/ 1 w 2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1">
                <a:moveTo>
                  <a:pt x="1" y="0"/>
                </a:moveTo>
                <a:cubicBezTo>
                  <a:pt x="1" y="0"/>
                  <a:pt x="1" y="0"/>
                  <a:pt x="2" y="1"/>
                </a:cubicBezTo>
                <a:cubicBezTo>
                  <a:pt x="2" y="1"/>
                  <a:pt x="1" y="1"/>
                  <a:pt x="1" y="1"/>
                </a:cubicBezTo>
                <a:cubicBezTo>
                  <a:pt x="1" y="1"/>
                  <a:pt x="0" y="1"/>
                  <a:pt x="0" y="0"/>
                </a:cubicBez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rgbClr val="FEED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2" name="Freeform 2254"/>
          <p:cNvSpPr/>
          <p:nvPr/>
        </p:nvSpPr>
        <p:spPr bwMode="auto">
          <a:xfrm>
            <a:off x="533400" y="2960688"/>
            <a:ext cx="7938" cy="11113"/>
          </a:xfrm>
          <a:custGeom>
            <a:avLst/>
            <a:gdLst>
              <a:gd name="T0" fmla="*/ 1 w 2"/>
              <a:gd name="T1" fmla="*/ 3 h 3"/>
              <a:gd name="T2" fmla="*/ 2 w 2"/>
              <a:gd name="T3" fmla="*/ 0 h 3"/>
              <a:gd name="T4" fmla="*/ 2 w 2"/>
              <a:gd name="T5" fmla="*/ 1 h 3"/>
              <a:gd name="T6" fmla="*/ 1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1" y="3"/>
                </a:moveTo>
                <a:cubicBezTo>
                  <a:pt x="1" y="2"/>
                  <a:pt x="0" y="1"/>
                  <a:pt x="2" y="0"/>
                </a:cubicBezTo>
                <a:cubicBezTo>
                  <a:pt x="2" y="0"/>
                  <a:pt x="2" y="0"/>
                  <a:pt x="2" y="1"/>
                </a:cubicBezTo>
                <a:cubicBezTo>
                  <a:pt x="2" y="2"/>
                  <a:pt x="2" y="2"/>
                  <a:pt x="1" y="3"/>
                </a:cubicBezTo>
                <a:close/>
              </a:path>
            </a:pathLst>
          </a:custGeom>
          <a:solidFill>
            <a:srgbClr val="FEEC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3" name="Freeform 2255"/>
          <p:cNvSpPr/>
          <p:nvPr/>
        </p:nvSpPr>
        <p:spPr bwMode="auto">
          <a:xfrm>
            <a:off x="608013" y="2787651"/>
            <a:ext cx="60325" cy="82550"/>
          </a:xfrm>
          <a:custGeom>
            <a:avLst/>
            <a:gdLst>
              <a:gd name="T0" fmla="*/ 4 w 16"/>
              <a:gd name="T1" fmla="*/ 22 h 22"/>
              <a:gd name="T2" fmla="*/ 2 w 16"/>
              <a:gd name="T3" fmla="*/ 17 h 22"/>
              <a:gd name="T4" fmla="*/ 0 w 16"/>
              <a:gd name="T5" fmla="*/ 13 h 22"/>
              <a:gd name="T6" fmla="*/ 0 w 16"/>
              <a:gd name="T7" fmla="*/ 9 h 22"/>
              <a:gd name="T8" fmla="*/ 11 w 16"/>
              <a:gd name="T9" fmla="*/ 2 h 22"/>
              <a:gd name="T10" fmla="*/ 14 w 16"/>
              <a:gd name="T11" fmla="*/ 5 h 22"/>
              <a:gd name="T12" fmla="*/ 14 w 16"/>
              <a:gd name="T13" fmla="*/ 8 h 22"/>
              <a:gd name="T14" fmla="*/ 11 w 16"/>
              <a:gd name="T15" fmla="*/ 10 h 22"/>
              <a:gd name="T16" fmla="*/ 10 w 16"/>
              <a:gd name="T17" fmla="*/ 12 h 22"/>
              <a:gd name="T18" fmla="*/ 4 w 16"/>
              <a:gd name="T19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22">
                <a:moveTo>
                  <a:pt x="4" y="22"/>
                </a:moveTo>
                <a:cubicBezTo>
                  <a:pt x="2" y="21"/>
                  <a:pt x="0" y="20"/>
                  <a:pt x="2" y="17"/>
                </a:cubicBezTo>
                <a:cubicBezTo>
                  <a:pt x="2" y="15"/>
                  <a:pt x="0" y="14"/>
                  <a:pt x="0" y="13"/>
                </a:cubicBezTo>
                <a:cubicBezTo>
                  <a:pt x="0" y="12"/>
                  <a:pt x="0" y="11"/>
                  <a:pt x="0" y="9"/>
                </a:cubicBezTo>
                <a:cubicBezTo>
                  <a:pt x="1" y="2"/>
                  <a:pt x="4" y="0"/>
                  <a:pt x="11" y="2"/>
                </a:cubicBezTo>
                <a:cubicBezTo>
                  <a:pt x="13" y="3"/>
                  <a:pt x="14" y="4"/>
                  <a:pt x="14" y="5"/>
                </a:cubicBezTo>
                <a:cubicBezTo>
                  <a:pt x="14" y="6"/>
                  <a:pt x="14" y="7"/>
                  <a:pt x="14" y="8"/>
                </a:cubicBezTo>
                <a:cubicBezTo>
                  <a:pt x="12" y="8"/>
                  <a:pt x="16" y="14"/>
                  <a:pt x="11" y="10"/>
                </a:cubicBezTo>
                <a:cubicBezTo>
                  <a:pt x="10" y="9"/>
                  <a:pt x="10" y="12"/>
                  <a:pt x="10" y="12"/>
                </a:cubicBezTo>
                <a:cubicBezTo>
                  <a:pt x="9" y="16"/>
                  <a:pt x="9" y="20"/>
                  <a:pt x="4" y="22"/>
                </a:cubicBezTo>
                <a:close/>
              </a:path>
            </a:pathLst>
          </a:custGeom>
          <a:solidFill>
            <a:srgbClr val="FEDA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4" name="Freeform 2256"/>
          <p:cNvSpPr/>
          <p:nvPr/>
        </p:nvSpPr>
        <p:spPr bwMode="auto">
          <a:xfrm>
            <a:off x="650875" y="2794001"/>
            <a:ext cx="11113" cy="11113"/>
          </a:xfrm>
          <a:custGeom>
            <a:avLst/>
            <a:gdLst>
              <a:gd name="T0" fmla="*/ 3 w 3"/>
              <a:gd name="T1" fmla="*/ 3 h 3"/>
              <a:gd name="T2" fmla="*/ 0 w 3"/>
              <a:gd name="T3" fmla="*/ 0 h 3"/>
              <a:gd name="T4" fmla="*/ 3 w 3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3" y="3"/>
                </a:moveTo>
                <a:cubicBezTo>
                  <a:pt x="2" y="3"/>
                  <a:pt x="1" y="2"/>
                  <a:pt x="0" y="0"/>
                </a:cubicBezTo>
                <a:cubicBezTo>
                  <a:pt x="2" y="1"/>
                  <a:pt x="3" y="2"/>
                  <a:pt x="3" y="3"/>
                </a:cubicBezTo>
                <a:close/>
              </a:path>
            </a:pathLst>
          </a:custGeom>
          <a:solidFill>
            <a:srgbClr val="FEDE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5" name="Freeform 2257"/>
          <p:cNvSpPr/>
          <p:nvPr/>
        </p:nvSpPr>
        <p:spPr bwMode="auto">
          <a:xfrm>
            <a:off x="314325" y="2749551"/>
            <a:ext cx="482600" cy="474663"/>
          </a:xfrm>
          <a:custGeom>
            <a:avLst/>
            <a:gdLst>
              <a:gd name="T0" fmla="*/ 226 w 304"/>
              <a:gd name="T1" fmla="*/ 0 h 299"/>
              <a:gd name="T2" fmla="*/ 221 w 304"/>
              <a:gd name="T3" fmla="*/ 107 h 299"/>
              <a:gd name="T4" fmla="*/ 304 w 304"/>
              <a:gd name="T5" fmla="*/ 173 h 299"/>
              <a:gd name="T6" fmla="*/ 200 w 304"/>
              <a:gd name="T7" fmla="*/ 199 h 299"/>
              <a:gd name="T8" fmla="*/ 164 w 304"/>
              <a:gd name="T9" fmla="*/ 299 h 299"/>
              <a:gd name="T10" fmla="*/ 107 w 304"/>
              <a:gd name="T11" fmla="*/ 209 h 299"/>
              <a:gd name="T12" fmla="*/ 0 w 304"/>
              <a:gd name="T13" fmla="*/ 204 h 299"/>
              <a:gd name="T14" fmla="*/ 69 w 304"/>
              <a:gd name="T15" fmla="*/ 123 h 299"/>
              <a:gd name="T16" fmla="*/ 41 w 304"/>
              <a:gd name="T17" fmla="*/ 21 h 299"/>
              <a:gd name="T18" fmla="*/ 138 w 304"/>
              <a:gd name="T19" fmla="*/ 59 h 299"/>
              <a:gd name="T20" fmla="*/ 226 w 304"/>
              <a:gd name="T21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4" h="299">
                <a:moveTo>
                  <a:pt x="226" y="0"/>
                </a:moveTo>
                <a:lnTo>
                  <a:pt x="221" y="107"/>
                </a:lnTo>
                <a:lnTo>
                  <a:pt x="304" y="173"/>
                </a:lnTo>
                <a:lnTo>
                  <a:pt x="200" y="199"/>
                </a:lnTo>
                <a:lnTo>
                  <a:pt x="164" y="299"/>
                </a:lnTo>
                <a:lnTo>
                  <a:pt x="107" y="209"/>
                </a:lnTo>
                <a:lnTo>
                  <a:pt x="0" y="204"/>
                </a:lnTo>
                <a:lnTo>
                  <a:pt x="69" y="123"/>
                </a:lnTo>
                <a:lnTo>
                  <a:pt x="41" y="21"/>
                </a:lnTo>
                <a:lnTo>
                  <a:pt x="138" y="59"/>
                </a:lnTo>
                <a:lnTo>
                  <a:pt x="226" y="0"/>
                </a:lnTo>
                <a:close/>
              </a:path>
            </a:pathLst>
          </a:custGeom>
          <a:noFill/>
          <a:ln w="14288" cap="rnd">
            <a:solidFill>
              <a:srgbClr val="494949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965914" y="234748"/>
            <a:ext cx="5080000" cy="53594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vi-VN" sz="1400" b="1" i="0" dirty="0">
                <a:latin typeface="Arial" panose="020B0604020202020204" pitchFamily="34" charset="0"/>
                <a:ea typeface="YAGyDvJ_4Ts_0"/>
                <a:cs typeface="Arial" panose="020B0604020202020204" pitchFamily="34" charset="0"/>
              </a:rPr>
              <a:t>ĐẠI HỌC TRÀ VINH</a:t>
            </a:r>
          </a:p>
          <a:p>
            <a:pPr algn="ctr">
              <a:lnSpc>
                <a:spcPct val="100000"/>
              </a:lnSpc>
            </a:pPr>
            <a:r>
              <a:rPr lang="vi-VN" sz="1400" b="1" i="0" dirty="0">
                <a:latin typeface="Arial" panose="020B0604020202020204" pitchFamily="34" charset="0"/>
                <a:ea typeface="YAGyDvJ_4Ts_0"/>
                <a:cs typeface="Arial" panose="020B0604020202020204" pitchFamily="34" charset="0"/>
              </a:rPr>
              <a:t>TRƯỜNG KỸ THUẬT VÀ CÔNG NGHỆ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646237" y="1058182"/>
            <a:ext cx="58515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600" b="1" dirty="0"/>
              <a:t>BÁO CÁO </a:t>
            </a:r>
            <a:r>
              <a:rPr sz="1600" b="1" dirty="0"/>
              <a:t>ĐỒ ÁN TỐT NGHIỆP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-132172" y="1537437"/>
            <a:ext cx="92761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vi-VN" sz="2800" b="1" i="0" dirty="0">
                <a:solidFill>
                  <a:schemeClr val="accent5">
                    <a:lumMod val="75000"/>
                  </a:schemeClr>
                </a:solidFill>
                <a:latin typeface="YAGyDvJ_4Ts_0"/>
                <a:ea typeface="YAGyDvJ_4Ts_0"/>
              </a:rPr>
              <a:t>XÂY DỰNG HỆ THỐNG QUẢN LÝ NHÀ HÀNG</a:t>
            </a:r>
          </a:p>
          <a:p>
            <a:pPr algn="ctr">
              <a:lnSpc>
                <a:spcPct val="100000"/>
              </a:lnSpc>
            </a:pPr>
            <a:r>
              <a:rPr lang="vi-VN" sz="2800" b="1" i="0" dirty="0">
                <a:solidFill>
                  <a:schemeClr val="accent5">
                    <a:lumMod val="75000"/>
                  </a:schemeClr>
                </a:solidFill>
                <a:latin typeface="YAGyDvJ_4Ts_0"/>
                <a:ea typeface="YAGyDvJ_4Ts_0"/>
              </a:rPr>
              <a:t> KẾT HỢP GỢI Ý SẢN PHẨM THEO HƯỚNG</a:t>
            </a:r>
          </a:p>
          <a:p>
            <a:pPr algn="ctr">
              <a:lnSpc>
                <a:spcPct val="100000"/>
              </a:lnSpc>
            </a:pPr>
            <a:r>
              <a:rPr lang="vi-VN" sz="2800" b="1" i="0" dirty="0">
                <a:solidFill>
                  <a:schemeClr val="accent5">
                    <a:lumMod val="75000"/>
                  </a:schemeClr>
                </a:solidFill>
                <a:latin typeface="YAGyDvJ_4Ts_0"/>
                <a:ea typeface="YAGyDvJ_4Ts_0"/>
              </a:rPr>
              <a:t> CÁ NHÂN HÓA NGƯỜI DÙNG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08038" y="2801938"/>
            <a:ext cx="28473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sz="1400" b="1" i="0" dirty="0">
              <a:solidFill>
                <a:srgbClr val="000000"/>
              </a:solidFill>
            </a:endParaRPr>
          </a:p>
          <a:p>
            <a:pPr algn="l"/>
            <a:r>
              <a:rPr sz="1400" b="0" i="0" dirty="0" err="1">
                <a:solidFill>
                  <a:srgbClr val="000000"/>
                </a:solidFill>
              </a:rPr>
              <a:t>Giảng</a:t>
            </a:r>
            <a:r>
              <a:rPr sz="1400" b="0" i="0" dirty="0">
                <a:solidFill>
                  <a:srgbClr val="000000"/>
                </a:solidFill>
              </a:rPr>
              <a:t> </a:t>
            </a:r>
            <a:r>
              <a:rPr sz="1400" b="0" i="0" dirty="0" err="1">
                <a:solidFill>
                  <a:srgbClr val="000000"/>
                </a:solidFill>
              </a:rPr>
              <a:t>viên</a:t>
            </a:r>
            <a:r>
              <a:rPr sz="1400" b="0" i="0" dirty="0">
                <a:solidFill>
                  <a:srgbClr val="000000"/>
                </a:solidFill>
              </a:rPr>
              <a:t> </a:t>
            </a:r>
            <a:r>
              <a:rPr sz="1400" b="0" i="0" dirty="0" err="1">
                <a:solidFill>
                  <a:srgbClr val="000000"/>
                </a:solidFill>
              </a:rPr>
              <a:t>hướng</a:t>
            </a:r>
            <a:r>
              <a:rPr sz="1400" b="0" i="0" dirty="0">
                <a:solidFill>
                  <a:srgbClr val="000000"/>
                </a:solidFill>
              </a:rPr>
              <a:t> </a:t>
            </a:r>
            <a:r>
              <a:rPr sz="1400" b="0" i="0" dirty="0" err="1">
                <a:solidFill>
                  <a:srgbClr val="000000"/>
                </a:solidFill>
              </a:rPr>
              <a:t>dẫn</a:t>
            </a:r>
            <a:r>
              <a:rPr sz="1400" b="0" i="0" dirty="0">
                <a:solidFill>
                  <a:srgbClr val="000000"/>
                </a:solidFill>
              </a:rPr>
              <a:t>:</a:t>
            </a:r>
          </a:p>
          <a:p>
            <a:pPr algn="l"/>
            <a:r>
              <a:rPr sz="1400" b="1" dirty="0">
                <a:solidFill>
                  <a:srgbClr val="000000"/>
                </a:solidFill>
                <a:sym typeface="+mn-ea"/>
              </a:rPr>
              <a:t>Th.</a:t>
            </a:r>
            <a:r>
              <a:rPr lang="vi-VN" sz="1400" b="1" dirty="0">
                <a:solidFill>
                  <a:srgbClr val="000000"/>
                </a:solidFill>
                <a:sym typeface="+mn-ea"/>
              </a:rPr>
              <a:t>S</a:t>
            </a:r>
            <a:r>
              <a:rPr sz="1400" b="1" dirty="0">
                <a:solidFill>
                  <a:srgbClr val="000000"/>
                </a:solidFill>
                <a:sym typeface="+mn-ea"/>
              </a:rPr>
              <a:t> Phạm Minh </a:t>
            </a:r>
            <a:r>
              <a:rPr sz="1400" b="1" dirty="0" err="1">
                <a:solidFill>
                  <a:srgbClr val="000000"/>
                </a:solidFill>
                <a:sym typeface="+mn-ea"/>
              </a:rPr>
              <a:t>Đương</a:t>
            </a:r>
            <a:endParaRPr sz="1400" b="0" i="0" dirty="0">
              <a:solidFill>
                <a:srgbClr val="00000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267980" y="3055782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00000"/>
                </a:solidFill>
              </a:rPr>
              <a:t>Sinh </a:t>
            </a:r>
            <a:r>
              <a:rPr sz="1400" b="0" i="0" dirty="0" err="1">
                <a:solidFill>
                  <a:srgbClr val="000000"/>
                </a:solidFill>
              </a:rPr>
              <a:t>viên</a:t>
            </a:r>
            <a:r>
              <a:rPr sz="1400" b="0" i="0" dirty="0">
                <a:solidFill>
                  <a:srgbClr val="000000"/>
                </a:solidFill>
              </a:rPr>
              <a:t> </a:t>
            </a:r>
            <a:r>
              <a:rPr sz="1400" b="0" i="0" dirty="0" err="1">
                <a:solidFill>
                  <a:srgbClr val="000000"/>
                </a:solidFill>
              </a:rPr>
              <a:t>thực</a:t>
            </a:r>
            <a:r>
              <a:rPr sz="1400" b="0" i="0" dirty="0">
                <a:solidFill>
                  <a:srgbClr val="000000"/>
                </a:solidFill>
              </a:rPr>
              <a:t> </a:t>
            </a:r>
            <a:r>
              <a:rPr sz="1400" b="0" i="0" dirty="0" err="1">
                <a:solidFill>
                  <a:srgbClr val="000000"/>
                </a:solidFill>
              </a:rPr>
              <a:t>hiện</a:t>
            </a:r>
            <a:r>
              <a:rPr sz="1400" b="0" i="0" dirty="0">
                <a:solidFill>
                  <a:srgbClr val="000000"/>
                </a:solidFill>
              </a:rPr>
              <a:t>:</a:t>
            </a:r>
          </a:p>
          <a:p>
            <a:pPr algn="l"/>
            <a:r>
              <a:rPr sz="1400" b="1" dirty="0">
                <a:solidFill>
                  <a:srgbClr val="000000"/>
                </a:solidFill>
                <a:sym typeface="+mn-ea"/>
              </a:rPr>
              <a:t>Nguyễn Huỳnh </a:t>
            </a:r>
            <a:r>
              <a:rPr sz="1400" b="1" dirty="0" err="1">
                <a:solidFill>
                  <a:srgbClr val="000000"/>
                </a:solidFill>
                <a:sym typeface="+mn-ea"/>
              </a:rPr>
              <a:t>Kỹ</a:t>
            </a:r>
            <a:r>
              <a:rPr sz="1400" b="1" dirty="0">
                <a:solidFill>
                  <a:srgbClr val="000000"/>
                </a:solidFill>
                <a:sym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sym typeface="+mn-ea"/>
              </a:rPr>
              <a:t>Thuật</a:t>
            </a:r>
            <a:endParaRPr sz="1400" b="0" i="0" dirty="0">
              <a:solidFill>
                <a:srgbClr val="00000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961130" y="4572000"/>
            <a:ext cx="38252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200" b="0" i="1" dirty="0" err="1">
                <a:solidFill>
                  <a:srgbClr val="000000"/>
                </a:solidFill>
              </a:rPr>
              <a:t>Vĩnh</a:t>
            </a:r>
            <a:r>
              <a:rPr sz="1200" b="0" i="1" dirty="0">
                <a:solidFill>
                  <a:srgbClr val="000000"/>
                </a:solidFill>
              </a:rPr>
              <a:t> Long, </a:t>
            </a:r>
            <a:r>
              <a:rPr sz="1200" b="0" i="1" dirty="0" err="1">
                <a:solidFill>
                  <a:srgbClr val="000000"/>
                </a:solidFill>
              </a:rPr>
              <a:t>ngày</a:t>
            </a:r>
            <a:r>
              <a:rPr sz="1200" b="0" i="1" dirty="0">
                <a:solidFill>
                  <a:srgbClr val="000000"/>
                </a:solidFill>
              </a:rPr>
              <a:t> </a:t>
            </a:r>
            <a:r>
              <a:rPr lang="vi-VN" sz="1200" b="0" i="1" dirty="0">
                <a:solidFill>
                  <a:srgbClr val="000000"/>
                </a:solidFill>
              </a:rPr>
              <a:t>7 </a:t>
            </a:r>
            <a:r>
              <a:rPr sz="1200" b="0" i="1" dirty="0" err="1">
                <a:solidFill>
                  <a:srgbClr val="000000"/>
                </a:solidFill>
              </a:rPr>
              <a:t>tháng</a:t>
            </a:r>
            <a:r>
              <a:rPr sz="1200" b="0" i="1" dirty="0">
                <a:solidFill>
                  <a:srgbClr val="000000"/>
                </a:solidFill>
              </a:rPr>
              <a:t> </a:t>
            </a:r>
            <a:r>
              <a:rPr lang="vi-VN" sz="1200" b="0" i="1" dirty="0">
                <a:solidFill>
                  <a:srgbClr val="000000"/>
                </a:solidFill>
              </a:rPr>
              <a:t>7 </a:t>
            </a:r>
            <a:r>
              <a:rPr sz="1200" b="0" i="1" dirty="0" err="1">
                <a:solidFill>
                  <a:srgbClr val="000000"/>
                </a:solidFill>
              </a:rPr>
              <a:t>năm</a:t>
            </a:r>
            <a:r>
              <a:rPr sz="1200" b="0" i="1" dirty="0">
                <a:solidFill>
                  <a:srgbClr val="000000"/>
                </a:solidFill>
              </a:rPr>
              <a:t> </a:t>
            </a:r>
            <a:r>
              <a:rPr lang="vi-VN" sz="1200" b="0" i="1">
                <a:solidFill>
                  <a:srgbClr val="000000"/>
                </a:solidFill>
              </a:rPr>
              <a:t>2026</a:t>
            </a:r>
            <a:endParaRPr sz="1200" b="0" i="1" dirty="0">
              <a:solidFill>
                <a:srgbClr val="0000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6" name="TextBox 20"/>
          <p:cNvSpPr txBox="1"/>
          <p:nvPr/>
        </p:nvSpPr>
        <p:spPr>
          <a:xfrm>
            <a:off x="541122" y="5457289"/>
            <a:ext cx="9173046" cy="259015"/>
          </a:xfrm>
          <a:prstGeom prst="rect">
            <a:avLst/>
          </a:prstGeom>
        </p:spPr>
        <p:txBody>
          <a:bodyPr lIns="1669" tIns="1669" rIns="1669" bIns="1669" rtlCol="0" anchor="ctr"/>
          <a:lstStyle/>
          <a:p>
            <a:pPr algn="ctr" defTabSz="217805">
              <a:lnSpc>
                <a:spcPts val="190"/>
              </a:lnSpc>
            </a:pPr>
            <a:endParaRPr sz="43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Box 20"/>
          <p:cNvSpPr txBox="1"/>
          <p:nvPr/>
        </p:nvSpPr>
        <p:spPr>
          <a:xfrm>
            <a:off x="668122" y="5584289"/>
            <a:ext cx="9173046" cy="259015"/>
          </a:xfrm>
          <a:prstGeom prst="rect">
            <a:avLst/>
          </a:prstGeom>
        </p:spPr>
        <p:txBody>
          <a:bodyPr lIns="1669" tIns="1669" rIns="1669" bIns="1669" rtlCol="0" anchor="ctr"/>
          <a:lstStyle/>
          <a:p>
            <a:pPr algn="ctr" defTabSz="217805">
              <a:lnSpc>
                <a:spcPts val="190"/>
              </a:lnSpc>
            </a:pPr>
            <a:endParaRPr sz="43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Box 20"/>
          <p:cNvSpPr txBox="1"/>
          <p:nvPr/>
        </p:nvSpPr>
        <p:spPr>
          <a:xfrm>
            <a:off x="681457" y="5802729"/>
            <a:ext cx="9173046" cy="259015"/>
          </a:xfrm>
          <a:prstGeom prst="rect">
            <a:avLst/>
          </a:prstGeom>
        </p:spPr>
        <p:txBody>
          <a:bodyPr lIns="1669" tIns="1669" rIns="1669" bIns="1669" rtlCol="0" anchor="ctr"/>
          <a:lstStyle/>
          <a:p>
            <a:pPr algn="ctr" defTabSz="217805">
              <a:lnSpc>
                <a:spcPts val="190"/>
              </a:lnSpc>
            </a:pPr>
            <a:endParaRPr sz="43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64163" y="153527"/>
            <a:ext cx="5405262" cy="83099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8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cs typeface="Inter" panose="02000503000000020004" charset="0"/>
              </a:rPr>
              <a:t>NỘI DUNG BÁO CÁO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411" y="4145872"/>
            <a:ext cx="1123589" cy="801834"/>
          </a:xfrm>
          <a:prstGeom prst="rect">
            <a:avLst/>
          </a:prstGeom>
        </p:spPr>
      </p:pic>
      <p:grpSp>
        <p:nvGrpSpPr>
          <p:cNvPr id="850" name="组合 849"/>
          <p:cNvGrpSpPr/>
          <p:nvPr/>
        </p:nvGrpSpPr>
        <p:grpSpPr>
          <a:xfrm>
            <a:off x="596977" y="4092690"/>
            <a:ext cx="351836" cy="348341"/>
            <a:chOff x="3362325" y="293688"/>
            <a:chExt cx="479425" cy="474663"/>
          </a:xfrm>
        </p:grpSpPr>
        <p:sp>
          <p:nvSpPr>
            <p:cNvPr id="851" name="Freeform 2191"/>
            <p:cNvSpPr/>
            <p:nvPr/>
          </p:nvSpPr>
          <p:spPr bwMode="auto">
            <a:xfrm>
              <a:off x="3367088" y="304801"/>
              <a:ext cx="346075" cy="419100"/>
            </a:xfrm>
            <a:custGeom>
              <a:avLst/>
              <a:gdLst>
                <a:gd name="T0" fmla="*/ 37 w 92"/>
                <a:gd name="T1" fmla="*/ 104 h 111"/>
                <a:gd name="T2" fmla="*/ 28 w 92"/>
                <a:gd name="T3" fmla="*/ 111 h 111"/>
                <a:gd name="T4" fmla="*/ 16 w 92"/>
                <a:gd name="T5" fmla="*/ 111 h 111"/>
                <a:gd name="T6" fmla="*/ 14 w 92"/>
                <a:gd name="T7" fmla="*/ 106 h 111"/>
                <a:gd name="T8" fmla="*/ 20 w 92"/>
                <a:gd name="T9" fmla="*/ 93 h 111"/>
                <a:gd name="T10" fmla="*/ 22 w 92"/>
                <a:gd name="T11" fmla="*/ 88 h 111"/>
                <a:gd name="T12" fmla="*/ 27 w 92"/>
                <a:gd name="T13" fmla="*/ 73 h 111"/>
                <a:gd name="T14" fmla="*/ 25 w 92"/>
                <a:gd name="T15" fmla="*/ 68 h 111"/>
                <a:gd name="T16" fmla="*/ 25 w 92"/>
                <a:gd name="T17" fmla="*/ 66 h 111"/>
                <a:gd name="T18" fmla="*/ 22 w 92"/>
                <a:gd name="T19" fmla="*/ 63 h 111"/>
                <a:gd name="T20" fmla="*/ 9 w 92"/>
                <a:gd name="T21" fmla="*/ 46 h 111"/>
                <a:gd name="T22" fmla="*/ 2 w 92"/>
                <a:gd name="T23" fmla="*/ 40 h 111"/>
                <a:gd name="T24" fmla="*/ 0 w 92"/>
                <a:gd name="T25" fmla="*/ 37 h 111"/>
                <a:gd name="T26" fmla="*/ 3 w 92"/>
                <a:gd name="T27" fmla="*/ 34 h 111"/>
                <a:gd name="T28" fmla="*/ 11 w 92"/>
                <a:gd name="T29" fmla="*/ 33 h 111"/>
                <a:gd name="T30" fmla="*/ 16 w 92"/>
                <a:gd name="T31" fmla="*/ 34 h 111"/>
                <a:gd name="T32" fmla="*/ 29 w 92"/>
                <a:gd name="T33" fmla="*/ 36 h 111"/>
                <a:gd name="T34" fmla="*/ 36 w 92"/>
                <a:gd name="T35" fmla="*/ 36 h 111"/>
                <a:gd name="T36" fmla="*/ 39 w 92"/>
                <a:gd name="T37" fmla="*/ 35 h 111"/>
                <a:gd name="T38" fmla="*/ 55 w 92"/>
                <a:gd name="T39" fmla="*/ 6 h 111"/>
                <a:gd name="T40" fmla="*/ 56 w 92"/>
                <a:gd name="T41" fmla="*/ 5 h 111"/>
                <a:gd name="T42" fmla="*/ 65 w 92"/>
                <a:gd name="T43" fmla="*/ 1 h 111"/>
                <a:gd name="T44" fmla="*/ 71 w 92"/>
                <a:gd name="T45" fmla="*/ 0 h 111"/>
                <a:gd name="T46" fmla="*/ 72 w 92"/>
                <a:gd name="T47" fmla="*/ 0 h 111"/>
                <a:gd name="T48" fmla="*/ 74 w 92"/>
                <a:gd name="T49" fmla="*/ 10 h 111"/>
                <a:gd name="T50" fmla="*/ 75 w 92"/>
                <a:gd name="T51" fmla="*/ 15 h 111"/>
                <a:gd name="T52" fmla="*/ 72 w 92"/>
                <a:gd name="T53" fmla="*/ 14 h 111"/>
                <a:gd name="T54" fmla="*/ 67 w 92"/>
                <a:gd name="T55" fmla="*/ 9 h 111"/>
                <a:gd name="T56" fmla="*/ 61 w 92"/>
                <a:gd name="T57" fmla="*/ 15 h 111"/>
                <a:gd name="T58" fmla="*/ 74 w 92"/>
                <a:gd name="T59" fmla="*/ 33 h 111"/>
                <a:gd name="T60" fmla="*/ 73 w 92"/>
                <a:gd name="T61" fmla="*/ 43 h 111"/>
                <a:gd name="T62" fmla="*/ 70 w 92"/>
                <a:gd name="T63" fmla="*/ 44 h 111"/>
                <a:gd name="T64" fmla="*/ 66 w 92"/>
                <a:gd name="T65" fmla="*/ 41 h 111"/>
                <a:gd name="T66" fmla="*/ 70 w 92"/>
                <a:gd name="T67" fmla="*/ 43 h 111"/>
                <a:gd name="T68" fmla="*/ 75 w 92"/>
                <a:gd name="T69" fmla="*/ 45 h 111"/>
                <a:gd name="T70" fmla="*/ 86 w 92"/>
                <a:gd name="T71" fmla="*/ 44 h 111"/>
                <a:gd name="T72" fmla="*/ 91 w 92"/>
                <a:gd name="T73" fmla="*/ 54 h 111"/>
                <a:gd name="T74" fmla="*/ 87 w 92"/>
                <a:gd name="T75" fmla="*/ 56 h 111"/>
                <a:gd name="T76" fmla="*/ 85 w 92"/>
                <a:gd name="T77" fmla="*/ 54 h 111"/>
                <a:gd name="T78" fmla="*/ 85 w 92"/>
                <a:gd name="T79" fmla="*/ 49 h 111"/>
                <a:gd name="T80" fmla="*/ 80 w 92"/>
                <a:gd name="T81" fmla="*/ 50 h 111"/>
                <a:gd name="T82" fmla="*/ 77 w 92"/>
                <a:gd name="T83" fmla="*/ 61 h 111"/>
                <a:gd name="T84" fmla="*/ 79 w 92"/>
                <a:gd name="T85" fmla="*/ 60 h 111"/>
                <a:gd name="T86" fmla="*/ 82 w 92"/>
                <a:gd name="T87" fmla="*/ 57 h 111"/>
                <a:gd name="T88" fmla="*/ 83 w 92"/>
                <a:gd name="T89" fmla="*/ 62 h 111"/>
                <a:gd name="T90" fmla="*/ 83 w 92"/>
                <a:gd name="T91" fmla="*/ 63 h 111"/>
                <a:gd name="T92" fmla="*/ 73 w 92"/>
                <a:gd name="T93" fmla="*/ 70 h 111"/>
                <a:gd name="T94" fmla="*/ 70 w 92"/>
                <a:gd name="T95" fmla="*/ 71 h 111"/>
                <a:gd name="T96" fmla="*/ 60 w 92"/>
                <a:gd name="T97" fmla="*/ 69 h 111"/>
                <a:gd name="T98" fmla="*/ 59 w 92"/>
                <a:gd name="T99" fmla="*/ 72 h 111"/>
                <a:gd name="T100" fmla="*/ 62 w 92"/>
                <a:gd name="T101" fmla="*/ 72 h 111"/>
                <a:gd name="T102" fmla="*/ 66 w 92"/>
                <a:gd name="T103" fmla="*/ 74 h 111"/>
                <a:gd name="T104" fmla="*/ 62 w 92"/>
                <a:gd name="T105" fmla="*/ 77 h 111"/>
                <a:gd name="T106" fmla="*/ 61 w 92"/>
                <a:gd name="T107" fmla="*/ 80 h 111"/>
                <a:gd name="T108" fmla="*/ 58 w 92"/>
                <a:gd name="T109" fmla="*/ 82 h 111"/>
                <a:gd name="T110" fmla="*/ 59 w 92"/>
                <a:gd name="T111" fmla="*/ 84 h 111"/>
                <a:gd name="T112" fmla="*/ 60 w 92"/>
                <a:gd name="T113" fmla="*/ 86 h 111"/>
                <a:gd name="T114" fmla="*/ 60 w 92"/>
                <a:gd name="T115" fmla="*/ 88 h 111"/>
                <a:gd name="T116" fmla="*/ 55 w 92"/>
                <a:gd name="T117" fmla="*/ 92 h 111"/>
                <a:gd name="T118" fmla="*/ 51 w 92"/>
                <a:gd name="T119" fmla="*/ 93 h 111"/>
                <a:gd name="T120" fmla="*/ 42 w 92"/>
                <a:gd name="T121" fmla="*/ 94 h 111"/>
                <a:gd name="T122" fmla="*/ 25 w 92"/>
                <a:gd name="T123" fmla="*/ 102 h 111"/>
                <a:gd name="T124" fmla="*/ 37 w 92"/>
                <a:gd name="T125" fmla="*/ 10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2" h="111">
                  <a:moveTo>
                    <a:pt x="37" y="104"/>
                  </a:moveTo>
                  <a:cubicBezTo>
                    <a:pt x="34" y="106"/>
                    <a:pt x="32" y="109"/>
                    <a:pt x="28" y="111"/>
                  </a:cubicBezTo>
                  <a:cubicBezTo>
                    <a:pt x="24" y="111"/>
                    <a:pt x="20" y="111"/>
                    <a:pt x="16" y="111"/>
                  </a:cubicBezTo>
                  <a:cubicBezTo>
                    <a:pt x="13" y="110"/>
                    <a:pt x="13" y="108"/>
                    <a:pt x="14" y="106"/>
                  </a:cubicBezTo>
                  <a:cubicBezTo>
                    <a:pt x="15" y="101"/>
                    <a:pt x="19" y="98"/>
                    <a:pt x="20" y="93"/>
                  </a:cubicBezTo>
                  <a:cubicBezTo>
                    <a:pt x="22" y="92"/>
                    <a:pt x="22" y="90"/>
                    <a:pt x="22" y="88"/>
                  </a:cubicBezTo>
                  <a:cubicBezTo>
                    <a:pt x="23" y="83"/>
                    <a:pt x="24" y="78"/>
                    <a:pt x="27" y="73"/>
                  </a:cubicBezTo>
                  <a:cubicBezTo>
                    <a:pt x="28" y="71"/>
                    <a:pt x="27" y="70"/>
                    <a:pt x="25" y="68"/>
                  </a:cubicBezTo>
                  <a:cubicBezTo>
                    <a:pt x="25" y="67"/>
                    <a:pt x="25" y="67"/>
                    <a:pt x="25" y="66"/>
                  </a:cubicBezTo>
                  <a:cubicBezTo>
                    <a:pt x="24" y="66"/>
                    <a:pt x="23" y="64"/>
                    <a:pt x="22" y="63"/>
                  </a:cubicBezTo>
                  <a:cubicBezTo>
                    <a:pt x="18" y="57"/>
                    <a:pt x="14" y="52"/>
                    <a:pt x="9" y="46"/>
                  </a:cubicBezTo>
                  <a:cubicBezTo>
                    <a:pt x="7" y="44"/>
                    <a:pt x="5" y="41"/>
                    <a:pt x="2" y="40"/>
                  </a:cubicBezTo>
                  <a:cubicBezTo>
                    <a:pt x="1" y="40"/>
                    <a:pt x="0" y="39"/>
                    <a:pt x="0" y="37"/>
                  </a:cubicBezTo>
                  <a:cubicBezTo>
                    <a:pt x="1" y="36"/>
                    <a:pt x="2" y="34"/>
                    <a:pt x="3" y="34"/>
                  </a:cubicBezTo>
                  <a:cubicBezTo>
                    <a:pt x="6" y="33"/>
                    <a:pt x="8" y="33"/>
                    <a:pt x="11" y="33"/>
                  </a:cubicBezTo>
                  <a:cubicBezTo>
                    <a:pt x="12" y="34"/>
                    <a:pt x="14" y="33"/>
                    <a:pt x="16" y="34"/>
                  </a:cubicBezTo>
                  <a:cubicBezTo>
                    <a:pt x="20" y="34"/>
                    <a:pt x="24" y="36"/>
                    <a:pt x="29" y="36"/>
                  </a:cubicBezTo>
                  <a:cubicBezTo>
                    <a:pt x="31" y="37"/>
                    <a:pt x="34" y="36"/>
                    <a:pt x="36" y="36"/>
                  </a:cubicBezTo>
                  <a:cubicBezTo>
                    <a:pt x="37" y="37"/>
                    <a:pt x="38" y="36"/>
                    <a:pt x="39" y="35"/>
                  </a:cubicBezTo>
                  <a:cubicBezTo>
                    <a:pt x="46" y="26"/>
                    <a:pt x="53" y="17"/>
                    <a:pt x="55" y="6"/>
                  </a:cubicBezTo>
                  <a:cubicBezTo>
                    <a:pt x="55" y="6"/>
                    <a:pt x="56" y="5"/>
                    <a:pt x="56" y="5"/>
                  </a:cubicBezTo>
                  <a:cubicBezTo>
                    <a:pt x="58" y="2"/>
                    <a:pt x="61" y="0"/>
                    <a:pt x="65" y="1"/>
                  </a:cubicBezTo>
                  <a:cubicBezTo>
                    <a:pt x="67" y="1"/>
                    <a:pt x="69" y="1"/>
                    <a:pt x="71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3"/>
                    <a:pt x="74" y="6"/>
                    <a:pt x="74" y="10"/>
                  </a:cubicBezTo>
                  <a:cubicBezTo>
                    <a:pt x="75" y="11"/>
                    <a:pt x="75" y="13"/>
                    <a:pt x="75" y="15"/>
                  </a:cubicBezTo>
                  <a:cubicBezTo>
                    <a:pt x="73" y="17"/>
                    <a:pt x="73" y="15"/>
                    <a:pt x="72" y="14"/>
                  </a:cubicBezTo>
                  <a:cubicBezTo>
                    <a:pt x="71" y="12"/>
                    <a:pt x="70" y="10"/>
                    <a:pt x="67" y="9"/>
                  </a:cubicBezTo>
                  <a:cubicBezTo>
                    <a:pt x="63" y="8"/>
                    <a:pt x="60" y="10"/>
                    <a:pt x="61" y="15"/>
                  </a:cubicBezTo>
                  <a:cubicBezTo>
                    <a:pt x="62" y="23"/>
                    <a:pt x="66" y="30"/>
                    <a:pt x="74" y="33"/>
                  </a:cubicBezTo>
                  <a:cubicBezTo>
                    <a:pt x="75" y="36"/>
                    <a:pt x="72" y="39"/>
                    <a:pt x="73" y="43"/>
                  </a:cubicBezTo>
                  <a:cubicBezTo>
                    <a:pt x="74" y="46"/>
                    <a:pt x="71" y="44"/>
                    <a:pt x="70" y="44"/>
                  </a:cubicBezTo>
                  <a:cubicBezTo>
                    <a:pt x="69" y="43"/>
                    <a:pt x="67" y="43"/>
                    <a:pt x="66" y="41"/>
                  </a:cubicBezTo>
                  <a:cubicBezTo>
                    <a:pt x="67" y="43"/>
                    <a:pt x="69" y="43"/>
                    <a:pt x="70" y="43"/>
                  </a:cubicBezTo>
                  <a:cubicBezTo>
                    <a:pt x="71" y="45"/>
                    <a:pt x="73" y="45"/>
                    <a:pt x="75" y="45"/>
                  </a:cubicBezTo>
                  <a:cubicBezTo>
                    <a:pt x="78" y="43"/>
                    <a:pt x="82" y="46"/>
                    <a:pt x="86" y="44"/>
                  </a:cubicBezTo>
                  <a:cubicBezTo>
                    <a:pt x="88" y="43"/>
                    <a:pt x="92" y="52"/>
                    <a:pt x="91" y="54"/>
                  </a:cubicBezTo>
                  <a:cubicBezTo>
                    <a:pt x="90" y="55"/>
                    <a:pt x="89" y="55"/>
                    <a:pt x="87" y="56"/>
                  </a:cubicBezTo>
                  <a:cubicBezTo>
                    <a:pt x="86" y="56"/>
                    <a:pt x="85" y="55"/>
                    <a:pt x="85" y="54"/>
                  </a:cubicBezTo>
                  <a:cubicBezTo>
                    <a:pt x="84" y="52"/>
                    <a:pt x="84" y="51"/>
                    <a:pt x="85" y="49"/>
                  </a:cubicBezTo>
                  <a:cubicBezTo>
                    <a:pt x="83" y="50"/>
                    <a:pt x="82" y="50"/>
                    <a:pt x="80" y="50"/>
                  </a:cubicBezTo>
                  <a:cubicBezTo>
                    <a:pt x="84" y="55"/>
                    <a:pt x="84" y="55"/>
                    <a:pt x="77" y="61"/>
                  </a:cubicBezTo>
                  <a:cubicBezTo>
                    <a:pt x="77" y="61"/>
                    <a:pt x="78" y="61"/>
                    <a:pt x="79" y="60"/>
                  </a:cubicBezTo>
                  <a:cubicBezTo>
                    <a:pt x="80" y="59"/>
                    <a:pt x="80" y="56"/>
                    <a:pt x="82" y="57"/>
                  </a:cubicBezTo>
                  <a:cubicBezTo>
                    <a:pt x="84" y="58"/>
                    <a:pt x="83" y="60"/>
                    <a:pt x="83" y="62"/>
                  </a:cubicBezTo>
                  <a:cubicBezTo>
                    <a:pt x="83" y="62"/>
                    <a:pt x="83" y="63"/>
                    <a:pt x="83" y="63"/>
                  </a:cubicBezTo>
                  <a:cubicBezTo>
                    <a:pt x="78" y="64"/>
                    <a:pt x="76" y="67"/>
                    <a:pt x="73" y="70"/>
                  </a:cubicBezTo>
                  <a:cubicBezTo>
                    <a:pt x="71" y="69"/>
                    <a:pt x="71" y="70"/>
                    <a:pt x="70" y="71"/>
                  </a:cubicBezTo>
                  <a:cubicBezTo>
                    <a:pt x="65" y="74"/>
                    <a:pt x="64" y="73"/>
                    <a:pt x="60" y="69"/>
                  </a:cubicBezTo>
                  <a:cubicBezTo>
                    <a:pt x="60" y="70"/>
                    <a:pt x="58" y="70"/>
                    <a:pt x="59" y="72"/>
                  </a:cubicBezTo>
                  <a:cubicBezTo>
                    <a:pt x="59" y="73"/>
                    <a:pt x="61" y="72"/>
                    <a:pt x="62" y="72"/>
                  </a:cubicBezTo>
                  <a:cubicBezTo>
                    <a:pt x="63" y="72"/>
                    <a:pt x="66" y="72"/>
                    <a:pt x="66" y="74"/>
                  </a:cubicBezTo>
                  <a:cubicBezTo>
                    <a:pt x="66" y="76"/>
                    <a:pt x="65" y="77"/>
                    <a:pt x="62" y="77"/>
                  </a:cubicBezTo>
                  <a:cubicBezTo>
                    <a:pt x="60" y="77"/>
                    <a:pt x="60" y="78"/>
                    <a:pt x="61" y="80"/>
                  </a:cubicBezTo>
                  <a:cubicBezTo>
                    <a:pt x="61" y="83"/>
                    <a:pt x="61" y="83"/>
                    <a:pt x="58" y="82"/>
                  </a:cubicBezTo>
                  <a:cubicBezTo>
                    <a:pt x="58" y="83"/>
                    <a:pt x="59" y="83"/>
                    <a:pt x="59" y="84"/>
                  </a:cubicBezTo>
                  <a:cubicBezTo>
                    <a:pt x="60" y="85"/>
                    <a:pt x="60" y="86"/>
                    <a:pt x="60" y="86"/>
                  </a:cubicBezTo>
                  <a:cubicBezTo>
                    <a:pt x="60" y="87"/>
                    <a:pt x="60" y="87"/>
                    <a:pt x="60" y="88"/>
                  </a:cubicBezTo>
                  <a:cubicBezTo>
                    <a:pt x="60" y="91"/>
                    <a:pt x="58" y="93"/>
                    <a:pt x="55" y="92"/>
                  </a:cubicBezTo>
                  <a:cubicBezTo>
                    <a:pt x="53" y="92"/>
                    <a:pt x="52" y="93"/>
                    <a:pt x="51" y="93"/>
                  </a:cubicBezTo>
                  <a:cubicBezTo>
                    <a:pt x="48" y="94"/>
                    <a:pt x="45" y="94"/>
                    <a:pt x="42" y="94"/>
                  </a:cubicBezTo>
                  <a:cubicBezTo>
                    <a:pt x="35" y="93"/>
                    <a:pt x="30" y="97"/>
                    <a:pt x="25" y="102"/>
                  </a:cubicBezTo>
                  <a:cubicBezTo>
                    <a:pt x="29" y="104"/>
                    <a:pt x="33" y="102"/>
                    <a:pt x="37" y="104"/>
                  </a:cubicBezTo>
                  <a:close/>
                </a:path>
              </a:pathLst>
            </a:custGeom>
            <a:solidFill>
              <a:srgbClr val="FEEB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2" name="Freeform 2192"/>
            <p:cNvSpPr/>
            <p:nvPr/>
          </p:nvSpPr>
          <p:spPr bwMode="auto">
            <a:xfrm>
              <a:off x="3578226" y="304801"/>
              <a:ext cx="55563" cy="19050"/>
            </a:xfrm>
            <a:custGeom>
              <a:avLst/>
              <a:gdLst>
                <a:gd name="T0" fmla="*/ 15 w 15"/>
                <a:gd name="T1" fmla="*/ 0 h 5"/>
                <a:gd name="T2" fmla="*/ 10 w 15"/>
                <a:gd name="T3" fmla="*/ 1 h 5"/>
                <a:gd name="T4" fmla="*/ 0 w 15"/>
                <a:gd name="T5" fmla="*/ 5 h 5"/>
                <a:gd name="T6" fmla="*/ 2 w 15"/>
                <a:gd name="T7" fmla="*/ 0 h 5"/>
                <a:gd name="T8" fmla="*/ 15 w 15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5">
                  <a:moveTo>
                    <a:pt x="15" y="0"/>
                  </a:moveTo>
                  <a:cubicBezTo>
                    <a:pt x="14" y="2"/>
                    <a:pt x="12" y="1"/>
                    <a:pt x="10" y="1"/>
                  </a:cubicBezTo>
                  <a:cubicBezTo>
                    <a:pt x="6" y="1"/>
                    <a:pt x="3" y="2"/>
                    <a:pt x="0" y="5"/>
                  </a:cubicBezTo>
                  <a:cubicBezTo>
                    <a:pt x="1" y="3"/>
                    <a:pt x="1" y="2"/>
                    <a:pt x="2" y="0"/>
                  </a:cubicBezTo>
                  <a:cubicBezTo>
                    <a:pt x="6" y="0"/>
                    <a:pt x="11" y="0"/>
                    <a:pt x="15" y="0"/>
                  </a:cubicBezTo>
                  <a:close/>
                </a:path>
              </a:pathLst>
            </a:custGeom>
            <a:solidFill>
              <a:srgbClr val="FEF3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3" name="Freeform 2193"/>
            <p:cNvSpPr/>
            <p:nvPr/>
          </p:nvSpPr>
          <p:spPr bwMode="auto">
            <a:xfrm>
              <a:off x="3619501" y="342901"/>
              <a:ext cx="195263" cy="241300"/>
            </a:xfrm>
            <a:custGeom>
              <a:avLst/>
              <a:gdLst>
                <a:gd name="T0" fmla="*/ 2 w 52"/>
                <a:gd name="T1" fmla="*/ 33 h 64"/>
                <a:gd name="T2" fmla="*/ 6 w 52"/>
                <a:gd name="T3" fmla="*/ 33 h 64"/>
                <a:gd name="T4" fmla="*/ 5 w 52"/>
                <a:gd name="T5" fmla="*/ 28 h 64"/>
                <a:gd name="T6" fmla="*/ 6 w 52"/>
                <a:gd name="T7" fmla="*/ 27 h 64"/>
                <a:gd name="T8" fmla="*/ 7 w 52"/>
                <a:gd name="T9" fmla="*/ 23 h 64"/>
                <a:gd name="T10" fmla="*/ 7 w 52"/>
                <a:gd name="T11" fmla="*/ 6 h 64"/>
                <a:gd name="T12" fmla="*/ 7 w 52"/>
                <a:gd name="T13" fmla="*/ 0 h 64"/>
                <a:gd name="T14" fmla="*/ 15 w 52"/>
                <a:gd name="T15" fmla="*/ 24 h 64"/>
                <a:gd name="T16" fmla="*/ 23 w 52"/>
                <a:gd name="T17" fmla="*/ 31 h 64"/>
                <a:gd name="T18" fmla="*/ 49 w 52"/>
                <a:gd name="T19" fmla="*/ 36 h 64"/>
                <a:gd name="T20" fmla="*/ 51 w 52"/>
                <a:gd name="T21" fmla="*/ 45 h 64"/>
                <a:gd name="T22" fmla="*/ 36 w 52"/>
                <a:gd name="T23" fmla="*/ 58 h 64"/>
                <a:gd name="T24" fmla="*/ 26 w 52"/>
                <a:gd name="T25" fmla="*/ 64 h 64"/>
                <a:gd name="T26" fmla="*/ 24 w 52"/>
                <a:gd name="T27" fmla="*/ 63 h 64"/>
                <a:gd name="T28" fmla="*/ 24 w 52"/>
                <a:gd name="T29" fmla="*/ 61 h 64"/>
                <a:gd name="T30" fmla="*/ 25 w 52"/>
                <a:gd name="T31" fmla="*/ 60 h 64"/>
                <a:gd name="T32" fmla="*/ 32 w 52"/>
                <a:gd name="T33" fmla="*/ 53 h 64"/>
                <a:gd name="T34" fmla="*/ 41 w 52"/>
                <a:gd name="T35" fmla="*/ 39 h 64"/>
                <a:gd name="T36" fmla="*/ 24 w 52"/>
                <a:gd name="T37" fmla="*/ 49 h 64"/>
                <a:gd name="T38" fmla="*/ 16 w 52"/>
                <a:gd name="T39" fmla="*/ 52 h 64"/>
                <a:gd name="T40" fmla="*/ 15 w 52"/>
                <a:gd name="T41" fmla="*/ 48 h 64"/>
                <a:gd name="T42" fmla="*/ 12 w 52"/>
                <a:gd name="T43" fmla="*/ 50 h 64"/>
                <a:gd name="T44" fmla="*/ 7 w 52"/>
                <a:gd name="T45" fmla="*/ 51 h 64"/>
                <a:gd name="T46" fmla="*/ 15 w 52"/>
                <a:gd name="T47" fmla="*/ 46 h 64"/>
                <a:gd name="T48" fmla="*/ 14 w 52"/>
                <a:gd name="T49" fmla="*/ 43 h 64"/>
                <a:gd name="T50" fmla="*/ 11 w 52"/>
                <a:gd name="T51" fmla="*/ 40 h 64"/>
                <a:gd name="T52" fmla="*/ 18 w 52"/>
                <a:gd name="T53" fmla="*/ 37 h 64"/>
                <a:gd name="T54" fmla="*/ 19 w 52"/>
                <a:gd name="T55" fmla="*/ 39 h 64"/>
                <a:gd name="T56" fmla="*/ 19 w 52"/>
                <a:gd name="T57" fmla="*/ 43 h 64"/>
                <a:gd name="T58" fmla="*/ 22 w 52"/>
                <a:gd name="T59" fmla="*/ 44 h 64"/>
                <a:gd name="T60" fmla="*/ 20 w 52"/>
                <a:gd name="T61" fmla="*/ 36 h 64"/>
                <a:gd name="T62" fmla="*/ 17 w 52"/>
                <a:gd name="T63" fmla="*/ 35 h 64"/>
                <a:gd name="T64" fmla="*/ 17 w 52"/>
                <a:gd name="T65" fmla="*/ 36 h 64"/>
                <a:gd name="T66" fmla="*/ 2 w 52"/>
                <a:gd name="T67" fmla="*/ 3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64">
                  <a:moveTo>
                    <a:pt x="2" y="33"/>
                  </a:moveTo>
                  <a:cubicBezTo>
                    <a:pt x="4" y="33"/>
                    <a:pt x="5" y="34"/>
                    <a:pt x="6" y="33"/>
                  </a:cubicBezTo>
                  <a:cubicBezTo>
                    <a:pt x="4" y="32"/>
                    <a:pt x="0" y="30"/>
                    <a:pt x="5" y="28"/>
                  </a:cubicBezTo>
                  <a:cubicBezTo>
                    <a:pt x="6" y="28"/>
                    <a:pt x="6" y="27"/>
                    <a:pt x="6" y="27"/>
                  </a:cubicBezTo>
                  <a:cubicBezTo>
                    <a:pt x="3" y="24"/>
                    <a:pt x="6" y="24"/>
                    <a:pt x="7" y="23"/>
                  </a:cubicBezTo>
                  <a:cubicBezTo>
                    <a:pt x="7" y="17"/>
                    <a:pt x="6" y="11"/>
                    <a:pt x="7" y="6"/>
                  </a:cubicBezTo>
                  <a:cubicBezTo>
                    <a:pt x="7" y="4"/>
                    <a:pt x="7" y="2"/>
                    <a:pt x="7" y="0"/>
                  </a:cubicBezTo>
                  <a:cubicBezTo>
                    <a:pt x="9" y="8"/>
                    <a:pt x="14" y="15"/>
                    <a:pt x="15" y="24"/>
                  </a:cubicBezTo>
                  <a:cubicBezTo>
                    <a:pt x="16" y="28"/>
                    <a:pt x="18" y="31"/>
                    <a:pt x="23" y="31"/>
                  </a:cubicBezTo>
                  <a:cubicBezTo>
                    <a:pt x="32" y="31"/>
                    <a:pt x="41" y="34"/>
                    <a:pt x="49" y="36"/>
                  </a:cubicBezTo>
                  <a:cubicBezTo>
                    <a:pt x="52" y="39"/>
                    <a:pt x="51" y="42"/>
                    <a:pt x="51" y="45"/>
                  </a:cubicBezTo>
                  <a:cubicBezTo>
                    <a:pt x="47" y="51"/>
                    <a:pt x="42" y="55"/>
                    <a:pt x="36" y="58"/>
                  </a:cubicBezTo>
                  <a:cubicBezTo>
                    <a:pt x="33" y="60"/>
                    <a:pt x="30" y="63"/>
                    <a:pt x="26" y="64"/>
                  </a:cubicBezTo>
                  <a:cubicBezTo>
                    <a:pt x="25" y="64"/>
                    <a:pt x="24" y="64"/>
                    <a:pt x="24" y="63"/>
                  </a:cubicBezTo>
                  <a:cubicBezTo>
                    <a:pt x="24" y="62"/>
                    <a:pt x="24" y="62"/>
                    <a:pt x="24" y="61"/>
                  </a:cubicBezTo>
                  <a:cubicBezTo>
                    <a:pt x="24" y="61"/>
                    <a:pt x="24" y="60"/>
                    <a:pt x="25" y="60"/>
                  </a:cubicBezTo>
                  <a:cubicBezTo>
                    <a:pt x="27" y="57"/>
                    <a:pt x="29" y="55"/>
                    <a:pt x="32" y="53"/>
                  </a:cubicBezTo>
                  <a:cubicBezTo>
                    <a:pt x="35" y="49"/>
                    <a:pt x="39" y="46"/>
                    <a:pt x="41" y="39"/>
                  </a:cubicBezTo>
                  <a:cubicBezTo>
                    <a:pt x="34" y="42"/>
                    <a:pt x="29" y="45"/>
                    <a:pt x="24" y="49"/>
                  </a:cubicBezTo>
                  <a:cubicBezTo>
                    <a:pt x="21" y="50"/>
                    <a:pt x="19" y="52"/>
                    <a:pt x="16" y="52"/>
                  </a:cubicBezTo>
                  <a:cubicBezTo>
                    <a:pt x="14" y="51"/>
                    <a:pt x="17" y="49"/>
                    <a:pt x="15" y="48"/>
                  </a:cubicBezTo>
                  <a:cubicBezTo>
                    <a:pt x="13" y="47"/>
                    <a:pt x="13" y="50"/>
                    <a:pt x="12" y="50"/>
                  </a:cubicBezTo>
                  <a:cubicBezTo>
                    <a:pt x="11" y="52"/>
                    <a:pt x="9" y="52"/>
                    <a:pt x="7" y="51"/>
                  </a:cubicBezTo>
                  <a:cubicBezTo>
                    <a:pt x="11" y="51"/>
                    <a:pt x="11" y="47"/>
                    <a:pt x="15" y="46"/>
                  </a:cubicBezTo>
                  <a:cubicBezTo>
                    <a:pt x="15" y="46"/>
                    <a:pt x="16" y="44"/>
                    <a:pt x="14" y="43"/>
                  </a:cubicBezTo>
                  <a:cubicBezTo>
                    <a:pt x="13" y="42"/>
                    <a:pt x="12" y="41"/>
                    <a:pt x="11" y="40"/>
                  </a:cubicBezTo>
                  <a:cubicBezTo>
                    <a:pt x="13" y="37"/>
                    <a:pt x="16" y="40"/>
                    <a:pt x="18" y="37"/>
                  </a:cubicBezTo>
                  <a:cubicBezTo>
                    <a:pt x="19" y="37"/>
                    <a:pt x="19" y="39"/>
                    <a:pt x="19" y="39"/>
                  </a:cubicBezTo>
                  <a:cubicBezTo>
                    <a:pt x="19" y="40"/>
                    <a:pt x="18" y="42"/>
                    <a:pt x="19" y="43"/>
                  </a:cubicBezTo>
                  <a:cubicBezTo>
                    <a:pt x="20" y="45"/>
                    <a:pt x="21" y="45"/>
                    <a:pt x="22" y="44"/>
                  </a:cubicBezTo>
                  <a:cubicBezTo>
                    <a:pt x="24" y="41"/>
                    <a:pt x="21" y="39"/>
                    <a:pt x="20" y="36"/>
                  </a:cubicBezTo>
                  <a:cubicBezTo>
                    <a:pt x="20" y="35"/>
                    <a:pt x="19" y="34"/>
                    <a:pt x="17" y="35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4" y="37"/>
                    <a:pt x="4" y="35"/>
                    <a:pt x="2" y="33"/>
                  </a:cubicBezTo>
                  <a:close/>
                </a:path>
              </a:pathLst>
            </a:custGeom>
            <a:solidFill>
              <a:srgbClr val="FEED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4" name="Freeform 2194"/>
            <p:cNvSpPr/>
            <p:nvPr/>
          </p:nvSpPr>
          <p:spPr bwMode="auto">
            <a:xfrm>
              <a:off x="3584576" y="622301"/>
              <a:ext cx="128588" cy="123825"/>
            </a:xfrm>
            <a:custGeom>
              <a:avLst/>
              <a:gdLst>
                <a:gd name="T0" fmla="*/ 1 w 34"/>
                <a:gd name="T1" fmla="*/ 3 h 33"/>
                <a:gd name="T2" fmla="*/ 1 w 34"/>
                <a:gd name="T3" fmla="*/ 3 h 33"/>
                <a:gd name="T4" fmla="*/ 9 w 34"/>
                <a:gd name="T5" fmla="*/ 4 h 33"/>
                <a:gd name="T6" fmla="*/ 14 w 34"/>
                <a:gd name="T7" fmla="*/ 6 h 33"/>
                <a:gd name="T8" fmla="*/ 18 w 34"/>
                <a:gd name="T9" fmla="*/ 5 h 33"/>
                <a:gd name="T10" fmla="*/ 20 w 34"/>
                <a:gd name="T11" fmla="*/ 7 h 33"/>
                <a:gd name="T12" fmla="*/ 20 w 34"/>
                <a:gd name="T13" fmla="*/ 9 h 33"/>
                <a:gd name="T14" fmla="*/ 22 w 34"/>
                <a:gd name="T15" fmla="*/ 15 h 33"/>
                <a:gd name="T16" fmla="*/ 23 w 34"/>
                <a:gd name="T17" fmla="*/ 16 h 33"/>
                <a:gd name="T18" fmla="*/ 26 w 34"/>
                <a:gd name="T19" fmla="*/ 18 h 33"/>
                <a:gd name="T20" fmla="*/ 27 w 34"/>
                <a:gd name="T21" fmla="*/ 19 h 33"/>
                <a:gd name="T22" fmla="*/ 34 w 34"/>
                <a:gd name="T23" fmla="*/ 21 h 33"/>
                <a:gd name="T24" fmla="*/ 32 w 34"/>
                <a:gd name="T25" fmla="*/ 24 h 33"/>
                <a:gd name="T26" fmla="*/ 28 w 34"/>
                <a:gd name="T27" fmla="*/ 29 h 33"/>
                <a:gd name="T28" fmla="*/ 24 w 34"/>
                <a:gd name="T29" fmla="*/ 32 h 33"/>
                <a:gd name="T30" fmla="*/ 19 w 34"/>
                <a:gd name="T31" fmla="*/ 32 h 33"/>
                <a:gd name="T32" fmla="*/ 14 w 34"/>
                <a:gd name="T33" fmla="*/ 24 h 33"/>
                <a:gd name="T34" fmla="*/ 10 w 34"/>
                <a:gd name="T35" fmla="*/ 21 h 33"/>
                <a:gd name="T36" fmla="*/ 1 w 34"/>
                <a:gd name="T37" fmla="*/ 16 h 33"/>
                <a:gd name="T38" fmla="*/ 0 w 34"/>
                <a:gd name="T39" fmla="*/ 12 h 33"/>
                <a:gd name="T40" fmla="*/ 1 w 34"/>
                <a:gd name="T41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" h="33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6" y="0"/>
                    <a:pt x="6" y="0"/>
                    <a:pt x="9" y="4"/>
                  </a:cubicBezTo>
                  <a:cubicBezTo>
                    <a:pt x="10" y="6"/>
                    <a:pt x="12" y="7"/>
                    <a:pt x="14" y="6"/>
                  </a:cubicBezTo>
                  <a:cubicBezTo>
                    <a:pt x="15" y="5"/>
                    <a:pt x="17" y="5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0" y="9"/>
                    <a:pt x="20" y="9"/>
                  </a:cubicBezTo>
                  <a:cubicBezTo>
                    <a:pt x="19" y="12"/>
                    <a:pt x="21" y="13"/>
                    <a:pt x="22" y="15"/>
                  </a:cubicBezTo>
                  <a:cubicBezTo>
                    <a:pt x="22" y="15"/>
                    <a:pt x="22" y="16"/>
                    <a:pt x="23" y="16"/>
                  </a:cubicBezTo>
                  <a:cubicBezTo>
                    <a:pt x="24" y="17"/>
                    <a:pt x="25" y="17"/>
                    <a:pt x="26" y="18"/>
                  </a:cubicBezTo>
                  <a:cubicBezTo>
                    <a:pt x="26" y="18"/>
                    <a:pt x="26" y="18"/>
                    <a:pt x="27" y="19"/>
                  </a:cubicBezTo>
                  <a:cubicBezTo>
                    <a:pt x="29" y="20"/>
                    <a:pt x="32" y="19"/>
                    <a:pt x="34" y="21"/>
                  </a:cubicBezTo>
                  <a:cubicBezTo>
                    <a:pt x="34" y="23"/>
                    <a:pt x="33" y="23"/>
                    <a:pt x="32" y="24"/>
                  </a:cubicBezTo>
                  <a:cubicBezTo>
                    <a:pt x="30" y="25"/>
                    <a:pt x="29" y="26"/>
                    <a:pt x="28" y="29"/>
                  </a:cubicBezTo>
                  <a:cubicBezTo>
                    <a:pt x="28" y="32"/>
                    <a:pt x="26" y="33"/>
                    <a:pt x="24" y="32"/>
                  </a:cubicBezTo>
                  <a:cubicBezTo>
                    <a:pt x="22" y="31"/>
                    <a:pt x="21" y="32"/>
                    <a:pt x="19" y="32"/>
                  </a:cubicBezTo>
                  <a:cubicBezTo>
                    <a:pt x="16" y="30"/>
                    <a:pt x="16" y="26"/>
                    <a:pt x="14" y="24"/>
                  </a:cubicBezTo>
                  <a:cubicBezTo>
                    <a:pt x="13" y="22"/>
                    <a:pt x="12" y="20"/>
                    <a:pt x="10" y="21"/>
                  </a:cubicBezTo>
                  <a:cubicBezTo>
                    <a:pt x="6" y="21"/>
                    <a:pt x="3" y="19"/>
                    <a:pt x="1" y="16"/>
                  </a:cubicBezTo>
                  <a:cubicBezTo>
                    <a:pt x="0" y="15"/>
                    <a:pt x="0" y="13"/>
                    <a:pt x="0" y="12"/>
                  </a:cubicBezTo>
                  <a:cubicBezTo>
                    <a:pt x="1" y="9"/>
                    <a:pt x="1" y="6"/>
                    <a:pt x="1" y="3"/>
                  </a:cubicBezTo>
                  <a:close/>
                </a:path>
              </a:pathLst>
            </a:custGeom>
            <a:solidFill>
              <a:srgbClr val="FEE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5" name="Freeform 2195"/>
            <p:cNvSpPr/>
            <p:nvPr/>
          </p:nvSpPr>
          <p:spPr bwMode="auto">
            <a:xfrm>
              <a:off x="3656013" y="579439"/>
              <a:ext cx="71438" cy="174625"/>
            </a:xfrm>
            <a:custGeom>
              <a:avLst/>
              <a:gdLst>
                <a:gd name="T0" fmla="*/ 0 w 19"/>
                <a:gd name="T1" fmla="*/ 43 h 46"/>
                <a:gd name="T2" fmla="*/ 5 w 19"/>
                <a:gd name="T3" fmla="*/ 41 h 46"/>
                <a:gd name="T4" fmla="*/ 8 w 19"/>
                <a:gd name="T5" fmla="*/ 41 h 46"/>
                <a:gd name="T6" fmla="*/ 14 w 19"/>
                <a:gd name="T7" fmla="*/ 33 h 46"/>
                <a:gd name="T8" fmla="*/ 15 w 19"/>
                <a:gd name="T9" fmla="*/ 32 h 46"/>
                <a:gd name="T10" fmla="*/ 12 w 19"/>
                <a:gd name="T11" fmla="*/ 6 h 46"/>
                <a:gd name="T12" fmla="*/ 12 w 19"/>
                <a:gd name="T13" fmla="*/ 2 h 46"/>
                <a:gd name="T14" fmla="*/ 15 w 19"/>
                <a:gd name="T15" fmla="*/ 0 h 46"/>
                <a:gd name="T16" fmla="*/ 16 w 19"/>
                <a:gd name="T17" fmla="*/ 1 h 46"/>
                <a:gd name="T18" fmla="*/ 18 w 19"/>
                <a:gd name="T19" fmla="*/ 14 h 46"/>
                <a:gd name="T20" fmla="*/ 18 w 19"/>
                <a:gd name="T21" fmla="*/ 24 h 46"/>
                <a:gd name="T22" fmla="*/ 18 w 19"/>
                <a:gd name="T23" fmla="*/ 36 h 46"/>
                <a:gd name="T24" fmla="*/ 10 w 19"/>
                <a:gd name="T25" fmla="*/ 44 h 46"/>
                <a:gd name="T26" fmla="*/ 0 w 19"/>
                <a:gd name="T27" fmla="*/ 4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46">
                  <a:moveTo>
                    <a:pt x="0" y="43"/>
                  </a:moveTo>
                  <a:cubicBezTo>
                    <a:pt x="1" y="41"/>
                    <a:pt x="2" y="38"/>
                    <a:pt x="5" y="41"/>
                  </a:cubicBezTo>
                  <a:cubicBezTo>
                    <a:pt x="6" y="43"/>
                    <a:pt x="9" y="42"/>
                    <a:pt x="8" y="41"/>
                  </a:cubicBezTo>
                  <a:cubicBezTo>
                    <a:pt x="7" y="35"/>
                    <a:pt x="11" y="35"/>
                    <a:pt x="14" y="33"/>
                  </a:cubicBezTo>
                  <a:cubicBezTo>
                    <a:pt x="14" y="33"/>
                    <a:pt x="14" y="32"/>
                    <a:pt x="15" y="32"/>
                  </a:cubicBezTo>
                  <a:cubicBezTo>
                    <a:pt x="16" y="23"/>
                    <a:pt x="12" y="15"/>
                    <a:pt x="12" y="6"/>
                  </a:cubicBezTo>
                  <a:cubicBezTo>
                    <a:pt x="12" y="5"/>
                    <a:pt x="11" y="4"/>
                    <a:pt x="12" y="2"/>
                  </a:cubicBezTo>
                  <a:cubicBezTo>
                    <a:pt x="12" y="1"/>
                    <a:pt x="13" y="0"/>
                    <a:pt x="15" y="0"/>
                  </a:cubicBezTo>
                  <a:cubicBezTo>
                    <a:pt x="15" y="0"/>
                    <a:pt x="15" y="1"/>
                    <a:pt x="16" y="1"/>
                  </a:cubicBezTo>
                  <a:cubicBezTo>
                    <a:pt x="15" y="6"/>
                    <a:pt x="17" y="10"/>
                    <a:pt x="18" y="14"/>
                  </a:cubicBezTo>
                  <a:cubicBezTo>
                    <a:pt x="19" y="18"/>
                    <a:pt x="19" y="21"/>
                    <a:pt x="18" y="24"/>
                  </a:cubicBezTo>
                  <a:cubicBezTo>
                    <a:pt x="17" y="28"/>
                    <a:pt x="19" y="32"/>
                    <a:pt x="18" y="36"/>
                  </a:cubicBezTo>
                  <a:cubicBezTo>
                    <a:pt x="18" y="42"/>
                    <a:pt x="16" y="44"/>
                    <a:pt x="10" y="44"/>
                  </a:cubicBezTo>
                  <a:cubicBezTo>
                    <a:pt x="7" y="44"/>
                    <a:pt x="3" y="46"/>
                    <a:pt x="0" y="43"/>
                  </a:cubicBezTo>
                  <a:close/>
                </a:path>
              </a:pathLst>
            </a:custGeom>
            <a:solidFill>
              <a:srgbClr val="FEEC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6" name="Freeform 2196"/>
            <p:cNvSpPr/>
            <p:nvPr/>
          </p:nvSpPr>
          <p:spPr bwMode="auto">
            <a:xfrm>
              <a:off x="3449638" y="652464"/>
              <a:ext cx="109538" cy="44450"/>
            </a:xfrm>
            <a:custGeom>
              <a:avLst/>
              <a:gdLst>
                <a:gd name="T0" fmla="*/ 15 w 29"/>
                <a:gd name="T1" fmla="*/ 12 h 12"/>
                <a:gd name="T2" fmla="*/ 3 w 29"/>
                <a:gd name="T3" fmla="*/ 12 h 12"/>
                <a:gd name="T4" fmla="*/ 2 w 29"/>
                <a:gd name="T5" fmla="*/ 9 h 12"/>
                <a:gd name="T6" fmla="*/ 20 w 29"/>
                <a:gd name="T7" fmla="*/ 0 h 12"/>
                <a:gd name="T8" fmla="*/ 17 w 29"/>
                <a:gd name="T9" fmla="*/ 8 h 12"/>
                <a:gd name="T10" fmla="*/ 25 w 29"/>
                <a:gd name="T11" fmla="*/ 4 h 12"/>
                <a:gd name="T12" fmla="*/ 28 w 29"/>
                <a:gd name="T13" fmla="*/ 4 h 12"/>
                <a:gd name="T14" fmla="*/ 28 w 29"/>
                <a:gd name="T15" fmla="*/ 5 h 12"/>
                <a:gd name="T16" fmla="*/ 28 w 29"/>
                <a:gd name="T17" fmla="*/ 5 h 12"/>
                <a:gd name="T18" fmla="*/ 23 w 29"/>
                <a:gd name="T19" fmla="*/ 9 h 12"/>
                <a:gd name="T20" fmla="*/ 18 w 29"/>
                <a:gd name="T21" fmla="*/ 11 h 12"/>
                <a:gd name="T22" fmla="*/ 15 w 29"/>
                <a:gd name="T2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" h="12">
                  <a:moveTo>
                    <a:pt x="15" y="12"/>
                  </a:moveTo>
                  <a:cubicBezTo>
                    <a:pt x="11" y="12"/>
                    <a:pt x="7" y="12"/>
                    <a:pt x="3" y="12"/>
                  </a:cubicBezTo>
                  <a:cubicBezTo>
                    <a:pt x="1" y="12"/>
                    <a:pt x="0" y="11"/>
                    <a:pt x="2" y="9"/>
                  </a:cubicBezTo>
                  <a:cubicBezTo>
                    <a:pt x="6" y="4"/>
                    <a:pt x="12" y="0"/>
                    <a:pt x="20" y="0"/>
                  </a:cubicBezTo>
                  <a:cubicBezTo>
                    <a:pt x="21" y="4"/>
                    <a:pt x="20" y="6"/>
                    <a:pt x="17" y="8"/>
                  </a:cubicBezTo>
                  <a:cubicBezTo>
                    <a:pt x="20" y="7"/>
                    <a:pt x="23" y="7"/>
                    <a:pt x="25" y="4"/>
                  </a:cubicBezTo>
                  <a:cubicBezTo>
                    <a:pt x="26" y="3"/>
                    <a:pt x="27" y="3"/>
                    <a:pt x="28" y="4"/>
                  </a:cubicBezTo>
                  <a:cubicBezTo>
                    <a:pt x="28" y="4"/>
                    <a:pt x="29" y="4"/>
                    <a:pt x="28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7" y="6"/>
                    <a:pt x="25" y="8"/>
                    <a:pt x="23" y="9"/>
                  </a:cubicBezTo>
                  <a:cubicBezTo>
                    <a:pt x="22" y="10"/>
                    <a:pt x="20" y="10"/>
                    <a:pt x="18" y="11"/>
                  </a:cubicBezTo>
                  <a:cubicBezTo>
                    <a:pt x="17" y="11"/>
                    <a:pt x="16" y="11"/>
                    <a:pt x="15" y="12"/>
                  </a:cubicBezTo>
                  <a:close/>
                </a:path>
              </a:pathLst>
            </a:custGeom>
            <a:solidFill>
              <a:srgbClr val="FED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7" name="Freeform 2197"/>
            <p:cNvSpPr/>
            <p:nvPr/>
          </p:nvSpPr>
          <p:spPr bwMode="auto">
            <a:xfrm>
              <a:off x="3551238" y="633414"/>
              <a:ext cx="49213" cy="49213"/>
            </a:xfrm>
            <a:custGeom>
              <a:avLst/>
              <a:gdLst>
                <a:gd name="T0" fmla="*/ 1 w 13"/>
                <a:gd name="T1" fmla="*/ 10 h 13"/>
                <a:gd name="T2" fmla="*/ 1 w 13"/>
                <a:gd name="T3" fmla="*/ 9 h 13"/>
                <a:gd name="T4" fmla="*/ 2 w 13"/>
                <a:gd name="T5" fmla="*/ 4 h 13"/>
                <a:gd name="T6" fmla="*/ 5 w 13"/>
                <a:gd name="T7" fmla="*/ 4 h 13"/>
                <a:gd name="T8" fmla="*/ 10 w 13"/>
                <a:gd name="T9" fmla="*/ 0 h 13"/>
                <a:gd name="T10" fmla="*/ 10 w 13"/>
                <a:gd name="T11" fmla="*/ 13 h 13"/>
                <a:gd name="T12" fmla="*/ 1 w 13"/>
                <a:gd name="T13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1" y="10"/>
                  </a:moveTo>
                  <a:cubicBezTo>
                    <a:pt x="1" y="10"/>
                    <a:pt x="1" y="9"/>
                    <a:pt x="1" y="9"/>
                  </a:cubicBezTo>
                  <a:cubicBezTo>
                    <a:pt x="0" y="7"/>
                    <a:pt x="1" y="6"/>
                    <a:pt x="2" y="4"/>
                  </a:cubicBezTo>
                  <a:cubicBezTo>
                    <a:pt x="3" y="4"/>
                    <a:pt x="4" y="4"/>
                    <a:pt x="5" y="4"/>
                  </a:cubicBezTo>
                  <a:cubicBezTo>
                    <a:pt x="9" y="5"/>
                    <a:pt x="9" y="3"/>
                    <a:pt x="10" y="0"/>
                  </a:cubicBezTo>
                  <a:cubicBezTo>
                    <a:pt x="13" y="5"/>
                    <a:pt x="10" y="9"/>
                    <a:pt x="10" y="13"/>
                  </a:cubicBezTo>
                  <a:cubicBezTo>
                    <a:pt x="7" y="11"/>
                    <a:pt x="5" y="9"/>
                    <a:pt x="1" y="10"/>
                  </a:cubicBezTo>
                  <a:close/>
                </a:path>
              </a:pathLst>
            </a:custGeom>
            <a:solidFill>
              <a:srgbClr val="FE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8" name="Freeform 2198"/>
            <p:cNvSpPr/>
            <p:nvPr/>
          </p:nvSpPr>
          <p:spPr bwMode="auto">
            <a:xfrm>
              <a:off x="3427413" y="723901"/>
              <a:ext cx="44450" cy="3175"/>
            </a:xfrm>
            <a:custGeom>
              <a:avLst/>
              <a:gdLst>
                <a:gd name="T0" fmla="*/ 0 w 12"/>
                <a:gd name="T1" fmla="*/ 0 h 1"/>
                <a:gd name="T2" fmla="*/ 12 w 12"/>
                <a:gd name="T3" fmla="*/ 0 h 1"/>
                <a:gd name="T4" fmla="*/ 0 w 1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">
                  <a:moveTo>
                    <a:pt x="0" y="0"/>
                  </a:moveTo>
                  <a:cubicBezTo>
                    <a:pt x="4" y="0"/>
                    <a:pt x="8" y="0"/>
                    <a:pt x="12" y="0"/>
                  </a:cubicBez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59" name="Freeform 2199"/>
            <p:cNvSpPr/>
            <p:nvPr/>
          </p:nvSpPr>
          <p:spPr bwMode="auto">
            <a:xfrm>
              <a:off x="3724276" y="633414"/>
              <a:ext cx="7938" cy="36513"/>
            </a:xfrm>
            <a:custGeom>
              <a:avLst/>
              <a:gdLst>
                <a:gd name="T0" fmla="*/ 0 w 2"/>
                <a:gd name="T1" fmla="*/ 10 h 10"/>
                <a:gd name="T2" fmla="*/ 0 w 2"/>
                <a:gd name="T3" fmla="*/ 0 h 10"/>
                <a:gd name="T4" fmla="*/ 0 w 2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0">
                  <a:moveTo>
                    <a:pt x="0" y="10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2" y="4"/>
                    <a:pt x="2" y="7"/>
                    <a:pt x="0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0" name="Freeform 2200"/>
            <p:cNvSpPr/>
            <p:nvPr/>
          </p:nvSpPr>
          <p:spPr bwMode="auto">
            <a:xfrm>
              <a:off x="3803651" y="477839"/>
              <a:ext cx="14288" cy="34925"/>
            </a:xfrm>
            <a:custGeom>
              <a:avLst/>
              <a:gdLst>
                <a:gd name="T0" fmla="*/ 2 w 4"/>
                <a:gd name="T1" fmla="*/ 9 h 9"/>
                <a:gd name="T2" fmla="*/ 0 w 4"/>
                <a:gd name="T3" fmla="*/ 0 h 9"/>
                <a:gd name="T4" fmla="*/ 2 w 4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9">
                  <a:moveTo>
                    <a:pt x="2" y="9"/>
                  </a:moveTo>
                  <a:cubicBezTo>
                    <a:pt x="2" y="6"/>
                    <a:pt x="2" y="3"/>
                    <a:pt x="0" y="0"/>
                  </a:cubicBezTo>
                  <a:cubicBezTo>
                    <a:pt x="4" y="3"/>
                    <a:pt x="3" y="6"/>
                    <a:pt x="2" y="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1" name="Freeform 2201"/>
            <p:cNvSpPr/>
            <p:nvPr/>
          </p:nvSpPr>
          <p:spPr bwMode="auto">
            <a:xfrm>
              <a:off x="3475038" y="436564"/>
              <a:ext cx="26988" cy="7938"/>
            </a:xfrm>
            <a:custGeom>
              <a:avLst/>
              <a:gdLst>
                <a:gd name="T0" fmla="*/ 7 w 7"/>
                <a:gd name="T1" fmla="*/ 1 h 2"/>
                <a:gd name="T2" fmla="*/ 0 w 7"/>
                <a:gd name="T3" fmla="*/ 1 h 2"/>
                <a:gd name="T4" fmla="*/ 7 w 7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2">
                  <a:moveTo>
                    <a:pt x="7" y="1"/>
                  </a:moveTo>
                  <a:cubicBezTo>
                    <a:pt x="5" y="1"/>
                    <a:pt x="2" y="2"/>
                    <a:pt x="0" y="1"/>
                  </a:cubicBezTo>
                  <a:cubicBezTo>
                    <a:pt x="2" y="1"/>
                    <a:pt x="5" y="0"/>
                    <a:pt x="7" y="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2" name="Freeform 2202"/>
            <p:cNvSpPr/>
            <p:nvPr/>
          </p:nvSpPr>
          <p:spPr bwMode="auto">
            <a:xfrm>
              <a:off x="3460751" y="561976"/>
              <a:ext cx="14288" cy="17463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0 w 4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3" y="1"/>
                    <a:pt x="4" y="3"/>
                    <a:pt x="2" y="5"/>
                  </a:cubicBezTo>
                  <a:cubicBezTo>
                    <a:pt x="2" y="3"/>
                    <a:pt x="1" y="2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3" name="Freeform 2203"/>
            <p:cNvSpPr/>
            <p:nvPr/>
          </p:nvSpPr>
          <p:spPr bwMode="auto">
            <a:xfrm>
              <a:off x="3367088" y="433389"/>
              <a:ext cx="11113" cy="11113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3 h 3"/>
                <a:gd name="T4" fmla="*/ 3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2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4" name="Freeform 2204"/>
            <p:cNvSpPr/>
            <p:nvPr/>
          </p:nvSpPr>
          <p:spPr bwMode="auto">
            <a:xfrm>
              <a:off x="3441701" y="636589"/>
              <a:ext cx="11113" cy="19050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2 w 3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2" y="2"/>
                    <a:pt x="3" y="4"/>
                    <a:pt x="0" y="5"/>
                  </a:cubicBezTo>
                  <a:cubicBezTo>
                    <a:pt x="1" y="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5" name="Freeform 2205"/>
            <p:cNvSpPr/>
            <p:nvPr/>
          </p:nvSpPr>
          <p:spPr bwMode="auto">
            <a:xfrm>
              <a:off x="3449638" y="542926"/>
              <a:ext cx="11113" cy="11113"/>
            </a:xfrm>
            <a:custGeom>
              <a:avLst/>
              <a:gdLst>
                <a:gd name="T0" fmla="*/ 0 w 3"/>
                <a:gd name="T1" fmla="*/ 0 h 3"/>
                <a:gd name="T2" fmla="*/ 3 w 3"/>
                <a:gd name="T3" fmla="*/ 3 h 3"/>
                <a:gd name="T4" fmla="*/ 0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1"/>
                    <a:pt x="2" y="2"/>
                    <a:pt x="3" y="3"/>
                  </a:cubicBezTo>
                  <a:cubicBezTo>
                    <a:pt x="1" y="3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6" name="Freeform 2206"/>
            <p:cNvSpPr/>
            <p:nvPr/>
          </p:nvSpPr>
          <p:spPr bwMode="auto">
            <a:xfrm>
              <a:off x="3517901" y="685801"/>
              <a:ext cx="17463" cy="7938"/>
            </a:xfrm>
            <a:custGeom>
              <a:avLst/>
              <a:gdLst>
                <a:gd name="T0" fmla="*/ 0 w 5"/>
                <a:gd name="T1" fmla="*/ 2 h 2"/>
                <a:gd name="T2" fmla="*/ 5 w 5"/>
                <a:gd name="T3" fmla="*/ 0 h 2"/>
                <a:gd name="T4" fmla="*/ 0 w 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1"/>
                    <a:pt x="4" y="0"/>
                    <a:pt x="5" y="0"/>
                  </a:cubicBezTo>
                  <a:cubicBezTo>
                    <a:pt x="4" y="2"/>
                    <a:pt x="2" y="2"/>
                    <a:pt x="0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7" name="Freeform 2207"/>
            <p:cNvSpPr/>
            <p:nvPr/>
          </p:nvSpPr>
          <p:spPr bwMode="auto">
            <a:xfrm>
              <a:off x="3408363" y="425451"/>
              <a:ext cx="19050" cy="7938"/>
            </a:xfrm>
            <a:custGeom>
              <a:avLst/>
              <a:gdLst>
                <a:gd name="T0" fmla="*/ 5 w 5"/>
                <a:gd name="T1" fmla="*/ 2 h 2"/>
                <a:gd name="T2" fmla="*/ 0 w 5"/>
                <a:gd name="T3" fmla="*/ 1 h 2"/>
                <a:gd name="T4" fmla="*/ 5 w 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cubicBezTo>
                    <a:pt x="3" y="2"/>
                    <a:pt x="1" y="2"/>
                    <a:pt x="0" y="1"/>
                  </a:cubicBezTo>
                  <a:cubicBezTo>
                    <a:pt x="1" y="1"/>
                    <a:pt x="3" y="0"/>
                    <a:pt x="5" y="2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8" name="Freeform 2208"/>
            <p:cNvSpPr/>
            <p:nvPr/>
          </p:nvSpPr>
          <p:spPr bwMode="auto">
            <a:xfrm>
              <a:off x="3633788" y="534989"/>
              <a:ext cx="87313" cy="165100"/>
            </a:xfrm>
            <a:custGeom>
              <a:avLst/>
              <a:gdLst>
                <a:gd name="T0" fmla="*/ 19 w 23"/>
                <a:gd name="T1" fmla="*/ 14 h 44"/>
                <a:gd name="T2" fmla="*/ 22 w 23"/>
                <a:gd name="T3" fmla="*/ 36 h 44"/>
                <a:gd name="T4" fmla="*/ 21 w 23"/>
                <a:gd name="T5" fmla="*/ 44 h 44"/>
                <a:gd name="T6" fmla="*/ 13 w 23"/>
                <a:gd name="T7" fmla="*/ 42 h 44"/>
                <a:gd name="T8" fmla="*/ 12 w 23"/>
                <a:gd name="T9" fmla="*/ 37 h 44"/>
                <a:gd name="T10" fmla="*/ 11 w 23"/>
                <a:gd name="T11" fmla="*/ 32 h 44"/>
                <a:gd name="T12" fmla="*/ 11 w 23"/>
                <a:gd name="T13" fmla="*/ 28 h 44"/>
                <a:gd name="T14" fmla="*/ 14 w 23"/>
                <a:gd name="T15" fmla="*/ 26 h 44"/>
                <a:gd name="T16" fmla="*/ 9 w 23"/>
                <a:gd name="T17" fmla="*/ 24 h 44"/>
                <a:gd name="T18" fmla="*/ 10 w 23"/>
                <a:gd name="T19" fmla="*/ 18 h 44"/>
                <a:gd name="T20" fmla="*/ 8 w 23"/>
                <a:gd name="T21" fmla="*/ 21 h 44"/>
                <a:gd name="T22" fmla="*/ 6 w 23"/>
                <a:gd name="T23" fmla="*/ 30 h 44"/>
                <a:gd name="T24" fmla="*/ 5 w 23"/>
                <a:gd name="T25" fmla="*/ 28 h 44"/>
                <a:gd name="T26" fmla="*/ 1 w 23"/>
                <a:gd name="T27" fmla="*/ 8 h 44"/>
                <a:gd name="T28" fmla="*/ 12 w 23"/>
                <a:gd name="T29" fmla="*/ 1 h 44"/>
                <a:gd name="T30" fmla="*/ 13 w 23"/>
                <a:gd name="T31" fmla="*/ 4 h 44"/>
                <a:gd name="T32" fmla="*/ 14 w 23"/>
                <a:gd name="T33" fmla="*/ 4 h 44"/>
                <a:gd name="T34" fmla="*/ 13 w 23"/>
                <a:gd name="T35" fmla="*/ 4 h 44"/>
                <a:gd name="T36" fmla="*/ 18 w 23"/>
                <a:gd name="T37" fmla="*/ 0 h 44"/>
                <a:gd name="T38" fmla="*/ 21 w 23"/>
                <a:gd name="T39" fmla="*/ 3 h 44"/>
                <a:gd name="T40" fmla="*/ 21 w 23"/>
                <a:gd name="T41" fmla="*/ 10 h 44"/>
                <a:gd name="T42" fmla="*/ 21 w 23"/>
                <a:gd name="T43" fmla="*/ 10 h 44"/>
                <a:gd name="T44" fmla="*/ 18 w 23"/>
                <a:gd name="T45" fmla="*/ 9 h 44"/>
                <a:gd name="T46" fmla="*/ 19 w 23"/>
                <a:gd name="T47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" h="44">
                  <a:moveTo>
                    <a:pt x="19" y="14"/>
                  </a:moveTo>
                  <a:cubicBezTo>
                    <a:pt x="19" y="22"/>
                    <a:pt x="21" y="29"/>
                    <a:pt x="22" y="36"/>
                  </a:cubicBezTo>
                  <a:cubicBezTo>
                    <a:pt x="23" y="39"/>
                    <a:pt x="23" y="42"/>
                    <a:pt x="21" y="44"/>
                  </a:cubicBezTo>
                  <a:cubicBezTo>
                    <a:pt x="18" y="44"/>
                    <a:pt x="15" y="44"/>
                    <a:pt x="13" y="42"/>
                  </a:cubicBezTo>
                  <a:cubicBezTo>
                    <a:pt x="14" y="40"/>
                    <a:pt x="15" y="39"/>
                    <a:pt x="12" y="37"/>
                  </a:cubicBezTo>
                  <a:cubicBezTo>
                    <a:pt x="11" y="36"/>
                    <a:pt x="10" y="34"/>
                    <a:pt x="11" y="32"/>
                  </a:cubicBezTo>
                  <a:cubicBezTo>
                    <a:pt x="11" y="31"/>
                    <a:pt x="11" y="29"/>
                    <a:pt x="11" y="28"/>
                  </a:cubicBezTo>
                  <a:cubicBezTo>
                    <a:pt x="10" y="25"/>
                    <a:pt x="12" y="25"/>
                    <a:pt x="14" y="26"/>
                  </a:cubicBezTo>
                  <a:cubicBezTo>
                    <a:pt x="13" y="23"/>
                    <a:pt x="9" y="26"/>
                    <a:pt x="9" y="24"/>
                  </a:cubicBezTo>
                  <a:cubicBezTo>
                    <a:pt x="8" y="22"/>
                    <a:pt x="9" y="20"/>
                    <a:pt x="10" y="18"/>
                  </a:cubicBezTo>
                  <a:cubicBezTo>
                    <a:pt x="9" y="19"/>
                    <a:pt x="8" y="19"/>
                    <a:pt x="8" y="21"/>
                  </a:cubicBezTo>
                  <a:cubicBezTo>
                    <a:pt x="8" y="24"/>
                    <a:pt x="10" y="28"/>
                    <a:pt x="6" y="30"/>
                  </a:cubicBezTo>
                  <a:cubicBezTo>
                    <a:pt x="5" y="30"/>
                    <a:pt x="5" y="29"/>
                    <a:pt x="5" y="28"/>
                  </a:cubicBezTo>
                  <a:cubicBezTo>
                    <a:pt x="1" y="22"/>
                    <a:pt x="0" y="16"/>
                    <a:pt x="1" y="8"/>
                  </a:cubicBezTo>
                  <a:cubicBezTo>
                    <a:pt x="4" y="5"/>
                    <a:pt x="7" y="1"/>
                    <a:pt x="12" y="1"/>
                  </a:cubicBezTo>
                  <a:cubicBezTo>
                    <a:pt x="13" y="2"/>
                    <a:pt x="13" y="3"/>
                    <a:pt x="13" y="4"/>
                  </a:cubicBezTo>
                  <a:cubicBezTo>
                    <a:pt x="13" y="5"/>
                    <a:pt x="14" y="4"/>
                    <a:pt x="14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0"/>
                    <a:pt x="17" y="2"/>
                    <a:pt x="18" y="0"/>
                  </a:cubicBezTo>
                  <a:cubicBezTo>
                    <a:pt x="18" y="0"/>
                    <a:pt x="21" y="2"/>
                    <a:pt x="21" y="3"/>
                  </a:cubicBezTo>
                  <a:cubicBezTo>
                    <a:pt x="20" y="6"/>
                    <a:pt x="22" y="8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19" y="11"/>
                    <a:pt x="19" y="11"/>
                    <a:pt x="18" y="9"/>
                  </a:cubicBezTo>
                  <a:cubicBezTo>
                    <a:pt x="18" y="11"/>
                    <a:pt x="20" y="12"/>
                    <a:pt x="19" y="14"/>
                  </a:cubicBezTo>
                  <a:close/>
                </a:path>
              </a:pathLst>
            </a:custGeom>
            <a:solidFill>
              <a:srgbClr val="FED9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69" name="Freeform 2209"/>
            <p:cNvSpPr/>
            <p:nvPr/>
          </p:nvSpPr>
          <p:spPr bwMode="auto">
            <a:xfrm>
              <a:off x="3578226" y="554039"/>
              <a:ext cx="74613" cy="101600"/>
            </a:xfrm>
            <a:custGeom>
              <a:avLst/>
              <a:gdLst>
                <a:gd name="T0" fmla="*/ 16 w 20"/>
                <a:gd name="T1" fmla="*/ 3 h 27"/>
                <a:gd name="T2" fmla="*/ 20 w 20"/>
                <a:gd name="T3" fmla="*/ 23 h 27"/>
                <a:gd name="T4" fmla="*/ 15 w 20"/>
                <a:gd name="T5" fmla="*/ 26 h 27"/>
                <a:gd name="T6" fmla="*/ 10 w 20"/>
                <a:gd name="T7" fmla="*/ 22 h 27"/>
                <a:gd name="T8" fmla="*/ 6 w 20"/>
                <a:gd name="T9" fmla="*/ 21 h 27"/>
                <a:gd name="T10" fmla="*/ 3 w 20"/>
                <a:gd name="T11" fmla="*/ 21 h 27"/>
                <a:gd name="T12" fmla="*/ 1 w 20"/>
                <a:gd name="T13" fmla="*/ 15 h 27"/>
                <a:gd name="T14" fmla="*/ 4 w 20"/>
                <a:gd name="T15" fmla="*/ 16 h 27"/>
                <a:gd name="T16" fmla="*/ 3 w 20"/>
                <a:gd name="T17" fmla="*/ 14 h 27"/>
                <a:gd name="T18" fmla="*/ 6 w 20"/>
                <a:gd name="T19" fmla="*/ 10 h 27"/>
                <a:gd name="T20" fmla="*/ 9 w 20"/>
                <a:gd name="T21" fmla="*/ 9 h 27"/>
                <a:gd name="T22" fmla="*/ 8 w 20"/>
                <a:gd name="T23" fmla="*/ 7 h 27"/>
                <a:gd name="T24" fmla="*/ 6 w 20"/>
                <a:gd name="T25" fmla="*/ 8 h 27"/>
                <a:gd name="T26" fmla="*/ 1 w 20"/>
                <a:gd name="T27" fmla="*/ 7 h 27"/>
                <a:gd name="T28" fmla="*/ 2 w 20"/>
                <a:gd name="T29" fmla="*/ 4 h 27"/>
                <a:gd name="T30" fmla="*/ 5 w 20"/>
                <a:gd name="T31" fmla="*/ 0 h 27"/>
                <a:gd name="T32" fmla="*/ 6 w 20"/>
                <a:gd name="T33" fmla="*/ 1 h 27"/>
                <a:gd name="T34" fmla="*/ 14 w 20"/>
                <a:gd name="T35" fmla="*/ 3 h 27"/>
                <a:gd name="T36" fmla="*/ 16 w 20"/>
                <a:gd name="T37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3"/>
                  </a:moveTo>
                  <a:cubicBezTo>
                    <a:pt x="17" y="10"/>
                    <a:pt x="18" y="17"/>
                    <a:pt x="20" y="23"/>
                  </a:cubicBezTo>
                  <a:cubicBezTo>
                    <a:pt x="19" y="25"/>
                    <a:pt x="17" y="25"/>
                    <a:pt x="15" y="26"/>
                  </a:cubicBezTo>
                  <a:cubicBezTo>
                    <a:pt x="13" y="27"/>
                    <a:pt x="11" y="25"/>
                    <a:pt x="10" y="22"/>
                  </a:cubicBezTo>
                  <a:cubicBezTo>
                    <a:pt x="9" y="19"/>
                    <a:pt x="8" y="19"/>
                    <a:pt x="6" y="21"/>
                  </a:cubicBezTo>
                  <a:cubicBezTo>
                    <a:pt x="4" y="23"/>
                    <a:pt x="4" y="20"/>
                    <a:pt x="3" y="21"/>
                  </a:cubicBezTo>
                  <a:cubicBezTo>
                    <a:pt x="4" y="18"/>
                    <a:pt x="0" y="17"/>
                    <a:pt x="1" y="15"/>
                  </a:cubicBezTo>
                  <a:cubicBezTo>
                    <a:pt x="2" y="15"/>
                    <a:pt x="2" y="17"/>
                    <a:pt x="4" y="16"/>
                  </a:cubicBezTo>
                  <a:cubicBezTo>
                    <a:pt x="5" y="15"/>
                    <a:pt x="4" y="15"/>
                    <a:pt x="3" y="14"/>
                  </a:cubicBezTo>
                  <a:cubicBezTo>
                    <a:pt x="2" y="11"/>
                    <a:pt x="2" y="9"/>
                    <a:pt x="6" y="10"/>
                  </a:cubicBezTo>
                  <a:cubicBezTo>
                    <a:pt x="7" y="10"/>
                    <a:pt x="8" y="11"/>
                    <a:pt x="9" y="9"/>
                  </a:cubicBezTo>
                  <a:cubicBezTo>
                    <a:pt x="9" y="8"/>
                    <a:pt x="10" y="7"/>
                    <a:pt x="8" y="7"/>
                  </a:cubicBezTo>
                  <a:cubicBezTo>
                    <a:pt x="7" y="7"/>
                    <a:pt x="7" y="6"/>
                    <a:pt x="6" y="8"/>
                  </a:cubicBezTo>
                  <a:cubicBezTo>
                    <a:pt x="3" y="11"/>
                    <a:pt x="3" y="5"/>
                    <a:pt x="1" y="7"/>
                  </a:cubicBezTo>
                  <a:cubicBezTo>
                    <a:pt x="0" y="5"/>
                    <a:pt x="1" y="5"/>
                    <a:pt x="2" y="4"/>
                  </a:cubicBezTo>
                  <a:cubicBezTo>
                    <a:pt x="3" y="3"/>
                    <a:pt x="3" y="1"/>
                    <a:pt x="5" y="0"/>
                  </a:cubicBezTo>
                  <a:cubicBezTo>
                    <a:pt x="5" y="0"/>
                    <a:pt x="6" y="0"/>
                    <a:pt x="6" y="1"/>
                  </a:cubicBezTo>
                  <a:cubicBezTo>
                    <a:pt x="7" y="6"/>
                    <a:pt x="9" y="7"/>
                    <a:pt x="14" y="3"/>
                  </a:cubicBezTo>
                  <a:cubicBezTo>
                    <a:pt x="15" y="2"/>
                    <a:pt x="16" y="3"/>
                    <a:pt x="16" y="3"/>
                  </a:cubicBezTo>
                  <a:close/>
                </a:path>
              </a:pathLst>
            </a:custGeom>
            <a:solidFill>
              <a:srgbClr val="FE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0" name="Freeform 2210"/>
            <p:cNvSpPr/>
            <p:nvPr/>
          </p:nvSpPr>
          <p:spPr bwMode="auto">
            <a:xfrm>
              <a:off x="3589338" y="331789"/>
              <a:ext cx="66675" cy="96838"/>
            </a:xfrm>
            <a:custGeom>
              <a:avLst/>
              <a:gdLst>
                <a:gd name="T0" fmla="*/ 15 w 18"/>
                <a:gd name="T1" fmla="*/ 9 h 26"/>
                <a:gd name="T2" fmla="*/ 15 w 18"/>
                <a:gd name="T3" fmla="*/ 26 h 26"/>
                <a:gd name="T4" fmla="*/ 3 w 18"/>
                <a:gd name="T5" fmla="*/ 15 h 26"/>
                <a:gd name="T6" fmla="*/ 1 w 18"/>
                <a:gd name="T7" fmla="*/ 7 h 26"/>
                <a:gd name="T8" fmla="*/ 3 w 18"/>
                <a:gd name="T9" fmla="*/ 1 h 26"/>
                <a:gd name="T10" fmla="*/ 12 w 18"/>
                <a:gd name="T11" fmla="*/ 2 h 26"/>
                <a:gd name="T12" fmla="*/ 15 w 18"/>
                <a:gd name="T13" fmla="*/ 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6">
                  <a:moveTo>
                    <a:pt x="15" y="9"/>
                  </a:moveTo>
                  <a:cubicBezTo>
                    <a:pt x="16" y="14"/>
                    <a:pt x="18" y="20"/>
                    <a:pt x="15" y="26"/>
                  </a:cubicBezTo>
                  <a:cubicBezTo>
                    <a:pt x="9" y="25"/>
                    <a:pt x="3" y="21"/>
                    <a:pt x="3" y="15"/>
                  </a:cubicBezTo>
                  <a:cubicBezTo>
                    <a:pt x="2" y="12"/>
                    <a:pt x="0" y="10"/>
                    <a:pt x="1" y="7"/>
                  </a:cubicBezTo>
                  <a:cubicBezTo>
                    <a:pt x="1" y="5"/>
                    <a:pt x="0" y="2"/>
                    <a:pt x="3" y="1"/>
                  </a:cubicBezTo>
                  <a:cubicBezTo>
                    <a:pt x="6" y="0"/>
                    <a:pt x="9" y="0"/>
                    <a:pt x="12" y="2"/>
                  </a:cubicBezTo>
                  <a:cubicBezTo>
                    <a:pt x="14" y="4"/>
                    <a:pt x="14" y="7"/>
                    <a:pt x="15" y="9"/>
                  </a:cubicBezTo>
                  <a:close/>
                </a:path>
              </a:pathLst>
            </a:custGeom>
            <a:solidFill>
              <a:srgbClr val="FEDD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1" name="Freeform 2211"/>
            <p:cNvSpPr/>
            <p:nvPr/>
          </p:nvSpPr>
          <p:spPr bwMode="auto">
            <a:xfrm>
              <a:off x="3408363" y="455614"/>
              <a:ext cx="82550" cy="82550"/>
            </a:xfrm>
            <a:custGeom>
              <a:avLst/>
              <a:gdLst>
                <a:gd name="T0" fmla="*/ 21 w 22"/>
                <a:gd name="T1" fmla="*/ 18 h 22"/>
                <a:gd name="T2" fmla="*/ 20 w 22"/>
                <a:gd name="T3" fmla="*/ 21 h 22"/>
                <a:gd name="T4" fmla="*/ 16 w 22"/>
                <a:gd name="T5" fmla="*/ 20 h 22"/>
                <a:gd name="T6" fmla="*/ 2 w 22"/>
                <a:gd name="T7" fmla="*/ 5 h 22"/>
                <a:gd name="T8" fmla="*/ 1 w 22"/>
                <a:gd name="T9" fmla="*/ 1 h 22"/>
                <a:gd name="T10" fmla="*/ 5 w 22"/>
                <a:gd name="T11" fmla="*/ 0 h 22"/>
                <a:gd name="T12" fmla="*/ 21 w 22"/>
                <a:gd name="T13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21" y="18"/>
                  </a:moveTo>
                  <a:cubicBezTo>
                    <a:pt x="21" y="18"/>
                    <a:pt x="21" y="20"/>
                    <a:pt x="20" y="21"/>
                  </a:cubicBezTo>
                  <a:cubicBezTo>
                    <a:pt x="19" y="22"/>
                    <a:pt x="17" y="20"/>
                    <a:pt x="16" y="20"/>
                  </a:cubicBezTo>
                  <a:cubicBezTo>
                    <a:pt x="9" y="16"/>
                    <a:pt x="6" y="11"/>
                    <a:pt x="2" y="5"/>
                  </a:cubicBez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11" y="0"/>
                    <a:pt x="22" y="11"/>
                    <a:pt x="21" y="18"/>
                  </a:cubicBezTo>
                  <a:close/>
                </a:path>
              </a:pathLst>
            </a:custGeom>
            <a:solidFill>
              <a:srgbClr val="FEDC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2" name="Freeform 2212"/>
            <p:cNvSpPr/>
            <p:nvPr/>
          </p:nvSpPr>
          <p:spPr bwMode="auto">
            <a:xfrm>
              <a:off x="3675063" y="508001"/>
              <a:ext cx="76200" cy="65088"/>
            </a:xfrm>
            <a:custGeom>
              <a:avLst/>
              <a:gdLst>
                <a:gd name="T0" fmla="*/ 10 w 20"/>
                <a:gd name="T1" fmla="*/ 17 h 17"/>
                <a:gd name="T2" fmla="*/ 7 w 20"/>
                <a:gd name="T3" fmla="*/ 8 h 17"/>
                <a:gd name="T4" fmla="*/ 3 w 20"/>
                <a:gd name="T5" fmla="*/ 10 h 17"/>
                <a:gd name="T6" fmla="*/ 3 w 20"/>
                <a:gd name="T7" fmla="*/ 11 h 17"/>
                <a:gd name="T8" fmla="*/ 3 w 20"/>
                <a:gd name="T9" fmla="*/ 14 h 17"/>
                <a:gd name="T10" fmla="*/ 2 w 20"/>
                <a:gd name="T11" fmla="*/ 12 h 17"/>
                <a:gd name="T12" fmla="*/ 1 w 20"/>
                <a:gd name="T13" fmla="*/ 8 h 17"/>
                <a:gd name="T14" fmla="*/ 1 w 20"/>
                <a:gd name="T15" fmla="*/ 8 h 17"/>
                <a:gd name="T16" fmla="*/ 9 w 20"/>
                <a:gd name="T17" fmla="*/ 4 h 17"/>
                <a:gd name="T18" fmla="*/ 13 w 20"/>
                <a:gd name="T19" fmla="*/ 2 h 17"/>
                <a:gd name="T20" fmla="*/ 14 w 20"/>
                <a:gd name="T21" fmla="*/ 2 h 17"/>
                <a:gd name="T22" fmla="*/ 18 w 20"/>
                <a:gd name="T23" fmla="*/ 0 h 17"/>
                <a:gd name="T24" fmla="*/ 20 w 20"/>
                <a:gd name="T25" fmla="*/ 2 h 17"/>
                <a:gd name="T26" fmla="*/ 18 w 20"/>
                <a:gd name="T27" fmla="*/ 7 h 17"/>
                <a:gd name="T28" fmla="*/ 17 w 20"/>
                <a:gd name="T29" fmla="*/ 10 h 17"/>
                <a:gd name="T30" fmla="*/ 10 w 20"/>
                <a:gd name="T3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17">
                  <a:moveTo>
                    <a:pt x="10" y="17"/>
                  </a:moveTo>
                  <a:cubicBezTo>
                    <a:pt x="7" y="14"/>
                    <a:pt x="10" y="11"/>
                    <a:pt x="7" y="8"/>
                  </a:cubicBezTo>
                  <a:cubicBezTo>
                    <a:pt x="7" y="13"/>
                    <a:pt x="4" y="8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4" y="14"/>
                    <a:pt x="3" y="14"/>
                  </a:cubicBezTo>
                  <a:cubicBezTo>
                    <a:pt x="0" y="14"/>
                    <a:pt x="2" y="12"/>
                    <a:pt x="2" y="12"/>
                  </a:cubicBezTo>
                  <a:cubicBezTo>
                    <a:pt x="1" y="11"/>
                    <a:pt x="1" y="9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3" y="6"/>
                    <a:pt x="6" y="5"/>
                    <a:pt x="9" y="4"/>
                  </a:cubicBezTo>
                  <a:cubicBezTo>
                    <a:pt x="10" y="3"/>
                    <a:pt x="11" y="3"/>
                    <a:pt x="13" y="2"/>
                  </a:cubicBezTo>
                  <a:cubicBezTo>
                    <a:pt x="13" y="1"/>
                    <a:pt x="13" y="3"/>
                    <a:pt x="14" y="2"/>
                  </a:cubicBezTo>
                  <a:cubicBezTo>
                    <a:pt x="14" y="0"/>
                    <a:pt x="16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4"/>
                    <a:pt x="20" y="6"/>
                    <a:pt x="18" y="7"/>
                  </a:cubicBezTo>
                  <a:cubicBezTo>
                    <a:pt x="15" y="7"/>
                    <a:pt x="18" y="9"/>
                    <a:pt x="17" y="10"/>
                  </a:cubicBezTo>
                  <a:cubicBezTo>
                    <a:pt x="15" y="12"/>
                    <a:pt x="12" y="15"/>
                    <a:pt x="10" y="17"/>
                  </a:cubicBezTo>
                  <a:close/>
                </a:path>
              </a:pathLst>
            </a:custGeom>
            <a:solidFill>
              <a:srgbClr val="FEDB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3" name="Freeform 2213"/>
            <p:cNvSpPr/>
            <p:nvPr/>
          </p:nvSpPr>
          <p:spPr bwMode="auto">
            <a:xfrm>
              <a:off x="3509963" y="647701"/>
              <a:ext cx="49213" cy="41275"/>
            </a:xfrm>
            <a:custGeom>
              <a:avLst/>
              <a:gdLst>
                <a:gd name="T0" fmla="*/ 13 w 13"/>
                <a:gd name="T1" fmla="*/ 0 h 11"/>
                <a:gd name="T2" fmla="*/ 12 w 13"/>
                <a:gd name="T3" fmla="*/ 5 h 11"/>
                <a:gd name="T4" fmla="*/ 10 w 13"/>
                <a:gd name="T5" fmla="*/ 5 h 11"/>
                <a:gd name="T6" fmla="*/ 0 w 13"/>
                <a:gd name="T7" fmla="*/ 11 h 11"/>
                <a:gd name="T8" fmla="*/ 4 w 13"/>
                <a:gd name="T9" fmla="*/ 1 h 11"/>
                <a:gd name="T10" fmla="*/ 13 w 13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1">
                  <a:moveTo>
                    <a:pt x="13" y="0"/>
                  </a:moveTo>
                  <a:cubicBezTo>
                    <a:pt x="13" y="2"/>
                    <a:pt x="13" y="3"/>
                    <a:pt x="12" y="5"/>
                  </a:cubicBezTo>
                  <a:cubicBezTo>
                    <a:pt x="11" y="5"/>
                    <a:pt x="10" y="5"/>
                    <a:pt x="10" y="5"/>
                  </a:cubicBezTo>
                  <a:cubicBezTo>
                    <a:pt x="8" y="11"/>
                    <a:pt x="2" y="8"/>
                    <a:pt x="0" y="11"/>
                  </a:cubicBezTo>
                  <a:cubicBezTo>
                    <a:pt x="1" y="8"/>
                    <a:pt x="4" y="5"/>
                    <a:pt x="4" y="1"/>
                  </a:cubicBezTo>
                  <a:cubicBezTo>
                    <a:pt x="7" y="1"/>
                    <a:pt x="10" y="2"/>
                    <a:pt x="13" y="0"/>
                  </a:cubicBezTo>
                  <a:close/>
                </a:path>
              </a:pathLst>
            </a:custGeom>
            <a:solidFill>
              <a:srgbClr val="FED6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4" name="Freeform 2214"/>
            <p:cNvSpPr/>
            <p:nvPr/>
          </p:nvSpPr>
          <p:spPr bwMode="auto">
            <a:xfrm>
              <a:off x="3608388" y="452439"/>
              <a:ext cx="17463" cy="22225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3 h 6"/>
                <a:gd name="T4" fmla="*/ 1 w 5"/>
                <a:gd name="T5" fmla="*/ 1 h 6"/>
                <a:gd name="T6" fmla="*/ 3 w 5"/>
                <a:gd name="T7" fmla="*/ 2 h 6"/>
                <a:gd name="T8" fmla="*/ 5 w 5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4" y="6"/>
                    <a:pt x="3" y="4"/>
                    <a:pt x="1" y="3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2" y="1"/>
                    <a:pt x="2" y="0"/>
                    <a:pt x="3" y="2"/>
                  </a:cubicBezTo>
                  <a:cubicBezTo>
                    <a:pt x="4" y="3"/>
                    <a:pt x="5" y="3"/>
                    <a:pt x="5" y="4"/>
                  </a:cubicBezTo>
                  <a:close/>
                </a:path>
              </a:pathLst>
            </a:custGeom>
            <a:solidFill>
              <a:srgbClr val="FEED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5" name="Freeform 2216"/>
            <p:cNvSpPr/>
            <p:nvPr/>
          </p:nvSpPr>
          <p:spPr bwMode="auto">
            <a:xfrm>
              <a:off x="3614738" y="554038"/>
              <a:ext cx="7938" cy="7938"/>
            </a:xfrm>
            <a:custGeom>
              <a:avLst/>
              <a:gdLst>
                <a:gd name="T0" fmla="*/ 2 w 2"/>
                <a:gd name="T1" fmla="*/ 1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0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</a:path>
              </a:pathLst>
            </a:custGeom>
            <a:solidFill>
              <a:srgbClr val="FE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6" name="Freeform 2217"/>
            <p:cNvSpPr/>
            <p:nvPr/>
          </p:nvSpPr>
          <p:spPr bwMode="auto">
            <a:xfrm>
              <a:off x="3709988" y="485776"/>
              <a:ext cx="66675" cy="60325"/>
            </a:xfrm>
            <a:custGeom>
              <a:avLst/>
              <a:gdLst>
                <a:gd name="T0" fmla="*/ 8 w 18"/>
                <a:gd name="T1" fmla="*/ 16 h 16"/>
                <a:gd name="T2" fmla="*/ 6 w 18"/>
                <a:gd name="T3" fmla="*/ 13 h 16"/>
                <a:gd name="T4" fmla="*/ 10 w 18"/>
                <a:gd name="T5" fmla="*/ 9 h 16"/>
                <a:gd name="T6" fmla="*/ 8 w 18"/>
                <a:gd name="T7" fmla="*/ 6 h 16"/>
                <a:gd name="T8" fmla="*/ 5 w 18"/>
                <a:gd name="T9" fmla="*/ 10 h 16"/>
                <a:gd name="T10" fmla="*/ 2 w 18"/>
                <a:gd name="T11" fmla="*/ 10 h 16"/>
                <a:gd name="T12" fmla="*/ 0 w 18"/>
                <a:gd name="T13" fmla="*/ 10 h 16"/>
                <a:gd name="T14" fmla="*/ 14 w 18"/>
                <a:gd name="T15" fmla="*/ 1 h 16"/>
                <a:gd name="T16" fmla="*/ 17 w 18"/>
                <a:gd name="T17" fmla="*/ 1 h 16"/>
                <a:gd name="T18" fmla="*/ 17 w 18"/>
                <a:gd name="T19" fmla="*/ 4 h 16"/>
                <a:gd name="T20" fmla="*/ 8 w 18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6">
                  <a:moveTo>
                    <a:pt x="8" y="16"/>
                  </a:moveTo>
                  <a:cubicBezTo>
                    <a:pt x="8" y="15"/>
                    <a:pt x="7" y="14"/>
                    <a:pt x="6" y="13"/>
                  </a:cubicBezTo>
                  <a:cubicBezTo>
                    <a:pt x="9" y="13"/>
                    <a:pt x="10" y="12"/>
                    <a:pt x="10" y="9"/>
                  </a:cubicBezTo>
                  <a:cubicBezTo>
                    <a:pt x="10" y="7"/>
                    <a:pt x="9" y="6"/>
                    <a:pt x="8" y="6"/>
                  </a:cubicBezTo>
                  <a:cubicBezTo>
                    <a:pt x="5" y="6"/>
                    <a:pt x="6" y="10"/>
                    <a:pt x="5" y="10"/>
                  </a:cubicBezTo>
                  <a:cubicBezTo>
                    <a:pt x="3" y="12"/>
                    <a:pt x="5" y="5"/>
                    <a:pt x="2" y="10"/>
                  </a:cubicBezTo>
                  <a:cubicBezTo>
                    <a:pt x="2" y="10"/>
                    <a:pt x="0" y="10"/>
                    <a:pt x="0" y="10"/>
                  </a:cubicBezTo>
                  <a:cubicBezTo>
                    <a:pt x="4" y="6"/>
                    <a:pt x="9" y="4"/>
                    <a:pt x="14" y="1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1"/>
                    <a:pt x="18" y="3"/>
                    <a:pt x="17" y="4"/>
                  </a:cubicBezTo>
                  <a:cubicBezTo>
                    <a:pt x="16" y="9"/>
                    <a:pt x="12" y="12"/>
                    <a:pt x="8" y="16"/>
                  </a:cubicBezTo>
                  <a:close/>
                </a:path>
              </a:pathLst>
            </a:custGeom>
            <a:solidFill>
              <a:srgbClr val="FEDE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7" name="Freeform 2218"/>
            <p:cNvSpPr/>
            <p:nvPr/>
          </p:nvSpPr>
          <p:spPr bwMode="auto">
            <a:xfrm>
              <a:off x="3694113" y="561976"/>
              <a:ext cx="19050" cy="25400"/>
            </a:xfrm>
            <a:custGeom>
              <a:avLst/>
              <a:gdLst>
                <a:gd name="T0" fmla="*/ 3 w 5"/>
                <a:gd name="T1" fmla="*/ 7 h 7"/>
                <a:gd name="T2" fmla="*/ 0 w 5"/>
                <a:gd name="T3" fmla="*/ 0 h 7"/>
                <a:gd name="T4" fmla="*/ 5 w 5"/>
                <a:gd name="T5" fmla="*/ 3 h 7"/>
                <a:gd name="T6" fmla="*/ 5 w 5"/>
                <a:gd name="T7" fmla="*/ 5 h 7"/>
                <a:gd name="T8" fmla="*/ 3 w 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7"/>
                  </a:moveTo>
                  <a:cubicBezTo>
                    <a:pt x="3" y="4"/>
                    <a:pt x="1" y="2"/>
                    <a:pt x="0" y="0"/>
                  </a:cubicBezTo>
                  <a:cubicBezTo>
                    <a:pt x="3" y="0"/>
                    <a:pt x="2" y="3"/>
                    <a:pt x="5" y="3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5" y="6"/>
                    <a:pt x="4" y="7"/>
                    <a:pt x="3" y="7"/>
                  </a:cubicBezTo>
                  <a:close/>
                </a:path>
              </a:pathLst>
            </a:custGeom>
            <a:solidFill>
              <a:srgbClr val="FEDB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8" name="Freeform 2219"/>
            <p:cNvSpPr/>
            <p:nvPr/>
          </p:nvSpPr>
          <p:spPr bwMode="auto">
            <a:xfrm>
              <a:off x="3652838" y="592138"/>
              <a:ext cx="44450" cy="101600"/>
            </a:xfrm>
            <a:custGeom>
              <a:avLst/>
              <a:gdLst>
                <a:gd name="T0" fmla="*/ 1 w 12"/>
                <a:gd name="T1" fmla="*/ 15 h 27"/>
                <a:gd name="T2" fmla="*/ 1 w 12"/>
                <a:gd name="T3" fmla="*/ 6 h 27"/>
                <a:gd name="T4" fmla="*/ 1 w 12"/>
                <a:gd name="T5" fmla="*/ 4 h 27"/>
                <a:gd name="T6" fmla="*/ 5 w 12"/>
                <a:gd name="T7" fmla="*/ 2 h 27"/>
                <a:gd name="T8" fmla="*/ 7 w 12"/>
                <a:gd name="T9" fmla="*/ 4 h 27"/>
                <a:gd name="T10" fmla="*/ 6 w 12"/>
                <a:gd name="T11" fmla="*/ 5 h 27"/>
                <a:gd name="T12" fmla="*/ 4 w 12"/>
                <a:gd name="T13" fmla="*/ 9 h 27"/>
                <a:gd name="T14" fmla="*/ 11 w 12"/>
                <a:gd name="T15" fmla="*/ 9 h 27"/>
                <a:gd name="T16" fmla="*/ 6 w 12"/>
                <a:gd name="T17" fmla="*/ 10 h 27"/>
                <a:gd name="T18" fmla="*/ 6 w 12"/>
                <a:gd name="T19" fmla="*/ 18 h 27"/>
                <a:gd name="T20" fmla="*/ 9 w 12"/>
                <a:gd name="T21" fmla="*/ 22 h 27"/>
                <a:gd name="T22" fmla="*/ 8 w 12"/>
                <a:gd name="T23" fmla="*/ 27 h 27"/>
                <a:gd name="T24" fmla="*/ 8 w 12"/>
                <a:gd name="T25" fmla="*/ 27 h 27"/>
                <a:gd name="T26" fmla="*/ 4 w 12"/>
                <a:gd name="T27" fmla="*/ 24 h 27"/>
                <a:gd name="T28" fmla="*/ 4 w 12"/>
                <a:gd name="T29" fmla="*/ 24 h 27"/>
                <a:gd name="T30" fmla="*/ 1 w 12"/>
                <a:gd name="T31" fmla="*/ 17 h 27"/>
                <a:gd name="T32" fmla="*/ 1 w 12"/>
                <a:gd name="T33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27">
                  <a:moveTo>
                    <a:pt x="1" y="15"/>
                  </a:moveTo>
                  <a:cubicBezTo>
                    <a:pt x="2" y="12"/>
                    <a:pt x="2" y="9"/>
                    <a:pt x="1" y="6"/>
                  </a:cubicBezTo>
                  <a:cubicBezTo>
                    <a:pt x="0" y="5"/>
                    <a:pt x="1" y="4"/>
                    <a:pt x="1" y="4"/>
                  </a:cubicBezTo>
                  <a:cubicBezTo>
                    <a:pt x="4" y="5"/>
                    <a:pt x="2" y="0"/>
                    <a:pt x="5" y="2"/>
                  </a:cubicBezTo>
                  <a:cubicBezTo>
                    <a:pt x="6" y="2"/>
                    <a:pt x="7" y="2"/>
                    <a:pt x="7" y="4"/>
                  </a:cubicBezTo>
                  <a:cubicBezTo>
                    <a:pt x="8" y="5"/>
                    <a:pt x="5" y="3"/>
                    <a:pt x="6" y="5"/>
                  </a:cubicBezTo>
                  <a:cubicBezTo>
                    <a:pt x="6" y="6"/>
                    <a:pt x="5" y="7"/>
                    <a:pt x="4" y="9"/>
                  </a:cubicBezTo>
                  <a:cubicBezTo>
                    <a:pt x="7" y="9"/>
                    <a:pt x="9" y="9"/>
                    <a:pt x="11" y="9"/>
                  </a:cubicBezTo>
                  <a:cubicBezTo>
                    <a:pt x="9" y="9"/>
                    <a:pt x="10" y="15"/>
                    <a:pt x="6" y="10"/>
                  </a:cubicBezTo>
                  <a:cubicBezTo>
                    <a:pt x="6" y="13"/>
                    <a:pt x="8" y="16"/>
                    <a:pt x="6" y="18"/>
                  </a:cubicBezTo>
                  <a:cubicBezTo>
                    <a:pt x="5" y="20"/>
                    <a:pt x="7" y="21"/>
                    <a:pt x="9" y="22"/>
                  </a:cubicBezTo>
                  <a:cubicBezTo>
                    <a:pt x="12" y="24"/>
                    <a:pt x="11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6"/>
                    <a:pt x="5" y="25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2"/>
                    <a:pt x="2" y="19"/>
                    <a:pt x="1" y="17"/>
                  </a:cubicBezTo>
                  <a:cubicBezTo>
                    <a:pt x="1" y="17"/>
                    <a:pt x="1" y="16"/>
                    <a:pt x="1" y="15"/>
                  </a:cubicBezTo>
                  <a:close/>
                </a:path>
              </a:pathLst>
            </a:custGeom>
            <a:solidFill>
              <a:srgbClr val="FED5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79" name="Freeform 2220"/>
            <p:cNvSpPr/>
            <p:nvPr/>
          </p:nvSpPr>
          <p:spPr bwMode="auto">
            <a:xfrm>
              <a:off x="3652838" y="655638"/>
              <a:ext cx="19050" cy="26988"/>
            </a:xfrm>
            <a:custGeom>
              <a:avLst/>
              <a:gdLst>
                <a:gd name="T0" fmla="*/ 1 w 5"/>
                <a:gd name="T1" fmla="*/ 0 h 7"/>
                <a:gd name="T2" fmla="*/ 4 w 5"/>
                <a:gd name="T3" fmla="*/ 7 h 7"/>
                <a:gd name="T4" fmla="*/ 1 w 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7">
                  <a:moveTo>
                    <a:pt x="1" y="0"/>
                  </a:moveTo>
                  <a:cubicBezTo>
                    <a:pt x="5" y="1"/>
                    <a:pt x="3" y="5"/>
                    <a:pt x="4" y="7"/>
                  </a:cubicBezTo>
                  <a:cubicBezTo>
                    <a:pt x="2" y="5"/>
                    <a:pt x="0" y="3"/>
                    <a:pt x="1" y="0"/>
                  </a:cubicBezTo>
                  <a:close/>
                </a:path>
              </a:pathLst>
            </a:custGeom>
            <a:solidFill>
              <a:srgbClr val="FED9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0" name="Freeform 2221"/>
            <p:cNvSpPr/>
            <p:nvPr/>
          </p:nvSpPr>
          <p:spPr bwMode="auto">
            <a:xfrm>
              <a:off x="3614738" y="655638"/>
              <a:ext cx="11113" cy="14288"/>
            </a:xfrm>
            <a:custGeom>
              <a:avLst/>
              <a:gdLst>
                <a:gd name="T0" fmla="*/ 0 w 3"/>
                <a:gd name="T1" fmla="*/ 2 h 4"/>
                <a:gd name="T2" fmla="*/ 1 w 3"/>
                <a:gd name="T3" fmla="*/ 0 h 4"/>
                <a:gd name="T4" fmla="*/ 3 w 3"/>
                <a:gd name="T5" fmla="*/ 2 h 4"/>
                <a:gd name="T6" fmla="*/ 1 w 3"/>
                <a:gd name="T7" fmla="*/ 4 h 4"/>
                <a:gd name="T8" fmla="*/ 0 w 3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0"/>
                    <a:pt x="3" y="2"/>
                  </a:cubicBezTo>
                  <a:cubicBezTo>
                    <a:pt x="2" y="2"/>
                    <a:pt x="3" y="4"/>
                    <a:pt x="1" y="4"/>
                  </a:cubicBezTo>
                  <a:cubicBezTo>
                    <a:pt x="1" y="3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E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1" name="Freeform 2222"/>
            <p:cNvSpPr/>
            <p:nvPr/>
          </p:nvSpPr>
          <p:spPr bwMode="auto">
            <a:xfrm>
              <a:off x="3667125" y="682626"/>
              <a:ext cx="15875" cy="11113"/>
            </a:xfrm>
            <a:custGeom>
              <a:avLst/>
              <a:gdLst>
                <a:gd name="T0" fmla="*/ 0 w 4"/>
                <a:gd name="T1" fmla="*/ 0 h 3"/>
                <a:gd name="T2" fmla="*/ 4 w 4"/>
                <a:gd name="T3" fmla="*/ 3 h 3"/>
                <a:gd name="T4" fmla="*/ 0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1" y="1"/>
                    <a:pt x="3" y="1"/>
                    <a:pt x="4" y="3"/>
                  </a:cubicBezTo>
                  <a:cubicBezTo>
                    <a:pt x="2" y="2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FED9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2" name="Freeform 2223"/>
            <p:cNvSpPr/>
            <p:nvPr/>
          </p:nvSpPr>
          <p:spPr bwMode="auto">
            <a:xfrm>
              <a:off x="3362325" y="293688"/>
              <a:ext cx="479425" cy="474663"/>
            </a:xfrm>
            <a:custGeom>
              <a:avLst/>
              <a:gdLst>
                <a:gd name="T0" fmla="*/ 302 w 302"/>
                <a:gd name="T1" fmla="*/ 128 h 299"/>
                <a:gd name="T2" fmla="*/ 216 w 302"/>
                <a:gd name="T3" fmla="*/ 192 h 299"/>
                <a:gd name="T4" fmla="*/ 223 w 302"/>
                <a:gd name="T5" fmla="*/ 299 h 299"/>
                <a:gd name="T6" fmla="*/ 136 w 302"/>
                <a:gd name="T7" fmla="*/ 240 h 299"/>
                <a:gd name="T8" fmla="*/ 36 w 302"/>
                <a:gd name="T9" fmla="*/ 278 h 299"/>
                <a:gd name="T10" fmla="*/ 67 w 302"/>
                <a:gd name="T11" fmla="*/ 176 h 299"/>
                <a:gd name="T12" fmla="*/ 0 w 302"/>
                <a:gd name="T13" fmla="*/ 92 h 299"/>
                <a:gd name="T14" fmla="*/ 105 w 302"/>
                <a:gd name="T15" fmla="*/ 90 h 299"/>
                <a:gd name="T16" fmla="*/ 164 w 302"/>
                <a:gd name="T17" fmla="*/ 0 h 299"/>
                <a:gd name="T18" fmla="*/ 200 w 302"/>
                <a:gd name="T19" fmla="*/ 100 h 299"/>
                <a:gd name="T20" fmla="*/ 302 w 302"/>
                <a:gd name="T21" fmla="*/ 12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2" h="299">
                  <a:moveTo>
                    <a:pt x="302" y="128"/>
                  </a:moveTo>
                  <a:lnTo>
                    <a:pt x="216" y="192"/>
                  </a:lnTo>
                  <a:lnTo>
                    <a:pt x="223" y="299"/>
                  </a:lnTo>
                  <a:lnTo>
                    <a:pt x="136" y="240"/>
                  </a:lnTo>
                  <a:lnTo>
                    <a:pt x="36" y="278"/>
                  </a:lnTo>
                  <a:lnTo>
                    <a:pt x="67" y="176"/>
                  </a:lnTo>
                  <a:lnTo>
                    <a:pt x="0" y="92"/>
                  </a:lnTo>
                  <a:lnTo>
                    <a:pt x="105" y="90"/>
                  </a:lnTo>
                  <a:lnTo>
                    <a:pt x="164" y="0"/>
                  </a:lnTo>
                  <a:lnTo>
                    <a:pt x="200" y="100"/>
                  </a:lnTo>
                  <a:lnTo>
                    <a:pt x="302" y="128"/>
                  </a:lnTo>
                  <a:close/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grpSp>
        <p:nvGrpSpPr>
          <p:cNvPr id="883" name="组合 882"/>
          <p:cNvGrpSpPr/>
          <p:nvPr/>
        </p:nvGrpSpPr>
        <p:grpSpPr>
          <a:xfrm>
            <a:off x="8174218" y="203479"/>
            <a:ext cx="481013" cy="468313"/>
            <a:chOff x="8343900" y="1296988"/>
            <a:chExt cx="481013" cy="468313"/>
          </a:xfrm>
        </p:grpSpPr>
        <p:sp>
          <p:nvSpPr>
            <p:cNvPr id="884" name="Freeform 2258"/>
            <p:cNvSpPr/>
            <p:nvPr/>
          </p:nvSpPr>
          <p:spPr bwMode="auto">
            <a:xfrm>
              <a:off x="8369300" y="1304926"/>
              <a:ext cx="436563" cy="441325"/>
            </a:xfrm>
            <a:custGeom>
              <a:avLst/>
              <a:gdLst>
                <a:gd name="T0" fmla="*/ 116 w 116"/>
                <a:gd name="T1" fmla="*/ 75 h 117"/>
                <a:gd name="T2" fmla="*/ 101 w 116"/>
                <a:gd name="T3" fmla="*/ 83 h 117"/>
                <a:gd name="T4" fmla="*/ 83 w 116"/>
                <a:gd name="T5" fmla="*/ 84 h 117"/>
                <a:gd name="T6" fmla="*/ 73 w 116"/>
                <a:gd name="T7" fmla="*/ 88 h 117"/>
                <a:gd name="T8" fmla="*/ 61 w 116"/>
                <a:gd name="T9" fmla="*/ 107 h 117"/>
                <a:gd name="T10" fmla="*/ 60 w 116"/>
                <a:gd name="T11" fmla="*/ 112 h 117"/>
                <a:gd name="T12" fmla="*/ 54 w 116"/>
                <a:gd name="T13" fmla="*/ 117 h 117"/>
                <a:gd name="T14" fmla="*/ 47 w 116"/>
                <a:gd name="T15" fmla="*/ 109 h 117"/>
                <a:gd name="T16" fmla="*/ 46 w 116"/>
                <a:gd name="T17" fmla="*/ 98 h 117"/>
                <a:gd name="T18" fmla="*/ 44 w 116"/>
                <a:gd name="T19" fmla="*/ 95 h 117"/>
                <a:gd name="T20" fmla="*/ 38 w 116"/>
                <a:gd name="T21" fmla="*/ 84 h 117"/>
                <a:gd name="T22" fmla="*/ 28 w 116"/>
                <a:gd name="T23" fmla="*/ 76 h 117"/>
                <a:gd name="T24" fmla="*/ 8 w 116"/>
                <a:gd name="T25" fmla="*/ 74 h 117"/>
                <a:gd name="T26" fmla="*/ 0 w 116"/>
                <a:gd name="T27" fmla="*/ 69 h 117"/>
                <a:gd name="T28" fmla="*/ 10 w 116"/>
                <a:gd name="T29" fmla="*/ 70 h 117"/>
                <a:gd name="T30" fmla="*/ 24 w 116"/>
                <a:gd name="T31" fmla="*/ 71 h 117"/>
                <a:gd name="T32" fmla="*/ 29 w 116"/>
                <a:gd name="T33" fmla="*/ 68 h 117"/>
                <a:gd name="T34" fmla="*/ 25 w 116"/>
                <a:gd name="T35" fmla="*/ 63 h 117"/>
                <a:gd name="T36" fmla="*/ 13 w 116"/>
                <a:gd name="T37" fmla="*/ 61 h 117"/>
                <a:gd name="T38" fmla="*/ 6 w 116"/>
                <a:gd name="T39" fmla="*/ 60 h 117"/>
                <a:gd name="T40" fmla="*/ 21 w 116"/>
                <a:gd name="T41" fmla="*/ 49 h 117"/>
                <a:gd name="T42" fmla="*/ 25 w 116"/>
                <a:gd name="T43" fmla="*/ 26 h 117"/>
                <a:gd name="T44" fmla="*/ 27 w 116"/>
                <a:gd name="T45" fmla="*/ 9 h 117"/>
                <a:gd name="T46" fmla="*/ 27 w 116"/>
                <a:gd name="T47" fmla="*/ 17 h 117"/>
                <a:gd name="T48" fmla="*/ 29 w 116"/>
                <a:gd name="T49" fmla="*/ 26 h 117"/>
                <a:gd name="T50" fmla="*/ 33 w 116"/>
                <a:gd name="T51" fmla="*/ 28 h 117"/>
                <a:gd name="T52" fmla="*/ 35 w 116"/>
                <a:gd name="T53" fmla="*/ 20 h 117"/>
                <a:gd name="T54" fmla="*/ 36 w 116"/>
                <a:gd name="T55" fmla="*/ 18 h 117"/>
                <a:gd name="T56" fmla="*/ 36 w 116"/>
                <a:gd name="T57" fmla="*/ 16 h 117"/>
                <a:gd name="T58" fmla="*/ 33 w 116"/>
                <a:gd name="T59" fmla="*/ 13 h 117"/>
                <a:gd name="T60" fmla="*/ 27 w 116"/>
                <a:gd name="T61" fmla="*/ 9 h 117"/>
                <a:gd name="T62" fmla="*/ 28 w 116"/>
                <a:gd name="T63" fmla="*/ 2 h 117"/>
                <a:gd name="T64" fmla="*/ 37 w 116"/>
                <a:gd name="T65" fmla="*/ 5 h 117"/>
                <a:gd name="T66" fmla="*/ 45 w 116"/>
                <a:gd name="T67" fmla="*/ 10 h 117"/>
                <a:gd name="T68" fmla="*/ 57 w 116"/>
                <a:gd name="T69" fmla="*/ 14 h 117"/>
                <a:gd name="T70" fmla="*/ 68 w 116"/>
                <a:gd name="T71" fmla="*/ 19 h 117"/>
                <a:gd name="T72" fmla="*/ 67 w 116"/>
                <a:gd name="T73" fmla="*/ 31 h 117"/>
                <a:gd name="T74" fmla="*/ 72 w 116"/>
                <a:gd name="T75" fmla="*/ 29 h 117"/>
                <a:gd name="T76" fmla="*/ 73 w 116"/>
                <a:gd name="T77" fmla="*/ 33 h 117"/>
                <a:gd name="T78" fmla="*/ 75 w 116"/>
                <a:gd name="T79" fmla="*/ 37 h 117"/>
                <a:gd name="T80" fmla="*/ 75 w 116"/>
                <a:gd name="T81" fmla="*/ 39 h 117"/>
                <a:gd name="T82" fmla="*/ 80 w 116"/>
                <a:gd name="T83" fmla="*/ 53 h 117"/>
                <a:gd name="T84" fmla="*/ 96 w 116"/>
                <a:gd name="T85" fmla="*/ 63 h 117"/>
                <a:gd name="T86" fmla="*/ 101 w 116"/>
                <a:gd name="T87" fmla="*/ 62 h 117"/>
                <a:gd name="T88" fmla="*/ 100 w 116"/>
                <a:gd name="T89" fmla="*/ 57 h 117"/>
                <a:gd name="T90" fmla="*/ 99 w 116"/>
                <a:gd name="T91" fmla="*/ 52 h 117"/>
                <a:gd name="T92" fmla="*/ 108 w 116"/>
                <a:gd name="T93" fmla="*/ 68 h 117"/>
                <a:gd name="T94" fmla="*/ 110 w 116"/>
                <a:gd name="T95" fmla="*/ 70 h 117"/>
                <a:gd name="T96" fmla="*/ 116 w 116"/>
                <a:gd name="T97" fmla="*/ 74 h 117"/>
                <a:gd name="T98" fmla="*/ 116 w 116"/>
                <a:gd name="T99" fmla="*/ 7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6" h="117">
                  <a:moveTo>
                    <a:pt x="116" y="75"/>
                  </a:moveTo>
                  <a:cubicBezTo>
                    <a:pt x="114" y="84"/>
                    <a:pt x="107" y="82"/>
                    <a:pt x="101" y="83"/>
                  </a:cubicBezTo>
                  <a:cubicBezTo>
                    <a:pt x="95" y="84"/>
                    <a:pt x="89" y="84"/>
                    <a:pt x="83" y="84"/>
                  </a:cubicBezTo>
                  <a:cubicBezTo>
                    <a:pt x="78" y="84"/>
                    <a:pt x="75" y="85"/>
                    <a:pt x="73" y="88"/>
                  </a:cubicBezTo>
                  <a:cubicBezTo>
                    <a:pt x="70" y="95"/>
                    <a:pt x="64" y="100"/>
                    <a:pt x="61" y="107"/>
                  </a:cubicBezTo>
                  <a:cubicBezTo>
                    <a:pt x="61" y="109"/>
                    <a:pt x="60" y="111"/>
                    <a:pt x="60" y="112"/>
                  </a:cubicBezTo>
                  <a:cubicBezTo>
                    <a:pt x="59" y="115"/>
                    <a:pt x="58" y="117"/>
                    <a:pt x="54" y="117"/>
                  </a:cubicBezTo>
                  <a:cubicBezTo>
                    <a:pt x="47" y="117"/>
                    <a:pt x="47" y="117"/>
                    <a:pt x="47" y="109"/>
                  </a:cubicBezTo>
                  <a:cubicBezTo>
                    <a:pt x="47" y="105"/>
                    <a:pt x="47" y="102"/>
                    <a:pt x="46" y="98"/>
                  </a:cubicBezTo>
                  <a:cubicBezTo>
                    <a:pt x="45" y="97"/>
                    <a:pt x="45" y="95"/>
                    <a:pt x="44" y="95"/>
                  </a:cubicBezTo>
                  <a:cubicBezTo>
                    <a:pt x="39" y="93"/>
                    <a:pt x="40" y="88"/>
                    <a:pt x="38" y="84"/>
                  </a:cubicBezTo>
                  <a:cubicBezTo>
                    <a:pt x="37" y="80"/>
                    <a:pt x="32" y="75"/>
                    <a:pt x="28" y="76"/>
                  </a:cubicBezTo>
                  <a:cubicBezTo>
                    <a:pt x="21" y="76"/>
                    <a:pt x="14" y="75"/>
                    <a:pt x="8" y="74"/>
                  </a:cubicBezTo>
                  <a:cubicBezTo>
                    <a:pt x="4" y="74"/>
                    <a:pt x="1" y="72"/>
                    <a:pt x="0" y="69"/>
                  </a:cubicBezTo>
                  <a:cubicBezTo>
                    <a:pt x="3" y="67"/>
                    <a:pt x="7" y="70"/>
                    <a:pt x="10" y="70"/>
                  </a:cubicBezTo>
                  <a:cubicBezTo>
                    <a:pt x="15" y="71"/>
                    <a:pt x="19" y="72"/>
                    <a:pt x="24" y="71"/>
                  </a:cubicBezTo>
                  <a:cubicBezTo>
                    <a:pt x="26" y="70"/>
                    <a:pt x="29" y="70"/>
                    <a:pt x="29" y="68"/>
                  </a:cubicBezTo>
                  <a:cubicBezTo>
                    <a:pt x="29" y="65"/>
                    <a:pt x="27" y="64"/>
                    <a:pt x="25" y="63"/>
                  </a:cubicBezTo>
                  <a:cubicBezTo>
                    <a:pt x="21" y="62"/>
                    <a:pt x="17" y="61"/>
                    <a:pt x="13" y="61"/>
                  </a:cubicBezTo>
                  <a:cubicBezTo>
                    <a:pt x="10" y="61"/>
                    <a:pt x="8" y="62"/>
                    <a:pt x="6" y="60"/>
                  </a:cubicBezTo>
                  <a:cubicBezTo>
                    <a:pt x="11" y="56"/>
                    <a:pt x="16" y="52"/>
                    <a:pt x="21" y="49"/>
                  </a:cubicBezTo>
                  <a:cubicBezTo>
                    <a:pt x="27" y="44"/>
                    <a:pt x="30" y="34"/>
                    <a:pt x="25" y="26"/>
                  </a:cubicBezTo>
                  <a:cubicBezTo>
                    <a:pt x="22" y="20"/>
                    <a:pt x="23" y="13"/>
                    <a:pt x="27" y="9"/>
                  </a:cubicBezTo>
                  <a:cubicBezTo>
                    <a:pt x="29" y="12"/>
                    <a:pt x="27" y="15"/>
                    <a:pt x="27" y="17"/>
                  </a:cubicBezTo>
                  <a:cubicBezTo>
                    <a:pt x="28" y="20"/>
                    <a:pt x="28" y="23"/>
                    <a:pt x="29" y="26"/>
                  </a:cubicBezTo>
                  <a:cubicBezTo>
                    <a:pt x="29" y="29"/>
                    <a:pt x="30" y="29"/>
                    <a:pt x="33" y="28"/>
                  </a:cubicBezTo>
                  <a:cubicBezTo>
                    <a:pt x="36" y="26"/>
                    <a:pt x="36" y="23"/>
                    <a:pt x="35" y="20"/>
                  </a:cubicBezTo>
                  <a:cubicBezTo>
                    <a:pt x="36" y="19"/>
                    <a:pt x="36" y="19"/>
                    <a:pt x="36" y="18"/>
                  </a:cubicBezTo>
                  <a:cubicBezTo>
                    <a:pt x="36" y="18"/>
                    <a:pt x="37" y="17"/>
                    <a:pt x="36" y="16"/>
                  </a:cubicBezTo>
                  <a:cubicBezTo>
                    <a:pt x="35" y="15"/>
                    <a:pt x="34" y="14"/>
                    <a:pt x="33" y="13"/>
                  </a:cubicBezTo>
                  <a:cubicBezTo>
                    <a:pt x="32" y="10"/>
                    <a:pt x="29" y="11"/>
                    <a:pt x="27" y="9"/>
                  </a:cubicBezTo>
                  <a:cubicBezTo>
                    <a:pt x="25" y="6"/>
                    <a:pt x="24" y="4"/>
                    <a:pt x="28" y="2"/>
                  </a:cubicBezTo>
                  <a:cubicBezTo>
                    <a:pt x="31" y="0"/>
                    <a:pt x="36" y="2"/>
                    <a:pt x="37" y="5"/>
                  </a:cubicBezTo>
                  <a:cubicBezTo>
                    <a:pt x="39" y="9"/>
                    <a:pt x="41" y="11"/>
                    <a:pt x="45" y="10"/>
                  </a:cubicBezTo>
                  <a:cubicBezTo>
                    <a:pt x="50" y="9"/>
                    <a:pt x="53" y="12"/>
                    <a:pt x="57" y="14"/>
                  </a:cubicBezTo>
                  <a:cubicBezTo>
                    <a:pt x="60" y="16"/>
                    <a:pt x="63" y="21"/>
                    <a:pt x="68" y="19"/>
                  </a:cubicBezTo>
                  <a:cubicBezTo>
                    <a:pt x="71" y="23"/>
                    <a:pt x="68" y="26"/>
                    <a:pt x="67" y="31"/>
                  </a:cubicBezTo>
                  <a:cubicBezTo>
                    <a:pt x="68" y="29"/>
                    <a:pt x="70" y="28"/>
                    <a:pt x="72" y="29"/>
                  </a:cubicBezTo>
                  <a:cubicBezTo>
                    <a:pt x="73" y="30"/>
                    <a:pt x="74" y="31"/>
                    <a:pt x="73" y="33"/>
                  </a:cubicBezTo>
                  <a:cubicBezTo>
                    <a:pt x="73" y="35"/>
                    <a:pt x="74" y="36"/>
                    <a:pt x="75" y="37"/>
                  </a:cubicBezTo>
                  <a:cubicBezTo>
                    <a:pt x="75" y="38"/>
                    <a:pt x="75" y="39"/>
                    <a:pt x="75" y="39"/>
                  </a:cubicBezTo>
                  <a:cubicBezTo>
                    <a:pt x="73" y="45"/>
                    <a:pt x="76" y="49"/>
                    <a:pt x="80" y="53"/>
                  </a:cubicBezTo>
                  <a:cubicBezTo>
                    <a:pt x="84" y="59"/>
                    <a:pt x="89" y="62"/>
                    <a:pt x="96" y="63"/>
                  </a:cubicBezTo>
                  <a:cubicBezTo>
                    <a:pt x="98" y="63"/>
                    <a:pt x="100" y="64"/>
                    <a:pt x="101" y="62"/>
                  </a:cubicBezTo>
                  <a:cubicBezTo>
                    <a:pt x="102" y="60"/>
                    <a:pt x="101" y="59"/>
                    <a:pt x="100" y="57"/>
                  </a:cubicBezTo>
                  <a:cubicBezTo>
                    <a:pt x="99" y="56"/>
                    <a:pt x="97" y="54"/>
                    <a:pt x="99" y="52"/>
                  </a:cubicBezTo>
                  <a:cubicBezTo>
                    <a:pt x="105" y="56"/>
                    <a:pt x="109" y="60"/>
                    <a:pt x="108" y="68"/>
                  </a:cubicBezTo>
                  <a:cubicBezTo>
                    <a:pt x="108" y="70"/>
                    <a:pt x="109" y="70"/>
                    <a:pt x="110" y="70"/>
                  </a:cubicBezTo>
                  <a:cubicBezTo>
                    <a:pt x="112" y="71"/>
                    <a:pt x="114" y="73"/>
                    <a:pt x="116" y="74"/>
                  </a:cubicBezTo>
                  <a:cubicBezTo>
                    <a:pt x="116" y="75"/>
                    <a:pt x="116" y="75"/>
                    <a:pt x="116" y="75"/>
                  </a:cubicBezTo>
                  <a:close/>
                </a:path>
              </a:pathLst>
            </a:custGeom>
            <a:solidFill>
              <a:srgbClr val="FEE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5" name="Freeform 2259"/>
            <p:cNvSpPr/>
            <p:nvPr/>
          </p:nvSpPr>
          <p:spPr bwMode="auto">
            <a:xfrm>
              <a:off x="8640763" y="1341438"/>
              <a:ext cx="117475" cy="211138"/>
            </a:xfrm>
            <a:custGeom>
              <a:avLst/>
              <a:gdLst>
                <a:gd name="T0" fmla="*/ 27 w 31"/>
                <a:gd name="T1" fmla="*/ 42 h 56"/>
                <a:gd name="T2" fmla="*/ 29 w 31"/>
                <a:gd name="T3" fmla="*/ 47 h 56"/>
                <a:gd name="T4" fmla="*/ 30 w 31"/>
                <a:gd name="T5" fmla="*/ 54 h 56"/>
                <a:gd name="T6" fmla="*/ 24 w 31"/>
                <a:gd name="T7" fmla="*/ 54 h 56"/>
                <a:gd name="T8" fmla="*/ 18 w 31"/>
                <a:gd name="T9" fmla="*/ 51 h 56"/>
                <a:gd name="T10" fmla="*/ 13 w 31"/>
                <a:gd name="T11" fmla="*/ 46 h 56"/>
                <a:gd name="T12" fmla="*/ 7 w 31"/>
                <a:gd name="T13" fmla="*/ 43 h 56"/>
                <a:gd name="T14" fmla="*/ 2 w 31"/>
                <a:gd name="T15" fmla="*/ 27 h 56"/>
                <a:gd name="T16" fmla="*/ 12 w 31"/>
                <a:gd name="T17" fmla="*/ 4 h 56"/>
                <a:gd name="T18" fmla="*/ 20 w 31"/>
                <a:gd name="T19" fmla="*/ 2 h 56"/>
                <a:gd name="T20" fmla="*/ 22 w 31"/>
                <a:gd name="T21" fmla="*/ 10 h 56"/>
                <a:gd name="T22" fmla="*/ 18 w 31"/>
                <a:gd name="T23" fmla="*/ 30 h 56"/>
                <a:gd name="T24" fmla="*/ 19 w 31"/>
                <a:gd name="T25" fmla="*/ 36 h 56"/>
                <a:gd name="T26" fmla="*/ 24 w 31"/>
                <a:gd name="T27" fmla="*/ 39 h 56"/>
                <a:gd name="T28" fmla="*/ 27 w 31"/>
                <a:gd name="T29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56">
                  <a:moveTo>
                    <a:pt x="27" y="42"/>
                  </a:moveTo>
                  <a:cubicBezTo>
                    <a:pt x="27" y="44"/>
                    <a:pt x="28" y="45"/>
                    <a:pt x="29" y="47"/>
                  </a:cubicBezTo>
                  <a:cubicBezTo>
                    <a:pt x="31" y="49"/>
                    <a:pt x="31" y="52"/>
                    <a:pt x="30" y="54"/>
                  </a:cubicBezTo>
                  <a:cubicBezTo>
                    <a:pt x="28" y="56"/>
                    <a:pt x="26" y="54"/>
                    <a:pt x="24" y="54"/>
                  </a:cubicBezTo>
                  <a:cubicBezTo>
                    <a:pt x="22" y="52"/>
                    <a:pt x="20" y="53"/>
                    <a:pt x="18" y="51"/>
                  </a:cubicBezTo>
                  <a:cubicBezTo>
                    <a:pt x="16" y="50"/>
                    <a:pt x="13" y="50"/>
                    <a:pt x="13" y="46"/>
                  </a:cubicBezTo>
                  <a:cubicBezTo>
                    <a:pt x="13" y="46"/>
                    <a:pt x="10" y="44"/>
                    <a:pt x="7" y="43"/>
                  </a:cubicBezTo>
                  <a:cubicBezTo>
                    <a:pt x="1" y="40"/>
                    <a:pt x="0" y="34"/>
                    <a:pt x="2" y="27"/>
                  </a:cubicBezTo>
                  <a:cubicBezTo>
                    <a:pt x="4" y="19"/>
                    <a:pt x="7" y="11"/>
                    <a:pt x="12" y="4"/>
                  </a:cubicBezTo>
                  <a:cubicBezTo>
                    <a:pt x="14" y="2"/>
                    <a:pt x="17" y="0"/>
                    <a:pt x="20" y="2"/>
                  </a:cubicBezTo>
                  <a:cubicBezTo>
                    <a:pt x="24" y="4"/>
                    <a:pt x="23" y="7"/>
                    <a:pt x="22" y="10"/>
                  </a:cubicBezTo>
                  <a:cubicBezTo>
                    <a:pt x="21" y="17"/>
                    <a:pt x="20" y="24"/>
                    <a:pt x="18" y="30"/>
                  </a:cubicBezTo>
                  <a:cubicBezTo>
                    <a:pt x="18" y="32"/>
                    <a:pt x="18" y="34"/>
                    <a:pt x="19" y="36"/>
                  </a:cubicBezTo>
                  <a:cubicBezTo>
                    <a:pt x="20" y="38"/>
                    <a:pt x="22" y="38"/>
                    <a:pt x="24" y="39"/>
                  </a:cubicBezTo>
                  <a:cubicBezTo>
                    <a:pt x="25" y="40"/>
                    <a:pt x="26" y="41"/>
                    <a:pt x="27" y="42"/>
                  </a:cubicBezTo>
                  <a:close/>
                </a:path>
              </a:pathLst>
            </a:custGeom>
            <a:solidFill>
              <a:srgbClr val="FED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6" name="Freeform 2260"/>
            <p:cNvSpPr/>
            <p:nvPr/>
          </p:nvSpPr>
          <p:spPr bwMode="auto">
            <a:xfrm>
              <a:off x="8618538" y="1323976"/>
              <a:ext cx="131763" cy="153988"/>
            </a:xfrm>
            <a:custGeom>
              <a:avLst/>
              <a:gdLst>
                <a:gd name="T0" fmla="*/ 25 w 35"/>
                <a:gd name="T1" fmla="*/ 41 h 41"/>
                <a:gd name="T2" fmla="*/ 23 w 35"/>
                <a:gd name="T3" fmla="*/ 35 h 41"/>
                <a:gd name="T4" fmla="*/ 28 w 35"/>
                <a:gd name="T5" fmla="*/ 12 h 41"/>
                <a:gd name="T6" fmla="*/ 26 w 35"/>
                <a:gd name="T7" fmla="*/ 8 h 41"/>
                <a:gd name="T8" fmla="*/ 22 w 35"/>
                <a:gd name="T9" fmla="*/ 8 h 41"/>
                <a:gd name="T10" fmla="*/ 16 w 35"/>
                <a:gd name="T11" fmla="*/ 15 h 41"/>
                <a:gd name="T12" fmla="*/ 8 w 35"/>
                <a:gd name="T13" fmla="*/ 32 h 41"/>
                <a:gd name="T14" fmla="*/ 6 w 35"/>
                <a:gd name="T15" fmla="*/ 30 h 41"/>
                <a:gd name="T16" fmla="*/ 0 w 35"/>
                <a:gd name="T17" fmla="*/ 27 h 41"/>
                <a:gd name="T18" fmla="*/ 2 w 35"/>
                <a:gd name="T19" fmla="*/ 14 h 41"/>
                <a:gd name="T20" fmla="*/ 10 w 35"/>
                <a:gd name="T21" fmla="*/ 8 h 41"/>
                <a:gd name="T22" fmla="*/ 21 w 35"/>
                <a:gd name="T23" fmla="*/ 2 h 41"/>
                <a:gd name="T24" fmla="*/ 34 w 35"/>
                <a:gd name="T25" fmla="*/ 2 h 41"/>
                <a:gd name="T26" fmla="*/ 34 w 35"/>
                <a:gd name="T27" fmla="*/ 7 h 41"/>
                <a:gd name="T28" fmla="*/ 32 w 35"/>
                <a:gd name="T29" fmla="*/ 18 h 41"/>
                <a:gd name="T30" fmla="*/ 32 w 35"/>
                <a:gd name="T31" fmla="*/ 19 h 41"/>
                <a:gd name="T32" fmla="*/ 25 w 35"/>
                <a:gd name="T3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41">
                  <a:moveTo>
                    <a:pt x="25" y="41"/>
                  </a:moveTo>
                  <a:cubicBezTo>
                    <a:pt x="22" y="39"/>
                    <a:pt x="22" y="38"/>
                    <a:pt x="23" y="35"/>
                  </a:cubicBezTo>
                  <a:cubicBezTo>
                    <a:pt x="25" y="28"/>
                    <a:pt x="26" y="20"/>
                    <a:pt x="28" y="12"/>
                  </a:cubicBezTo>
                  <a:cubicBezTo>
                    <a:pt x="28" y="11"/>
                    <a:pt x="28" y="9"/>
                    <a:pt x="26" y="8"/>
                  </a:cubicBezTo>
                  <a:cubicBezTo>
                    <a:pt x="25" y="7"/>
                    <a:pt x="23" y="7"/>
                    <a:pt x="22" y="8"/>
                  </a:cubicBezTo>
                  <a:cubicBezTo>
                    <a:pt x="19" y="9"/>
                    <a:pt x="17" y="12"/>
                    <a:pt x="16" y="15"/>
                  </a:cubicBezTo>
                  <a:cubicBezTo>
                    <a:pt x="13" y="21"/>
                    <a:pt x="10" y="26"/>
                    <a:pt x="8" y="32"/>
                  </a:cubicBezTo>
                  <a:cubicBezTo>
                    <a:pt x="7" y="31"/>
                    <a:pt x="6" y="30"/>
                    <a:pt x="6" y="30"/>
                  </a:cubicBezTo>
                  <a:cubicBezTo>
                    <a:pt x="7" y="23"/>
                    <a:pt x="4" y="24"/>
                    <a:pt x="0" y="27"/>
                  </a:cubicBezTo>
                  <a:cubicBezTo>
                    <a:pt x="0" y="22"/>
                    <a:pt x="3" y="18"/>
                    <a:pt x="2" y="14"/>
                  </a:cubicBezTo>
                  <a:cubicBezTo>
                    <a:pt x="4" y="11"/>
                    <a:pt x="7" y="10"/>
                    <a:pt x="10" y="8"/>
                  </a:cubicBezTo>
                  <a:cubicBezTo>
                    <a:pt x="14" y="6"/>
                    <a:pt x="18" y="6"/>
                    <a:pt x="21" y="2"/>
                  </a:cubicBezTo>
                  <a:cubicBezTo>
                    <a:pt x="22" y="0"/>
                    <a:pt x="31" y="0"/>
                    <a:pt x="34" y="2"/>
                  </a:cubicBezTo>
                  <a:cubicBezTo>
                    <a:pt x="35" y="3"/>
                    <a:pt x="35" y="5"/>
                    <a:pt x="34" y="7"/>
                  </a:cubicBezTo>
                  <a:cubicBezTo>
                    <a:pt x="32" y="10"/>
                    <a:pt x="29" y="13"/>
                    <a:pt x="32" y="18"/>
                  </a:cubicBezTo>
                  <a:cubicBezTo>
                    <a:pt x="32" y="18"/>
                    <a:pt x="32" y="19"/>
                    <a:pt x="32" y="19"/>
                  </a:cubicBezTo>
                  <a:cubicBezTo>
                    <a:pt x="28" y="26"/>
                    <a:pt x="29" y="34"/>
                    <a:pt x="25" y="41"/>
                  </a:cubicBezTo>
                  <a:close/>
                </a:path>
              </a:pathLst>
            </a:custGeom>
            <a:solidFill>
              <a:srgbClr val="FEE9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7" name="Freeform 2261"/>
            <p:cNvSpPr/>
            <p:nvPr/>
          </p:nvSpPr>
          <p:spPr bwMode="auto">
            <a:xfrm>
              <a:off x="8361363" y="1527176"/>
              <a:ext cx="125413" cy="52388"/>
            </a:xfrm>
            <a:custGeom>
              <a:avLst/>
              <a:gdLst>
                <a:gd name="T0" fmla="*/ 8 w 33"/>
                <a:gd name="T1" fmla="*/ 1 h 14"/>
                <a:gd name="T2" fmla="*/ 29 w 33"/>
                <a:gd name="T3" fmla="*/ 4 h 14"/>
                <a:gd name="T4" fmla="*/ 33 w 33"/>
                <a:gd name="T5" fmla="*/ 9 h 14"/>
                <a:gd name="T6" fmla="*/ 27 w 33"/>
                <a:gd name="T7" fmla="*/ 13 h 14"/>
                <a:gd name="T8" fmla="*/ 2 w 33"/>
                <a:gd name="T9" fmla="*/ 10 h 14"/>
                <a:gd name="T10" fmla="*/ 4 w 33"/>
                <a:gd name="T11" fmla="*/ 2 h 14"/>
                <a:gd name="T12" fmla="*/ 8 w 33"/>
                <a:gd name="T13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14">
                  <a:moveTo>
                    <a:pt x="8" y="1"/>
                  </a:moveTo>
                  <a:cubicBezTo>
                    <a:pt x="15" y="1"/>
                    <a:pt x="22" y="0"/>
                    <a:pt x="29" y="4"/>
                  </a:cubicBezTo>
                  <a:cubicBezTo>
                    <a:pt x="31" y="5"/>
                    <a:pt x="33" y="6"/>
                    <a:pt x="33" y="9"/>
                  </a:cubicBezTo>
                  <a:cubicBezTo>
                    <a:pt x="33" y="12"/>
                    <a:pt x="29" y="13"/>
                    <a:pt x="27" y="13"/>
                  </a:cubicBezTo>
                  <a:cubicBezTo>
                    <a:pt x="19" y="14"/>
                    <a:pt x="10" y="13"/>
                    <a:pt x="2" y="10"/>
                  </a:cubicBezTo>
                  <a:cubicBezTo>
                    <a:pt x="0" y="7"/>
                    <a:pt x="0" y="4"/>
                    <a:pt x="4" y="2"/>
                  </a:cubicBezTo>
                  <a:cubicBezTo>
                    <a:pt x="5" y="2"/>
                    <a:pt x="6" y="1"/>
                    <a:pt x="8" y="1"/>
                  </a:cubicBezTo>
                  <a:close/>
                </a:path>
              </a:pathLst>
            </a:custGeom>
            <a:solidFill>
              <a:srgbClr val="FED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8" name="Freeform 2262"/>
            <p:cNvSpPr/>
            <p:nvPr/>
          </p:nvSpPr>
          <p:spPr bwMode="auto">
            <a:xfrm>
              <a:off x="8731250" y="1489076"/>
              <a:ext cx="11113" cy="11113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3"/>
                    <a:pt x="0" y="2"/>
                    <a:pt x="0" y="0"/>
                  </a:cubicBezTo>
                  <a:cubicBezTo>
                    <a:pt x="2" y="1"/>
                    <a:pt x="3" y="2"/>
                    <a:pt x="3" y="3"/>
                  </a:cubicBezTo>
                  <a:close/>
                </a:path>
              </a:pathLst>
            </a:custGeom>
            <a:solidFill>
              <a:srgbClr val="FEE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89" name="Freeform 2263"/>
            <p:cNvSpPr/>
            <p:nvPr/>
          </p:nvSpPr>
          <p:spPr bwMode="auto">
            <a:xfrm>
              <a:off x="8602663" y="1557338"/>
              <a:ext cx="144463" cy="71438"/>
            </a:xfrm>
            <a:custGeom>
              <a:avLst/>
              <a:gdLst>
                <a:gd name="T0" fmla="*/ 21 w 38"/>
                <a:gd name="T1" fmla="*/ 1 h 19"/>
                <a:gd name="T2" fmla="*/ 35 w 38"/>
                <a:gd name="T3" fmla="*/ 4 h 19"/>
                <a:gd name="T4" fmla="*/ 37 w 38"/>
                <a:gd name="T5" fmla="*/ 7 h 19"/>
                <a:gd name="T6" fmla="*/ 34 w 38"/>
                <a:gd name="T7" fmla="*/ 11 h 19"/>
                <a:gd name="T8" fmla="*/ 24 w 38"/>
                <a:gd name="T9" fmla="*/ 13 h 19"/>
                <a:gd name="T10" fmla="*/ 12 w 38"/>
                <a:gd name="T11" fmla="*/ 17 h 19"/>
                <a:gd name="T12" fmla="*/ 9 w 38"/>
                <a:gd name="T13" fmla="*/ 18 h 19"/>
                <a:gd name="T14" fmla="*/ 1 w 38"/>
                <a:gd name="T15" fmla="*/ 16 h 19"/>
                <a:gd name="T16" fmla="*/ 7 w 38"/>
                <a:gd name="T17" fmla="*/ 5 h 19"/>
                <a:gd name="T18" fmla="*/ 21 w 38"/>
                <a:gd name="T1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9">
                  <a:moveTo>
                    <a:pt x="21" y="1"/>
                  </a:moveTo>
                  <a:cubicBezTo>
                    <a:pt x="26" y="1"/>
                    <a:pt x="31" y="0"/>
                    <a:pt x="35" y="4"/>
                  </a:cubicBezTo>
                  <a:cubicBezTo>
                    <a:pt x="36" y="5"/>
                    <a:pt x="38" y="5"/>
                    <a:pt x="37" y="7"/>
                  </a:cubicBezTo>
                  <a:cubicBezTo>
                    <a:pt x="37" y="9"/>
                    <a:pt x="36" y="10"/>
                    <a:pt x="34" y="11"/>
                  </a:cubicBezTo>
                  <a:cubicBezTo>
                    <a:pt x="31" y="13"/>
                    <a:pt x="28" y="13"/>
                    <a:pt x="24" y="13"/>
                  </a:cubicBezTo>
                  <a:cubicBezTo>
                    <a:pt x="20" y="13"/>
                    <a:pt x="16" y="15"/>
                    <a:pt x="12" y="17"/>
                  </a:cubicBezTo>
                  <a:cubicBezTo>
                    <a:pt x="11" y="17"/>
                    <a:pt x="10" y="18"/>
                    <a:pt x="9" y="18"/>
                  </a:cubicBezTo>
                  <a:cubicBezTo>
                    <a:pt x="6" y="18"/>
                    <a:pt x="3" y="19"/>
                    <a:pt x="1" y="16"/>
                  </a:cubicBezTo>
                  <a:cubicBezTo>
                    <a:pt x="0" y="14"/>
                    <a:pt x="3" y="7"/>
                    <a:pt x="7" y="5"/>
                  </a:cubicBezTo>
                  <a:cubicBezTo>
                    <a:pt x="11" y="2"/>
                    <a:pt x="16" y="1"/>
                    <a:pt x="21" y="1"/>
                  </a:cubicBezTo>
                  <a:close/>
                </a:path>
              </a:pathLst>
            </a:custGeom>
            <a:solidFill>
              <a:srgbClr val="FED8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0" name="Freeform 2264"/>
            <p:cNvSpPr/>
            <p:nvPr/>
          </p:nvSpPr>
          <p:spPr bwMode="auto">
            <a:xfrm>
              <a:off x="8524875" y="1606551"/>
              <a:ext cx="63500" cy="82550"/>
            </a:xfrm>
            <a:custGeom>
              <a:avLst/>
              <a:gdLst>
                <a:gd name="T0" fmla="*/ 7 w 17"/>
                <a:gd name="T1" fmla="*/ 18 h 22"/>
                <a:gd name="T2" fmla="*/ 2 w 17"/>
                <a:gd name="T3" fmla="*/ 6 h 22"/>
                <a:gd name="T4" fmla="*/ 2 w 17"/>
                <a:gd name="T5" fmla="*/ 1 h 22"/>
                <a:gd name="T6" fmla="*/ 8 w 17"/>
                <a:gd name="T7" fmla="*/ 1 h 22"/>
                <a:gd name="T8" fmla="*/ 16 w 17"/>
                <a:gd name="T9" fmla="*/ 20 h 22"/>
                <a:gd name="T10" fmla="*/ 7 w 17"/>
                <a:gd name="T1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2">
                  <a:moveTo>
                    <a:pt x="7" y="18"/>
                  </a:moveTo>
                  <a:cubicBezTo>
                    <a:pt x="4" y="15"/>
                    <a:pt x="3" y="10"/>
                    <a:pt x="2" y="6"/>
                  </a:cubicBezTo>
                  <a:cubicBezTo>
                    <a:pt x="1" y="4"/>
                    <a:pt x="0" y="2"/>
                    <a:pt x="2" y="1"/>
                  </a:cubicBezTo>
                  <a:cubicBezTo>
                    <a:pt x="4" y="0"/>
                    <a:pt x="7" y="0"/>
                    <a:pt x="8" y="1"/>
                  </a:cubicBezTo>
                  <a:cubicBezTo>
                    <a:pt x="14" y="6"/>
                    <a:pt x="17" y="12"/>
                    <a:pt x="16" y="20"/>
                  </a:cubicBezTo>
                  <a:cubicBezTo>
                    <a:pt x="13" y="22"/>
                    <a:pt x="10" y="21"/>
                    <a:pt x="7" y="18"/>
                  </a:cubicBezTo>
                  <a:close/>
                </a:path>
              </a:pathLst>
            </a:custGeom>
            <a:solidFill>
              <a:srgbClr val="FED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1" name="Freeform 2265"/>
            <p:cNvSpPr/>
            <p:nvPr/>
          </p:nvSpPr>
          <p:spPr bwMode="auto">
            <a:xfrm>
              <a:off x="8464550" y="1335088"/>
              <a:ext cx="47625" cy="79375"/>
            </a:xfrm>
            <a:custGeom>
              <a:avLst/>
              <a:gdLst>
                <a:gd name="T0" fmla="*/ 3 w 13"/>
                <a:gd name="T1" fmla="*/ 19 h 21"/>
                <a:gd name="T2" fmla="*/ 2 w 13"/>
                <a:gd name="T3" fmla="*/ 1 h 21"/>
                <a:gd name="T4" fmla="*/ 2 w 13"/>
                <a:gd name="T5" fmla="*/ 1 h 21"/>
                <a:gd name="T6" fmla="*/ 9 w 13"/>
                <a:gd name="T7" fmla="*/ 5 h 21"/>
                <a:gd name="T8" fmla="*/ 11 w 13"/>
                <a:gd name="T9" fmla="*/ 11 h 21"/>
                <a:gd name="T10" fmla="*/ 8 w 13"/>
                <a:gd name="T11" fmla="*/ 21 h 21"/>
                <a:gd name="T12" fmla="*/ 3 w 13"/>
                <a:gd name="T13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1">
                  <a:moveTo>
                    <a:pt x="3" y="19"/>
                  </a:moveTo>
                  <a:cubicBezTo>
                    <a:pt x="2" y="13"/>
                    <a:pt x="0" y="7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1"/>
                    <a:pt x="9" y="0"/>
                    <a:pt x="9" y="5"/>
                  </a:cubicBezTo>
                  <a:cubicBezTo>
                    <a:pt x="8" y="8"/>
                    <a:pt x="10" y="9"/>
                    <a:pt x="11" y="11"/>
                  </a:cubicBezTo>
                  <a:cubicBezTo>
                    <a:pt x="12" y="15"/>
                    <a:pt x="13" y="19"/>
                    <a:pt x="8" y="21"/>
                  </a:cubicBezTo>
                  <a:cubicBezTo>
                    <a:pt x="7" y="19"/>
                    <a:pt x="4" y="21"/>
                    <a:pt x="3" y="19"/>
                  </a:cubicBezTo>
                  <a:close/>
                </a:path>
              </a:pathLst>
            </a:custGeom>
            <a:solidFill>
              <a:srgbClr val="FED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2" name="Freeform 2266"/>
            <p:cNvSpPr/>
            <p:nvPr/>
          </p:nvSpPr>
          <p:spPr bwMode="auto">
            <a:xfrm>
              <a:off x="8667750" y="1504951"/>
              <a:ext cx="66675" cy="41275"/>
            </a:xfrm>
            <a:custGeom>
              <a:avLst/>
              <a:gdLst>
                <a:gd name="T0" fmla="*/ 0 w 18"/>
                <a:gd name="T1" fmla="*/ 0 h 11"/>
                <a:gd name="T2" fmla="*/ 7 w 18"/>
                <a:gd name="T3" fmla="*/ 4 h 11"/>
                <a:gd name="T4" fmla="*/ 18 w 18"/>
                <a:gd name="T5" fmla="*/ 8 h 11"/>
                <a:gd name="T6" fmla="*/ 17 w 18"/>
                <a:gd name="T7" fmla="*/ 11 h 11"/>
                <a:gd name="T8" fmla="*/ 0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0" y="0"/>
                  </a:moveTo>
                  <a:cubicBezTo>
                    <a:pt x="4" y="0"/>
                    <a:pt x="7" y="0"/>
                    <a:pt x="7" y="4"/>
                  </a:cubicBezTo>
                  <a:cubicBezTo>
                    <a:pt x="8" y="7"/>
                    <a:pt x="15" y="9"/>
                    <a:pt x="18" y="8"/>
                  </a:cubicBezTo>
                  <a:cubicBezTo>
                    <a:pt x="18" y="9"/>
                    <a:pt x="17" y="10"/>
                    <a:pt x="17" y="11"/>
                  </a:cubicBezTo>
                  <a:cubicBezTo>
                    <a:pt x="10" y="10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FEDD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3" name="Freeform 2267"/>
            <p:cNvSpPr/>
            <p:nvPr/>
          </p:nvSpPr>
          <p:spPr bwMode="auto">
            <a:xfrm>
              <a:off x="8550275" y="1674813"/>
              <a:ext cx="33338" cy="22225"/>
            </a:xfrm>
            <a:custGeom>
              <a:avLst/>
              <a:gdLst>
                <a:gd name="T0" fmla="*/ 0 w 9"/>
                <a:gd name="T1" fmla="*/ 0 h 6"/>
                <a:gd name="T2" fmla="*/ 9 w 9"/>
                <a:gd name="T3" fmla="*/ 2 h 6"/>
                <a:gd name="T4" fmla="*/ 7 w 9"/>
                <a:gd name="T5" fmla="*/ 6 h 6"/>
                <a:gd name="T6" fmla="*/ 3 w 9"/>
                <a:gd name="T7" fmla="*/ 4 h 6"/>
                <a:gd name="T8" fmla="*/ 0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cubicBezTo>
                    <a:pt x="3" y="3"/>
                    <a:pt x="6" y="2"/>
                    <a:pt x="9" y="2"/>
                  </a:cubicBezTo>
                  <a:cubicBezTo>
                    <a:pt x="9" y="4"/>
                    <a:pt x="9" y="6"/>
                    <a:pt x="7" y="6"/>
                  </a:cubicBezTo>
                  <a:cubicBezTo>
                    <a:pt x="6" y="6"/>
                    <a:pt x="4" y="6"/>
                    <a:pt x="3" y="4"/>
                  </a:cubicBezTo>
                  <a:cubicBezTo>
                    <a:pt x="2" y="3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FEDE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4" name="Freeform 2268"/>
            <p:cNvSpPr/>
            <p:nvPr/>
          </p:nvSpPr>
          <p:spPr bwMode="auto">
            <a:xfrm>
              <a:off x="8486775" y="1354138"/>
              <a:ext cx="25400" cy="22225"/>
            </a:xfrm>
            <a:custGeom>
              <a:avLst/>
              <a:gdLst>
                <a:gd name="T0" fmla="*/ 5 w 7"/>
                <a:gd name="T1" fmla="*/ 6 h 6"/>
                <a:gd name="T2" fmla="*/ 3 w 7"/>
                <a:gd name="T3" fmla="*/ 0 h 6"/>
                <a:gd name="T4" fmla="*/ 6 w 7"/>
                <a:gd name="T5" fmla="*/ 2 h 6"/>
                <a:gd name="T6" fmla="*/ 5 w 7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5" y="6"/>
                  </a:moveTo>
                  <a:cubicBezTo>
                    <a:pt x="0" y="4"/>
                    <a:pt x="0" y="4"/>
                    <a:pt x="3" y="0"/>
                  </a:cubicBezTo>
                  <a:cubicBezTo>
                    <a:pt x="4" y="1"/>
                    <a:pt x="5" y="1"/>
                    <a:pt x="6" y="2"/>
                  </a:cubicBezTo>
                  <a:cubicBezTo>
                    <a:pt x="7" y="3"/>
                    <a:pt x="6" y="5"/>
                    <a:pt x="5" y="6"/>
                  </a:cubicBezTo>
                  <a:close/>
                </a:path>
              </a:pathLst>
            </a:custGeom>
            <a:solidFill>
              <a:srgbClr val="FED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5" name="Freeform 2269"/>
            <p:cNvSpPr/>
            <p:nvPr/>
          </p:nvSpPr>
          <p:spPr bwMode="auto">
            <a:xfrm>
              <a:off x="8475663" y="1398588"/>
              <a:ext cx="19050" cy="22225"/>
            </a:xfrm>
            <a:custGeom>
              <a:avLst/>
              <a:gdLst>
                <a:gd name="T0" fmla="*/ 0 w 5"/>
                <a:gd name="T1" fmla="*/ 2 h 6"/>
                <a:gd name="T2" fmla="*/ 5 w 5"/>
                <a:gd name="T3" fmla="*/ 4 h 6"/>
                <a:gd name="T4" fmla="*/ 0 w 5"/>
                <a:gd name="T5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6">
                  <a:moveTo>
                    <a:pt x="0" y="2"/>
                  </a:moveTo>
                  <a:cubicBezTo>
                    <a:pt x="2" y="3"/>
                    <a:pt x="5" y="0"/>
                    <a:pt x="5" y="4"/>
                  </a:cubicBezTo>
                  <a:cubicBezTo>
                    <a:pt x="3" y="6"/>
                    <a:pt x="1" y="5"/>
                    <a:pt x="0" y="2"/>
                  </a:cubicBezTo>
                  <a:close/>
                </a:path>
              </a:pathLst>
            </a:custGeom>
            <a:solidFill>
              <a:srgbClr val="FEE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6" name="Freeform 2270"/>
            <p:cNvSpPr/>
            <p:nvPr/>
          </p:nvSpPr>
          <p:spPr bwMode="auto">
            <a:xfrm>
              <a:off x="8505825" y="1360488"/>
              <a:ext cx="11113" cy="15875"/>
            </a:xfrm>
            <a:custGeom>
              <a:avLst/>
              <a:gdLst>
                <a:gd name="T0" fmla="*/ 0 w 3"/>
                <a:gd name="T1" fmla="*/ 4 h 4"/>
                <a:gd name="T2" fmla="*/ 1 w 3"/>
                <a:gd name="T3" fmla="*/ 0 h 4"/>
                <a:gd name="T4" fmla="*/ 0 w 3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0" y="2"/>
                    <a:pt x="1" y="1"/>
                    <a:pt x="1" y="0"/>
                  </a:cubicBezTo>
                  <a:cubicBezTo>
                    <a:pt x="3" y="2"/>
                    <a:pt x="2" y="3"/>
                    <a:pt x="0" y="4"/>
                  </a:cubicBezTo>
                  <a:close/>
                </a:path>
              </a:pathLst>
            </a:custGeom>
            <a:solidFill>
              <a:srgbClr val="FED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897" name="Freeform 2271"/>
            <p:cNvSpPr/>
            <p:nvPr/>
          </p:nvSpPr>
          <p:spPr bwMode="auto">
            <a:xfrm>
              <a:off x="8343900" y="1296988"/>
              <a:ext cx="481013" cy="468313"/>
            </a:xfrm>
            <a:custGeom>
              <a:avLst/>
              <a:gdLst>
                <a:gd name="T0" fmla="*/ 258 w 303"/>
                <a:gd name="T1" fmla="*/ 14 h 295"/>
                <a:gd name="T2" fmla="*/ 232 w 303"/>
                <a:gd name="T3" fmla="*/ 116 h 295"/>
                <a:gd name="T4" fmla="*/ 303 w 303"/>
                <a:gd name="T5" fmla="*/ 195 h 295"/>
                <a:gd name="T6" fmla="*/ 197 w 303"/>
                <a:gd name="T7" fmla="*/ 204 h 295"/>
                <a:gd name="T8" fmla="*/ 144 w 303"/>
                <a:gd name="T9" fmla="*/ 295 h 295"/>
                <a:gd name="T10" fmla="*/ 104 w 303"/>
                <a:gd name="T11" fmla="*/ 197 h 295"/>
                <a:gd name="T12" fmla="*/ 0 w 303"/>
                <a:gd name="T13" fmla="*/ 173 h 295"/>
                <a:gd name="T14" fmla="*/ 80 w 303"/>
                <a:gd name="T15" fmla="*/ 104 h 295"/>
                <a:gd name="T16" fmla="*/ 71 w 303"/>
                <a:gd name="T17" fmla="*/ 0 h 295"/>
                <a:gd name="T18" fmla="*/ 161 w 303"/>
                <a:gd name="T19" fmla="*/ 55 h 295"/>
                <a:gd name="T20" fmla="*/ 258 w 303"/>
                <a:gd name="T21" fmla="*/ 1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3" h="295">
                  <a:moveTo>
                    <a:pt x="258" y="14"/>
                  </a:moveTo>
                  <a:lnTo>
                    <a:pt x="232" y="116"/>
                  </a:lnTo>
                  <a:lnTo>
                    <a:pt x="303" y="195"/>
                  </a:lnTo>
                  <a:lnTo>
                    <a:pt x="197" y="204"/>
                  </a:lnTo>
                  <a:lnTo>
                    <a:pt x="144" y="295"/>
                  </a:lnTo>
                  <a:lnTo>
                    <a:pt x="104" y="197"/>
                  </a:lnTo>
                  <a:lnTo>
                    <a:pt x="0" y="173"/>
                  </a:lnTo>
                  <a:lnTo>
                    <a:pt x="80" y="104"/>
                  </a:lnTo>
                  <a:lnTo>
                    <a:pt x="71" y="0"/>
                  </a:lnTo>
                  <a:lnTo>
                    <a:pt x="161" y="55"/>
                  </a:lnTo>
                  <a:lnTo>
                    <a:pt x="258" y="14"/>
                  </a:lnTo>
                  <a:close/>
                </a:path>
              </a:pathLst>
            </a:custGeom>
            <a:noFill/>
            <a:ln w="14288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pic>
        <p:nvPicPr>
          <p:cNvPr id="898" name="Picture 89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900" name="Freeform 4"/>
          <p:cNvSpPr/>
          <p:nvPr/>
        </p:nvSpPr>
        <p:spPr>
          <a:xfrm>
            <a:off x="0" y="958215"/>
            <a:ext cx="9090660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4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73" name="Group 972"/>
          <p:cNvGrpSpPr/>
          <p:nvPr/>
        </p:nvGrpSpPr>
        <p:grpSpPr>
          <a:xfrm>
            <a:off x="921385" y="1034415"/>
            <a:ext cx="7487920" cy="4072358"/>
            <a:chOff x="-279" y="236"/>
            <a:chExt cx="13596" cy="7650"/>
          </a:xfrm>
        </p:grpSpPr>
        <p:grpSp>
          <p:nvGrpSpPr>
            <p:cNvPr id="974" name="Group 8"/>
            <p:cNvGrpSpPr/>
            <p:nvPr/>
          </p:nvGrpSpPr>
          <p:grpSpPr>
            <a:xfrm>
              <a:off x="-279" y="782"/>
              <a:ext cx="6273" cy="6187"/>
              <a:chOff x="0" y="0"/>
              <a:chExt cx="5311445" cy="5238521"/>
            </a:xfrm>
          </p:grpSpPr>
          <p:sp>
            <p:nvSpPr>
              <p:cNvPr id="975" name="Freeform 9"/>
              <p:cNvSpPr/>
              <p:nvPr/>
            </p:nvSpPr>
            <p:spPr>
              <a:xfrm>
                <a:off x="0" y="0"/>
                <a:ext cx="5311394" cy="5238496"/>
              </a:xfrm>
              <a:custGeom>
                <a:avLst/>
                <a:gdLst/>
                <a:ahLst/>
                <a:cxnLst/>
                <a:rect l="l" t="t" r="r" b="b"/>
                <a:pathLst>
                  <a:path w="5311394" h="5238496">
                    <a:moveTo>
                      <a:pt x="0" y="2619248"/>
                    </a:moveTo>
                    <a:cubicBezTo>
                      <a:pt x="0" y="1172718"/>
                      <a:pt x="1188974" y="0"/>
                      <a:pt x="2655697" y="0"/>
                    </a:cubicBezTo>
                    <a:cubicBezTo>
                      <a:pt x="4122420" y="0"/>
                      <a:pt x="5311394" y="1172718"/>
                      <a:pt x="5311394" y="2619248"/>
                    </a:cubicBezTo>
                    <a:cubicBezTo>
                      <a:pt x="5311394" y="4065778"/>
                      <a:pt x="4122420" y="5238496"/>
                      <a:pt x="2655697" y="5238496"/>
                    </a:cubicBezTo>
                    <a:cubicBezTo>
                      <a:pt x="1188974" y="5238496"/>
                      <a:pt x="0" y="4065778"/>
                      <a:pt x="0" y="2619248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976" name="Group 10"/>
            <p:cNvGrpSpPr/>
            <p:nvPr/>
          </p:nvGrpSpPr>
          <p:grpSpPr>
            <a:xfrm>
              <a:off x="-3" y="1402"/>
              <a:ext cx="5223" cy="5151"/>
              <a:chOff x="0" y="0"/>
              <a:chExt cx="4421759" cy="4361040"/>
            </a:xfrm>
          </p:grpSpPr>
          <p:sp>
            <p:nvSpPr>
              <p:cNvPr id="977" name="Freeform 11"/>
              <p:cNvSpPr/>
              <p:nvPr/>
            </p:nvSpPr>
            <p:spPr>
              <a:xfrm>
                <a:off x="0" y="0"/>
                <a:ext cx="4421759" cy="4361053"/>
              </a:xfrm>
              <a:custGeom>
                <a:avLst/>
                <a:gdLst/>
                <a:ahLst/>
                <a:cxnLst/>
                <a:rect l="l" t="t" r="r" b="b"/>
                <a:pathLst>
                  <a:path w="4421759" h="4361053">
                    <a:moveTo>
                      <a:pt x="0" y="2180463"/>
                    </a:moveTo>
                    <a:cubicBezTo>
                      <a:pt x="0" y="976249"/>
                      <a:pt x="989838" y="0"/>
                      <a:pt x="2210816" y="0"/>
                    </a:cubicBezTo>
                    <a:cubicBezTo>
                      <a:pt x="3431794" y="0"/>
                      <a:pt x="4421759" y="976249"/>
                      <a:pt x="4421759" y="2180463"/>
                    </a:cubicBezTo>
                    <a:cubicBezTo>
                      <a:pt x="4421759" y="3384677"/>
                      <a:pt x="3431921" y="4361053"/>
                      <a:pt x="2210816" y="4361053"/>
                    </a:cubicBezTo>
                    <a:cubicBezTo>
                      <a:pt x="989711" y="4361053"/>
                      <a:pt x="0" y="3384804"/>
                      <a:pt x="0" y="218046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DE1E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6200000"/>
              </a:gra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78" name="Group 12"/>
            <p:cNvGrpSpPr/>
            <p:nvPr/>
          </p:nvGrpSpPr>
          <p:grpSpPr>
            <a:xfrm>
              <a:off x="7110" y="283"/>
              <a:ext cx="6019" cy="1065"/>
              <a:chOff x="0" y="0"/>
              <a:chExt cx="5095317" cy="901571"/>
            </a:xfrm>
          </p:grpSpPr>
          <p:sp>
            <p:nvSpPr>
              <p:cNvPr id="979" name="Freeform 13"/>
              <p:cNvSpPr/>
              <p:nvPr/>
            </p:nvSpPr>
            <p:spPr>
              <a:xfrm>
                <a:off x="0" y="0"/>
                <a:ext cx="5095317" cy="901571"/>
              </a:xfrm>
              <a:custGeom>
                <a:avLst/>
                <a:gdLst/>
                <a:ahLst/>
                <a:cxnLst/>
                <a:rect l="l" t="t" r="r" b="b"/>
                <a:pathLst>
                  <a:path w="4978019" h="901446">
                    <a:moveTo>
                      <a:pt x="0" y="450723"/>
                    </a:moveTo>
                    <a:cubicBezTo>
                      <a:pt x="0" y="201803"/>
                      <a:pt x="201803" y="0"/>
                      <a:pt x="450723" y="0"/>
                    </a:cubicBezTo>
                    <a:lnTo>
                      <a:pt x="4527296" y="0"/>
                    </a:lnTo>
                    <a:cubicBezTo>
                      <a:pt x="4776216" y="0"/>
                      <a:pt x="4978019" y="201803"/>
                      <a:pt x="4978019" y="450723"/>
                    </a:cubicBezTo>
                    <a:cubicBezTo>
                      <a:pt x="4978019" y="699643"/>
                      <a:pt x="4776216" y="901446"/>
                      <a:pt x="4527296" y="901446"/>
                    </a:cubicBezTo>
                    <a:lnTo>
                      <a:pt x="450723" y="901446"/>
                    </a:lnTo>
                    <a:cubicBezTo>
                      <a:pt x="201803" y="901319"/>
                      <a:pt x="0" y="699643"/>
                      <a:pt x="0" y="450723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0" name="Group 14"/>
            <p:cNvGrpSpPr/>
            <p:nvPr/>
          </p:nvGrpSpPr>
          <p:grpSpPr>
            <a:xfrm>
              <a:off x="7599" y="1844"/>
              <a:ext cx="5718" cy="1118"/>
              <a:chOff x="0" y="0"/>
              <a:chExt cx="4841118" cy="946501"/>
            </a:xfrm>
          </p:grpSpPr>
          <p:sp>
            <p:nvSpPr>
              <p:cNvPr id="981" name="Freeform 15"/>
              <p:cNvSpPr/>
              <p:nvPr/>
            </p:nvSpPr>
            <p:spPr>
              <a:xfrm>
                <a:off x="0" y="0"/>
                <a:ext cx="4841118" cy="946501"/>
              </a:xfrm>
              <a:custGeom>
                <a:avLst/>
                <a:gdLst/>
                <a:ahLst/>
                <a:cxnLst/>
                <a:rect l="l" t="t" r="r" b="b"/>
                <a:pathLst>
                  <a:path w="4522978" h="946658">
                    <a:moveTo>
                      <a:pt x="0" y="473329"/>
                    </a:moveTo>
                    <a:cubicBezTo>
                      <a:pt x="0" y="211963"/>
                      <a:pt x="211963" y="0"/>
                      <a:pt x="473329" y="0"/>
                    </a:cubicBezTo>
                    <a:lnTo>
                      <a:pt x="4049649" y="0"/>
                    </a:lnTo>
                    <a:cubicBezTo>
                      <a:pt x="4311142" y="0"/>
                      <a:pt x="4522978" y="211963"/>
                      <a:pt x="4522978" y="473329"/>
                    </a:cubicBezTo>
                    <a:cubicBezTo>
                      <a:pt x="4522978" y="734695"/>
                      <a:pt x="4311015" y="946658"/>
                      <a:pt x="4049649" y="946658"/>
                    </a:cubicBezTo>
                    <a:lnTo>
                      <a:pt x="473329" y="946658"/>
                    </a:lnTo>
                    <a:cubicBezTo>
                      <a:pt x="211963" y="946785"/>
                      <a:pt x="0" y="734822"/>
                      <a:pt x="0" y="473329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2" name="Group 16"/>
            <p:cNvGrpSpPr/>
            <p:nvPr/>
          </p:nvGrpSpPr>
          <p:grpSpPr>
            <a:xfrm>
              <a:off x="7831" y="3447"/>
              <a:ext cx="5209" cy="1118"/>
              <a:chOff x="0" y="0"/>
              <a:chExt cx="4410380" cy="946747"/>
            </a:xfrm>
          </p:grpSpPr>
          <p:sp>
            <p:nvSpPr>
              <p:cNvPr id="983" name="Freeform 17"/>
              <p:cNvSpPr/>
              <p:nvPr/>
            </p:nvSpPr>
            <p:spPr>
              <a:xfrm>
                <a:off x="0" y="0"/>
                <a:ext cx="4410329" cy="946785"/>
              </a:xfrm>
              <a:custGeom>
                <a:avLst/>
                <a:gdLst/>
                <a:ahLst/>
                <a:cxnLst/>
                <a:rect l="l" t="t" r="r" b="b"/>
                <a:pathLst>
                  <a:path w="4410329" h="946785">
                    <a:moveTo>
                      <a:pt x="0" y="473329"/>
                    </a:moveTo>
                    <a:cubicBezTo>
                      <a:pt x="0" y="211963"/>
                      <a:pt x="211963" y="0"/>
                      <a:pt x="473329" y="0"/>
                    </a:cubicBezTo>
                    <a:lnTo>
                      <a:pt x="3937000" y="0"/>
                    </a:lnTo>
                    <a:cubicBezTo>
                      <a:pt x="4198493" y="0"/>
                      <a:pt x="4410329" y="211963"/>
                      <a:pt x="4410329" y="473329"/>
                    </a:cubicBezTo>
                    <a:cubicBezTo>
                      <a:pt x="4410329" y="734695"/>
                      <a:pt x="4198493" y="946785"/>
                      <a:pt x="3937000" y="946785"/>
                    </a:cubicBezTo>
                    <a:lnTo>
                      <a:pt x="473329" y="946785"/>
                    </a:lnTo>
                    <a:cubicBezTo>
                      <a:pt x="211963" y="946785"/>
                      <a:pt x="0" y="734822"/>
                      <a:pt x="0" y="473329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" name="Group 18"/>
            <p:cNvGrpSpPr/>
            <p:nvPr/>
          </p:nvGrpSpPr>
          <p:grpSpPr>
            <a:xfrm>
              <a:off x="7972" y="5134"/>
              <a:ext cx="5209" cy="1118"/>
              <a:chOff x="0" y="0"/>
              <a:chExt cx="4410380" cy="946747"/>
            </a:xfrm>
          </p:grpSpPr>
          <p:sp>
            <p:nvSpPr>
              <p:cNvPr id="985" name="Freeform 19"/>
              <p:cNvSpPr/>
              <p:nvPr/>
            </p:nvSpPr>
            <p:spPr>
              <a:xfrm>
                <a:off x="0" y="0"/>
                <a:ext cx="4410329" cy="946785"/>
              </a:xfrm>
              <a:custGeom>
                <a:avLst/>
                <a:gdLst/>
                <a:ahLst/>
                <a:cxnLst/>
                <a:rect l="l" t="t" r="r" b="b"/>
                <a:pathLst>
                  <a:path w="4410329" h="946785">
                    <a:moveTo>
                      <a:pt x="0" y="473329"/>
                    </a:moveTo>
                    <a:cubicBezTo>
                      <a:pt x="0" y="211963"/>
                      <a:pt x="211963" y="0"/>
                      <a:pt x="473329" y="0"/>
                    </a:cubicBezTo>
                    <a:lnTo>
                      <a:pt x="3937000" y="0"/>
                    </a:lnTo>
                    <a:cubicBezTo>
                      <a:pt x="4198493" y="0"/>
                      <a:pt x="4410329" y="211963"/>
                      <a:pt x="4410329" y="473329"/>
                    </a:cubicBezTo>
                    <a:cubicBezTo>
                      <a:pt x="4410329" y="734695"/>
                      <a:pt x="4198493" y="946785"/>
                      <a:pt x="3937000" y="946785"/>
                    </a:cubicBezTo>
                    <a:lnTo>
                      <a:pt x="473329" y="946785"/>
                    </a:lnTo>
                    <a:cubicBezTo>
                      <a:pt x="211963" y="946785"/>
                      <a:pt x="0" y="734822"/>
                      <a:pt x="0" y="473329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6" name="Group 20"/>
            <p:cNvGrpSpPr/>
            <p:nvPr/>
          </p:nvGrpSpPr>
          <p:grpSpPr>
            <a:xfrm>
              <a:off x="7562" y="6768"/>
              <a:ext cx="5380" cy="1118"/>
              <a:chOff x="0" y="0"/>
              <a:chExt cx="4554855" cy="946747"/>
            </a:xfrm>
          </p:grpSpPr>
          <p:sp>
            <p:nvSpPr>
              <p:cNvPr id="987" name="Freeform 21"/>
              <p:cNvSpPr/>
              <p:nvPr/>
            </p:nvSpPr>
            <p:spPr>
              <a:xfrm>
                <a:off x="0" y="0"/>
                <a:ext cx="4554728" cy="946658"/>
              </a:xfrm>
              <a:custGeom>
                <a:avLst/>
                <a:gdLst/>
                <a:ahLst/>
                <a:cxnLst/>
                <a:rect l="l" t="t" r="r" b="b"/>
                <a:pathLst>
                  <a:path w="4554728" h="946658">
                    <a:moveTo>
                      <a:pt x="0" y="473329"/>
                    </a:moveTo>
                    <a:cubicBezTo>
                      <a:pt x="0" y="211963"/>
                      <a:pt x="211963" y="0"/>
                      <a:pt x="473329" y="0"/>
                    </a:cubicBezTo>
                    <a:lnTo>
                      <a:pt x="4081399" y="0"/>
                    </a:lnTo>
                    <a:cubicBezTo>
                      <a:pt x="4342892" y="0"/>
                      <a:pt x="4554728" y="211963"/>
                      <a:pt x="4554728" y="473329"/>
                    </a:cubicBezTo>
                    <a:cubicBezTo>
                      <a:pt x="4554728" y="734695"/>
                      <a:pt x="4342765" y="946658"/>
                      <a:pt x="4081399" y="946658"/>
                    </a:cubicBezTo>
                    <a:lnTo>
                      <a:pt x="473329" y="946658"/>
                    </a:lnTo>
                    <a:cubicBezTo>
                      <a:pt x="211963" y="946785"/>
                      <a:pt x="0" y="734822"/>
                      <a:pt x="0" y="473329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88" name="Freeform 22"/>
            <p:cNvSpPr/>
            <p:nvPr/>
          </p:nvSpPr>
          <p:spPr>
            <a:xfrm>
              <a:off x="2716" y="236"/>
              <a:ext cx="3909" cy="7596"/>
            </a:xfrm>
            <a:custGeom>
              <a:avLst/>
              <a:gdLst/>
              <a:ahLst/>
              <a:cxnLst/>
              <a:rect l="l" t="t" r="r" b="b"/>
              <a:pathLst>
                <a:path w="2482439" h="4823758">
                  <a:moveTo>
                    <a:pt x="0" y="0"/>
                  </a:moveTo>
                  <a:lnTo>
                    <a:pt x="2482439" y="0"/>
                  </a:lnTo>
                  <a:lnTo>
                    <a:pt x="2482439" y="4823758"/>
                  </a:lnTo>
                  <a:lnTo>
                    <a:pt x="0" y="4823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89" name="Group 23"/>
            <p:cNvGrpSpPr/>
            <p:nvPr/>
          </p:nvGrpSpPr>
          <p:grpSpPr>
            <a:xfrm>
              <a:off x="4785" y="943"/>
              <a:ext cx="497" cy="490"/>
              <a:chOff x="0" y="0"/>
              <a:chExt cx="421043" cy="415265"/>
            </a:xfrm>
          </p:grpSpPr>
          <p:sp>
            <p:nvSpPr>
              <p:cNvPr id="990" name="Freeform 24"/>
              <p:cNvSpPr/>
              <p:nvPr/>
            </p:nvSpPr>
            <p:spPr>
              <a:xfrm>
                <a:off x="0" y="0"/>
                <a:ext cx="421005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421005" h="415290">
                    <a:moveTo>
                      <a:pt x="0" y="207645"/>
                    </a:moveTo>
                    <a:cubicBezTo>
                      <a:pt x="0" y="92964"/>
                      <a:pt x="94234" y="0"/>
                      <a:pt x="210566" y="0"/>
                    </a:cubicBezTo>
                    <a:cubicBezTo>
                      <a:pt x="326898" y="0"/>
                      <a:pt x="421005" y="92964"/>
                      <a:pt x="421005" y="207645"/>
                    </a:cubicBezTo>
                    <a:cubicBezTo>
                      <a:pt x="421005" y="322326"/>
                      <a:pt x="326771" y="415290"/>
                      <a:pt x="210566" y="415290"/>
                    </a:cubicBezTo>
                    <a:cubicBezTo>
                      <a:pt x="94361" y="415290"/>
                      <a:pt x="0" y="322326"/>
                      <a:pt x="0" y="207645"/>
                    </a:cubicBezTo>
                    <a:close/>
                  </a:path>
                </a:pathLst>
              </a:custGeom>
              <a:solidFill>
                <a:srgbClr val="FFD539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991" name="Group 25"/>
            <p:cNvGrpSpPr/>
            <p:nvPr/>
          </p:nvGrpSpPr>
          <p:grpSpPr>
            <a:xfrm>
              <a:off x="5930" y="2366"/>
              <a:ext cx="497" cy="490"/>
              <a:chOff x="0" y="0"/>
              <a:chExt cx="421043" cy="415265"/>
            </a:xfrm>
          </p:grpSpPr>
          <p:sp>
            <p:nvSpPr>
              <p:cNvPr id="992" name="Freeform 26"/>
              <p:cNvSpPr/>
              <p:nvPr/>
            </p:nvSpPr>
            <p:spPr>
              <a:xfrm>
                <a:off x="0" y="0"/>
                <a:ext cx="421005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421005" h="415290">
                    <a:moveTo>
                      <a:pt x="0" y="207645"/>
                    </a:moveTo>
                    <a:cubicBezTo>
                      <a:pt x="0" y="92964"/>
                      <a:pt x="94234" y="0"/>
                      <a:pt x="210566" y="0"/>
                    </a:cubicBezTo>
                    <a:cubicBezTo>
                      <a:pt x="326898" y="0"/>
                      <a:pt x="421005" y="92964"/>
                      <a:pt x="421005" y="207645"/>
                    </a:cubicBezTo>
                    <a:cubicBezTo>
                      <a:pt x="421005" y="322326"/>
                      <a:pt x="326771" y="415290"/>
                      <a:pt x="210566" y="415290"/>
                    </a:cubicBezTo>
                    <a:cubicBezTo>
                      <a:pt x="94361" y="415290"/>
                      <a:pt x="0" y="322326"/>
                      <a:pt x="0" y="207645"/>
                    </a:cubicBezTo>
                    <a:close/>
                  </a:path>
                </a:pathLst>
              </a:custGeom>
              <a:solidFill>
                <a:srgbClr val="F9951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93" name="Group 29"/>
            <p:cNvGrpSpPr/>
            <p:nvPr/>
          </p:nvGrpSpPr>
          <p:grpSpPr>
            <a:xfrm>
              <a:off x="5953" y="5211"/>
              <a:ext cx="497" cy="490"/>
              <a:chOff x="0" y="0"/>
              <a:chExt cx="421043" cy="415265"/>
            </a:xfrm>
          </p:grpSpPr>
          <p:sp>
            <p:nvSpPr>
              <p:cNvPr id="994" name="Freeform 30"/>
              <p:cNvSpPr/>
              <p:nvPr/>
            </p:nvSpPr>
            <p:spPr>
              <a:xfrm>
                <a:off x="0" y="0"/>
                <a:ext cx="421005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421005" h="415290">
                    <a:moveTo>
                      <a:pt x="0" y="207645"/>
                    </a:moveTo>
                    <a:cubicBezTo>
                      <a:pt x="0" y="92964"/>
                      <a:pt x="94234" y="0"/>
                      <a:pt x="210566" y="0"/>
                    </a:cubicBezTo>
                    <a:cubicBezTo>
                      <a:pt x="326898" y="0"/>
                      <a:pt x="421005" y="92964"/>
                      <a:pt x="421005" y="207645"/>
                    </a:cubicBezTo>
                    <a:cubicBezTo>
                      <a:pt x="421005" y="322326"/>
                      <a:pt x="326771" y="415290"/>
                      <a:pt x="210566" y="415290"/>
                    </a:cubicBezTo>
                    <a:cubicBezTo>
                      <a:pt x="94361" y="415290"/>
                      <a:pt x="0" y="322326"/>
                      <a:pt x="0" y="207645"/>
                    </a:cubicBezTo>
                    <a:close/>
                  </a:path>
                </a:pathLst>
              </a:custGeom>
              <a:solidFill>
                <a:srgbClr val="64539E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95" name="Group 31"/>
            <p:cNvGrpSpPr/>
            <p:nvPr/>
          </p:nvGrpSpPr>
          <p:grpSpPr>
            <a:xfrm>
              <a:off x="4785" y="6634"/>
              <a:ext cx="497" cy="490"/>
              <a:chOff x="0" y="0"/>
              <a:chExt cx="421043" cy="415265"/>
            </a:xfrm>
          </p:grpSpPr>
          <p:sp>
            <p:nvSpPr>
              <p:cNvPr id="996" name="Freeform 32"/>
              <p:cNvSpPr/>
              <p:nvPr/>
            </p:nvSpPr>
            <p:spPr>
              <a:xfrm>
                <a:off x="0" y="0"/>
                <a:ext cx="421005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421005" h="415290">
                    <a:moveTo>
                      <a:pt x="0" y="207645"/>
                    </a:moveTo>
                    <a:cubicBezTo>
                      <a:pt x="0" y="92964"/>
                      <a:pt x="94234" y="0"/>
                      <a:pt x="210566" y="0"/>
                    </a:cubicBezTo>
                    <a:cubicBezTo>
                      <a:pt x="326898" y="0"/>
                      <a:pt x="421005" y="92964"/>
                      <a:pt x="421005" y="207645"/>
                    </a:cubicBezTo>
                    <a:cubicBezTo>
                      <a:pt x="421005" y="322326"/>
                      <a:pt x="326771" y="415290"/>
                      <a:pt x="210566" y="415290"/>
                    </a:cubicBezTo>
                    <a:cubicBezTo>
                      <a:pt x="94361" y="415290"/>
                      <a:pt x="0" y="322326"/>
                      <a:pt x="0" y="207645"/>
                    </a:cubicBezTo>
                    <a:close/>
                  </a:path>
                </a:pathLst>
              </a:custGeom>
              <a:solidFill>
                <a:srgbClr val="00AEC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7" name="AutoShape 33"/>
            <p:cNvSpPr/>
            <p:nvPr/>
          </p:nvSpPr>
          <p:spPr>
            <a:xfrm rot="-710580">
              <a:off x="5256" y="995"/>
              <a:ext cx="1881" cy="0"/>
            </a:xfrm>
            <a:prstGeom prst="line">
              <a:avLst/>
            </a:prstGeom>
            <a:ln w="9525" cap="rnd">
              <a:solidFill>
                <a:srgbClr val="BFBF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8" name="AutoShape 34"/>
            <p:cNvSpPr/>
            <p:nvPr/>
          </p:nvSpPr>
          <p:spPr>
            <a:xfrm rot="-635040">
              <a:off x="6411" y="2500"/>
              <a:ext cx="1206" cy="0"/>
            </a:xfrm>
            <a:prstGeom prst="line">
              <a:avLst/>
            </a:prstGeom>
            <a:ln w="9525" cap="rnd">
              <a:solidFill>
                <a:srgbClr val="BFBF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9" name="AutoShape 36"/>
            <p:cNvSpPr/>
            <p:nvPr/>
          </p:nvSpPr>
          <p:spPr>
            <a:xfrm rot="553980">
              <a:off x="6433" y="5567"/>
              <a:ext cx="1556" cy="0"/>
            </a:xfrm>
            <a:prstGeom prst="line">
              <a:avLst/>
            </a:prstGeom>
            <a:ln w="9525" cap="rnd">
              <a:solidFill>
                <a:srgbClr val="BFBF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0" name="AutoShape 37"/>
            <p:cNvSpPr/>
            <p:nvPr/>
          </p:nvSpPr>
          <p:spPr>
            <a:xfrm rot="682620">
              <a:off x="5253" y="7096"/>
              <a:ext cx="2338" cy="0"/>
            </a:xfrm>
            <a:prstGeom prst="line">
              <a:avLst/>
            </a:prstGeom>
            <a:ln w="9525" cap="rnd">
              <a:solidFill>
                <a:srgbClr val="BFBF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01" name="Group 38"/>
            <p:cNvGrpSpPr/>
            <p:nvPr/>
          </p:nvGrpSpPr>
          <p:grpSpPr>
            <a:xfrm>
              <a:off x="7304" y="405"/>
              <a:ext cx="909" cy="896"/>
              <a:chOff x="0" y="0"/>
              <a:chExt cx="769201" cy="758634"/>
            </a:xfrm>
          </p:grpSpPr>
          <p:sp>
            <p:nvSpPr>
              <p:cNvPr id="1002" name="Freeform 39"/>
              <p:cNvSpPr/>
              <p:nvPr/>
            </p:nvSpPr>
            <p:spPr>
              <a:xfrm>
                <a:off x="0" y="0"/>
                <a:ext cx="769239" cy="758698"/>
              </a:xfrm>
              <a:custGeom>
                <a:avLst/>
                <a:gdLst/>
                <a:ahLst/>
                <a:cxnLst/>
                <a:rect l="l" t="t" r="r" b="b"/>
                <a:pathLst>
                  <a:path w="769239" h="758698">
                    <a:moveTo>
                      <a:pt x="0" y="379349"/>
                    </a:moveTo>
                    <a:cubicBezTo>
                      <a:pt x="0" y="169799"/>
                      <a:pt x="172212" y="0"/>
                      <a:pt x="384556" y="0"/>
                    </a:cubicBezTo>
                    <a:cubicBezTo>
                      <a:pt x="596900" y="0"/>
                      <a:pt x="769239" y="169799"/>
                      <a:pt x="769239" y="379349"/>
                    </a:cubicBezTo>
                    <a:cubicBezTo>
                      <a:pt x="769239" y="588899"/>
                      <a:pt x="597027" y="758698"/>
                      <a:pt x="384556" y="758698"/>
                    </a:cubicBezTo>
                    <a:cubicBezTo>
                      <a:pt x="172085" y="758698"/>
                      <a:pt x="0" y="588772"/>
                      <a:pt x="0" y="37934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DE1E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62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TextBox 40"/>
              <p:cNvSpPr txBox="1"/>
              <p:nvPr/>
            </p:nvSpPr>
            <p:spPr>
              <a:xfrm>
                <a:off x="0" y="-47625"/>
                <a:ext cx="769201" cy="8062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60"/>
                  </a:lnSpc>
                </a:pPr>
                <a:r>
                  <a:rPr lang="en-US" sz="2135" b="1">
                    <a:solidFill>
                      <a:srgbClr val="000000"/>
                    </a:solidFill>
                    <a:latin typeface="Calibri (MS) Bold" panose="020F0702030404030204"/>
                    <a:ea typeface="Calibri (MS) Bold" panose="020F0702030404030204"/>
                    <a:cs typeface="Calibri (MS) Bold" panose="020F0702030404030204"/>
                    <a:sym typeface="Calibri (MS) Bold" panose="020F0702030404030204"/>
                  </a:rPr>
                  <a:t>1</a:t>
                </a:r>
              </a:p>
            </p:txBody>
          </p:sp>
        </p:grpSp>
        <p:grpSp>
          <p:nvGrpSpPr>
            <p:cNvPr id="1004" name="Group 41"/>
            <p:cNvGrpSpPr/>
            <p:nvPr/>
          </p:nvGrpSpPr>
          <p:grpSpPr>
            <a:xfrm>
              <a:off x="7732" y="1991"/>
              <a:ext cx="909" cy="837"/>
              <a:chOff x="0" y="0"/>
              <a:chExt cx="769201" cy="709079"/>
            </a:xfrm>
          </p:grpSpPr>
          <p:sp>
            <p:nvSpPr>
              <p:cNvPr id="1005" name="Freeform 42"/>
              <p:cNvSpPr/>
              <p:nvPr/>
            </p:nvSpPr>
            <p:spPr>
              <a:xfrm>
                <a:off x="0" y="0"/>
                <a:ext cx="769239" cy="709041"/>
              </a:xfrm>
              <a:custGeom>
                <a:avLst/>
                <a:gdLst/>
                <a:ahLst/>
                <a:cxnLst/>
                <a:rect l="l" t="t" r="r" b="b"/>
                <a:pathLst>
                  <a:path w="769239" h="709041">
                    <a:moveTo>
                      <a:pt x="0" y="354584"/>
                    </a:moveTo>
                    <a:cubicBezTo>
                      <a:pt x="0" y="158750"/>
                      <a:pt x="172212" y="0"/>
                      <a:pt x="384556" y="0"/>
                    </a:cubicBezTo>
                    <a:cubicBezTo>
                      <a:pt x="596900" y="0"/>
                      <a:pt x="769239" y="158750"/>
                      <a:pt x="769239" y="354584"/>
                    </a:cubicBezTo>
                    <a:cubicBezTo>
                      <a:pt x="769239" y="550418"/>
                      <a:pt x="597027" y="709041"/>
                      <a:pt x="384556" y="709041"/>
                    </a:cubicBezTo>
                    <a:cubicBezTo>
                      <a:pt x="172085" y="709041"/>
                      <a:pt x="0" y="550291"/>
                      <a:pt x="0" y="35458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DE1E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62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TextBox 43"/>
              <p:cNvSpPr txBox="1"/>
              <p:nvPr/>
            </p:nvSpPr>
            <p:spPr>
              <a:xfrm>
                <a:off x="0" y="-47625"/>
                <a:ext cx="769201" cy="756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60"/>
                  </a:lnSpc>
                </a:pPr>
                <a:r>
                  <a:rPr lang="en-US" sz="2135" b="1">
                    <a:solidFill>
                      <a:srgbClr val="000000"/>
                    </a:solidFill>
                    <a:latin typeface="Calibri (MS) Bold" panose="020F0702030404030204"/>
                    <a:ea typeface="Calibri (MS) Bold" panose="020F0702030404030204"/>
                    <a:cs typeface="Calibri (MS) Bold" panose="020F0702030404030204"/>
                    <a:sym typeface="Calibri (MS) Bold" panose="020F0702030404030204"/>
                  </a:rPr>
                  <a:t>2</a:t>
                </a:r>
              </a:p>
            </p:txBody>
          </p:sp>
        </p:grpSp>
        <p:grpSp>
          <p:nvGrpSpPr>
            <p:cNvPr id="1007" name="Group 44"/>
            <p:cNvGrpSpPr/>
            <p:nvPr/>
          </p:nvGrpSpPr>
          <p:grpSpPr>
            <a:xfrm>
              <a:off x="7920" y="3534"/>
              <a:ext cx="909" cy="899"/>
              <a:chOff x="0" y="0"/>
              <a:chExt cx="769201" cy="761467"/>
            </a:xfrm>
          </p:grpSpPr>
          <p:sp>
            <p:nvSpPr>
              <p:cNvPr id="1008" name="Freeform 45"/>
              <p:cNvSpPr/>
              <p:nvPr/>
            </p:nvSpPr>
            <p:spPr>
              <a:xfrm>
                <a:off x="0" y="0"/>
                <a:ext cx="769239" cy="761492"/>
              </a:xfrm>
              <a:custGeom>
                <a:avLst/>
                <a:gdLst/>
                <a:ahLst/>
                <a:cxnLst/>
                <a:rect l="l" t="t" r="r" b="b"/>
                <a:pathLst>
                  <a:path w="769239" h="761492">
                    <a:moveTo>
                      <a:pt x="0" y="380746"/>
                    </a:moveTo>
                    <a:cubicBezTo>
                      <a:pt x="0" y="170434"/>
                      <a:pt x="172212" y="0"/>
                      <a:pt x="384556" y="0"/>
                    </a:cubicBezTo>
                    <a:cubicBezTo>
                      <a:pt x="596900" y="0"/>
                      <a:pt x="769239" y="170434"/>
                      <a:pt x="769239" y="380746"/>
                    </a:cubicBezTo>
                    <a:cubicBezTo>
                      <a:pt x="769239" y="591058"/>
                      <a:pt x="597027" y="761492"/>
                      <a:pt x="384556" y="761492"/>
                    </a:cubicBezTo>
                    <a:cubicBezTo>
                      <a:pt x="172085" y="761492"/>
                      <a:pt x="0" y="591058"/>
                      <a:pt x="0" y="38074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DE1E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62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TextBox 46"/>
              <p:cNvSpPr txBox="1"/>
              <p:nvPr/>
            </p:nvSpPr>
            <p:spPr>
              <a:xfrm>
                <a:off x="0" y="-47625"/>
                <a:ext cx="769201" cy="809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60"/>
                  </a:lnSpc>
                </a:pPr>
                <a:r>
                  <a:rPr lang="en-US" sz="2135" b="1">
                    <a:solidFill>
                      <a:srgbClr val="000000"/>
                    </a:solidFill>
                    <a:latin typeface="Calibri (MS) Bold" panose="020F0702030404030204"/>
                    <a:ea typeface="Calibri (MS) Bold" panose="020F0702030404030204"/>
                    <a:cs typeface="Calibri (MS) Bold" panose="020F0702030404030204"/>
                    <a:sym typeface="Calibri (MS) Bold" panose="020F0702030404030204"/>
                  </a:rPr>
                  <a:t>3</a:t>
                </a:r>
              </a:p>
            </p:txBody>
          </p:sp>
        </p:grpSp>
        <p:grpSp>
          <p:nvGrpSpPr>
            <p:cNvPr id="1010" name="Group 47"/>
            <p:cNvGrpSpPr/>
            <p:nvPr/>
          </p:nvGrpSpPr>
          <p:grpSpPr>
            <a:xfrm>
              <a:off x="8093" y="5241"/>
              <a:ext cx="909" cy="896"/>
              <a:chOff x="0" y="0"/>
              <a:chExt cx="769201" cy="758634"/>
            </a:xfrm>
          </p:grpSpPr>
          <p:sp>
            <p:nvSpPr>
              <p:cNvPr id="1011" name="Freeform 48"/>
              <p:cNvSpPr/>
              <p:nvPr/>
            </p:nvSpPr>
            <p:spPr>
              <a:xfrm>
                <a:off x="0" y="0"/>
                <a:ext cx="769239" cy="758698"/>
              </a:xfrm>
              <a:custGeom>
                <a:avLst/>
                <a:gdLst/>
                <a:ahLst/>
                <a:cxnLst/>
                <a:rect l="l" t="t" r="r" b="b"/>
                <a:pathLst>
                  <a:path w="769239" h="758698">
                    <a:moveTo>
                      <a:pt x="0" y="379349"/>
                    </a:moveTo>
                    <a:cubicBezTo>
                      <a:pt x="0" y="169799"/>
                      <a:pt x="172212" y="0"/>
                      <a:pt x="384556" y="0"/>
                    </a:cubicBezTo>
                    <a:cubicBezTo>
                      <a:pt x="596900" y="0"/>
                      <a:pt x="769239" y="169799"/>
                      <a:pt x="769239" y="379349"/>
                    </a:cubicBezTo>
                    <a:cubicBezTo>
                      <a:pt x="769239" y="588899"/>
                      <a:pt x="597027" y="758698"/>
                      <a:pt x="384556" y="758698"/>
                    </a:cubicBezTo>
                    <a:cubicBezTo>
                      <a:pt x="172085" y="758698"/>
                      <a:pt x="0" y="588772"/>
                      <a:pt x="0" y="37934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DE1E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62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TextBox 49"/>
              <p:cNvSpPr txBox="1"/>
              <p:nvPr/>
            </p:nvSpPr>
            <p:spPr>
              <a:xfrm>
                <a:off x="0" y="-47625"/>
                <a:ext cx="769201" cy="8062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60"/>
                  </a:lnSpc>
                </a:pPr>
                <a:r>
                  <a:rPr lang="en-US" sz="2135" b="1">
                    <a:solidFill>
                      <a:srgbClr val="000000"/>
                    </a:solidFill>
                    <a:latin typeface="Calibri (MS) Bold" panose="020F0702030404030204"/>
                    <a:ea typeface="Calibri (MS) Bold" panose="020F0702030404030204"/>
                    <a:cs typeface="Calibri (MS) Bold" panose="020F0702030404030204"/>
                    <a:sym typeface="Calibri (MS) Bold" panose="020F0702030404030204"/>
                  </a:rPr>
                  <a:t>4</a:t>
                </a:r>
              </a:p>
            </p:txBody>
          </p:sp>
        </p:grpSp>
        <p:grpSp>
          <p:nvGrpSpPr>
            <p:cNvPr id="1013" name="Group 50"/>
            <p:cNvGrpSpPr/>
            <p:nvPr/>
          </p:nvGrpSpPr>
          <p:grpSpPr>
            <a:xfrm>
              <a:off x="7639" y="6867"/>
              <a:ext cx="909" cy="896"/>
              <a:chOff x="0" y="0"/>
              <a:chExt cx="769201" cy="758634"/>
            </a:xfrm>
          </p:grpSpPr>
          <p:sp>
            <p:nvSpPr>
              <p:cNvPr id="1014" name="Freeform 51"/>
              <p:cNvSpPr/>
              <p:nvPr/>
            </p:nvSpPr>
            <p:spPr>
              <a:xfrm>
                <a:off x="0" y="0"/>
                <a:ext cx="769239" cy="758698"/>
              </a:xfrm>
              <a:custGeom>
                <a:avLst/>
                <a:gdLst/>
                <a:ahLst/>
                <a:cxnLst/>
                <a:rect l="l" t="t" r="r" b="b"/>
                <a:pathLst>
                  <a:path w="769239" h="758698">
                    <a:moveTo>
                      <a:pt x="0" y="379349"/>
                    </a:moveTo>
                    <a:cubicBezTo>
                      <a:pt x="0" y="169799"/>
                      <a:pt x="172212" y="0"/>
                      <a:pt x="384556" y="0"/>
                    </a:cubicBezTo>
                    <a:cubicBezTo>
                      <a:pt x="596900" y="0"/>
                      <a:pt x="769239" y="169799"/>
                      <a:pt x="769239" y="379349"/>
                    </a:cubicBezTo>
                    <a:cubicBezTo>
                      <a:pt x="769239" y="588899"/>
                      <a:pt x="597027" y="758698"/>
                      <a:pt x="384556" y="758698"/>
                    </a:cubicBezTo>
                    <a:cubicBezTo>
                      <a:pt x="172085" y="758698"/>
                      <a:pt x="0" y="588772"/>
                      <a:pt x="0" y="37934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DE1E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62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TextBox 52"/>
              <p:cNvSpPr txBox="1"/>
              <p:nvPr/>
            </p:nvSpPr>
            <p:spPr>
              <a:xfrm>
                <a:off x="0" y="-47625"/>
                <a:ext cx="769201" cy="8062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60"/>
                  </a:lnSpc>
                </a:pPr>
                <a:r>
                  <a:rPr lang="en-US" sz="2135" b="1">
                    <a:solidFill>
                      <a:srgbClr val="000000"/>
                    </a:solidFill>
                    <a:latin typeface="Calibri (MS) Bold" panose="020F0702030404030204"/>
                    <a:ea typeface="Calibri (MS) Bold" panose="020F0702030404030204"/>
                    <a:cs typeface="Calibri (MS) Bold" panose="020F0702030404030204"/>
                    <a:sym typeface="Calibri (MS) Bold" panose="020F0702030404030204"/>
                  </a:rPr>
                  <a:t>5</a:t>
                </a:r>
              </a:p>
            </p:txBody>
          </p:sp>
        </p:grpSp>
        <p:grpSp>
          <p:nvGrpSpPr>
            <p:cNvPr id="1016" name="Group 53"/>
            <p:cNvGrpSpPr/>
            <p:nvPr/>
          </p:nvGrpSpPr>
          <p:grpSpPr>
            <a:xfrm>
              <a:off x="53" y="1599"/>
              <a:ext cx="4924" cy="4857"/>
              <a:chOff x="0" y="0"/>
              <a:chExt cx="4169169" cy="4111917"/>
            </a:xfrm>
          </p:grpSpPr>
          <p:sp>
            <p:nvSpPr>
              <p:cNvPr id="1017" name="Freeform 54"/>
              <p:cNvSpPr/>
              <p:nvPr/>
            </p:nvSpPr>
            <p:spPr>
              <a:xfrm>
                <a:off x="-285750" y="0"/>
                <a:ext cx="4208145" cy="4180586"/>
              </a:xfrm>
              <a:custGeom>
                <a:avLst/>
                <a:gdLst/>
                <a:ahLst/>
                <a:cxnLst/>
                <a:rect l="l" t="t" r="r" b="b"/>
                <a:pathLst>
                  <a:path w="4208145" h="4180586">
                    <a:moveTo>
                      <a:pt x="291846" y="1899031"/>
                    </a:moveTo>
                    <a:cubicBezTo>
                      <a:pt x="293624" y="1876298"/>
                      <a:pt x="295783" y="1853819"/>
                      <a:pt x="298196" y="1831340"/>
                    </a:cubicBezTo>
                    <a:lnTo>
                      <a:pt x="320675" y="1833880"/>
                    </a:lnTo>
                    <a:cubicBezTo>
                      <a:pt x="318262" y="1856105"/>
                      <a:pt x="316103" y="1878457"/>
                      <a:pt x="314325" y="1900809"/>
                    </a:cubicBezTo>
                    <a:close/>
                    <a:moveTo>
                      <a:pt x="332740" y="1743075"/>
                    </a:moveTo>
                    <a:cubicBezTo>
                      <a:pt x="336296" y="1720596"/>
                      <a:pt x="340106" y="1698117"/>
                      <a:pt x="344424" y="1675892"/>
                    </a:cubicBezTo>
                    <a:lnTo>
                      <a:pt x="366649" y="1680083"/>
                    </a:lnTo>
                    <a:cubicBezTo>
                      <a:pt x="362458" y="1702054"/>
                      <a:pt x="358648" y="1724279"/>
                      <a:pt x="355092" y="1746504"/>
                    </a:cubicBezTo>
                    <a:close/>
                    <a:moveTo>
                      <a:pt x="385826" y="1590548"/>
                    </a:moveTo>
                    <a:cubicBezTo>
                      <a:pt x="391160" y="1568450"/>
                      <a:pt x="396748" y="1546479"/>
                      <a:pt x="402717" y="1524635"/>
                    </a:cubicBezTo>
                    <a:lnTo>
                      <a:pt x="424434" y="1530604"/>
                    </a:lnTo>
                    <a:cubicBezTo>
                      <a:pt x="418465" y="1552194"/>
                      <a:pt x="413004" y="1573911"/>
                      <a:pt x="407670" y="1595882"/>
                    </a:cubicBezTo>
                    <a:close/>
                    <a:moveTo>
                      <a:pt x="450469" y="1442974"/>
                    </a:moveTo>
                    <a:cubicBezTo>
                      <a:pt x="457454" y="1421384"/>
                      <a:pt x="464820" y="1399794"/>
                      <a:pt x="472440" y="1378458"/>
                    </a:cubicBezTo>
                    <a:lnTo>
                      <a:pt x="493649" y="1386078"/>
                    </a:lnTo>
                    <a:cubicBezTo>
                      <a:pt x="486029" y="1407160"/>
                      <a:pt x="478790" y="1428369"/>
                      <a:pt x="471805" y="1449832"/>
                    </a:cubicBezTo>
                    <a:close/>
                    <a:moveTo>
                      <a:pt x="526542" y="1300607"/>
                    </a:moveTo>
                    <a:cubicBezTo>
                      <a:pt x="535178" y="1279652"/>
                      <a:pt x="544195" y="1258697"/>
                      <a:pt x="553593" y="1238123"/>
                    </a:cubicBezTo>
                    <a:lnTo>
                      <a:pt x="574167" y="1247394"/>
                    </a:lnTo>
                    <a:cubicBezTo>
                      <a:pt x="564896" y="1267841"/>
                      <a:pt x="556006" y="1288415"/>
                      <a:pt x="547497" y="1309243"/>
                    </a:cubicBezTo>
                    <a:close/>
                    <a:moveTo>
                      <a:pt x="613791" y="1164844"/>
                    </a:moveTo>
                    <a:cubicBezTo>
                      <a:pt x="624078" y="1144524"/>
                      <a:pt x="634619" y="1124458"/>
                      <a:pt x="645541" y="1104646"/>
                    </a:cubicBezTo>
                    <a:lnTo>
                      <a:pt x="665353" y="1115568"/>
                    </a:lnTo>
                    <a:cubicBezTo>
                      <a:pt x="654558" y="1135253"/>
                      <a:pt x="644017" y="1155065"/>
                      <a:pt x="633857" y="1175131"/>
                    </a:cubicBezTo>
                    <a:close/>
                    <a:moveTo>
                      <a:pt x="711200" y="1036320"/>
                    </a:moveTo>
                    <a:cubicBezTo>
                      <a:pt x="723011" y="1016889"/>
                      <a:pt x="735203" y="997712"/>
                      <a:pt x="747522" y="978789"/>
                    </a:cubicBezTo>
                    <a:lnTo>
                      <a:pt x="766445" y="991108"/>
                    </a:lnTo>
                    <a:cubicBezTo>
                      <a:pt x="754126" y="1009904"/>
                      <a:pt x="742188" y="1028827"/>
                      <a:pt x="730504" y="1048004"/>
                    </a:cubicBezTo>
                    <a:close/>
                    <a:moveTo>
                      <a:pt x="818261" y="915543"/>
                    </a:moveTo>
                    <a:cubicBezTo>
                      <a:pt x="831469" y="897128"/>
                      <a:pt x="845058" y="878967"/>
                      <a:pt x="858901" y="860933"/>
                    </a:cubicBezTo>
                    <a:lnTo>
                      <a:pt x="876808" y="874776"/>
                    </a:lnTo>
                    <a:cubicBezTo>
                      <a:pt x="863092" y="892556"/>
                      <a:pt x="849630" y="910590"/>
                      <a:pt x="836549" y="928751"/>
                    </a:cubicBezTo>
                    <a:close/>
                    <a:moveTo>
                      <a:pt x="934212" y="803529"/>
                    </a:moveTo>
                    <a:cubicBezTo>
                      <a:pt x="948817" y="786130"/>
                      <a:pt x="963803" y="769112"/>
                      <a:pt x="978916" y="752221"/>
                    </a:cubicBezTo>
                    <a:lnTo>
                      <a:pt x="995680" y="767334"/>
                    </a:lnTo>
                    <a:cubicBezTo>
                      <a:pt x="980694" y="783971"/>
                      <a:pt x="965835" y="800989"/>
                      <a:pt x="951357" y="818134"/>
                    </a:cubicBezTo>
                    <a:close/>
                    <a:moveTo>
                      <a:pt x="1058418" y="700659"/>
                    </a:moveTo>
                    <a:cubicBezTo>
                      <a:pt x="1074293" y="684530"/>
                      <a:pt x="1090549" y="668528"/>
                      <a:pt x="1106932" y="652907"/>
                    </a:cubicBezTo>
                    <a:lnTo>
                      <a:pt x="1122553" y="669290"/>
                    </a:lnTo>
                    <a:cubicBezTo>
                      <a:pt x="1106297" y="684784"/>
                      <a:pt x="1090295" y="700532"/>
                      <a:pt x="1074547" y="716534"/>
                    </a:cubicBezTo>
                    <a:close/>
                    <a:moveTo>
                      <a:pt x="1190244" y="607568"/>
                    </a:moveTo>
                    <a:cubicBezTo>
                      <a:pt x="1207389" y="592709"/>
                      <a:pt x="1224661" y="577977"/>
                      <a:pt x="1242314" y="563626"/>
                    </a:cubicBezTo>
                    <a:lnTo>
                      <a:pt x="1256538" y="581152"/>
                    </a:lnTo>
                    <a:cubicBezTo>
                      <a:pt x="1239139" y="595376"/>
                      <a:pt x="1221994" y="609854"/>
                      <a:pt x="1205103" y="624586"/>
                    </a:cubicBezTo>
                    <a:close/>
                    <a:moveTo>
                      <a:pt x="1328674" y="524764"/>
                    </a:moveTo>
                    <a:cubicBezTo>
                      <a:pt x="1346835" y="511175"/>
                      <a:pt x="1365250" y="497967"/>
                      <a:pt x="1383919" y="484886"/>
                    </a:cubicBezTo>
                    <a:lnTo>
                      <a:pt x="1396873" y="503428"/>
                    </a:lnTo>
                    <a:cubicBezTo>
                      <a:pt x="1378458" y="516255"/>
                      <a:pt x="1360297" y="529463"/>
                      <a:pt x="1342263" y="542798"/>
                    </a:cubicBezTo>
                    <a:close/>
                    <a:moveTo>
                      <a:pt x="1473073" y="452628"/>
                    </a:moveTo>
                    <a:cubicBezTo>
                      <a:pt x="1492250" y="440436"/>
                      <a:pt x="1511554" y="428625"/>
                      <a:pt x="1531112" y="417068"/>
                    </a:cubicBezTo>
                    <a:lnTo>
                      <a:pt x="1542542" y="436499"/>
                    </a:lnTo>
                    <a:cubicBezTo>
                      <a:pt x="1523238" y="447929"/>
                      <a:pt x="1504061" y="459613"/>
                      <a:pt x="1485138" y="471678"/>
                    </a:cubicBezTo>
                    <a:close/>
                    <a:moveTo>
                      <a:pt x="1622425" y="391668"/>
                    </a:moveTo>
                    <a:cubicBezTo>
                      <a:pt x="1642364" y="381000"/>
                      <a:pt x="1662684" y="370713"/>
                      <a:pt x="1683004" y="360680"/>
                    </a:cubicBezTo>
                    <a:lnTo>
                      <a:pt x="1692910" y="381000"/>
                    </a:lnTo>
                    <a:cubicBezTo>
                      <a:pt x="1672717" y="390906"/>
                      <a:pt x="1652778" y="401193"/>
                      <a:pt x="1632966" y="411734"/>
                    </a:cubicBezTo>
                    <a:close/>
                    <a:moveTo>
                      <a:pt x="1775841" y="342392"/>
                    </a:moveTo>
                    <a:cubicBezTo>
                      <a:pt x="1796542" y="333248"/>
                      <a:pt x="1817497" y="324485"/>
                      <a:pt x="1838579" y="316103"/>
                    </a:cubicBezTo>
                    <a:lnTo>
                      <a:pt x="1846961" y="337058"/>
                    </a:lnTo>
                    <a:cubicBezTo>
                      <a:pt x="1826133" y="345440"/>
                      <a:pt x="1805432" y="354076"/>
                      <a:pt x="1784858" y="363093"/>
                    </a:cubicBezTo>
                    <a:close/>
                    <a:moveTo>
                      <a:pt x="1932686" y="304800"/>
                    </a:moveTo>
                    <a:cubicBezTo>
                      <a:pt x="1954022" y="297307"/>
                      <a:pt x="1975612" y="290068"/>
                      <a:pt x="1997329" y="283337"/>
                    </a:cubicBezTo>
                    <a:lnTo>
                      <a:pt x="2004060" y="304927"/>
                    </a:lnTo>
                    <a:cubicBezTo>
                      <a:pt x="1982597" y="311658"/>
                      <a:pt x="1961261" y="318770"/>
                      <a:pt x="1940179" y="326136"/>
                    </a:cubicBezTo>
                    <a:close/>
                    <a:moveTo>
                      <a:pt x="2091944" y="279273"/>
                    </a:moveTo>
                    <a:cubicBezTo>
                      <a:pt x="2113788" y="273431"/>
                      <a:pt x="2135886" y="267970"/>
                      <a:pt x="2157984" y="262763"/>
                    </a:cubicBezTo>
                    <a:lnTo>
                      <a:pt x="2163064" y="284734"/>
                    </a:lnTo>
                    <a:cubicBezTo>
                      <a:pt x="2141093" y="289814"/>
                      <a:pt x="2119376" y="295275"/>
                      <a:pt x="2097786" y="301117"/>
                    </a:cubicBezTo>
                    <a:close/>
                    <a:moveTo>
                      <a:pt x="2252726" y="265938"/>
                    </a:moveTo>
                    <a:cubicBezTo>
                      <a:pt x="2274951" y="261747"/>
                      <a:pt x="2297430" y="257937"/>
                      <a:pt x="2319909" y="254381"/>
                    </a:cubicBezTo>
                    <a:lnTo>
                      <a:pt x="2323338" y="276733"/>
                    </a:lnTo>
                    <a:cubicBezTo>
                      <a:pt x="2301113" y="280162"/>
                      <a:pt x="2278888" y="283972"/>
                      <a:pt x="2256917" y="288163"/>
                    </a:cubicBezTo>
                    <a:close/>
                    <a:moveTo>
                      <a:pt x="2414016" y="264668"/>
                    </a:moveTo>
                    <a:cubicBezTo>
                      <a:pt x="2436495" y="262128"/>
                      <a:pt x="2459101" y="260096"/>
                      <a:pt x="2481707" y="258191"/>
                    </a:cubicBezTo>
                    <a:lnTo>
                      <a:pt x="2483485" y="280670"/>
                    </a:lnTo>
                    <a:cubicBezTo>
                      <a:pt x="2461006" y="282448"/>
                      <a:pt x="2438654" y="284607"/>
                      <a:pt x="2416429" y="287020"/>
                    </a:cubicBezTo>
                    <a:close/>
                    <a:moveTo>
                      <a:pt x="2294890" y="1397"/>
                    </a:moveTo>
                    <a:cubicBezTo>
                      <a:pt x="2317496" y="635"/>
                      <a:pt x="2340229" y="127"/>
                      <a:pt x="2363089" y="0"/>
                    </a:cubicBezTo>
                    <a:lnTo>
                      <a:pt x="2363216" y="22606"/>
                    </a:lnTo>
                    <a:cubicBezTo>
                      <a:pt x="2340610" y="22733"/>
                      <a:pt x="2318131" y="23114"/>
                      <a:pt x="2295779" y="24003"/>
                    </a:cubicBezTo>
                    <a:close/>
                    <a:moveTo>
                      <a:pt x="2454910" y="24130"/>
                    </a:moveTo>
                    <a:cubicBezTo>
                      <a:pt x="2477643" y="25019"/>
                      <a:pt x="2500376" y="26162"/>
                      <a:pt x="2522982" y="27813"/>
                    </a:cubicBezTo>
                    <a:lnTo>
                      <a:pt x="2521458" y="50292"/>
                    </a:lnTo>
                    <a:cubicBezTo>
                      <a:pt x="2499106" y="48768"/>
                      <a:pt x="2476627" y="47498"/>
                      <a:pt x="2454148" y="46609"/>
                    </a:cubicBezTo>
                    <a:close/>
                    <a:moveTo>
                      <a:pt x="2612517" y="58547"/>
                    </a:moveTo>
                    <a:cubicBezTo>
                      <a:pt x="2635123" y="61087"/>
                      <a:pt x="2657602" y="64008"/>
                      <a:pt x="2679954" y="67310"/>
                    </a:cubicBezTo>
                    <a:lnTo>
                      <a:pt x="2676652" y="89662"/>
                    </a:lnTo>
                    <a:cubicBezTo>
                      <a:pt x="2654554" y="86487"/>
                      <a:pt x="2632202" y="83566"/>
                      <a:pt x="2609850" y="81026"/>
                    </a:cubicBezTo>
                    <a:close/>
                    <a:moveTo>
                      <a:pt x="2766949" y="104775"/>
                    </a:moveTo>
                    <a:cubicBezTo>
                      <a:pt x="2789301" y="108966"/>
                      <a:pt x="2811526" y="113665"/>
                      <a:pt x="2833624" y="118618"/>
                    </a:cubicBezTo>
                    <a:lnTo>
                      <a:pt x="2828671" y="140589"/>
                    </a:lnTo>
                    <a:cubicBezTo>
                      <a:pt x="2806827" y="135636"/>
                      <a:pt x="2784856" y="131191"/>
                      <a:pt x="2762631" y="126873"/>
                    </a:cubicBezTo>
                    <a:close/>
                    <a:moveTo>
                      <a:pt x="2917444" y="162433"/>
                    </a:moveTo>
                    <a:cubicBezTo>
                      <a:pt x="2939415" y="168402"/>
                      <a:pt x="2961132" y="174625"/>
                      <a:pt x="2982849" y="181229"/>
                    </a:cubicBezTo>
                    <a:lnTo>
                      <a:pt x="2976245" y="202819"/>
                    </a:lnTo>
                    <a:cubicBezTo>
                      <a:pt x="2954782" y="196342"/>
                      <a:pt x="2933319" y="190119"/>
                      <a:pt x="2911602" y="184277"/>
                    </a:cubicBezTo>
                    <a:close/>
                    <a:moveTo>
                      <a:pt x="3063240" y="231521"/>
                    </a:moveTo>
                    <a:cubicBezTo>
                      <a:pt x="3084703" y="239141"/>
                      <a:pt x="3106039" y="247015"/>
                      <a:pt x="3127121" y="255270"/>
                    </a:cubicBezTo>
                    <a:lnTo>
                      <a:pt x="3118866" y="276352"/>
                    </a:lnTo>
                    <a:cubicBezTo>
                      <a:pt x="3098038" y="268224"/>
                      <a:pt x="3076956" y="260350"/>
                      <a:pt x="3055747" y="252857"/>
                    </a:cubicBezTo>
                    <a:close/>
                    <a:moveTo>
                      <a:pt x="3203448" y="311404"/>
                    </a:moveTo>
                    <a:cubicBezTo>
                      <a:pt x="3224276" y="320548"/>
                      <a:pt x="3244850" y="330073"/>
                      <a:pt x="3265297" y="339852"/>
                    </a:cubicBezTo>
                    <a:lnTo>
                      <a:pt x="3255518" y="360172"/>
                    </a:lnTo>
                    <a:cubicBezTo>
                      <a:pt x="3235325" y="350520"/>
                      <a:pt x="3214878" y="341122"/>
                      <a:pt x="3194431" y="331978"/>
                    </a:cubicBezTo>
                    <a:close/>
                    <a:moveTo>
                      <a:pt x="3337179" y="401574"/>
                    </a:moveTo>
                    <a:cubicBezTo>
                      <a:pt x="3357245" y="412369"/>
                      <a:pt x="3377057" y="423418"/>
                      <a:pt x="3396742" y="434721"/>
                    </a:cubicBezTo>
                    <a:lnTo>
                      <a:pt x="3385439" y="454279"/>
                    </a:lnTo>
                    <a:cubicBezTo>
                      <a:pt x="3366008" y="443103"/>
                      <a:pt x="3346323" y="432054"/>
                      <a:pt x="3326511" y="421513"/>
                    </a:cubicBezTo>
                    <a:close/>
                    <a:moveTo>
                      <a:pt x="3463671" y="501777"/>
                    </a:moveTo>
                    <a:cubicBezTo>
                      <a:pt x="3482848" y="513969"/>
                      <a:pt x="3501771" y="526542"/>
                      <a:pt x="3520440" y="539369"/>
                    </a:cubicBezTo>
                    <a:lnTo>
                      <a:pt x="3507740" y="558038"/>
                    </a:lnTo>
                    <a:cubicBezTo>
                      <a:pt x="3489198" y="545338"/>
                      <a:pt x="3470529" y="533019"/>
                      <a:pt x="3451606" y="520954"/>
                    </a:cubicBezTo>
                    <a:close/>
                    <a:moveTo>
                      <a:pt x="3582162" y="611378"/>
                    </a:moveTo>
                    <a:cubicBezTo>
                      <a:pt x="3600323" y="624967"/>
                      <a:pt x="3618230" y="638937"/>
                      <a:pt x="3636010" y="653161"/>
                    </a:cubicBezTo>
                    <a:lnTo>
                      <a:pt x="3621913" y="670814"/>
                    </a:lnTo>
                    <a:cubicBezTo>
                      <a:pt x="3604387" y="656717"/>
                      <a:pt x="3586607" y="643001"/>
                      <a:pt x="3568700" y="629539"/>
                    </a:cubicBezTo>
                    <a:close/>
                    <a:moveTo>
                      <a:pt x="3692017" y="729615"/>
                    </a:moveTo>
                    <a:cubicBezTo>
                      <a:pt x="3709035" y="744601"/>
                      <a:pt x="3725926" y="759841"/>
                      <a:pt x="3742436" y="775335"/>
                    </a:cubicBezTo>
                    <a:lnTo>
                      <a:pt x="3727069" y="791845"/>
                    </a:lnTo>
                    <a:cubicBezTo>
                      <a:pt x="3710686" y="776478"/>
                      <a:pt x="3694049" y="761492"/>
                      <a:pt x="3677158" y="746633"/>
                    </a:cubicBezTo>
                    <a:close/>
                    <a:moveTo>
                      <a:pt x="3792601" y="855853"/>
                    </a:moveTo>
                    <a:cubicBezTo>
                      <a:pt x="3808476" y="872109"/>
                      <a:pt x="3824097" y="888492"/>
                      <a:pt x="3839464" y="905256"/>
                    </a:cubicBezTo>
                    <a:lnTo>
                      <a:pt x="3822827" y="920496"/>
                    </a:lnTo>
                    <a:cubicBezTo>
                      <a:pt x="3807587" y="903986"/>
                      <a:pt x="3792220" y="887603"/>
                      <a:pt x="3776472" y="871601"/>
                    </a:cubicBezTo>
                    <a:close/>
                    <a:moveTo>
                      <a:pt x="3883279" y="989203"/>
                    </a:moveTo>
                    <a:cubicBezTo>
                      <a:pt x="3897884" y="1006602"/>
                      <a:pt x="3912235" y="1024255"/>
                      <a:pt x="3926205" y="1042035"/>
                    </a:cubicBezTo>
                    <a:lnTo>
                      <a:pt x="3908425" y="1056005"/>
                    </a:lnTo>
                    <a:cubicBezTo>
                      <a:pt x="3894582" y="1038352"/>
                      <a:pt x="3880358" y="1020953"/>
                      <a:pt x="3866007" y="1003681"/>
                    </a:cubicBezTo>
                    <a:close/>
                    <a:moveTo>
                      <a:pt x="3963416" y="1129157"/>
                    </a:moveTo>
                    <a:cubicBezTo>
                      <a:pt x="3976624" y="1147572"/>
                      <a:pt x="3989578" y="1166241"/>
                      <a:pt x="4002151" y="1185164"/>
                    </a:cubicBezTo>
                    <a:lnTo>
                      <a:pt x="3983355" y="1197737"/>
                    </a:lnTo>
                    <a:cubicBezTo>
                      <a:pt x="3970909" y="1179068"/>
                      <a:pt x="3958082" y="1160653"/>
                      <a:pt x="3945001" y="1142365"/>
                    </a:cubicBezTo>
                    <a:close/>
                    <a:moveTo>
                      <a:pt x="4032504" y="1274953"/>
                    </a:moveTo>
                    <a:cubicBezTo>
                      <a:pt x="4044315" y="1294384"/>
                      <a:pt x="4055745" y="1313942"/>
                      <a:pt x="4066794" y="1333754"/>
                    </a:cubicBezTo>
                    <a:lnTo>
                      <a:pt x="4047109" y="1344803"/>
                    </a:lnTo>
                    <a:cubicBezTo>
                      <a:pt x="4036060" y="1325245"/>
                      <a:pt x="4024757" y="1305814"/>
                      <a:pt x="4013200" y="1286637"/>
                    </a:cubicBezTo>
                    <a:close/>
                    <a:moveTo>
                      <a:pt x="4090162" y="1425575"/>
                    </a:moveTo>
                    <a:cubicBezTo>
                      <a:pt x="4100322" y="1445768"/>
                      <a:pt x="4110228" y="1466215"/>
                      <a:pt x="4119753" y="1486916"/>
                    </a:cubicBezTo>
                    <a:lnTo>
                      <a:pt x="4099306" y="1496441"/>
                    </a:lnTo>
                    <a:cubicBezTo>
                      <a:pt x="4089908" y="1475994"/>
                      <a:pt x="4080129" y="1455801"/>
                      <a:pt x="4069969" y="1435862"/>
                    </a:cubicBezTo>
                    <a:close/>
                    <a:moveTo>
                      <a:pt x="4135882" y="1580388"/>
                    </a:moveTo>
                    <a:cubicBezTo>
                      <a:pt x="4144518" y="1601343"/>
                      <a:pt x="4152773" y="1622552"/>
                      <a:pt x="4160647" y="1643888"/>
                    </a:cubicBezTo>
                    <a:lnTo>
                      <a:pt x="4139438" y="1651762"/>
                    </a:lnTo>
                    <a:cubicBezTo>
                      <a:pt x="4131564" y="1630680"/>
                      <a:pt x="4123436" y="1609725"/>
                      <a:pt x="4114927" y="1589024"/>
                    </a:cubicBezTo>
                    <a:close/>
                    <a:moveTo>
                      <a:pt x="4169410" y="1738376"/>
                    </a:moveTo>
                    <a:cubicBezTo>
                      <a:pt x="4176268" y="1759966"/>
                      <a:pt x="4182872" y="1781683"/>
                      <a:pt x="4189095" y="1803527"/>
                    </a:cubicBezTo>
                    <a:lnTo>
                      <a:pt x="4167378" y="1809750"/>
                    </a:lnTo>
                    <a:cubicBezTo>
                      <a:pt x="4161282" y="1788160"/>
                      <a:pt x="4154805" y="1766697"/>
                      <a:pt x="4147947" y="1745361"/>
                    </a:cubicBezTo>
                    <a:close/>
                    <a:moveTo>
                      <a:pt x="4190492" y="1898396"/>
                    </a:moveTo>
                    <a:cubicBezTo>
                      <a:pt x="4195699" y="1920494"/>
                      <a:pt x="4200525" y="1942592"/>
                      <a:pt x="4204970" y="1964944"/>
                    </a:cubicBezTo>
                    <a:lnTo>
                      <a:pt x="4182872" y="1969389"/>
                    </a:lnTo>
                    <a:cubicBezTo>
                      <a:pt x="4178427" y="1947291"/>
                      <a:pt x="4173601" y="1925320"/>
                      <a:pt x="4168521" y="1903603"/>
                    </a:cubicBezTo>
                    <a:close/>
                    <a:moveTo>
                      <a:pt x="4198874" y="2059686"/>
                    </a:moveTo>
                    <a:cubicBezTo>
                      <a:pt x="4202303" y="2082038"/>
                      <a:pt x="4205351" y="2104517"/>
                      <a:pt x="4208145" y="2127123"/>
                    </a:cubicBezTo>
                    <a:lnTo>
                      <a:pt x="4185666" y="2129790"/>
                    </a:lnTo>
                    <a:cubicBezTo>
                      <a:pt x="4182999" y="2107438"/>
                      <a:pt x="4179951" y="2085213"/>
                      <a:pt x="4176522" y="2063115"/>
                    </a:cubicBezTo>
                    <a:close/>
                    <a:moveTo>
                      <a:pt x="4194556" y="2220849"/>
                    </a:moveTo>
                    <a:cubicBezTo>
                      <a:pt x="4196207" y="2243455"/>
                      <a:pt x="4197604" y="2266061"/>
                      <a:pt x="4198493" y="2288921"/>
                    </a:cubicBezTo>
                    <a:lnTo>
                      <a:pt x="4175887" y="2289810"/>
                    </a:lnTo>
                    <a:cubicBezTo>
                      <a:pt x="4174998" y="2267331"/>
                      <a:pt x="4173601" y="2244852"/>
                      <a:pt x="4171950" y="2222500"/>
                    </a:cubicBezTo>
                    <a:close/>
                    <a:moveTo>
                      <a:pt x="4177792" y="2381377"/>
                    </a:moveTo>
                    <a:cubicBezTo>
                      <a:pt x="4177792" y="2404237"/>
                      <a:pt x="4177284" y="2426970"/>
                      <a:pt x="4176522" y="2449576"/>
                    </a:cubicBezTo>
                    <a:lnTo>
                      <a:pt x="4153916" y="2448814"/>
                    </a:lnTo>
                    <a:cubicBezTo>
                      <a:pt x="4154678" y="2426462"/>
                      <a:pt x="4155186" y="2403983"/>
                      <a:pt x="4155186" y="2381377"/>
                    </a:cubicBezTo>
                    <a:close/>
                    <a:moveTo>
                      <a:pt x="4148709" y="2540254"/>
                    </a:moveTo>
                    <a:cubicBezTo>
                      <a:pt x="4146931" y="2562987"/>
                      <a:pt x="4144772" y="2585466"/>
                      <a:pt x="4142232" y="2607945"/>
                    </a:cubicBezTo>
                    <a:lnTo>
                      <a:pt x="4119753" y="2605405"/>
                    </a:lnTo>
                    <a:cubicBezTo>
                      <a:pt x="4122293" y="2583180"/>
                      <a:pt x="4124452" y="2560828"/>
                      <a:pt x="4126230" y="2538476"/>
                    </a:cubicBezTo>
                    <a:close/>
                    <a:moveTo>
                      <a:pt x="4107434" y="2696210"/>
                    </a:moveTo>
                    <a:cubicBezTo>
                      <a:pt x="4103878" y="2718689"/>
                      <a:pt x="4099941" y="2741041"/>
                      <a:pt x="4095623" y="2763393"/>
                    </a:cubicBezTo>
                    <a:lnTo>
                      <a:pt x="4073398" y="2759075"/>
                    </a:lnTo>
                    <a:cubicBezTo>
                      <a:pt x="4077716" y="2737104"/>
                      <a:pt x="4081526" y="2715006"/>
                      <a:pt x="4085082" y="2692654"/>
                    </a:cubicBezTo>
                    <a:close/>
                    <a:moveTo>
                      <a:pt x="4053967" y="2848483"/>
                    </a:moveTo>
                    <a:cubicBezTo>
                      <a:pt x="4048633" y="2870581"/>
                      <a:pt x="4042918" y="2892552"/>
                      <a:pt x="4036949" y="2914396"/>
                    </a:cubicBezTo>
                    <a:lnTo>
                      <a:pt x="4015232" y="2908427"/>
                    </a:lnTo>
                    <a:cubicBezTo>
                      <a:pt x="4021201" y="2886837"/>
                      <a:pt x="4026789" y="2865120"/>
                      <a:pt x="4032123" y="2843276"/>
                    </a:cubicBezTo>
                    <a:close/>
                    <a:moveTo>
                      <a:pt x="3988943" y="2996184"/>
                    </a:moveTo>
                    <a:cubicBezTo>
                      <a:pt x="3981958" y="3017774"/>
                      <a:pt x="3974465" y="3039237"/>
                      <a:pt x="3966718" y="3060573"/>
                    </a:cubicBezTo>
                    <a:lnTo>
                      <a:pt x="3945509" y="3052826"/>
                    </a:lnTo>
                    <a:cubicBezTo>
                      <a:pt x="3953129" y="3031744"/>
                      <a:pt x="3960495" y="3010535"/>
                      <a:pt x="3967480" y="2989199"/>
                    </a:cubicBezTo>
                    <a:close/>
                    <a:moveTo>
                      <a:pt x="3912362" y="3138297"/>
                    </a:moveTo>
                    <a:cubicBezTo>
                      <a:pt x="3903599" y="3159252"/>
                      <a:pt x="3894582" y="3180080"/>
                      <a:pt x="3885184" y="3200781"/>
                    </a:cubicBezTo>
                    <a:lnTo>
                      <a:pt x="3864610" y="3191383"/>
                    </a:lnTo>
                    <a:cubicBezTo>
                      <a:pt x="3873881" y="3170936"/>
                      <a:pt x="3882898" y="3150362"/>
                      <a:pt x="3891407" y="3129661"/>
                    </a:cubicBezTo>
                    <a:close/>
                    <a:moveTo>
                      <a:pt x="3824859" y="3273933"/>
                    </a:moveTo>
                    <a:cubicBezTo>
                      <a:pt x="3814572" y="3294126"/>
                      <a:pt x="3803904" y="3314192"/>
                      <a:pt x="3792982" y="3334004"/>
                    </a:cubicBezTo>
                    <a:lnTo>
                      <a:pt x="3773170" y="3323082"/>
                    </a:lnTo>
                    <a:cubicBezTo>
                      <a:pt x="3783965" y="3303397"/>
                      <a:pt x="3794506" y="3283585"/>
                      <a:pt x="3804793" y="3263646"/>
                    </a:cubicBezTo>
                    <a:close/>
                    <a:moveTo>
                      <a:pt x="3727196" y="3402330"/>
                    </a:moveTo>
                    <a:cubicBezTo>
                      <a:pt x="3715385" y="3421761"/>
                      <a:pt x="3703193" y="3440938"/>
                      <a:pt x="3690747" y="3459861"/>
                    </a:cubicBezTo>
                    <a:lnTo>
                      <a:pt x="3671951" y="3447415"/>
                    </a:lnTo>
                    <a:cubicBezTo>
                      <a:pt x="3684270" y="3428619"/>
                      <a:pt x="3696335" y="3409696"/>
                      <a:pt x="3708019" y="3390519"/>
                    </a:cubicBezTo>
                    <a:close/>
                    <a:moveTo>
                      <a:pt x="3619881" y="3522726"/>
                    </a:moveTo>
                    <a:cubicBezTo>
                      <a:pt x="3606546" y="3541141"/>
                      <a:pt x="3592957" y="3559302"/>
                      <a:pt x="3579114" y="3577209"/>
                    </a:cubicBezTo>
                    <a:lnTo>
                      <a:pt x="3561207" y="3563366"/>
                    </a:lnTo>
                    <a:cubicBezTo>
                      <a:pt x="3574923" y="3545586"/>
                      <a:pt x="3588385" y="3527679"/>
                      <a:pt x="3601593" y="3509391"/>
                    </a:cubicBezTo>
                    <a:close/>
                    <a:moveTo>
                      <a:pt x="3503549" y="3634486"/>
                    </a:moveTo>
                    <a:cubicBezTo>
                      <a:pt x="3488817" y="3651758"/>
                      <a:pt x="3473958" y="3668903"/>
                      <a:pt x="3458718" y="3685667"/>
                    </a:cubicBezTo>
                    <a:lnTo>
                      <a:pt x="3441954" y="3670554"/>
                    </a:lnTo>
                    <a:cubicBezTo>
                      <a:pt x="3457067" y="3653917"/>
                      <a:pt x="3471799" y="3637026"/>
                      <a:pt x="3486277" y="3619881"/>
                    </a:cubicBezTo>
                    <a:close/>
                    <a:moveTo>
                      <a:pt x="3378962" y="3737102"/>
                    </a:moveTo>
                    <a:cubicBezTo>
                      <a:pt x="3362960" y="3753231"/>
                      <a:pt x="3346831" y="3769106"/>
                      <a:pt x="3330321" y="3784727"/>
                    </a:cubicBezTo>
                    <a:lnTo>
                      <a:pt x="3314827" y="3768344"/>
                    </a:lnTo>
                    <a:cubicBezTo>
                      <a:pt x="3331083" y="3752850"/>
                      <a:pt x="3347212" y="3737229"/>
                      <a:pt x="3362960" y="3721227"/>
                    </a:cubicBezTo>
                    <a:close/>
                    <a:moveTo>
                      <a:pt x="3247136" y="3829939"/>
                    </a:moveTo>
                    <a:cubicBezTo>
                      <a:pt x="3229991" y="3844798"/>
                      <a:pt x="3212592" y="3859403"/>
                      <a:pt x="3194939" y="3873754"/>
                    </a:cubicBezTo>
                    <a:lnTo>
                      <a:pt x="3180715" y="3856228"/>
                    </a:lnTo>
                    <a:cubicBezTo>
                      <a:pt x="3198114" y="3842004"/>
                      <a:pt x="3215386" y="3827653"/>
                      <a:pt x="3232277" y="3812921"/>
                    </a:cubicBezTo>
                    <a:close/>
                    <a:moveTo>
                      <a:pt x="3108452" y="3912489"/>
                    </a:moveTo>
                    <a:cubicBezTo>
                      <a:pt x="3090291" y="3926078"/>
                      <a:pt x="3071876" y="3939286"/>
                      <a:pt x="3053207" y="3952240"/>
                    </a:cubicBezTo>
                    <a:lnTo>
                      <a:pt x="3040380" y="3933698"/>
                    </a:lnTo>
                    <a:cubicBezTo>
                      <a:pt x="3058795" y="3920871"/>
                      <a:pt x="3077083" y="3907790"/>
                      <a:pt x="3095117" y="3894455"/>
                    </a:cubicBezTo>
                    <a:close/>
                    <a:moveTo>
                      <a:pt x="2964180" y="3984371"/>
                    </a:moveTo>
                    <a:cubicBezTo>
                      <a:pt x="2945003" y="3996436"/>
                      <a:pt x="2925572" y="4008247"/>
                      <a:pt x="2906014" y="4019804"/>
                    </a:cubicBezTo>
                    <a:lnTo>
                      <a:pt x="2894584" y="4000373"/>
                    </a:lnTo>
                    <a:cubicBezTo>
                      <a:pt x="2914015" y="3988943"/>
                      <a:pt x="2933192" y="3977259"/>
                      <a:pt x="2952115" y="3965321"/>
                    </a:cubicBezTo>
                    <a:close/>
                    <a:moveTo>
                      <a:pt x="2814701" y="4044950"/>
                    </a:moveTo>
                    <a:cubicBezTo>
                      <a:pt x="2794635" y="4055618"/>
                      <a:pt x="2774442" y="4065905"/>
                      <a:pt x="2753995" y="4075811"/>
                    </a:cubicBezTo>
                    <a:lnTo>
                      <a:pt x="2744089" y="4055491"/>
                    </a:lnTo>
                    <a:cubicBezTo>
                      <a:pt x="2764282" y="4045585"/>
                      <a:pt x="2784348" y="4035425"/>
                      <a:pt x="2804160" y="4024884"/>
                    </a:cubicBezTo>
                    <a:close/>
                    <a:moveTo>
                      <a:pt x="2661158" y="4093845"/>
                    </a:moveTo>
                    <a:cubicBezTo>
                      <a:pt x="2640330" y="4102862"/>
                      <a:pt x="2619375" y="4111625"/>
                      <a:pt x="2598293" y="4120007"/>
                    </a:cubicBezTo>
                    <a:lnTo>
                      <a:pt x="2589911" y="4099052"/>
                    </a:lnTo>
                    <a:cubicBezTo>
                      <a:pt x="2610866" y="4090797"/>
                      <a:pt x="2631567" y="4082034"/>
                      <a:pt x="2652141" y="4073144"/>
                    </a:cubicBezTo>
                    <a:close/>
                    <a:moveTo>
                      <a:pt x="2504186" y="4131056"/>
                    </a:moveTo>
                    <a:cubicBezTo>
                      <a:pt x="2482723" y="4138549"/>
                      <a:pt x="2461260" y="4145661"/>
                      <a:pt x="2439543" y="4152392"/>
                    </a:cubicBezTo>
                    <a:lnTo>
                      <a:pt x="2432812" y="4130802"/>
                    </a:lnTo>
                    <a:cubicBezTo>
                      <a:pt x="2454275" y="4124071"/>
                      <a:pt x="2475611" y="4117086"/>
                      <a:pt x="2496820" y="4109720"/>
                    </a:cubicBezTo>
                    <a:close/>
                    <a:moveTo>
                      <a:pt x="2344928" y="4156202"/>
                    </a:moveTo>
                    <a:cubicBezTo>
                      <a:pt x="2323084" y="4162044"/>
                      <a:pt x="2300986" y="4167505"/>
                      <a:pt x="2278888" y="4172585"/>
                    </a:cubicBezTo>
                    <a:lnTo>
                      <a:pt x="2273808" y="4150614"/>
                    </a:lnTo>
                    <a:cubicBezTo>
                      <a:pt x="2295779" y="4145534"/>
                      <a:pt x="2317496" y="4140200"/>
                      <a:pt x="2339213" y="4134358"/>
                    </a:cubicBezTo>
                    <a:close/>
                    <a:moveTo>
                      <a:pt x="2184273" y="4169283"/>
                    </a:moveTo>
                    <a:cubicBezTo>
                      <a:pt x="2162048" y="4173474"/>
                      <a:pt x="2139569" y="4177157"/>
                      <a:pt x="2117090" y="4180586"/>
                    </a:cubicBezTo>
                    <a:lnTo>
                      <a:pt x="2113661" y="4158234"/>
                    </a:lnTo>
                    <a:cubicBezTo>
                      <a:pt x="2135886" y="4154805"/>
                      <a:pt x="2158111" y="4151122"/>
                      <a:pt x="2180209" y="4147058"/>
                    </a:cubicBezTo>
                    <a:close/>
                    <a:moveTo>
                      <a:pt x="2022983" y="4170172"/>
                    </a:moveTo>
                    <a:cubicBezTo>
                      <a:pt x="2000504" y="4172585"/>
                      <a:pt x="1977898" y="4174744"/>
                      <a:pt x="1955292" y="4176395"/>
                    </a:cubicBezTo>
                    <a:lnTo>
                      <a:pt x="1953514" y="4153916"/>
                    </a:lnTo>
                    <a:cubicBezTo>
                      <a:pt x="1975993" y="4152138"/>
                      <a:pt x="1998345" y="4150106"/>
                      <a:pt x="2020570" y="4147693"/>
                    </a:cubicBezTo>
                    <a:close/>
                    <a:moveTo>
                      <a:pt x="1862201" y="4158996"/>
                    </a:moveTo>
                    <a:cubicBezTo>
                      <a:pt x="1839595" y="4159758"/>
                      <a:pt x="1816862" y="4160139"/>
                      <a:pt x="1794002" y="4160266"/>
                    </a:cubicBezTo>
                    <a:lnTo>
                      <a:pt x="1794002" y="4137660"/>
                    </a:lnTo>
                    <a:cubicBezTo>
                      <a:pt x="1816608" y="4137660"/>
                      <a:pt x="1839087" y="4137152"/>
                      <a:pt x="1861439" y="4136390"/>
                    </a:cubicBezTo>
                    <a:close/>
                    <a:moveTo>
                      <a:pt x="1702435" y="4135882"/>
                    </a:moveTo>
                    <a:cubicBezTo>
                      <a:pt x="1679702" y="4134993"/>
                      <a:pt x="1656969" y="4133723"/>
                      <a:pt x="1634363" y="4132072"/>
                    </a:cubicBezTo>
                    <a:lnTo>
                      <a:pt x="1636014" y="4109593"/>
                    </a:lnTo>
                    <a:cubicBezTo>
                      <a:pt x="1658366" y="4111244"/>
                      <a:pt x="1680845" y="4112514"/>
                      <a:pt x="1703324" y="4113403"/>
                    </a:cubicBezTo>
                    <a:close/>
                    <a:moveTo>
                      <a:pt x="1544955" y="4101084"/>
                    </a:moveTo>
                    <a:cubicBezTo>
                      <a:pt x="1522349" y="4098544"/>
                      <a:pt x="1499870" y="4095496"/>
                      <a:pt x="1477518" y="4092194"/>
                    </a:cubicBezTo>
                    <a:lnTo>
                      <a:pt x="1480820" y="4069842"/>
                    </a:lnTo>
                    <a:cubicBezTo>
                      <a:pt x="1502918" y="4073144"/>
                      <a:pt x="1525143" y="4076065"/>
                      <a:pt x="1547495" y="4078605"/>
                    </a:cubicBezTo>
                    <a:close/>
                    <a:moveTo>
                      <a:pt x="1390523" y="4054475"/>
                    </a:moveTo>
                    <a:cubicBezTo>
                      <a:pt x="1368171" y="4050157"/>
                      <a:pt x="1345946" y="4045585"/>
                      <a:pt x="1323848" y="4040505"/>
                    </a:cubicBezTo>
                    <a:lnTo>
                      <a:pt x="1328801" y="4018534"/>
                    </a:lnTo>
                    <a:cubicBezTo>
                      <a:pt x="1350645" y="4023487"/>
                      <a:pt x="1372616" y="4028059"/>
                      <a:pt x="1394714" y="4032377"/>
                    </a:cubicBezTo>
                    <a:close/>
                    <a:moveTo>
                      <a:pt x="1239901" y="3996436"/>
                    </a:moveTo>
                    <a:cubicBezTo>
                      <a:pt x="1217930" y="3990467"/>
                      <a:pt x="1196213" y="3984117"/>
                      <a:pt x="1174623" y="3977513"/>
                    </a:cubicBezTo>
                    <a:lnTo>
                      <a:pt x="1181227" y="3955923"/>
                    </a:lnTo>
                    <a:cubicBezTo>
                      <a:pt x="1202563" y="3962527"/>
                      <a:pt x="1224153" y="3968750"/>
                      <a:pt x="1245870" y="3974592"/>
                    </a:cubicBezTo>
                    <a:close/>
                    <a:moveTo>
                      <a:pt x="1094359" y="3927094"/>
                    </a:moveTo>
                    <a:cubicBezTo>
                      <a:pt x="1072896" y="3919474"/>
                      <a:pt x="1051687" y="3911473"/>
                      <a:pt x="1030605" y="3903218"/>
                    </a:cubicBezTo>
                    <a:lnTo>
                      <a:pt x="1038860" y="3882263"/>
                    </a:lnTo>
                    <a:cubicBezTo>
                      <a:pt x="1059688" y="3890518"/>
                      <a:pt x="1080770" y="3898392"/>
                      <a:pt x="1101979" y="3905885"/>
                    </a:cubicBezTo>
                    <a:close/>
                    <a:moveTo>
                      <a:pt x="954405" y="3846957"/>
                    </a:moveTo>
                    <a:cubicBezTo>
                      <a:pt x="933577" y="3837686"/>
                      <a:pt x="913003" y="3828161"/>
                      <a:pt x="892683" y="3818382"/>
                    </a:cubicBezTo>
                    <a:lnTo>
                      <a:pt x="902462" y="3798062"/>
                    </a:lnTo>
                    <a:cubicBezTo>
                      <a:pt x="922655" y="3807841"/>
                      <a:pt x="942975" y="3817239"/>
                      <a:pt x="963549" y="3826383"/>
                    </a:cubicBezTo>
                    <a:close/>
                    <a:moveTo>
                      <a:pt x="820928" y="3756533"/>
                    </a:moveTo>
                    <a:cubicBezTo>
                      <a:pt x="800862" y="3745738"/>
                      <a:pt x="781050" y="3734689"/>
                      <a:pt x="761492" y="3723259"/>
                    </a:cubicBezTo>
                    <a:lnTo>
                      <a:pt x="772795" y="3703701"/>
                    </a:lnTo>
                    <a:cubicBezTo>
                      <a:pt x="792226" y="3715004"/>
                      <a:pt x="811784" y="3725926"/>
                      <a:pt x="831596" y="3736594"/>
                    </a:cubicBezTo>
                    <a:close/>
                    <a:moveTo>
                      <a:pt x="694690" y="3656076"/>
                    </a:moveTo>
                    <a:cubicBezTo>
                      <a:pt x="675513" y="3643884"/>
                      <a:pt x="656590" y="3631311"/>
                      <a:pt x="637921" y="3618357"/>
                    </a:cubicBezTo>
                    <a:lnTo>
                      <a:pt x="650748" y="3599815"/>
                    </a:lnTo>
                    <a:cubicBezTo>
                      <a:pt x="669290" y="3612515"/>
                      <a:pt x="687959" y="3624961"/>
                      <a:pt x="706882" y="3637026"/>
                    </a:cubicBezTo>
                    <a:close/>
                    <a:moveTo>
                      <a:pt x="576453" y="3546348"/>
                    </a:moveTo>
                    <a:cubicBezTo>
                      <a:pt x="558292" y="3532632"/>
                      <a:pt x="540385" y="3518789"/>
                      <a:pt x="522732" y="3504438"/>
                    </a:cubicBezTo>
                    <a:lnTo>
                      <a:pt x="536956" y="3486912"/>
                    </a:lnTo>
                    <a:cubicBezTo>
                      <a:pt x="554482" y="3501009"/>
                      <a:pt x="572135" y="3514852"/>
                      <a:pt x="590042" y="3528314"/>
                    </a:cubicBezTo>
                    <a:close/>
                    <a:moveTo>
                      <a:pt x="466852" y="3427984"/>
                    </a:moveTo>
                    <a:cubicBezTo>
                      <a:pt x="449834" y="3412998"/>
                      <a:pt x="433070" y="3397758"/>
                      <a:pt x="416433" y="3382137"/>
                    </a:cubicBezTo>
                    <a:lnTo>
                      <a:pt x="431927" y="3365627"/>
                    </a:lnTo>
                    <a:cubicBezTo>
                      <a:pt x="448310" y="3380994"/>
                      <a:pt x="464947" y="3396107"/>
                      <a:pt x="481711" y="3410966"/>
                    </a:cubicBezTo>
                    <a:close/>
                    <a:moveTo>
                      <a:pt x="366522" y="3301492"/>
                    </a:moveTo>
                    <a:cubicBezTo>
                      <a:pt x="350647" y="3285236"/>
                      <a:pt x="335026" y="3268726"/>
                      <a:pt x="319786" y="3251962"/>
                    </a:cubicBezTo>
                    <a:lnTo>
                      <a:pt x="336423" y="3236722"/>
                    </a:lnTo>
                    <a:cubicBezTo>
                      <a:pt x="351536" y="3253359"/>
                      <a:pt x="367030" y="3269615"/>
                      <a:pt x="382651" y="3285744"/>
                    </a:cubicBezTo>
                    <a:close/>
                    <a:moveTo>
                      <a:pt x="276098" y="3167888"/>
                    </a:moveTo>
                    <a:cubicBezTo>
                      <a:pt x="261493" y="3150489"/>
                      <a:pt x="247269" y="3132836"/>
                      <a:pt x="233299" y="3114929"/>
                    </a:cubicBezTo>
                    <a:lnTo>
                      <a:pt x="251079" y="3100959"/>
                    </a:lnTo>
                    <a:cubicBezTo>
                      <a:pt x="264922" y="3118612"/>
                      <a:pt x="279019" y="3136138"/>
                      <a:pt x="293497" y="3153283"/>
                    </a:cubicBezTo>
                    <a:close/>
                    <a:moveTo>
                      <a:pt x="196342" y="3027553"/>
                    </a:moveTo>
                    <a:cubicBezTo>
                      <a:pt x="183134" y="3009138"/>
                      <a:pt x="170307" y="2990342"/>
                      <a:pt x="157734" y="2971419"/>
                    </a:cubicBezTo>
                    <a:lnTo>
                      <a:pt x="176530" y="2958973"/>
                    </a:lnTo>
                    <a:cubicBezTo>
                      <a:pt x="188976" y="2977642"/>
                      <a:pt x="201676" y="2996184"/>
                      <a:pt x="214757" y="3014472"/>
                    </a:cubicBezTo>
                    <a:close/>
                    <a:moveTo>
                      <a:pt x="127508" y="2881630"/>
                    </a:moveTo>
                    <a:cubicBezTo>
                      <a:pt x="115824" y="2862199"/>
                      <a:pt x="104394" y="2842514"/>
                      <a:pt x="93345" y="2822702"/>
                    </a:cubicBezTo>
                    <a:lnTo>
                      <a:pt x="113030" y="2811653"/>
                    </a:lnTo>
                    <a:cubicBezTo>
                      <a:pt x="123952" y="2831211"/>
                      <a:pt x="135255" y="2850642"/>
                      <a:pt x="146812" y="2869946"/>
                    </a:cubicBezTo>
                    <a:close/>
                    <a:moveTo>
                      <a:pt x="70104" y="2730754"/>
                    </a:moveTo>
                    <a:cubicBezTo>
                      <a:pt x="59944" y="2710434"/>
                      <a:pt x="50165" y="2689987"/>
                      <a:pt x="40640" y="2669413"/>
                    </a:cubicBezTo>
                    <a:lnTo>
                      <a:pt x="61087" y="2660015"/>
                    </a:lnTo>
                    <a:cubicBezTo>
                      <a:pt x="70485" y="2680462"/>
                      <a:pt x="80264" y="2700655"/>
                      <a:pt x="90297" y="2720721"/>
                    </a:cubicBezTo>
                    <a:close/>
                    <a:moveTo>
                      <a:pt x="24638" y="2576068"/>
                    </a:moveTo>
                    <a:cubicBezTo>
                      <a:pt x="16129" y="2555113"/>
                      <a:pt x="7874" y="2533904"/>
                      <a:pt x="0" y="2512568"/>
                    </a:cubicBezTo>
                    <a:lnTo>
                      <a:pt x="21209" y="2504821"/>
                    </a:lnTo>
                    <a:cubicBezTo>
                      <a:pt x="28956" y="2525903"/>
                      <a:pt x="37084" y="2546858"/>
                      <a:pt x="45593" y="2567686"/>
                    </a:cubicBezTo>
                    <a:close/>
                    <a:moveTo>
                      <a:pt x="381127" y="2674874"/>
                    </a:moveTo>
                    <a:cubicBezTo>
                      <a:pt x="374269" y="2653284"/>
                      <a:pt x="367792" y="2631567"/>
                      <a:pt x="361569" y="2609723"/>
                    </a:cubicBezTo>
                    <a:lnTo>
                      <a:pt x="383286" y="2603500"/>
                    </a:lnTo>
                    <a:cubicBezTo>
                      <a:pt x="389382" y="2625090"/>
                      <a:pt x="395859" y="2646680"/>
                      <a:pt x="402590" y="2668016"/>
                    </a:cubicBezTo>
                    <a:close/>
                    <a:moveTo>
                      <a:pt x="338963" y="2521712"/>
                    </a:moveTo>
                    <a:cubicBezTo>
                      <a:pt x="333756" y="2499614"/>
                      <a:pt x="329057" y="2477389"/>
                      <a:pt x="324612" y="2455164"/>
                    </a:cubicBezTo>
                    <a:lnTo>
                      <a:pt x="346710" y="2450719"/>
                    </a:lnTo>
                    <a:cubicBezTo>
                      <a:pt x="351028" y="2472817"/>
                      <a:pt x="355854" y="2494788"/>
                      <a:pt x="360934" y="2516632"/>
                    </a:cubicBezTo>
                    <a:close/>
                    <a:moveTo>
                      <a:pt x="308864" y="2365629"/>
                    </a:moveTo>
                    <a:cubicBezTo>
                      <a:pt x="305435" y="2343277"/>
                      <a:pt x="302387" y="2320798"/>
                      <a:pt x="299720" y="2298192"/>
                    </a:cubicBezTo>
                    <a:lnTo>
                      <a:pt x="322199" y="2295525"/>
                    </a:lnTo>
                    <a:cubicBezTo>
                      <a:pt x="324866" y="2317877"/>
                      <a:pt x="327787" y="2340102"/>
                      <a:pt x="331216" y="2362200"/>
                    </a:cubicBezTo>
                    <a:close/>
                    <a:moveTo>
                      <a:pt x="291211" y="2207768"/>
                    </a:moveTo>
                    <a:cubicBezTo>
                      <a:pt x="289560" y="2185162"/>
                      <a:pt x="288290" y="2162556"/>
                      <a:pt x="287401" y="2139696"/>
                    </a:cubicBezTo>
                    <a:lnTo>
                      <a:pt x="310007" y="2138807"/>
                    </a:lnTo>
                    <a:cubicBezTo>
                      <a:pt x="310896" y="2161286"/>
                      <a:pt x="312166" y="2183765"/>
                      <a:pt x="313817" y="2206117"/>
                    </a:cubicBezTo>
                    <a:close/>
                    <a:moveTo>
                      <a:pt x="285750" y="2057908"/>
                    </a:moveTo>
                    <a:cubicBezTo>
                      <a:pt x="285750" y="2035048"/>
                      <a:pt x="286131" y="2012315"/>
                      <a:pt x="286893" y="1989709"/>
                    </a:cubicBezTo>
                    <a:lnTo>
                      <a:pt x="309499" y="1990471"/>
                    </a:lnTo>
                    <a:cubicBezTo>
                      <a:pt x="308737" y="2012823"/>
                      <a:pt x="308356" y="2035429"/>
                      <a:pt x="308356" y="2057908"/>
                    </a:cubicBez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18" name="Group 55"/>
            <p:cNvGrpSpPr/>
            <p:nvPr/>
          </p:nvGrpSpPr>
          <p:grpSpPr>
            <a:xfrm>
              <a:off x="129" y="1673"/>
              <a:ext cx="4773" cy="4708"/>
              <a:chOff x="0" y="0"/>
              <a:chExt cx="4041458" cy="3985958"/>
            </a:xfrm>
          </p:grpSpPr>
          <p:sp>
            <p:nvSpPr>
              <p:cNvPr id="1019" name="Freeform 56"/>
              <p:cNvSpPr/>
              <p:nvPr/>
            </p:nvSpPr>
            <p:spPr>
              <a:xfrm>
                <a:off x="0" y="5969"/>
                <a:ext cx="3918077" cy="3821430"/>
              </a:xfrm>
              <a:custGeom>
                <a:avLst/>
                <a:gdLst/>
                <a:ahLst/>
                <a:cxnLst/>
                <a:rect l="l" t="t" r="r" b="b"/>
                <a:pathLst>
                  <a:path w="3918077" h="3821430">
                    <a:moveTo>
                      <a:pt x="15621" y="1739773"/>
                    </a:moveTo>
                    <a:cubicBezTo>
                      <a:pt x="16510" y="1732280"/>
                      <a:pt x="17526" y="1724787"/>
                      <a:pt x="18542" y="1717294"/>
                    </a:cubicBezTo>
                    <a:lnTo>
                      <a:pt x="40894" y="1720342"/>
                    </a:lnTo>
                    <a:cubicBezTo>
                      <a:pt x="39878" y="1727708"/>
                      <a:pt x="38862" y="1735201"/>
                      <a:pt x="37973" y="1742567"/>
                    </a:cubicBezTo>
                    <a:close/>
                    <a:moveTo>
                      <a:pt x="51435" y="1652778"/>
                    </a:moveTo>
                    <a:cubicBezTo>
                      <a:pt x="61849" y="1592707"/>
                      <a:pt x="75057" y="1533652"/>
                      <a:pt x="90678" y="1475486"/>
                    </a:cubicBezTo>
                    <a:lnTo>
                      <a:pt x="112522" y="1481328"/>
                    </a:lnTo>
                    <a:cubicBezTo>
                      <a:pt x="97028" y="1538732"/>
                      <a:pt x="83947" y="1597152"/>
                      <a:pt x="73660" y="1656588"/>
                    </a:cubicBezTo>
                    <a:close/>
                    <a:moveTo>
                      <a:pt x="131953" y="1413891"/>
                    </a:moveTo>
                    <a:cubicBezTo>
                      <a:pt x="134239" y="1406652"/>
                      <a:pt x="136398" y="1399413"/>
                      <a:pt x="138811" y="1392174"/>
                    </a:cubicBezTo>
                    <a:lnTo>
                      <a:pt x="160274" y="1399032"/>
                    </a:lnTo>
                    <a:cubicBezTo>
                      <a:pt x="157988" y="1406144"/>
                      <a:pt x="155702" y="1413256"/>
                      <a:pt x="153543" y="1420495"/>
                    </a:cubicBezTo>
                    <a:close/>
                    <a:moveTo>
                      <a:pt x="182372" y="1334389"/>
                    </a:moveTo>
                    <a:cubicBezTo>
                      <a:pt x="202946" y="1277239"/>
                      <a:pt x="226187" y="1221232"/>
                      <a:pt x="251714" y="1166495"/>
                    </a:cubicBezTo>
                    <a:lnTo>
                      <a:pt x="272161" y="1176020"/>
                    </a:lnTo>
                    <a:cubicBezTo>
                      <a:pt x="246888" y="1229995"/>
                      <a:pt x="223901" y="1285367"/>
                      <a:pt x="203581" y="1341882"/>
                    </a:cubicBezTo>
                    <a:close/>
                    <a:moveTo>
                      <a:pt x="302895" y="1112901"/>
                    </a:moveTo>
                    <a:cubicBezTo>
                      <a:pt x="306324" y="1106170"/>
                      <a:pt x="309880" y="1099439"/>
                      <a:pt x="313309" y="1092708"/>
                    </a:cubicBezTo>
                    <a:lnTo>
                      <a:pt x="333248" y="1103249"/>
                    </a:lnTo>
                    <a:cubicBezTo>
                      <a:pt x="329819" y="1109853"/>
                      <a:pt x="326263" y="1116457"/>
                      <a:pt x="322961" y="1123188"/>
                    </a:cubicBezTo>
                    <a:close/>
                    <a:moveTo>
                      <a:pt x="366141" y="1043305"/>
                    </a:moveTo>
                    <a:cubicBezTo>
                      <a:pt x="396240" y="990600"/>
                      <a:pt x="428625" y="939419"/>
                      <a:pt x="463169" y="889889"/>
                    </a:cubicBezTo>
                    <a:lnTo>
                      <a:pt x="481711" y="902843"/>
                    </a:lnTo>
                    <a:cubicBezTo>
                      <a:pt x="447548" y="951865"/>
                      <a:pt x="415417" y="1002538"/>
                      <a:pt x="385699" y="1054608"/>
                    </a:cubicBezTo>
                    <a:close/>
                    <a:moveTo>
                      <a:pt x="395605" y="803529"/>
                    </a:moveTo>
                    <a:cubicBezTo>
                      <a:pt x="400177" y="797433"/>
                      <a:pt x="404749" y="791464"/>
                      <a:pt x="409321" y="785495"/>
                    </a:cubicBezTo>
                    <a:lnTo>
                      <a:pt x="427228" y="799211"/>
                    </a:lnTo>
                    <a:cubicBezTo>
                      <a:pt x="422656" y="805180"/>
                      <a:pt x="418084" y="811149"/>
                      <a:pt x="413639" y="817118"/>
                    </a:cubicBezTo>
                    <a:close/>
                    <a:moveTo>
                      <a:pt x="469773" y="745744"/>
                    </a:moveTo>
                    <a:cubicBezTo>
                      <a:pt x="508254" y="699008"/>
                      <a:pt x="548894" y="654050"/>
                      <a:pt x="591439" y="610870"/>
                    </a:cubicBezTo>
                    <a:lnTo>
                      <a:pt x="607568" y="626745"/>
                    </a:lnTo>
                    <a:cubicBezTo>
                      <a:pt x="565531" y="669417"/>
                      <a:pt x="525399" y="713867"/>
                      <a:pt x="487299" y="760095"/>
                    </a:cubicBezTo>
                    <a:close/>
                    <a:moveTo>
                      <a:pt x="622046" y="549656"/>
                    </a:moveTo>
                    <a:cubicBezTo>
                      <a:pt x="627507" y="544449"/>
                      <a:pt x="633095" y="539242"/>
                      <a:pt x="638556" y="534162"/>
                    </a:cubicBezTo>
                    <a:lnTo>
                      <a:pt x="653923" y="550672"/>
                    </a:lnTo>
                    <a:cubicBezTo>
                      <a:pt x="648462" y="555752"/>
                      <a:pt x="643001" y="560832"/>
                      <a:pt x="637540" y="566039"/>
                    </a:cubicBezTo>
                    <a:close/>
                    <a:moveTo>
                      <a:pt x="704850" y="505079"/>
                    </a:moveTo>
                    <a:cubicBezTo>
                      <a:pt x="750570" y="465582"/>
                      <a:pt x="798068" y="427990"/>
                      <a:pt x="847344" y="392557"/>
                    </a:cubicBezTo>
                    <a:lnTo>
                      <a:pt x="860552" y="410845"/>
                    </a:lnTo>
                    <a:cubicBezTo>
                      <a:pt x="796290" y="429514"/>
                      <a:pt x="749300" y="466725"/>
                      <a:pt x="704088" y="505841"/>
                    </a:cubicBezTo>
                    <a:close/>
                    <a:moveTo>
                      <a:pt x="887730" y="337312"/>
                    </a:moveTo>
                    <a:cubicBezTo>
                      <a:pt x="893953" y="333121"/>
                      <a:pt x="900303" y="328930"/>
                      <a:pt x="906653" y="324739"/>
                    </a:cubicBezTo>
                    <a:lnTo>
                      <a:pt x="918972" y="343662"/>
                    </a:lnTo>
                    <a:cubicBezTo>
                      <a:pt x="912749" y="347726"/>
                      <a:pt x="906526" y="351917"/>
                      <a:pt x="900303" y="355981"/>
                    </a:cubicBezTo>
                    <a:close/>
                    <a:moveTo>
                      <a:pt x="976884" y="307213"/>
                    </a:moveTo>
                    <a:cubicBezTo>
                      <a:pt x="1028446" y="275844"/>
                      <a:pt x="1081659" y="246761"/>
                      <a:pt x="1136142" y="220091"/>
                    </a:cubicBezTo>
                    <a:lnTo>
                      <a:pt x="1146048" y="240411"/>
                    </a:lnTo>
                    <a:cubicBezTo>
                      <a:pt x="1092073" y="266827"/>
                      <a:pt x="1039622" y="295656"/>
                      <a:pt x="988568" y="326517"/>
                    </a:cubicBezTo>
                    <a:close/>
                    <a:moveTo>
                      <a:pt x="1209421" y="210439"/>
                    </a:moveTo>
                    <a:cubicBezTo>
                      <a:pt x="1216279" y="207391"/>
                      <a:pt x="1223264" y="204216"/>
                      <a:pt x="1230249" y="201295"/>
                    </a:cubicBezTo>
                    <a:lnTo>
                      <a:pt x="1239266" y="221996"/>
                    </a:lnTo>
                    <a:cubicBezTo>
                      <a:pt x="1232408" y="225044"/>
                      <a:pt x="1225550" y="227965"/>
                      <a:pt x="1218692" y="231140"/>
                    </a:cubicBezTo>
                    <a:close/>
                    <a:moveTo>
                      <a:pt x="1302385" y="195834"/>
                    </a:moveTo>
                    <a:cubicBezTo>
                      <a:pt x="1358392" y="173609"/>
                      <a:pt x="1415669" y="153797"/>
                      <a:pt x="1473962" y="136525"/>
                    </a:cubicBezTo>
                    <a:lnTo>
                      <a:pt x="1480312" y="158115"/>
                    </a:lnTo>
                    <a:cubicBezTo>
                      <a:pt x="1422654" y="175133"/>
                      <a:pt x="1366012" y="194818"/>
                      <a:pt x="1310640" y="216662"/>
                    </a:cubicBezTo>
                    <a:close/>
                    <a:moveTo>
                      <a:pt x="1547876" y="139192"/>
                    </a:moveTo>
                    <a:cubicBezTo>
                      <a:pt x="1555242" y="137287"/>
                      <a:pt x="1562481" y="135382"/>
                      <a:pt x="1569847" y="133604"/>
                    </a:cubicBezTo>
                    <a:lnTo>
                      <a:pt x="1575308" y="155575"/>
                    </a:lnTo>
                    <a:cubicBezTo>
                      <a:pt x="1568069" y="157353"/>
                      <a:pt x="1560830" y="159258"/>
                      <a:pt x="1553591" y="161036"/>
                    </a:cubicBezTo>
                    <a:close/>
                    <a:moveTo>
                      <a:pt x="1641983" y="140208"/>
                    </a:moveTo>
                    <a:cubicBezTo>
                      <a:pt x="1700784" y="127762"/>
                      <a:pt x="1760474" y="117729"/>
                      <a:pt x="1821053" y="110363"/>
                    </a:cubicBezTo>
                    <a:lnTo>
                      <a:pt x="1823720" y="132715"/>
                    </a:lnTo>
                    <a:cubicBezTo>
                      <a:pt x="1763776" y="139954"/>
                      <a:pt x="1704721" y="149860"/>
                      <a:pt x="1646682" y="162179"/>
                    </a:cubicBezTo>
                    <a:close/>
                    <a:moveTo>
                      <a:pt x="1841373" y="1905"/>
                    </a:moveTo>
                    <a:cubicBezTo>
                      <a:pt x="1848866" y="1270"/>
                      <a:pt x="1856486" y="635"/>
                      <a:pt x="1863979" y="0"/>
                    </a:cubicBezTo>
                    <a:lnTo>
                      <a:pt x="1865757" y="22479"/>
                    </a:lnTo>
                    <a:cubicBezTo>
                      <a:pt x="1858264" y="22987"/>
                      <a:pt x="1850898" y="23622"/>
                      <a:pt x="1843405" y="24257"/>
                    </a:cubicBezTo>
                    <a:close/>
                    <a:moveTo>
                      <a:pt x="1934083" y="18288"/>
                    </a:moveTo>
                    <a:cubicBezTo>
                      <a:pt x="1964055" y="17018"/>
                      <a:pt x="1994281" y="16383"/>
                      <a:pt x="2024634" y="16383"/>
                    </a:cubicBezTo>
                    <a:cubicBezTo>
                      <a:pt x="2055114" y="16383"/>
                      <a:pt x="2085594" y="17018"/>
                      <a:pt x="2115693" y="18415"/>
                    </a:cubicBezTo>
                    <a:lnTo>
                      <a:pt x="2114677" y="41021"/>
                    </a:lnTo>
                    <a:cubicBezTo>
                      <a:pt x="2084832" y="39751"/>
                      <a:pt x="2054733" y="39116"/>
                      <a:pt x="2024507" y="39116"/>
                    </a:cubicBezTo>
                    <a:lnTo>
                      <a:pt x="2024507" y="5334"/>
                    </a:lnTo>
                    <a:lnTo>
                      <a:pt x="2024507" y="16637"/>
                    </a:lnTo>
                    <a:cubicBezTo>
                      <a:pt x="1994535" y="16637"/>
                      <a:pt x="1964563" y="17272"/>
                      <a:pt x="1934972" y="18542"/>
                    </a:cubicBezTo>
                    <a:close/>
                    <a:moveTo>
                      <a:pt x="2184654" y="22606"/>
                    </a:moveTo>
                    <a:cubicBezTo>
                      <a:pt x="2192147" y="23241"/>
                      <a:pt x="2199767" y="23749"/>
                      <a:pt x="2207260" y="24511"/>
                    </a:cubicBezTo>
                    <a:lnTo>
                      <a:pt x="2205228" y="46990"/>
                    </a:lnTo>
                    <a:cubicBezTo>
                      <a:pt x="2197735" y="46355"/>
                      <a:pt x="2190369" y="45720"/>
                      <a:pt x="2182876" y="45212"/>
                    </a:cubicBezTo>
                    <a:close/>
                    <a:moveTo>
                      <a:pt x="2273173" y="54102"/>
                    </a:moveTo>
                    <a:cubicBezTo>
                      <a:pt x="2333752" y="61468"/>
                      <a:pt x="2393442" y="71374"/>
                      <a:pt x="2452243" y="83947"/>
                    </a:cubicBezTo>
                    <a:lnTo>
                      <a:pt x="2447544" y="106045"/>
                    </a:lnTo>
                    <a:cubicBezTo>
                      <a:pt x="2389378" y="93726"/>
                      <a:pt x="2330323" y="83820"/>
                      <a:pt x="2270506" y="76581"/>
                    </a:cubicBezTo>
                    <a:close/>
                    <a:moveTo>
                      <a:pt x="2515870" y="121666"/>
                    </a:moveTo>
                    <a:cubicBezTo>
                      <a:pt x="2523236" y="123444"/>
                      <a:pt x="2530602" y="125349"/>
                      <a:pt x="2537841" y="127254"/>
                    </a:cubicBezTo>
                    <a:lnTo>
                      <a:pt x="2532126" y="149098"/>
                    </a:lnTo>
                    <a:cubicBezTo>
                      <a:pt x="2524887" y="147193"/>
                      <a:pt x="2517648" y="145415"/>
                      <a:pt x="2510409" y="143510"/>
                    </a:cubicBezTo>
                    <a:close/>
                    <a:moveTo>
                      <a:pt x="2598039" y="167386"/>
                    </a:moveTo>
                    <a:cubicBezTo>
                      <a:pt x="2656459" y="184658"/>
                      <a:pt x="2713609" y="204470"/>
                      <a:pt x="2769616" y="226695"/>
                    </a:cubicBezTo>
                    <a:lnTo>
                      <a:pt x="2761234" y="247650"/>
                    </a:lnTo>
                    <a:cubicBezTo>
                      <a:pt x="2705862" y="225679"/>
                      <a:pt x="2649220" y="206121"/>
                      <a:pt x="2591562" y="188976"/>
                    </a:cubicBezTo>
                    <a:close/>
                    <a:moveTo>
                      <a:pt x="2826004" y="274447"/>
                    </a:moveTo>
                    <a:cubicBezTo>
                      <a:pt x="2832989" y="277495"/>
                      <a:pt x="2839847" y="280543"/>
                      <a:pt x="2846832" y="283591"/>
                    </a:cubicBezTo>
                    <a:lnTo>
                      <a:pt x="2837561" y="304165"/>
                    </a:lnTo>
                    <a:cubicBezTo>
                      <a:pt x="2830703" y="301117"/>
                      <a:pt x="2823845" y="298069"/>
                      <a:pt x="2816987" y="295021"/>
                    </a:cubicBezTo>
                    <a:close/>
                    <a:moveTo>
                      <a:pt x="2899410" y="333121"/>
                    </a:moveTo>
                    <a:cubicBezTo>
                      <a:pt x="2953893" y="359918"/>
                      <a:pt x="3007106" y="389001"/>
                      <a:pt x="3058668" y="420243"/>
                    </a:cubicBezTo>
                    <a:lnTo>
                      <a:pt x="3046984" y="439547"/>
                    </a:lnTo>
                    <a:cubicBezTo>
                      <a:pt x="2995930" y="408559"/>
                      <a:pt x="2943479" y="379857"/>
                      <a:pt x="2889504" y="353314"/>
                    </a:cubicBezTo>
                    <a:close/>
                    <a:moveTo>
                      <a:pt x="3106420" y="476758"/>
                    </a:moveTo>
                    <a:cubicBezTo>
                      <a:pt x="3112770" y="480949"/>
                      <a:pt x="3119120" y="485013"/>
                      <a:pt x="3125343" y="489331"/>
                    </a:cubicBezTo>
                    <a:lnTo>
                      <a:pt x="3112770" y="508127"/>
                    </a:lnTo>
                    <a:cubicBezTo>
                      <a:pt x="3106547" y="503936"/>
                      <a:pt x="3100324" y="499872"/>
                      <a:pt x="3094101" y="495681"/>
                    </a:cubicBezTo>
                    <a:close/>
                    <a:moveTo>
                      <a:pt x="3169031" y="547116"/>
                    </a:moveTo>
                    <a:cubicBezTo>
                      <a:pt x="3218307" y="582549"/>
                      <a:pt x="3265805" y="620141"/>
                      <a:pt x="3311525" y="659638"/>
                    </a:cubicBezTo>
                    <a:lnTo>
                      <a:pt x="3296793" y="676656"/>
                    </a:lnTo>
                    <a:cubicBezTo>
                      <a:pt x="3251581" y="637540"/>
                      <a:pt x="3204591" y="600329"/>
                      <a:pt x="3155950" y="565277"/>
                    </a:cubicBezTo>
                    <a:close/>
                    <a:moveTo>
                      <a:pt x="3349117" y="723265"/>
                    </a:moveTo>
                    <a:cubicBezTo>
                      <a:pt x="3354705" y="728472"/>
                      <a:pt x="3360166" y="733552"/>
                      <a:pt x="3365627" y="738759"/>
                    </a:cubicBezTo>
                    <a:lnTo>
                      <a:pt x="3350133" y="755142"/>
                    </a:lnTo>
                    <a:cubicBezTo>
                      <a:pt x="3344672" y="749935"/>
                      <a:pt x="3339211" y="744855"/>
                      <a:pt x="3333750" y="739775"/>
                    </a:cubicBezTo>
                    <a:close/>
                    <a:moveTo>
                      <a:pt x="3398901" y="803021"/>
                    </a:moveTo>
                    <a:cubicBezTo>
                      <a:pt x="3441446" y="846074"/>
                      <a:pt x="3481959" y="891159"/>
                      <a:pt x="3520440" y="937895"/>
                    </a:cubicBezTo>
                    <a:lnTo>
                      <a:pt x="3503041" y="952246"/>
                    </a:lnTo>
                    <a:cubicBezTo>
                      <a:pt x="3464941" y="906018"/>
                      <a:pt x="3424936" y="861568"/>
                      <a:pt x="3382772" y="818896"/>
                    </a:cubicBezTo>
                    <a:close/>
                    <a:moveTo>
                      <a:pt x="3636010" y="785876"/>
                    </a:moveTo>
                    <a:cubicBezTo>
                      <a:pt x="3640582" y="791845"/>
                      <a:pt x="3645154" y="797941"/>
                      <a:pt x="3649726" y="803910"/>
                    </a:cubicBezTo>
                    <a:lnTo>
                      <a:pt x="3631692" y="817499"/>
                    </a:lnTo>
                    <a:cubicBezTo>
                      <a:pt x="3627247" y="811530"/>
                      <a:pt x="3622675" y="805561"/>
                      <a:pt x="3618103" y="799592"/>
                    </a:cubicBezTo>
                    <a:close/>
                    <a:moveTo>
                      <a:pt x="3671697" y="872871"/>
                    </a:moveTo>
                    <a:cubicBezTo>
                      <a:pt x="3706241" y="922401"/>
                      <a:pt x="3738753" y="973709"/>
                      <a:pt x="3768725" y="1026287"/>
                    </a:cubicBezTo>
                    <a:lnTo>
                      <a:pt x="3749167" y="1037463"/>
                    </a:lnTo>
                    <a:cubicBezTo>
                      <a:pt x="3719449" y="985393"/>
                      <a:pt x="3687445" y="934720"/>
                      <a:pt x="3653282" y="885698"/>
                    </a:cubicBezTo>
                    <a:close/>
                    <a:moveTo>
                      <a:pt x="3783076" y="1098931"/>
                    </a:moveTo>
                    <a:cubicBezTo>
                      <a:pt x="3786632" y="1105662"/>
                      <a:pt x="3790061" y="1112393"/>
                      <a:pt x="3793490" y="1119124"/>
                    </a:cubicBezTo>
                    <a:lnTo>
                      <a:pt x="3773424" y="1129411"/>
                    </a:lnTo>
                    <a:cubicBezTo>
                      <a:pt x="3769995" y="1122807"/>
                      <a:pt x="3766566" y="1116076"/>
                      <a:pt x="3763137" y="1109472"/>
                    </a:cubicBezTo>
                    <a:close/>
                    <a:moveTo>
                      <a:pt x="3803523" y="1190879"/>
                    </a:moveTo>
                    <a:cubicBezTo>
                      <a:pt x="3829050" y="1245489"/>
                      <a:pt x="3852291" y="1301496"/>
                      <a:pt x="3872865" y="1358773"/>
                    </a:cubicBezTo>
                    <a:lnTo>
                      <a:pt x="3851656" y="1366393"/>
                    </a:lnTo>
                    <a:cubicBezTo>
                      <a:pt x="3831336" y="1309878"/>
                      <a:pt x="3808476" y="1254506"/>
                      <a:pt x="3783203" y="1200531"/>
                    </a:cubicBezTo>
                    <a:close/>
                    <a:moveTo>
                      <a:pt x="3874516" y="1432941"/>
                    </a:moveTo>
                    <a:cubicBezTo>
                      <a:pt x="3876802" y="1440180"/>
                      <a:pt x="3879088" y="1447419"/>
                      <a:pt x="3881374" y="1454531"/>
                    </a:cubicBezTo>
                    <a:lnTo>
                      <a:pt x="3859784" y="1461135"/>
                    </a:lnTo>
                    <a:cubicBezTo>
                      <a:pt x="3857625" y="1454023"/>
                      <a:pt x="3855339" y="1446911"/>
                      <a:pt x="3853053" y="1439672"/>
                    </a:cubicBezTo>
                    <a:close/>
                    <a:moveTo>
                      <a:pt x="3878834" y="1526794"/>
                    </a:moveTo>
                    <a:cubicBezTo>
                      <a:pt x="3894582" y="1584833"/>
                      <a:pt x="3907663" y="1644015"/>
                      <a:pt x="3918077" y="1704086"/>
                    </a:cubicBezTo>
                    <a:lnTo>
                      <a:pt x="3895852" y="1707896"/>
                    </a:lnTo>
                    <a:cubicBezTo>
                      <a:pt x="3885565" y="1648587"/>
                      <a:pt x="3872611" y="1590040"/>
                      <a:pt x="3857117" y="1532636"/>
                    </a:cubicBezTo>
                    <a:close/>
                    <a:moveTo>
                      <a:pt x="3906774" y="1777238"/>
                    </a:moveTo>
                    <a:cubicBezTo>
                      <a:pt x="3907790" y="1784731"/>
                      <a:pt x="3908806" y="1792224"/>
                      <a:pt x="3909695" y="1799717"/>
                    </a:cubicBezTo>
                    <a:lnTo>
                      <a:pt x="3887343" y="1802511"/>
                    </a:lnTo>
                    <a:cubicBezTo>
                      <a:pt x="3886454" y="1795145"/>
                      <a:pt x="3885438" y="1787652"/>
                      <a:pt x="3884422" y="1780286"/>
                    </a:cubicBezTo>
                    <a:close/>
                    <a:moveTo>
                      <a:pt x="3894709" y="1870583"/>
                    </a:moveTo>
                    <a:cubicBezTo>
                      <a:pt x="3900170" y="1930146"/>
                      <a:pt x="3902964" y="1990598"/>
                      <a:pt x="3902964" y="2051558"/>
                    </a:cubicBezTo>
                    <a:lnTo>
                      <a:pt x="3891661" y="2051558"/>
                    </a:lnTo>
                    <a:lnTo>
                      <a:pt x="3902964" y="2051558"/>
                    </a:lnTo>
                    <a:cubicBezTo>
                      <a:pt x="3902964" y="2051685"/>
                      <a:pt x="3902964" y="2051939"/>
                      <a:pt x="3902964" y="2052066"/>
                    </a:cubicBezTo>
                    <a:lnTo>
                      <a:pt x="3880358" y="2052066"/>
                    </a:lnTo>
                    <a:cubicBezTo>
                      <a:pt x="3880358" y="2051939"/>
                      <a:pt x="3880358" y="2051685"/>
                      <a:pt x="3880358" y="2051558"/>
                    </a:cubicBezTo>
                    <a:cubicBezTo>
                      <a:pt x="3880358" y="1991233"/>
                      <a:pt x="3877564" y="1931543"/>
                      <a:pt x="3872230" y="1872615"/>
                    </a:cubicBezTo>
                    <a:close/>
                    <a:moveTo>
                      <a:pt x="3879215" y="2122297"/>
                    </a:moveTo>
                    <a:cubicBezTo>
                      <a:pt x="3878961" y="2129790"/>
                      <a:pt x="3878707" y="2137410"/>
                      <a:pt x="3878326" y="2144903"/>
                    </a:cubicBezTo>
                    <a:lnTo>
                      <a:pt x="3855720" y="2143887"/>
                    </a:lnTo>
                    <a:cubicBezTo>
                      <a:pt x="3856101" y="2136394"/>
                      <a:pt x="3856355" y="2129028"/>
                      <a:pt x="3856609" y="2121535"/>
                    </a:cubicBezTo>
                    <a:close/>
                    <a:moveTo>
                      <a:pt x="3851402" y="2212213"/>
                    </a:moveTo>
                    <a:cubicBezTo>
                      <a:pt x="3846576" y="2273046"/>
                      <a:pt x="3838829" y="2333117"/>
                      <a:pt x="3828542" y="2392299"/>
                    </a:cubicBezTo>
                    <a:lnTo>
                      <a:pt x="3806317" y="2388489"/>
                    </a:lnTo>
                    <a:cubicBezTo>
                      <a:pt x="3816477" y="2329942"/>
                      <a:pt x="3824097" y="2270633"/>
                      <a:pt x="3828923" y="2210435"/>
                    </a:cubicBezTo>
                    <a:close/>
                    <a:moveTo>
                      <a:pt x="3793236" y="2457450"/>
                    </a:moveTo>
                    <a:cubicBezTo>
                      <a:pt x="3791712" y="2464943"/>
                      <a:pt x="3790061" y="2472309"/>
                      <a:pt x="3788410" y="2479675"/>
                    </a:cubicBezTo>
                    <a:lnTo>
                      <a:pt x="3766312" y="2474722"/>
                    </a:lnTo>
                    <a:cubicBezTo>
                      <a:pt x="3767963" y="2467356"/>
                      <a:pt x="3769487" y="2460117"/>
                      <a:pt x="3771011" y="2452751"/>
                    </a:cubicBezTo>
                    <a:close/>
                    <a:moveTo>
                      <a:pt x="3750310" y="2541143"/>
                    </a:moveTo>
                    <a:cubicBezTo>
                      <a:pt x="3735070" y="2600071"/>
                      <a:pt x="3717163" y="2657983"/>
                      <a:pt x="3696716" y="2714625"/>
                    </a:cubicBezTo>
                    <a:lnTo>
                      <a:pt x="3675507" y="2707005"/>
                    </a:lnTo>
                    <a:cubicBezTo>
                      <a:pt x="3695700" y="2650998"/>
                      <a:pt x="3713353" y="2593721"/>
                      <a:pt x="3728466" y="2535428"/>
                    </a:cubicBezTo>
                    <a:close/>
                    <a:moveTo>
                      <a:pt x="3650615" y="2772664"/>
                    </a:moveTo>
                    <a:cubicBezTo>
                      <a:pt x="3647821" y="2779649"/>
                      <a:pt x="3644900" y="2786761"/>
                      <a:pt x="3642106" y="2793746"/>
                    </a:cubicBezTo>
                    <a:lnTo>
                      <a:pt x="3621278" y="2785110"/>
                    </a:lnTo>
                    <a:cubicBezTo>
                      <a:pt x="3624072" y="2778252"/>
                      <a:pt x="3626993" y="2771267"/>
                      <a:pt x="3629787" y="2764282"/>
                    </a:cubicBezTo>
                    <a:close/>
                    <a:moveTo>
                      <a:pt x="3594100" y="2847848"/>
                    </a:moveTo>
                    <a:cubicBezTo>
                      <a:pt x="3568954" y="2903093"/>
                      <a:pt x="3541395" y="2957068"/>
                      <a:pt x="3511423" y="3009519"/>
                    </a:cubicBezTo>
                    <a:lnTo>
                      <a:pt x="3491865" y="2998343"/>
                    </a:lnTo>
                    <a:cubicBezTo>
                      <a:pt x="3521456" y="2946527"/>
                      <a:pt x="3548761" y="2893187"/>
                      <a:pt x="3573653" y="2838577"/>
                    </a:cubicBezTo>
                    <a:close/>
                    <a:moveTo>
                      <a:pt x="3456178" y="3058795"/>
                    </a:moveTo>
                    <a:cubicBezTo>
                      <a:pt x="3452241" y="3065272"/>
                      <a:pt x="3448177" y="3071622"/>
                      <a:pt x="3444113" y="3078099"/>
                    </a:cubicBezTo>
                    <a:lnTo>
                      <a:pt x="3425063" y="3066034"/>
                    </a:lnTo>
                    <a:cubicBezTo>
                      <a:pt x="3429127" y="3059684"/>
                      <a:pt x="3433064" y="3053334"/>
                      <a:pt x="3437001" y="3046984"/>
                    </a:cubicBezTo>
                    <a:close/>
                    <a:moveTo>
                      <a:pt x="3387598" y="3123184"/>
                    </a:moveTo>
                    <a:cubicBezTo>
                      <a:pt x="3353435" y="3173222"/>
                      <a:pt x="3317113" y="3221736"/>
                      <a:pt x="3278632" y="3268472"/>
                    </a:cubicBezTo>
                    <a:lnTo>
                      <a:pt x="3261233" y="3254121"/>
                    </a:lnTo>
                    <a:cubicBezTo>
                      <a:pt x="3299333" y="3207893"/>
                      <a:pt x="3335274" y="3160014"/>
                      <a:pt x="3369056" y="3110484"/>
                    </a:cubicBezTo>
                    <a:close/>
                    <a:moveTo>
                      <a:pt x="3215894" y="3307588"/>
                    </a:moveTo>
                    <a:cubicBezTo>
                      <a:pt x="3210941" y="3313303"/>
                      <a:pt x="3205861" y="3318891"/>
                      <a:pt x="3200781" y="3324479"/>
                    </a:cubicBezTo>
                    <a:lnTo>
                      <a:pt x="3184017" y="3309366"/>
                    </a:lnTo>
                    <a:cubicBezTo>
                      <a:pt x="3188970" y="3303778"/>
                      <a:pt x="3194050" y="3298190"/>
                      <a:pt x="3199003" y="3292602"/>
                    </a:cubicBezTo>
                    <a:close/>
                    <a:moveTo>
                      <a:pt x="3137408" y="3359277"/>
                    </a:moveTo>
                    <a:cubicBezTo>
                      <a:pt x="3095371" y="3402838"/>
                      <a:pt x="3051429" y="3444494"/>
                      <a:pt x="3005582" y="3484118"/>
                    </a:cubicBezTo>
                    <a:lnTo>
                      <a:pt x="2990850" y="3467100"/>
                    </a:lnTo>
                    <a:cubicBezTo>
                      <a:pt x="3036189" y="3427857"/>
                      <a:pt x="3079623" y="3386709"/>
                      <a:pt x="3121279" y="3343656"/>
                    </a:cubicBezTo>
                    <a:close/>
                    <a:moveTo>
                      <a:pt x="2937129" y="3512185"/>
                    </a:moveTo>
                    <a:cubicBezTo>
                      <a:pt x="2931287" y="3516884"/>
                      <a:pt x="2925318" y="3521710"/>
                      <a:pt x="2919349" y="3526282"/>
                    </a:cubicBezTo>
                    <a:lnTo>
                      <a:pt x="2905379" y="3508502"/>
                    </a:lnTo>
                    <a:cubicBezTo>
                      <a:pt x="2911221" y="3503930"/>
                      <a:pt x="2917063" y="3499231"/>
                      <a:pt x="2922905" y="3494532"/>
                    </a:cubicBezTo>
                    <a:close/>
                    <a:moveTo>
                      <a:pt x="2851023" y="3550031"/>
                    </a:moveTo>
                    <a:cubicBezTo>
                      <a:pt x="2802382" y="3585845"/>
                      <a:pt x="2752090" y="3619500"/>
                      <a:pt x="2700147" y="3650996"/>
                    </a:cubicBezTo>
                    <a:lnTo>
                      <a:pt x="2688463" y="3631692"/>
                    </a:lnTo>
                    <a:cubicBezTo>
                      <a:pt x="2739771" y="3600577"/>
                      <a:pt x="2789555" y="3567303"/>
                      <a:pt x="2837688" y="3531870"/>
                    </a:cubicBezTo>
                    <a:close/>
                    <a:moveTo>
                      <a:pt x="2628011" y="3667125"/>
                    </a:moveTo>
                    <a:cubicBezTo>
                      <a:pt x="2621407" y="3670808"/>
                      <a:pt x="2614803" y="3674491"/>
                      <a:pt x="2608199" y="3678174"/>
                    </a:cubicBezTo>
                    <a:lnTo>
                      <a:pt x="2597404" y="3658362"/>
                    </a:lnTo>
                    <a:cubicBezTo>
                      <a:pt x="2604008" y="3654806"/>
                      <a:pt x="2610485" y="3651123"/>
                      <a:pt x="2617089" y="3647440"/>
                    </a:cubicBezTo>
                    <a:close/>
                    <a:moveTo>
                      <a:pt x="2536952" y="3690112"/>
                    </a:moveTo>
                    <a:cubicBezTo>
                      <a:pt x="2483104" y="3717290"/>
                      <a:pt x="2427859" y="3742055"/>
                      <a:pt x="2371344" y="3764407"/>
                    </a:cubicBezTo>
                    <a:lnTo>
                      <a:pt x="2363089" y="3743452"/>
                    </a:lnTo>
                    <a:cubicBezTo>
                      <a:pt x="2418969" y="3721354"/>
                      <a:pt x="2473579" y="3696716"/>
                      <a:pt x="2526919" y="3669919"/>
                    </a:cubicBezTo>
                    <a:close/>
                    <a:moveTo>
                      <a:pt x="2297557" y="3768344"/>
                    </a:moveTo>
                    <a:cubicBezTo>
                      <a:pt x="2290445" y="3770884"/>
                      <a:pt x="2283333" y="3773424"/>
                      <a:pt x="2276221" y="3775837"/>
                    </a:cubicBezTo>
                    <a:lnTo>
                      <a:pt x="2268855" y="3754501"/>
                    </a:lnTo>
                    <a:cubicBezTo>
                      <a:pt x="2275967" y="3752088"/>
                      <a:pt x="2282952" y="3749548"/>
                      <a:pt x="2289937" y="3747135"/>
                    </a:cubicBezTo>
                    <a:close/>
                    <a:moveTo>
                      <a:pt x="2203704" y="3775837"/>
                    </a:moveTo>
                    <a:cubicBezTo>
                      <a:pt x="2146173" y="3793490"/>
                      <a:pt x="2087626" y="3808730"/>
                      <a:pt x="2028063" y="3821430"/>
                    </a:cubicBezTo>
                    <a:lnTo>
                      <a:pt x="2023364" y="3799332"/>
                    </a:lnTo>
                    <a:cubicBezTo>
                      <a:pt x="2082292" y="3786886"/>
                      <a:pt x="2140204" y="3771773"/>
                      <a:pt x="2197100" y="3754247"/>
                    </a:cubicBezTo>
                    <a:close/>
                    <a:moveTo>
                      <a:pt x="1954530" y="3812794"/>
                    </a:moveTo>
                    <a:cubicBezTo>
                      <a:pt x="1947037" y="3814064"/>
                      <a:pt x="1939671" y="3815461"/>
                      <a:pt x="1932178" y="3816604"/>
                    </a:cubicBezTo>
                    <a:lnTo>
                      <a:pt x="1928495" y="3794379"/>
                    </a:lnTo>
                    <a:cubicBezTo>
                      <a:pt x="1935861" y="3793109"/>
                      <a:pt x="1943227" y="3791839"/>
                      <a:pt x="1950593" y="3790569"/>
                    </a:cubicBezTo>
                    <a:close/>
                    <a:moveTo>
                      <a:pt x="1860804" y="3804412"/>
                    </a:moveTo>
                    <a:cubicBezTo>
                      <a:pt x="1801241" y="3812286"/>
                      <a:pt x="1740916" y="3817620"/>
                      <a:pt x="1679956" y="3820160"/>
                    </a:cubicBezTo>
                    <a:lnTo>
                      <a:pt x="1678940" y="3797554"/>
                    </a:lnTo>
                    <a:cubicBezTo>
                      <a:pt x="1739265" y="3794887"/>
                      <a:pt x="1798955" y="3789680"/>
                      <a:pt x="1857883" y="3781933"/>
                    </a:cubicBezTo>
                    <a:close/>
                    <a:moveTo>
                      <a:pt x="1608963" y="3799586"/>
                    </a:moveTo>
                    <a:cubicBezTo>
                      <a:pt x="1601597" y="3799713"/>
                      <a:pt x="1594358" y="3799713"/>
                      <a:pt x="1586992" y="3799713"/>
                    </a:cubicBezTo>
                    <a:lnTo>
                      <a:pt x="1586992" y="3788410"/>
                    </a:lnTo>
                    <a:lnTo>
                      <a:pt x="1586992" y="3799713"/>
                    </a:lnTo>
                    <a:cubicBezTo>
                      <a:pt x="1586738" y="3799713"/>
                      <a:pt x="1586484" y="3799713"/>
                      <a:pt x="1586230" y="3799713"/>
                    </a:cubicBezTo>
                    <a:lnTo>
                      <a:pt x="1586230" y="3777107"/>
                    </a:lnTo>
                    <a:cubicBezTo>
                      <a:pt x="1586484" y="3777107"/>
                      <a:pt x="1586738" y="3777107"/>
                      <a:pt x="1586992" y="3777107"/>
                    </a:cubicBezTo>
                    <a:cubicBezTo>
                      <a:pt x="1594231" y="3777107"/>
                      <a:pt x="1601470" y="3777107"/>
                      <a:pt x="1608709" y="3776980"/>
                    </a:cubicBezTo>
                    <a:close/>
                    <a:moveTo>
                      <a:pt x="1517650" y="3775964"/>
                    </a:moveTo>
                    <a:cubicBezTo>
                      <a:pt x="1456563" y="3773932"/>
                      <a:pt x="1396238" y="3769233"/>
                      <a:pt x="1336675" y="3761994"/>
                    </a:cubicBezTo>
                    <a:lnTo>
                      <a:pt x="1339342" y="3739642"/>
                    </a:lnTo>
                    <a:cubicBezTo>
                      <a:pt x="1398270" y="3746754"/>
                      <a:pt x="1457960" y="3751453"/>
                      <a:pt x="1518412" y="3753485"/>
                    </a:cubicBezTo>
                    <a:close/>
                    <a:moveTo>
                      <a:pt x="1270000" y="3730244"/>
                    </a:moveTo>
                    <a:cubicBezTo>
                      <a:pt x="1262507" y="3729101"/>
                      <a:pt x="1255014" y="3727831"/>
                      <a:pt x="1247521" y="3726561"/>
                    </a:cubicBezTo>
                    <a:lnTo>
                      <a:pt x="1251204" y="3704336"/>
                    </a:lnTo>
                    <a:cubicBezTo>
                      <a:pt x="1258570" y="3705606"/>
                      <a:pt x="1266063" y="3706749"/>
                      <a:pt x="1273429" y="3707892"/>
                    </a:cubicBezTo>
                    <a:close/>
                    <a:moveTo>
                      <a:pt x="1184021" y="3692017"/>
                    </a:moveTo>
                    <a:cubicBezTo>
                      <a:pt x="1124204" y="3679952"/>
                      <a:pt x="1065530" y="3665347"/>
                      <a:pt x="1007745" y="3648202"/>
                    </a:cubicBezTo>
                    <a:lnTo>
                      <a:pt x="1014222" y="3626612"/>
                    </a:lnTo>
                    <a:cubicBezTo>
                      <a:pt x="1071245" y="3643503"/>
                      <a:pt x="1129411" y="3657981"/>
                      <a:pt x="1188466" y="3669919"/>
                    </a:cubicBezTo>
                    <a:close/>
                    <a:moveTo>
                      <a:pt x="947166" y="3605657"/>
                    </a:moveTo>
                    <a:cubicBezTo>
                      <a:pt x="939927" y="3603244"/>
                      <a:pt x="932815" y="3600831"/>
                      <a:pt x="925703" y="3598418"/>
                    </a:cubicBezTo>
                    <a:lnTo>
                      <a:pt x="933069" y="3577082"/>
                    </a:lnTo>
                    <a:cubicBezTo>
                      <a:pt x="940181" y="3579495"/>
                      <a:pt x="947166" y="3581908"/>
                      <a:pt x="954278" y="3584321"/>
                    </a:cubicBezTo>
                    <a:close/>
                    <a:moveTo>
                      <a:pt x="868807" y="3553714"/>
                    </a:moveTo>
                    <a:cubicBezTo>
                      <a:pt x="812038" y="3531870"/>
                      <a:pt x="756539" y="3507613"/>
                      <a:pt x="702437" y="3481070"/>
                    </a:cubicBezTo>
                    <a:lnTo>
                      <a:pt x="712343" y="3460750"/>
                    </a:lnTo>
                    <a:cubicBezTo>
                      <a:pt x="765810" y="3487039"/>
                      <a:pt x="820801" y="3511042"/>
                      <a:pt x="876935" y="3532505"/>
                    </a:cubicBezTo>
                    <a:close/>
                    <a:moveTo>
                      <a:pt x="649986" y="3428873"/>
                    </a:moveTo>
                    <a:cubicBezTo>
                      <a:pt x="643255" y="3425317"/>
                      <a:pt x="636651" y="3421761"/>
                      <a:pt x="630047" y="3418078"/>
                    </a:cubicBezTo>
                    <a:lnTo>
                      <a:pt x="640842" y="3398266"/>
                    </a:lnTo>
                    <a:cubicBezTo>
                      <a:pt x="647446" y="3401822"/>
                      <a:pt x="654050" y="3405378"/>
                      <a:pt x="660654" y="3408934"/>
                    </a:cubicBezTo>
                    <a:close/>
                    <a:moveTo>
                      <a:pt x="581533" y="3364357"/>
                    </a:moveTo>
                    <a:cubicBezTo>
                      <a:pt x="529336" y="3333369"/>
                      <a:pt x="478663" y="3300222"/>
                      <a:pt x="429641" y="3264916"/>
                    </a:cubicBezTo>
                    <a:lnTo>
                      <a:pt x="442849" y="3246628"/>
                    </a:lnTo>
                    <a:cubicBezTo>
                      <a:pt x="491363" y="3281553"/>
                      <a:pt x="541401" y="3314319"/>
                      <a:pt x="593090" y="3344926"/>
                    </a:cubicBezTo>
                    <a:close/>
                    <a:moveTo>
                      <a:pt x="776351" y="3560318"/>
                    </a:moveTo>
                    <a:cubicBezTo>
                      <a:pt x="770382" y="3555746"/>
                      <a:pt x="764413" y="3551047"/>
                      <a:pt x="758444" y="3546348"/>
                    </a:cubicBezTo>
                    <a:lnTo>
                      <a:pt x="772414" y="3528695"/>
                    </a:lnTo>
                    <a:cubicBezTo>
                      <a:pt x="778256" y="3533394"/>
                      <a:pt x="784225" y="3537966"/>
                      <a:pt x="790067" y="3542538"/>
                    </a:cubicBezTo>
                    <a:close/>
                    <a:moveTo>
                      <a:pt x="719455" y="3485388"/>
                    </a:moveTo>
                    <a:cubicBezTo>
                      <a:pt x="673227" y="3446272"/>
                      <a:pt x="628777" y="3404997"/>
                      <a:pt x="586232" y="3361944"/>
                    </a:cubicBezTo>
                    <a:lnTo>
                      <a:pt x="602361" y="3346069"/>
                    </a:lnTo>
                    <a:cubicBezTo>
                      <a:pt x="644398" y="3388614"/>
                      <a:pt x="688340" y="3429381"/>
                      <a:pt x="734060" y="3468116"/>
                    </a:cubicBezTo>
                    <a:close/>
                    <a:moveTo>
                      <a:pt x="553847" y="3295396"/>
                    </a:moveTo>
                    <a:cubicBezTo>
                      <a:pt x="548767" y="3289808"/>
                      <a:pt x="543560" y="3284220"/>
                      <a:pt x="538607" y="3278632"/>
                    </a:cubicBezTo>
                    <a:lnTo>
                      <a:pt x="555371" y="3263519"/>
                    </a:lnTo>
                    <a:cubicBezTo>
                      <a:pt x="560324" y="3269107"/>
                      <a:pt x="565404" y="3274568"/>
                      <a:pt x="570484" y="3280156"/>
                    </a:cubicBezTo>
                    <a:close/>
                    <a:moveTo>
                      <a:pt x="510413" y="3211957"/>
                    </a:moveTo>
                    <a:cubicBezTo>
                      <a:pt x="471424" y="3165602"/>
                      <a:pt x="434594" y="3117596"/>
                      <a:pt x="399923" y="3067939"/>
                    </a:cubicBezTo>
                    <a:lnTo>
                      <a:pt x="418465" y="3054985"/>
                    </a:lnTo>
                    <a:cubicBezTo>
                      <a:pt x="452755" y="3104134"/>
                      <a:pt x="489204" y="3151632"/>
                      <a:pt x="527685" y="3197479"/>
                    </a:cubicBezTo>
                    <a:close/>
                    <a:moveTo>
                      <a:pt x="316992" y="3061716"/>
                    </a:moveTo>
                    <a:cubicBezTo>
                      <a:pt x="312928" y="3055366"/>
                      <a:pt x="308737" y="3049016"/>
                      <a:pt x="304800" y="3042539"/>
                    </a:cubicBezTo>
                    <a:lnTo>
                      <a:pt x="323850" y="3030474"/>
                    </a:lnTo>
                    <a:cubicBezTo>
                      <a:pt x="327787" y="3036824"/>
                      <a:pt x="331851" y="3043047"/>
                      <a:pt x="335915" y="3049397"/>
                    </a:cubicBezTo>
                    <a:close/>
                    <a:moveTo>
                      <a:pt x="288290" y="2972054"/>
                    </a:moveTo>
                    <a:cubicBezTo>
                      <a:pt x="257810" y="2919857"/>
                      <a:pt x="229616" y="2866263"/>
                      <a:pt x="203835" y="2811272"/>
                    </a:cubicBezTo>
                    <a:lnTo>
                      <a:pt x="224282" y="2801747"/>
                    </a:lnTo>
                    <a:cubicBezTo>
                      <a:pt x="249682" y="2856103"/>
                      <a:pt x="277622" y="2909189"/>
                      <a:pt x="307721" y="2960751"/>
                    </a:cubicBezTo>
                    <a:close/>
                    <a:moveTo>
                      <a:pt x="195580" y="2737739"/>
                    </a:moveTo>
                    <a:cubicBezTo>
                      <a:pt x="192659" y="2730754"/>
                      <a:pt x="189738" y="2723769"/>
                      <a:pt x="186817" y="2716784"/>
                    </a:cubicBezTo>
                    <a:lnTo>
                      <a:pt x="207645" y="2708148"/>
                    </a:lnTo>
                    <a:cubicBezTo>
                      <a:pt x="210439" y="2715006"/>
                      <a:pt x="213360" y="2721991"/>
                      <a:pt x="216281" y="2728849"/>
                    </a:cubicBezTo>
                    <a:close/>
                    <a:moveTo>
                      <a:pt x="182626" y="2644521"/>
                    </a:moveTo>
                    <a:cubicBezTo>
                      <a:pt x="161544" y="2588006"/>
                      <a:pt x="143002" y="2530348"/>
                      <a:pt x="127127" y="2471674"/>
                    </a:cubicBezTo>
                    <a:lnTo>
                      <a:pt x="148971" y="2465832"/>
                    </a:lnTo>
                    <a:cubicBezTo>
                      <a:pt x="164719" y="2523871"/>
                      <a:pt x="183007" y="2580894"/>
                      <a:pt x="203835" y="2636774"/>
                    </a:cubicBezTo>
                    <a:close/>
                    <a:moveTo>
                      <a:pt x="51435" y="2438146"/>
                    </a:moveTo>
                    <a:cubicBezTo>
                      <a:pt x="49657" y="2430780"/>
                      <a:pt x="48006" y="2423414"/>
                      <a:pt x="46355" y="2415921"/>
                    </a:cubicBezTo>
                    <a:lnTo>
                      <a:pt x="68453" y="2411095"/>
                    </a:lnTo>
                    <a:cubicBezTo>
                      <a:pt x="70104" y="2418461"/>
                      <a:pt x="71755" y="2425700"/>
                      <a:pt x="73406" y="2432939"/>
                    </a:cubicBezTo>
                    <a:close/>
                    <a:moveTo>
                      <a:pt x="54864" y="2344039"/>
                    </a:moveTo>
                    <a:cubicBezTo>
                      <a:pt x="43942" y="2284984"/>
                      <a:pt x="35687" y="2224913"/>
                      <a:pt x="30099" y="2164080"/>
                    </a:cubicBezTo>
                    <a:lnTo>
                      <a:pt x="52578" y="2162048"/>
                    </a:lnTo>
                    <a:cubicBezTo>
                      <a:pt x="58039" y="2222119"/>
                      <a:pt x="66294" y="2281428"/>
                      <a:pt x="77089" y="2339848"/>
                    </a:cubicBezTo>
                    <a:close/>
                    <a:moveTo>
                      <a:pt x="3175" y="2101342"/>
                    </a:moveTo>
                    <a:cubicBezTo>
                      <a:pt x="2794" y="2093849"/>
                      <a:pt x="2413" y="2086229"/>
                      <a:pt x="2032" y="2078736"/>
                    </a:cubicBezTo>
                    <a:lnTo>
                      <a:pt x="24638" y="2077720"/>
                    </a:lnTo>
                    <a:cubicBezTo>
                      <a:pt x="25019" y="2085213"/>
                      <a:pt x="25400" y="2092706"/>
                      <a:pt x="25781" y="2100072"/>
                    </a:cubicBezTo>
                    <a:close/>
                    <a:moveTo>
                      <a:pt x="22733" y="2009394"/>
                    </a:moveTo>
                    <a:cubicBezTo>
                      <a:pt x="0" y="2003425"/>
                      <a:pt x="0" y="1996186"/>
                      <a:pt x="0" y="1988947"/>
                    </a:cubicBezTo>
                    <a:lnTo>
                      <a:pt x="11303" y="1988947"/>
                    </a:lnTo>
                    <a:lnTo>
                      <a:pt x="22606" y="1988947"/>
                    </a:lnTo>
                    <a:lnTo>
                      <a:pt x="11303" y="1988947"/>
                    </a:lnTo>
                    <a:lnTo>
                      <a:pt x="0" y="1988947"/>
                    </a:lnTo>
                    <a:cubicBezTo>
                      <a:pt x="0" y="1927733"/>
                      <a:pt x="2794" y="1867281"/>
                      <a:pt x="8255" y="1807464"/>
                    </a:cubicBezTo>
                    <a:lnTo>
                      <a:pt x="30734" y="1809496"/>
                    </a:lnTo>
                    <a:cubicBezTo>
                      <a:pt x="25273" y="1868551"/>
                      <a:pt x="22606" y="1928495"/>
                      <a:pt x="22606" y="1988947"/>
                    </a:cubicBezTo>
                    <a:cubicBezTo>
                      <a:pt x="22606" y="1995170"/>
                      <a:pt x="17526" y="2000250"/>
                      <a:pt x="11303" y="2000250"/>
                    </a:cubicBezTo>
                    <a:cubicBezTo>
                      <a:pt x="5080" y="2000250"/>
                      <a:pt x="0" y="1995170"/>
                      <a:pt x="0" y="1988947"/>
                    </a:cubicBezTo>
                    <a:cubicBezTo>
                      <a:pt x="0" y="1982724"/>
                      <a:pt x="5080" y="1977644"/>
                      <a:pt x="11303" y="1977644"/>
                    </a:cubicBezTo>
                    <a:cubicBezTo>
                      <a:pt x="17526" y="1977644"/>
                      <a:pt x="22606" y="1982724"/>
                      <a:pt x="22606" y="1988947"/>
                    </a:cubicBezTo>
                    <a:cubicBezTo>
                      <a:pt x="22606" y="1996059"/>
                      <a:pt x="22606" y="2003298"/>
                      <a:pt x="22733" y="2010410"/>
                    </a:cubicBez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0" name="Group 57"/>
            <p:cNvGrpSpPr/>
            <p:nvPr/>
          </p:nvGrpSpPr>
          <p:grpSpPr>
            <a:xfrm>
              <a:off x="2432" y="1571"/>
              <a:ext cx="158" cy="156"/>
              <a:chOff x="0" y="0"/>
              <a:chExt cx="133922" cy="132080"/>
            </a:xfrm>
          </p:grpSpPr>
          <p:sp>
            <p:nvSpPr>
              <p:cNvPr id="1021" name="Freeform 58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2" name="Group 59"/>
            <p:cNvGrpSpPr/>
            <p:nvPr/>
          </p:nvGrpSpPr>
          <p:grpSpPr>
            <a:xfrm>
              <a:off x="2432" y="6324"/>
              <a:ext cx="158" cy="156"/>
              <a:chOff x="0" y="0"/>
              <a:chExt cx="133922" cy="132080"/>
            </a:xfrm>
          </p:grpSpPr>
          <p:sp>
            <p:nvSpPr>
              <p:cNvPr id="1023" name="Freeform 60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4" name="Group 61"/>
            <p:cNvGrpSpPr/>
            <p:nvPr/>
          </p:nvGrpSpPr>
          <p:grpSpPr>
            <a:xfrm>
              <a:off x="4861" y="3949"/>
              <a:ext cx="158" cy="156"/>
              <a:chOff x="0" y="0"/>
              <a:chExt cx="133922" cy="132080"/>
            </a:xfrm>
          </p:grpSpPr>
          <p:sp>
            <p:nvSpPr>
              <p:cNvPr id="1025" name="Freeform 62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6" name="Group 63"/>
            <p:cNvGrpSpPr/>
            <p:nvPr/>
          </p:nvGrpSpPr>
          <p:grpSpPr>
            <a:xfrm>
              <a:off x="43" y="3949"/>
              <a:ext cx="158" cy="156"/>
              <a:chOff x="0" y="0"/>
              <a:chExt cx="133922" cy="132080"/>
            </a:xfrm>
          </p:grpSpPr>
          <p:sp>
            <p:nvSpPr>
              <p:cNvPr id="1027" name="Freeform 64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8" name="Freeform 65" descr="Single gear"/>
            <p:cNvSpPr/>
            <p:nvPr/>
          </p:nvSpPr>
          <p:spPr>
            <a:xfrm>
              <a:off x="913" y="5254"/>
              <a:ext cx="508" cy="501"/>
            </a:xfrm>
            <a:custGeom>
              <a:avLst/>
              <a:gdLst/>
              <a:ahLst/>
              <a:cxnLst/>
              <a:rect l="l" t="t" r="r" b="b"/>
              <a:pathLst>
                <a:path w="322545" h="318116">
                  <a:moveTo>
                    <a:pt x="0" y="0"/>
                  </a:moveTo>
                  <a:lnTo>
                    <a:pt x="322545" y="0"/>
                  </a:lnTo>
                  <a:lnTo>
                    <a:pt x="322545" y="318116"/>
                  </a:lnTo>
                  <a:lnTo>
                    <a:pt x="0" y="318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3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29" name="Freeform 66" descr="Stopwatch"/>
            <p:cNvSpPr/>
            <p:nvPr/>
          </p:nvSpPr>
          <p:spPr>
            <a:xfrm>
              <a:off x="407" y="4691"/>
              <a:ext cx="508" cy="501"/>
            </a:xfrm>
            <a:custGeom>
              <a:avLst/>
              <a:gdLst/>
              <a:ahLst/>
              <a:cxnLst/>
              <a:rect l="l" t="t" r="r" b="b"/>
              <a:pathLst>
                <a:path w="322545" h="318116">
                  <a:moveTo>
                    <a:pt x="0" y="0"/>
                  </a:moveTo>
                  <a:lnTo>
                    <a:pt x="322545" y="0"/>
                  </a:lnTo>
                  <a:lnTo>
                    <a:pt x="322545" y="318116"/>
                  </a:lnTo>
                  <a:lnTo>
                    <a:pt x="0" y="318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3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0" name="Freeform 67" descr="Lightbulb"/>
            <p:cNvSpPr/>
            <p:nvPr/>
          </p:nvSpPr>
          <p:spPr>
            <a:xfrm>
              <a:off x="2260" y="5730"/>
              <a:ext cx="508" cy="501"/>
            </a:xfrm>
            <a:custGeom>
              <a:avLst/>
              <a:gdLst/>
              <a:ahLst/>
              <a:cxnLst/>
              <a:rect l="l" t="t" r="r" b="b"/>
              <a:pathLst>
                <a:path w="322545" h="318116">
                  <a:moveTo>
                    <a:pt x="0" y="0"/>
                  </a:moveTo>
                  <a:lnTo>
                    <a:pt x="322545" y="0"/>
                  </a:lnTo>
                  <a:lnTo>
                    <a:pt x="322545" y="318116"/>
                  </a:lnTo>
                  <a:lnTo>
                    <a:pt x="0" y="318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3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1" name="Freeform 68" descr="Head with Gears"/>
            <p:cNvSpPr/>
            <p:nvPr/>
          </p:nvSpPr>
          <p:spPr>
            <a:xfrm>
              <a:off x="1540" y="5636"/>
              <a:ext cx="508" cy="501"/>
            </a:xfrm>
            <a:custGeom>
              <a:avLst/>
              <a:gdLst/>
              <a:ahLst/>
              <a:cxnLst/>
              <a:rect l="l" t="t" r="r" b="b"/>
              <a:pathLst>
                <a:path w="322545" h="318116">
                  <a:moveTo>
                    <a:pt x="0" y="0"/>
                  </a:moveTo>
                  <a:lnTo>
                    <a:pt x="322545" y="0"/>
                  </a:lnTo>
                  <a:lnTo>
                    <a:pt x="322545" y="318116"/>
                  </a:lnTo>
                  <a:lnTo>
                    <a:pt x="0" y="318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1392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2" name="Group 69"/>
            <p:cNvGrpSpPr/>
            <p:nvPr/>
          </p:nvGrpSpPr>
          <p:grpSpPr>
            <a:xfrm>
              <a:off x="2994" y="5905"/>
              <a:ext cx="158" cy="156"/>
              <a:chOff x="0" y="0"/>
              <a:chExt cx="133922" cy="132080"/>
            </a:xfrm>
          </p:grpSpPr>
          <p:sp>
            <p:nvSpPr>
              <p:cNvPr id="1033" name="Freeform 70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A5A5A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" name="Group 71"/>
            <p:cNvGrpSpPr/>
            <p:nvPr/>
          </p:nvGrpSpPr>
          <p:grpSpPr>
            <a:xfrm>
              <a:off x="3406" y="5741"/>
              <a:ext cx="158" cy="156"/>
              <a:chOff x="0" y="0"/>
              <a:chExt cx="133922" cy="132080"/>
            </a:xfrm>
          </p:grpSpPr>
          <p:sp>
            <p:nvSpPr>
              <p:cNvPr id="1035" name="Freeform 72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A5A5A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" name="Group 73"/>
            <p:cNvGrpSpPr/>
            <p:nvPr/>
          </p:nvGrpSpPr>
          <p:grpSpPr>
            <a:xfrm>
              <a:off x="3771" y="5513"/>
              <a:ext cx="158" cy="156"/>
              <a:chOff x="0" y="0"/>
              <a:chExt cx="133922" cy="132080"/>
            </a:xfrm>
          </p:grpSpPr>
          <p:sp>
            <p:nvSpPr>
              <p:cNvPr id="1037" name="Freeform 74"/>
              <p:cNvSpPr/>
              <p:nvPr/>
            </p:nvSpPr>
            <p:spPr>
              <a:xfrm>
                <a:off x="0" y="0"/>
                <a:ext cx="133858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33858" h="132080">
                    <a:moveTo>
                      <a:pt x="0" y="66040"/>
                    </a:moveTo>
                    <a:cubicBezTo>
                      <a:pt x="0" y="29591"/>
                      <a:pt x="29972" y="0"/>
                      <a:pt x="66929" y="0"/>
                    </a:cubicBezTo>
                    <a:cubicBezTo>
                      <a:pt x="103886" y="0"/>
                      <a:pt x="133858" y="29591"/>
                      <a:pt x="133858" y="66040"/>
                    </a:cubicBezTo>
                    <a:cubicBezTo>
                      <a:pt x="133858" y="102489"/>
                      <a:pt x="103886" y="132080"/>
                      <a:pt x="66929" y="132080"/>
                    </a:cubicBezTo>
                    <a:cubicBezTo>
                      <a:pt x="29972" y="132080"/>
                      <a:pt x="0" y="102489"/>
                      <a:pt x="0" y="66040"/>
                    </a:cubicBezTo>
                    <a:close/>
                  </a:path>
                </a:pathLst>
              </a:custGeom>
              <a:solidFill>
                <a:srgbClr val="A5A5A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8" name="Freeform 75" descr="Teacher"/>
            <p:cNvSpPr/>
            <p:nvPr/>
          </p:nvSpPr>
          <p:spPr>
            <a:xfrm>
              <a:off x="1862" y="1730"/>
              <a:ext cx="1290" cy="1272"/>
            </a:xfrm>
            <a:custGeom>
              <a:avLst/>
              <a:gdLst/>
              <a:ahLst/>
              <a:cxnLst/>
              <a:rect l="l" t="t" r="r" b="b"/>
              <a:pathLst>
                <a:path w="819264" h="808015">
                  <a:moveTo>
                    <a:pt x="0" y="0"/>
                  </a:moveTo>
                  <a:lnTo>
                    <a:pt x="819264" y="0"/>
                  </a:lnTo>
                  <a:lnTo>
                    <a:pt x="819264" y="808015"/>
                  </a:lnTo>
                  <a:lnTo>
                    <a:pt x="0" y="808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13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TextBox 76"/>
            <p:cNvSpPr txBox="1"/>
            <p:nvPr/>
          </p:nvSpPr>
          <p:spPr>
            <a:xfrm>
              <a:off x="642" y="3254"/>
              <a:ext cx="3602" cy="1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5"/>
                </a:lnSpc>
              </a:pPr>
              <a:r>
                <a:rPr lang="en-US" sz="2985" b="1" dirty="0">
                  <a:solidFill>
                    <a:schemeClr val="accent2">
                      <a:lumMod val="75000"/>
                    </a:schemeClr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NỘI DUNG BÁO CÁO</a:t>
              </a:r>
            </a:p>
          </p:txBody>
        </p:sp>
        <p:sp>
          <p:nvSpPr>
            <p:cNvPr id="1040" name="TextBox 77"/>
            <p:cNvSpPr txBox="1"/>
            <p:nvPr/>
          </p:nvSpPr>
          <p:spPr>
            <a:xfrm>
              <a:off x="8372" y="548"/>
              <a:ext cx="4426" cy="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vi-VN" altLang="en-US" b="1" dirty="0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GIỚI THIỆU VỀ ĐỀ TÀI</a:t>
              </a:r>
            </a:p>
          </p:txBody>
        </p:sp>
        <p:sp>
          <p:nvSpPr>
            <p:cNvPr id="1041" name="TextBox 78"/>
            <p:cNvSpPr txBox="1"/>
            <p:nvPr/>
          </p:nvSpPr>
          <p:spPr>
            <a:xfrm>
              <a:off x="8825" y="2066"/>
              <a:ext cx="4356" cy="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vi-VN" altLang="en-US" b="1" dirty="0">
                  <a:solidFill>
                    <a:schemeClr val="tx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NỘI DUNG NGHIÊN CỨU</a:t>
              </a:r>
              <a:r>
                <a:rPr lang="vi-VN" altLang="en-US" b="1" u="heavy" dirty="0">
                  <a:solidFill>
                    <a:schemeClr val="tx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</a:p>
          </p:txBody>
        </p:sp>
        <p:sp>
          <p:nvSpPr>
            <p:cNvPr id="1042" name="TextBox 79"/>
            <p:cNvSpPr txBox="1"/>
            <p:nvPr/>
          </p:nvSpPr>
          <p:spPr>
            <a:xfrm>
              <a:off x="8906" y="3751"/>
              <a:ext cx="4135" cy="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vi-VN" altLang="en-US" b="1" dirty="0">
                  <a:solidFill>
                    <a:schemeClr val="tx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KẾT QUẢ NGHIÊN CỨU</a:t>
              </a:r>
            </a:p>
          </p:txBody>
        </p:sp>
        <p:sp>
          <p:nvSpPr>
            <p:cNvPr id="1043" name="TextBox 80"/>
            <p:cNvSpPr txBox="1"/>
            <p:nvPr/>
          </p:nvSpPr>
          <p:spPr>
            <a:xfrm>
              <a:off x="9146" y="5375"/>
              <a:ext cx="3892" cy="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vi-VN" altLang="en-US" b="1" dirty="0">
                  <a:solidFill>
                    <a:schemeClr val="tx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KẾT LUẬN &amp; HPT</a:t>
              </a:r>
            </a:p>
          </p:txBody>
        </p:sp>
        <p:sp>
          <p:nvSpPr>
            <p:cNvPr id="1044" name="TextBox 81"/>
            <p:cNvSpPr txBox="1"/>
            <p:nvPr/>
          </p:nvSpPr>
          <p:spPr>
            <a:xfrm>
              <a:off x="8665" y="7028"/>
              <a:ext cx="4554" cy="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vi-VN" altLang="en-US" b="1" dirty="0">
                  <a:solidFill>
                    <a:schemeClr val="tx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TÀI LIỆU THAM KHẢO</a:t>
              </a:r>
            </a:p>
          </p:txBody>
        </p:sp>
      </p:grpSp>
      <p:sp>
        <p:nvSpPr>
          <p:cNvPr id="1045" name="TextBox 20"/>
          <p:cNvSpPr txBox="1"/>
          <p:nvPr/>
        </p:nvSpPr>
        <p:spPr>
          <a:xfrm>
            <a:off x="681457" y="5802729"/>
            <a:ext cx="9173046" cy="259015"/>
          </a:xfrm>
          <a:prstGeom prst="rect">
            <a:avLst/>
          </a:prstGeom>
        </p:spPr>
        <p:txBody>
          <a:bodyPr lIns="1669" tIns="1669" rIns="1669" bIns="1669" rtlCol="0" anchor="ctr"/>
          <a:lstStyle/>
          <a:p>
            <a:pPr algn="ctr" defTabSz="217805">
              <a:lnSpc>
                <a:spcPts val="190"/>
              </a:lnSpc>
            </a:pPr>
            <a:endParaRPr sz="43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193608" y="41088"/>
            <a:ext cx="516064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1. GIỚI THIỆU VỀ ĐỀ TÀI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24075" y="758508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sz="2000" b="1" i="0" cap="all" dirty="0">
                <a:solidFill>
                  <a:srgbClr val="000000"/>
                </a:solidFill>
              </a:rPr>
              <a:t>LÝ DO CHỌN ĐỀ TÀI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graphicFrame>
        <p:nvGraphicFramePr>
          <p:cNvPr id="172" name="Diagram 171"/>
          <p:cNvGraphicFramePr/>
          <p:nvPr>
            <p:extLst>
              <p:ext uri="{D42A27DB-BD31-4B8C-83A1-F6EECF244321}">
                <p14:modId xmlns:p14="http://schemas.microsoft.com/office/powerpoint/2010/main" val="379482916"/>
              </p:ext>
            </p:extLst>
          </p:nvPr>
        </p:nvGraphicFramePr>
        <p:xfrm>
          <a:off x="-92301" y="1278890"/>
          <a:ext cx="8578215" cy="3678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7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52F6-BF8B-13F9-4972-35CA41436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A94CB72-B49F-8EF2-EAF5-BF8C5A4BF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7E5FD521-4CC3-5244-F28D-51895E220829}"/>
              </a:ext>
            </a:extLst>
          </p:cNvPr>
          <p:cNvSpPr txBox="1"/>
          <p:nvPr/>
        </p:nvSpPr>
        <p:spPr>
          <a:xfrm>
            <a:off x="2151257" y="41088"/>
            <a:ext cx="5245347" cy="7078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1. GIỚI THIỆU VỀ ĐỀ TÀI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0C1E540-A2A3-E1BD-6132-E110BFB68777}"/>
              </a:ext>
            </a:extLst>
          </p:cNvPr>
          <p:cNvSpPr txBox="1"/>
          <p:nvPr/>
        </p:nvSpPr>
        <p:spPr>
          <a:xfrm>
            <a:off x="2031999" y="791140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i="0" cap="all" dirty="0">
                <a:solidFill>
                  <a:srgbClr val="000000"/>
                </a:solidFill>
              </a:rPr>
              <a:t>mục tiêu nghiên cứu</a:t>
            </a: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0F67211B-A581-30B4-3343-C6577CB68F96}"/>
              </a:ext>
            </a:extLst>
          </p:cNvPr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470D05-77A5-84DD-2277-A9FF467A60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graphicFrame>
        <p:nvGraphicFramePr>
          <p:cNvPr id="172" name="Diagram 171">
            <a:extLst>
              <a:ext uri="{FF2B5EF4-FFF2-40B4-BE49-F238E27FC236}">
                <a16:creationId xmlns:a16="http://schemas.microsoft.com/office/drawing/2014/main" id="{68612CEB-BC0E-BF0A-792C-7F92EEC9B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0514756"/>
              </p:ext>
            </p:extLst>
          </p:nvPr>
        </p:nvGraphicFramePr>
        <p:xfrm>
          <a:off x="344380" y="1084006"/>
          <a:ext cx="8576219" cy="3611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Freeform 3">
            <a:extLst>
              <a:ext uri="{FF2B5EF4-FFF2-40B4-BE49-F238E27FC236}">
                <a16:creationId xmlns:a16="http://schemas.microsoft.com/office/drawing/2014/main" id="{DCCF7E3E-32BB-E74C-E00F-3614C4A3279A}"/>
              </a:ext>
            </a:extLst>
          </p:cNvPr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10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193608" y="41088"/>
            <a:ext cx="516064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1. GIỚI THIỆU VỀ ĐỀ TÀI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24075" y="758508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i="0" cap="all" dirty="0">
                <a:solidFill>
                  <a:srgbClr val="000000"/>
                </a:solidFill>
              </a:rPr>
              <a:t>nội dung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1205230" y="1404620"/>
            <a:ext cx="7256780" cy="3254375"/>
            <a:chOff x="1230" y="3432"/>
            <a:chExt cx="13828" cy="6123"/>
          </a:xfrm>
        </p:grpSpPr>
        <p:sp>
          <p:nvSpPr>
            <p:cNvPr id="8" name="TextBox 8"/>
            <p:cNvSpPr txBox="1"/>
            <p:nvPr/>
          </p:nvSpPr>
          <p:spPr>
            <a:xfrm>
              <a:off x="3157" y="3895"/>
              <a:ext cx="11901" cy="49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r>
                <a:rPr lang="en-US" altLang="en-US" dirty="0" err="1"/>
                <a:t>Xây</a:t>
              </a:r>
              <a:r>
                <a:rPr lang="en-US" altLang="en-US" dirty="0"/>
                <a:t> </a:t>
              </a:r>
              <a:r>
                <a:rPr lang="en-US" altLang="en-US" dirty="0" err="1"/>
                <a:t>dựng</a:t>
              </a:r>
              <a:r>
                <a:rPr lang="en-US" altLang="en-US" dirty="0"/>
                <a:t> </a:t>
              </a:r>
              <a:r>
                <a:rPr lang="en-US" altLang="en-US" dirty="0" err="1"/>
                <a:t>chức</a:t>
              </a:r>
              <a:r>
                <a:rPr lang="en-US" altLang="en-US" dirty="0"/>
                <a:t> </a:t>
              </a:r>
              <a:r>
                <a:rPr lang="en-US" altLang="en-US" dirty="0" err="1"/>
                <a:t>năng</a:t>
              </a:r>
              <a:r>
                <a:rPr lang="en-US" altLang="en-US" dirty="0"/>
                <a:t> </a:t>
              </a:r>
              <a:r>
                <a:rPr lang="en-US" altLang="en-US" dirty="0" err="1"/>
                <a:t>quản</a:t>
              </a:r>
              <a:r>
                <a:rPr lang="en-US" altLang="en-US" dirty="0"/>
                <a:t> </a:t>
              </a:r>
              <a:r>
                <a:rPr lang="en-US" altLang="en-US" dirty="0" err="1"/>
                <a:t>lý</a:t>
              </a:r>
              <a:r>
                <a:rPr lang="en-US" altLang="en-US" dirty="0"/>
                <a:t> </a:t>
              </a:r>
              <a:r>
                <a:rPr lang="en-US" altLang="en-US" dirty="0" err="1"/>
                <a:t>nhà</a:t>
              </a:r>
              <a:r>
                <a:rPr lang="en-US" altLang="en-US" dirty="0"/>
                <a:t> </a:t>
              </a:r>
              <a:r>
                <a:rPr lang="en-US" altLang="en-US" dirty="0" err="1"/>
                <a:t>hàng</a:t>
              </a:r>
              <a:r>
                <a:rPr lang="vi-VN" altLang="en-US" dirty="0"/>
                <a:t>.</a:t>
              </a:r>
              <a:endParaRPr lang="en-US" altLang="en-US" dirty="0"/>
            </a:p>
            <a:p>
              <a:pPr algn="l">
                <a:lnSpc>
                  <a:spcPts val="2560"/>
                </a:lnSpc>
              </a:pPr>
              <a:endParaRPr lang="en-US" altLang="en-US" dirty="0"/>
            </a:p>
            <a:p>
              <a:pPr algn="l">
                <a:lnSpc>
                  <a:spcPts val="2560"/>
                </a:lnSpc>
              </a:pPr>
              <a:endParaRPr lang="en-US" altLang="en-US" dirty="0"/>
            </a:p>
            <a:p>
              <a:pPr algn="l">
                <a:lnSpc>
                  <a:spcPts val="2560"/>
                </a:lnSpc>
              </a:pPr>
              <a:r>
                <a:rPr lang="en-US" altLang="en-US" dirty="0" err="1"/>
                <a:t>Áp</a:t>
              </a:r>
              <a:r>
                <a:rPr lang="en-US" altLang="en-US" dirty="0"/>
                <a:t> </a:t>
              </a:r>
              <a:r>
                <a:rPr lang="en-US" altLang="en-US" dirty="0" err="1"/>
                <a:t>dụng</a:t>
              </a:r>
              <a:r>
                <a:rPr lang="en-US" altLang="en-US" dirty="0"/>
                <a:t> </a:t>
              </a:r>
              <a:r>
                <a:rPr lang="en-US" altLang="en-US" dirty="0" err="1"/>
                <a:t>lọc</a:t>
              </a:r>
              <a:r>
                <a:rPr lang="en-US" altLang="en-US" dirty="0"/>
                <a:t> </a:t>
              </a:r>
              <a:r>
                <a:rPr lang="en-US" altLang="en-US" dirty="0" err="1"/>
                <a:t>cộng</a:t>
              </a:r>
              <a:r>
                <a:rPr lang="en-US" altLang="en-US" dirty="0"/>
                <a:t> </a:t>
              </a:r>
              <a:r>
                <a:rPr lang="en-US" altLang="en-US" dirty="0" err="1"/>
                <a:t>tác</a:t>
              </a:r>
              <a:r>
                <a:rPr lang="en-US" altLang="en-US" dirty="0"/>
                <a:t> </a:t>
              </a:r>
              <a:r>
                <a:rPr lang="en-US" altLang="en-US" dirty="0" err="1"/>
                <a:t>và</a:t>
              </a:r>
              <a:r>
                <a:rPr lang="en-US" altLang="en-US" dirty="0"/>
                <a:t> </a:t>
              </a:r>
              <a:r>
                <a:rPr lang="en-US" altLang="en-US" dirty="0" err="1"/>
                <a:t>lọc</a:t>
              </a:r>
              <a:r>
                <a:rPr lang="en-US" altLang="en-US" dirty="0"/>
                <a:t> </a:t>
              </a:r>
              <a:r>
                <a:rPr lang="en-US" altLang="en-US" dirty="0" err="1"/>
                <a:t>dựa</a:t>
              </a:r>
              <a:r>
                <a:rPr lang="en-US" altLang="en-US" dirty="0"/>
                <a:t> </a:t>
              </a:r>
              <a:r>
                <a:rPr lang="en-US" altLang="en-US" dirty="0" err="1"/>
                <a:t>trên</a:t>
              </a:r>
              <a:r>
                <a:rPr lang="en-US" altLang="en-US" dirty="0"/>
                <a:t> </a:t>
              </a:r>
              <a:r>
                <a:rPr lang="en-US" altLang="en-US" dirty="0" err="1"/>
                <a:t>nội</a:t>
              </a:r>
              <a:r>
                <a:rPr lang="en-US" altLang="en-US" dirty="0"/>
                <a:t> dung.</a:t>
              </a:r>
            </a:p>
            <a:p>
              <a:pPr algn="l">
                <a:lnSpc>
                  <a:spcPts val="2560"/>
                </a:lnSpc>
              </a:pPr>
              <a:endParaRPr lang="en-US" altLang="en-US" dirty="0"/>
            </a:p>
            <a:p>
              <a:pPr algn="l">
                <a:lnSpc>
                  <a:spcPts val="2560"/>
                </a:lnSpc>
              </a:pPr>
              <a:endParaRPr lang="en-US" altLang="en-US" dirty="0"/>
            </a:p>
            <a:p>
              <a:pPr algn="l">
                <a:lnSpc>
                  <a:spcPts val="2560"/>
                </a:lnSpc>
              </a:pPr>
              <a:endParaRPr lang="en-US" altLang="en-US" dirty="0"/>
            </a:p>
            <a:p>
              <a:pPr algn="l">
                <a:lnSpc>
                  <a:spcPts val="2560"/>
                </a:lnSpc>
              </a:pPr>
              <a:r>
                <a:rPr lang="en-US" altLang="en-US" dirty="0" err="1"/>
                <a:t>Triển</a:t>
              </a:r>
              <a:r>
                <a:rPr lang="en-US" altLang="en-US" dirty="0"/>
                <a:t> </a:t>
              </a:r>
              <a:r>
                <a:rPr lang="en-US" altLang="en-US" dirty="0" err="1"/>
                <a:t>khai</a:t>
              </a:r>
              <a:r>
                <a:rPr lang="en-US" altLang="en-US" dirty="0"/>
                <a:t> </a:t>
              </a:r>
              <a:r>
                <a:rPr lang="en-US" altLang="en-US" dirty="0" err="1"/>
                <a:t>hệ</a:t>
              </a:r>
              <a:r>
                <a:rPr lang="en-US" altLang="en-US" dirty="0"/>
                <a:t> </a:t>
              </a:r>
              <a:r>
                <a:rPr lang="en-US" altLang="en-US" dirty="0" err="1"/>
                <a:t>thống</a:t>
              </a:r>
              <a:r>
                <a:rPr lang="en-US" altLang="en-US" dirty="0"/>
                <a:t> </a:t>
              </a:r>
              <a:r>
                <a:rPr lang="en-US" altLang="en-US" dirty="0" err="1"/>
                <a:t>gợi</a:t>
              </a:r>
              <a:r>
                <a:rPr lang="en-US" altLang="en-US" dirty="0"/>
                <a:t> ý </a:t>
              </a:r>
              <a:r>
                <a:rPr lang="en-US" altLang="en-US" dirty="0" err="1"/>
                <a:t>món</a:t>
              </a:r>
              <a:r>
                <a:rPr lang="en-US" altLang="en-US" dirty="0"/>
                <a:t> </a:t>
              </a:r>
              <a:r>
                <a:rPr lang="en-US" altLang="en-US" dirty="0" err="1"/>
                <a:t>ăn</a:t>
              </a:r>
              <a:r>
                <a:rPr lang="en-US" altLang="en-US" dirty="0"/>
                <a:t>.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566" y="3432"/>
              <a:ext cx="43" cy="6123"/>
              <a:chOff x="0" y="0"/>
              <a:chExt cx="36119" cy="518455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6068" cy="5184521"/>
              </a:xfrm>
              <a:custGeom>
                <a:avLst/>
                <a:gdLst/>
                <a:ahLst/>
                <a:cxnLst/>
                <a:rect l="l" t="t" r="r" b="b"/>
                <a:pathLst>
                  <a:path w="36068" h="5184521">
                    <a:moveTo>
                      <a:pt x="0" y="18034"/>
                    </a:moveTo>
                    <a:cubicBezTo>
                      <a:pt x="0" y="8128"/>
                      <a:pt x="8128" y="0"/>
                      <a:pt x="18034" y="0"/>
                    </a:cubicBezTo>
                    <a:cubicBezTo>
                      <a:pt x="27940" y="0"/>
                      <a:pt x="36068" y="8128"/>
                      <a:pt x="36068" y="18034"/>
                    </a:cubicBezTo>
                    <a:lnTo>
                      <a:pt x="36068" y="5166487"/>
                    </a:lnTo>
                    <a:cubicBezTo>
                      <a:pt x="36068" y="5176520"/>
                      <a:pt x="27940" y="5184521"/>
                      <a:pt x="18034" y="5184521"/>
                    </a:cubicBezTo>
                    <a:cubicBezTo>
                      <a:pt x="8128" y="5184521"/>
                      <a:pt x="0" y="5176520"/>
                      <a:pt x="0" y="5166487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" name="Group 11"/>
            <p:cNvGrpSpPr/>
            <p:nvPr/>
          </p:nvGrpSpPr>
          <p:grpSpPr>
            <a:xfrm>
              <a:off x="1902" y="4125"/>
              <a:ext cx="1111" cy="43"/>
              <a:chOff x="0" y="0"/>
              <a:chExt cx="940791" cy="3611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40816" cy="36068"/>
              </a:xfrm>
              <a:custGeom>
                <a:avLst/>
                <a:gdLst/>
                <a:ahLst/>
                <a:cxnLst/>
                <a:rect l="l" t="t" r="r" b="b"/>
                <a:pathLst>
                  <a:path w="940816" h="36068">
                    <a:moveTo>
                      <a:pt x="0" y="18034"/>
                    </a:moveTo>
                    <a:cubicBezTo>
                      <a:pt x="0" y="8128"/>
                      <a:pt x="8128" y="0"/>
                      <a:pt x="18034" y="0"/>
                    </a:cubicBezTo>
                    <a:lnTo>
                      <a:pt x="922782" y="0"/>
                    </a:lnTo>
                    <a:cubicBezTo>
                      <a:pt x="932815" y="0"/>
                      <a:pt x="940816" y="8128"/>
                      <a:pt x="940816" y="18034"/>
                    </a:cubicBezTo>
                    <a:cubicBezTo>
                      <a:pt x="940816" y="27940"/>
                      <a:pt x="932688" y="36068"/>
                      <a:pt x="922782" y="36068"/>
                    </a:cubicBezTo>
                    <a:lnTo>
                      <a:pt x="18034" y="36068"/>
                    </a:lnTo>
                    <a:cubicBezTo>
                      <a:pt x="8128" y="36068"/>
                      <a:pt x="0" y="28067"/>
                      <a:pt x="0" y="18034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230" y="3789"/>
              <a:ext cx="714" cy="714"/>
              <a:chOff x="0" y="0"/>
              <a:chExt cx="604799" cy="604799"/>
            </a:xfrm>
          </p:grpSpPr>
          <p:sp>
            <p:nvSpPr>
              <p:cNvPr id="3" name="Freeform 14"/>
              <p:cNvSpPr/>
              <p:nvPr/>
            </p:nvSpPr>
            <p:spPr>
              <a:xfrm>
                <a:off x="0" y="0"/>
                <a:ext cx="604774" cy="604774"/>
              </a:xfrm>
              <a:custGeom>
                <a:avLst/>
                <a:gdLst/>
                <a:ahLst/>
                <a:cxnLst/>
                <a:rect l="l" t="t" r="r" b="b"/>
                <a:pathLst>
                  <a:path w="604774" h="604774">
                    <a:moveTo>
                      <a:pt x="0" y="40259"/>
                    </a:moveTo>
                    <a:cubicBezTo>
                      <a:pt x="0" y="18034"/>
                      <a:pt x="18034" y="0"/>
                      <a:pt x="40259" y="0"/>
                    </a:cubicBezTo>
                    <a:lnTo>
                      <a:pt x="564515" y="0"/>
                    </a:lnTo>
                    <a:cubicBezTo>
                      <a:pt x="586740" y="0"/>
                      <a:pt x="604774" y="18034"/>
                      <a:pt x="604774" y="40259"/>
                    </a:cubicBezTo>
                    <a:lnTo>
                      <a:pt x="604774" y="564515"/>
                    </a:lnTo>
                    <a:cubicBezTo>
                      <a:pt x="604774" y="586740"/>
                      <a:pt x="586740" y="604774"/>
                      <a:pt x="564515" y="604774"/>
                    </a:cubicBezTo>
                    <a:lnTo>
                      <a:pt x="40259" y="604774"/>
                    </a:lnTo>
                    <a:cubicBezTo>
                      <a:pt x="18034" y="604774"/>
                      <a:pt x="0" y="586740"/>
                      <a:pt x="0" y="564515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5"/>
            <p:cNvGrpSpPr/>
            <p:nvPr/>
          </p:nvGrpSpPr>
          <p:grpSpPr>
            <a:xfrm>
              <a:off x="1479" y="3909"/>
              <a:ext cx="217" cy="476"/>
              <a:chOff x="0" y="0"/>
              <a:chExt cx="183439" cy="4033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83388" cy="403352"/>
              </a:xfrm>
              <a:custGeom>
                <a:avLst/>
                <a:gdLst/>
                <a:ahLst/>
                <a:cxnLst/>
                <a:rect l="l" t="t" r="r" b="b"/>
                <a:pathLst>
                  <a:path w="183388" h="403352">
                    <a:moveTo>
                      <a:pt x="0" y="0"/>
                    </a:moveTo>
                    <a:lnTo>
                      <a:pt x="183388" y="0"/>
                    </a:lnTo>
                    <a:lnTo>
                      <a:pt x="183388" y="403352"/>
                    </a:lnTo>
                    <a:lnTo>
                      <a:pt x="0" y="403352"/>
                    </a:ln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183439" cy="412826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2355"/>
                  </a:lnSpc>
                </a:pPr>
                <a:r>
                  <a:rPr lang="en-US" sz="2355">
                    <a:solidFill>
                      <a:srgbClr val="61615C"/>
                    </a:solidFill>
                    <a:latin typeface="Calibri (MS)" panose="020F0502020204030204"/>
                    <a:ea typeface="Calibri (MS)" panose="020F0502020204030204"/>
                    <a:cs typeface="Calibri (MS)" panose="020F0502020204030204"/>
                    <a:sym typeface="Calibri (MS)" panose="020F0502020204030204"/>
                  </a:rPr>
                  <a:t>1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902" y="6272"/>
              <a:ext cx="1111" cy="43"/>
              <a:chOff x="0" y="0"/>
              <a:chExt cx="940791" cy="3611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40816" cy="36068"/>
              </a:xfrm>
              <a:custGeom>
                <a:avLst/>
                <a:gdLst/>
                <a:ahLst/>
                <a:cxnLst/>
                <a:rect l="l" t="t" r="r" b="b"/>
                <a:pathLst>
                  <a:path w="940816" h="36068">
                    <a:moveTo>
                      <a:pt x="0" y="18034"/>
                    </a:moveTo>
                    <a:cubicBezTo>
                      <a:pt x="0" y="8128"/>
                      <a:pt x="8128" y="0"/>
                      <a:pt x="18034" y="0"/>
                    </a:cubicBezTo>
                    <a:lnTo>
                      <a:pt x="922782" y="0"/>
                    </a:lnTo>
                    <a:cubicBezTo>
                      <a:pt x="932815" y="0"/>
                      <a:pt x="940816" y="8128"/>
                      <a:pt x="940816" y="18034"/>
                    </a:cubicBezTo>
                    <a:cubicBezTo>
                      <a:pt x="940816" y="27940"/>
                      <a:pt x="932688" y="36068"/>
                      <a:pt x="922782" y="36068"/>
                    </a:cubicBezTo>
                    <a:lnTo>
                      <a:pt x="18034" y="36068"/>
                    </a:lnTo>
                    <a:cubicBezTo>
                      <a:pt x="8128" y="36068"/>
                      <a:pt x="0" y="28067"/>
                      <a:pt x="0" y="18034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230" y="5937"/>
              <a:ext cx="714" cy="714"/>
              <a:chOff x="0" y="0"/>
              <a:chExt cx="604799" cy="60479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04774" cy="604774"/>
              </a:xfrm>
              <a:custGeom>
                <a:avLst/>
                <a:gdLst/>
                <a:ahLst/>
                <a:cxnLst/>
                <a:rect l="l" t="t" r="r" b="b"/>
                <a:pathLst>
                  <a:path w="604774" h="604774">
                    <a:moveTo>
                      <a:pt x="0" y="40259"/>
                    </a:moveTo>
                    <a:cubicBezTo>
                      <a:pt x="0" y="18034"/>
                      <a:pt x="18034" y="0"/>
                      <a:pt x="40259" y="0"/>
                    </a:cubicBezTo>
                    <a:lnTo>
                      <a:pt x="564515" y="0"/>
                    </a:lnTo>
                    <a:cubicBezTo>
                      <a:pt x="586740" y="0"/>
                      <a:pt x="604774" y="18034"/>
                      <a:pt x="604774" y="40259"/>
                    </a:cubicBezTo>
                    <a:lnTo>
                      <a:pt x="604774" y="564515"/>
                    </a:lnTo>
                    <a:cubicBezTo>
                      <a:pt x="604774" y="586740"/>
                      <a:pt x="586740" y="604774"/>
                      <a:pt x="564515" y="604774"/>
                    </a:cubicBezTo>
                    <a:lnTo>
                      <a:pt x="40259" y="604774"/>
                    </a:lnTo>
                    <a:cubicBezTo>
                      <a:pt x="18034" y="604774"/>
                      <a:pt x="0" y="586740"/>
                      <a:pt x="0" y="564515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427" y="6055"/>
              <a:ext cx="320" cy="476"/>
              <a:chOff x="0" y="0"/>
              <a:chExt cx="270929" cy="4033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70891" cy="403352"/>
              </a:xfrm>
              <a:custGeom>
                <a:avLst/>
                <a:gdLst/>
                <a:ahLst/>
                <a:cxnLst/>
                <a:rect l="l" t="t" r="r" b="b"/>
                <a:pathLst>
                  <a:path w="270891" h="403352">
                    <a:moveTo>
                      <a:pt x="0" y="0"/>
                    </a:moveTo>
                    <a:lnTo>
                      <a:pt x="270891" y="0"/>
                    </a:lnTo>
                    <a:lnTo>
                      <a:pt x="270891" y="403352"/>
                    </a:lnTo>
                    <a:lnTo>
                      <a:pt x="0" y="403352"/>
                    </a:ln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9525"/>
                <a:ext cx="270929" cy="412826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2355"/>
                  </a:lnSpc>
                </a:pPr>
                <a:r>
                  <a:rPr lang="en-US" sz="2355">
                    <a:solidFill>
                      <a:srgbClr val="61615C"/>
                    </a:solidFill>
                    <a:latin typeface="Calibri (MS)" panose="020F0502020204030204"/>
                    <a:ea typeface="Calibri (MS)" panose="020F0502020204030204"/>
                    <a:cs typeface="Calibri (MS)" panose="020F0502020204030204"/>
                    <a:sym typeface="Calibri (MS)" panose="020F0502020204030204"/>
                  </a:rPr>
                  <a:t>2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902" y="8419"/>
              <a:ext cx="1111" cy="43"/>
              <a:chOff x="0" y="0"/>
              <a:chExt cx="940791" cy="3611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940816" cy="36068"/>
              </a:xfrm>
              <a:custGeom>
                <a:avLst/>
                <a:gdLst/>
                <a:ahLst/>
                <a:cxnLst/>
                <a:rect l="l" t="t" r="r" b="b"/>
                <a:pathLst>
                  <a:path w="940816" h="36068">
                    <a:moveTo>
                      <a:pt x="0" y="18034"/>
                    </a:moveTo>
                    <a:cubicBezTo>
                      <a:pt x="0" y="8128"/>
                      <a:pt x="8128" y="0"/>
                      <a:pt x="18034" y="0"/>
                    </a:cubicBezTo>
                    <a:lnTo>
                      <a:pt x="922782" y="0"/>
                    </a:lnTo>
                    <a:cubicBezTo>
                      <a:pt x="932815" y="0"/>
                      <a:pt x="940816" y="8128"/>
                      <a:pt x="940816" y="18034"/>
                    </a:cubicBezTo>
                    <a:cubicBezTo>
                      <a:pt x="940816" y="27940"/>
                      <a:pt x="932688" y="36068"/>
                      <a:pt x="922782" y="36068"/>
                    </a:cubicBezTo>
                    <a:lnTo>
                      <a:pt x="18034" y="36068"/>
                    </a:lnTo>
                    <a:cubicBezTo>
                      <a:pt x="8128" y="36068"/>
                      <a:pt x="0" y="28067"/>
                      <a:pt x="0" y="18034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230" y="8083"/>
              <a:ext cx="714" cy="714"/>
              <a:chOff x="0" y="0"/>
              <a:chExt cx="604799" cy="6047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04774" cy="604774"/>
              </a:xfrm>
              <a:custGeom>
                <a:avLst/>
                <a:gdLst/>
                <a:ahLst/>
                <a:cxnLst/>
                <a:rect l="l" t="t" r="r" b="b"/>
                <a:pathLst>
                  <a:path w="604774" h="604774">
                    <a:moveTo>
                      <a:pt x="0" y="40259"/>
                    </a:moveTo>
                    <a:cubicBezTo>
                      <a:pt x="0" y="18034"/>
                      <a:pt x="18034" y="0"/>
                      <a:pt x="40259" y="0"/>
                    </a:cubicBezTo>
                    <a:lnTo>
                      <a:pt x="564515" y="0"/>
                    </a:lnTo>
                    <a:cubicBezTo>
                      <a:pt x="586740" y="0"/>
                      <a:pt x="604774" y="18034"/>
                      <a:pt x="604774" y="40259"/>
                    </a:cubicBezTo>
                    <a:lnTo>
                      <a:pt x="604774" y="564515"/>
                    </a:lnTo>
                    <a:cubicBezTo>
                      <a:pt x="604774" y="586740"/>
                      <a:pt x="586740" y="604774"/>
                      <a:pt x="564515" y="604774"/>
                    </a:cubicBezTo>
                    <a:lnTo>
                      <a:pt x="40259" y="604774"/>
                    </a:lnTo>
                    <a:cubicBezTo>
                      <a:pt x="18034" y="604774"/>
                      <a:pt x="0" y="586740"/>
                      <a:pt x="0" y="564515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428" y="8202"/>
              <a:ext cx="318" cy="476"/>
              <a:chOff x="0" y="0"/>
              <a:chExt cx="269380" cy="4033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69367" cy="403352"/>
              </a:xfrm>
              <a:custGeom>
                <a:avLst/>
                <a:gdLst/>
                <a:ahLst/>
                <a:cxnLst/>
                <a:rect l="l" t="t" r="r" b="b"/>
                <a:pathLst>
                  <a:path w="269367" h="403352">
                    <a:moveTo>
                      <a:pt x="0" y="0"/>
                    </a:moveTo>
                    <a:lnTo>
                      <a:pt x="269367" y="0"/>
                    </a:lnTo>
                    <a:lnTo>
                      <a:pt x="269367" y="403352"/>
                    </a:lnTo>
                    <a:lnTo>
                      <a:pt x="0" y="403352"/>
                    </a:ln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269380" cy="412826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2355"/>
                  </a:lnSpc>
                </a:pPr>
                <a:r>
                  <a:rPr lang="en-US" sz="2355">
                    <a:solidFill>
                      <a:srgbClr val="61615C"/>
                    </a:solidFill>
                    <a:latin typeface="Calibri (MS)" panose="020F0502020204030204"/>
                    <a:ea typeface="Calibri (MS)" panose="020F0502020204030204"/>
                    <a:cs typeface="Calibri (MS)" panose="020F0502020204030204"/>
                    <a:sym typeface="Calibri (MS)" panose="020F0502020204030204"/>
                  </a:rPr>
                  <a:t>3</a:t>
                </a:r>
              </a:p>
            </p:txBody>
          </p:sp>
        </p:grpSp>
      </p:grpSp>
      <p:sp>
        <p:nvSpPr>
          <p:cNvPr id="6" name="Freeform 3"/>
          <p:cNvSpPr/>
          <p:nvPr/>
        </p:nvSpPr>
        <p:spPr>
          <a:xfrm>
            <a:off x="635" y="47599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r>
              <a:rPr lang="vi-VN" dirty="0"/>
              <a:t>5/27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193608" y="41088"/>
            <a:ext cx="516064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1. GIỚI THIỆU VỀ ĐỀ TÀI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889872" y="708995"/>
            <a:ext cx="55660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i="0" cap="all" dirty="0">
                <a:solidFill>
                  <a:srgbClr val="000000"/>
                </a:solidFill>
              </a:rPr>
              <a:t>đối tượng và phạm vi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226695" y="664845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grpSp>
        <p:nvGrpSpPr>
          <p:cNvPr id="42" name="Group 41"/>
          <p:cNvGrpSpPr/>
          <p:nvPr/>
        </p:nvGrpSpPr>
        <p:grpSpPr>
          <a:xfrm>
            <a:off x="659868" y="1079178"/>
            <a:ext cx="8348345" cy="3668944"/>
            <a:chOff x="273" y="1772"/>
            <a:chExt cx="16276" cy="5806"/>
          </a:xfrm>
        </p:grpSpPr>
        <p:sp>
          <p:nvSpPr>
            <p:cNvPr id="6" name="TextBox 8"/>
            <p:cNvSpPr txBox="1"/>
            <p:nvPr/>
          </p:nvSpPr>
          <p:spPr>
            <a:xfrm>
              <a:off x="417" y="1883"/>
              <a:ext cx="7566" cy="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920" b="1" dirty="0" err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Đối</a:t>
              </a:r>
              <a:r>
                <a:rPr lang="en-US" sz="1920" b="1" dirty="0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 </a:t>
              </a:r>
              <a:r>
                <a:rPr lang="en-US" sz="1920" b="1" dirty="0" err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tượng</a:t>
              </a:r>
              <a:r>
                <a:rPr lang="en-US" sz="1920" b="1" dirty="0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 </a:t>
              </a:r>
            </a:p>
          </p:txBody>
        </p:sp>
        <p:grpSp>
          <p:nvGrpSpPr>
            <p:cNvPr id="7" name="Group 9"/>
            <p:cNvGrpSpPr/>
            <p:nvPr/>
          </p:nvGrpSpPr>
          <p:grpSpPr>
            <a:xfrm>
              <a:off x="856" y="3547"/>
              <a:ext cx="1111" cy="43"/>
              <a:chOff x="0" y="0"/>
              <a:chExt cx="940791" cy="36119"/>
            </a:xfrm>
          </p:grpSpPr>
          <p:sp>
            <p:nvSpPr>
              <p:cNvPr id="32" name="Freeform 10"/>
              <p:cNvSpPr/>
              <p:nvPr/>
            </p:nvSpPr>
            <p:spPr>
              <a:xfrm>
                <a:off x="0" y="0"/>
                <a:ext cx="940816" cy="36068"/>
              </a:xfrm>
              <a:custGeom>
                <a:avLst/>
                <a:gdLst/>
                <a:ahLst/>
                <a:cxnLst/>
                <a:rect l="l" t="t" r="r" b="b"/>
                <a:pathLst>
                  <a:path w="940816" h="36068">
                    <a:moveTo>
                      <a:pt x="0" y="18034"/>
                    </a:moveTo>
                    <a:cubicBezTo>
                      <a:pt x="0" y="8128"/>
                      <a:pt x="8128" y="0"/>
                      <a:pt x="18034" y="0"/>
                    </a:cubicBezTo>
                    <a:lnTo>
                      <a:pt x="922782" y="0"/>
                    </a:lnTo>
                    <a:cubicBezTo>
                      <a:pt x="932815" y="0"/>
                      <a:pt x="940816" y="8128"/>
                      <a:pt x="940816" y="18034"/>
                    </a:cubicBezTo>
                    <a:cubicBezTo>
                      <a:pt x="940816" y="27940"/>
                      <a:pt x="932688" y="36068"/>
                      <a:pt x="922782" y="36068"/>
                    </a:cubicBezTo>
                    <a:lnTo>
                      <a:pt x="18034" y="36068"/>
                    </a:lnTo>
                    <a:cubicBezTo>
                      <a:pt x="8128" y="36068"/>
                      <a:pt x="0" y="28067"/>
                      <a:pt x="0" y="18034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11"/>
            <p:cNvGrpSpPr/>
            <p:nvPr/>
          </p:nvGrpSpPr>
          <p:grpSpPr>
            <a:xfrm>
              <a:off x="273" y="3190"/>
              <a:ext cx="714" cy="714"/>
              <a:chOff x="0" y="0"/>
              <a:chExt cx="604799" cy="604799"/>
            </a:xfrm>
          </p:grpSpPr>
          <p:sp>
            <p:nvSpPr>
              <p:cNvPr id="35" name="Freeform 12"/>
              <p:cNvSpPr/>
              <p:nvPr/>
            </p:nvSpPr>
            <p:spPr>
              <a:xfrm>
                <a:off x="0" y="0"/>
                <a:ext cx="604774" cy="604774"/>
              </a:xfrm>
              <a:custGeom>
                <a:avLst/>
                <a:gdLst/>
                <a:ahLst/>
                <a:cxnLst/>
                <a:rect l="l" t="t" r="r" b="b"/>
                <a:pathLst>
                  <a:path w="604774" h="604774">
                    <a:moveTo>
                      <a:pt x="0" y="40259"/>
                    </a:moveTo>
                    <a:cubicBezTo>
                      <a:pt x="0" y="18034"/>
                      <a:pt x="18034" y="0"/>
                      <a:pt x="40259" y="0"/>
                    </a:cubicBezTo>
                    <a:lnTo>
                      <a:pt x="564515" y="0"/>
                    </a:lnTo>
                    <a:cubicBezTo>
                      <a:pt x="586740" y="0"/>
                      <a:pt x="604774" y="18034"/>
                      <a:pt x="604774" y="40259"/>
                    </a:cubicBezTo>
                    <a:lnTo>
                      <a:pt x="604774" y="564515"/>
                    </a:lnTo>
                    <a:cubicBezTo>
                      <a:pt x="604774" y="586740"/>
                      <a:pt x="586740" y="604774"/>
                      <a:pt x="564515" y="604774"/>
                    </a:cubicBezTo>
                    <a:lnTo>
                      <a:pt x="40259" y="604774"/>
                    </a:lnTo>
                    <a:cubicBezTo>
                      <a:pt x="18034" y="604774"/>
                      <a:pt x="0" y="586740"/>
                      <a:pt x="0" y="564515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13"/>
            <p:cNvGrpSpPr/>
            <p:nvPr/>
          </p:nvGrpSpPr>
          <p:grpSpPr>
            <a:xfrm>
              <a:off x="522" y="3309"/>
              <a:ext cx="217" cy="476"/>
              <a:chOff x="0" y="0"/>
              <a:chExt cx="183439" cy="403301"/>
            </a:xfrm>
          </p:grpSpPr>
          <p:sp>
            <p:nvSpPr>
              <p:cNvPr id="37" name="Freeform 14"/>
              <p:cNvSpPr/>
              <p:nvPr/>
            </p:nvSpPr>
            <p:spPr>
              <a:xfrm>
                <a:off x="0" y="0"/>
                <a:ext cx="183388" cy="403352"/>
              </a:xfrm>
              <a:custGeom>
                <a:avLst/>
                <a:gdLst/>
                <a:ahLst/>
                <a:cxnLst/>
                <a:rect l="l" t="t" r="r" b="b"/>
                <a:pathLst>
                  <a:path w="183388" h="403352">
                    <a:moveTo>
                      <a:pt x="0" y="0"/>
                    </a:moveTo>
                    <a:lnTo>
                      <a:pt x="183388" y="0"/>
                    </a:lnTo>
                    <a:lnTo>
                      <a:pt x="183388" y="403352"/>
                    </a:lnTo>
                    <a:lnTo>
                      <a:pt x="0" y="403352"/>
                    </a:ln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15"/>
              <p:cNvSpPr txBox="1"/>
              <p:nvPr/>
            </p:nvSpPr>
            <p:spPr>
              <a:xfrm>
                <a:off x="0" y="-9525"/>
                <a:ext cx="183439" cy="412826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2355"/>
                  </a:lnSpc>
                </a:pPr>
                <a:r>
                  <a:rPr lang="en-US" sz="2355">
                    <a:solidFill>
                      <a:srgbClr val="61615C"/>
                    </a:solidFill>
                    <a:latin typeface="Calibri (MS)" panose="020F0502020204030204"/>
                    <a:ea typeface="Calibri (MS)" panose="020F0502020204030204"/>
                    <a:cs typeface="Calibri (MS)" panose="020F0502020204030204"/>
                    <a:sym typeface="Calibri (MS)" panose="020F0502020204030204"/>
                  </a:rPr>
                  <a:t>1</a:t>
                </a:r>
              </a:p>
            </p:txBody>
          </p:sp>
        </p:grpSp>
        <p:grpSp>
          <p:nvGrpSpPr>
            <p:cNvPr id="39" name="Group 16"/>
            <p:cNvGrpSpPr/>
            <p:nvPr/>
          </p:nvGrpSpPr>
          <p:grpSpPr>
            <a:xfrm>
              <a:off x="1015" y="5642"/>
              <a:ext cx="1111" cy="43"/>
              <a:chOff x="0" y="0"/>
              <a:chExt cx="940791" cy="36119"/>
            </a:xfrm>
          </p:grpSpPr>
          <p:sp>
            <p:nvSpPr>
              <p:cNvPr id="40" name="Freeform 17"/>
              <p:cNvSpPr/>
              <p:nvPr/>
            </p:nvSpPr>
            <p:spPr>
              <a:xfrm>
                <a:off x="0" y="0"/>
                <a:ext cx="940816" cy="36068"/>
              </a:xfrm>
              <a:custGeom>
                <a:avLst/>
                <a:gdLst/>
                <a:ahLst/>
                <a:cxnLst/>
                <a:rect l="l" t="t" r="r" b="b"/>
                <a:pathLst>
                  <a:path w="940816" h="36068">
                    <a:moveTo>
                      <a:pt x="0" y="18034"/>
                    </a:moveTo>
                    <a:cubicBezTo>
                      <a:pt x="0" y="8128"/>
                      <a:pt x="8128" y="0"/>
                      <a:pt x="18034" y="0"/>
                    </a:cubicBezTo>
                    <a:lnTo>
                      <a:pt x="922782" y="0"/>
                    </a:lnTo>
                    <a:cubicBezTo>
                      <a:pt x="932815" y="0"/>
                      <a:pt x="940816" y="8128"/>
                      <a:pt x="940816" y="18034"/>
                    </a:cubicBezTo>
                    <a:cubicBezTo>
                      <a:pt x="940816" y="27940"/>
                      <a:pt x="932688" y="36068"/>
                      <a:pt x="922782" y="36068"/>
                    </a:cubicBezTo>
                    <a:lnTo>
                      <a:pt x="18034" y="36068"/>
                    </a:lnTo>
                    <a:cubicBezTo>
                      <a:pt x="8128" y="36068"/>
                      <a:pt x="0" y="28067"/>
                      <a:pt x="0" y="18034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" name="Group 18"/>
            <p:cNvGrpSpPr/>
            <p:nvPr/>
          </p:nvGrpSpPr>
          <p:grpSpPr>
            <a:xfrm>
              <a:off x="273" y="5337"/>
              <a:ext cx="714" cy="714"/>
              <a:chOff x="0" y="0"/>
              <a:chExt cx="604799" cy="604799"/>
            </a:xfrm>
          </p:grpSpPr>
          <p:sp>
            <p:nvSpPr>
              <p:cNvPr id="43" name="Freeform 19"/>
              <p:cNvSpPr/>
              <p:nvPr/>
            </p:nvSpPr>
            <p:spPr>
              <a:xfrm>
                <a:off x="0" y="0"/>
                <a:ext cx="604774" cy="604774"/>
              </a:xfrm>
              <a:custGeom>
                <a:avLst/>
                <a:gdLst/>
                <a:ahLst/>
                <a:cxnLst/>
                <a:rect l="l" t="t" r="r" b="b"/>
                <a:pathLst>
                  <a:path w="604774" h="604774">
                    <a:moveTo>
                      <a:pt x="0" y="40259"/>
                    </a:moveTo>
                    <a:cubicBezTo>
                      <a:pt x="0" y="18034"/>
                      <a:pt x="18034" y="0"/>
                      <a:pt x="40259" y="0"/>
                    </a:cubicBezTo>
                    <a:lnTo>
                      <a:pt x="564515" y="0"/>
                    </a:lnTo>
                    <a:cubicBezTo>
                      <a:pt x="586740" y="0"/>
                      <a:pt x="604774" y="18034"/>
                      <a:pt x="604774" y="40259"/>
                    </a:cubicBezTo>
                    <a:lnTo>
                      <a:pt x="604774" y="564515"/>
                    </a:lnTo>
                    <a:cubicBezTo>
                      <a:pt x="604774" y="586740"/>
                      <a:pt x="586740" y="604774"/>
                      <a:pt x="564515" y="604774"/>
                    </a:cubicBezTo>
                    <a:lnTo>
                      <a:pt x="40259" y="604774"/>
                    </a:lnTo>
                    <a:cubicBezTo>
                      <a:pt x="18034" y="604774"/>
                      <a:pt x="0" y="586740"/>
                      <a:pt x="0" y="564515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" name="Group 20"/>
            <p:cNvGrpSpPr/>
            <p:nvPr/>
          </p:nvGrpSpPr>
          <p:grpSpPr>
            <a:xfrm>
              <a:off x="470" y="5456"/>
              <a:ext cx="320" cy="476"/>
              <a:chOff x="0" y="0"/>
              <a:chExt cx="270929" cy="403301"/>
            </a:xfrm>
          </p:grpSpPr>
          <p:sp>
            <p:nvSpPr>
              <p:cNvPr id="45" name="Freeform 21"/>
              <p:cNvSpPr/>
              <p:nvPr/>
            </p:nvSpPr>
            <p:spPr>
              <a:xfrm>
                <a:off x="0" y="0"/>
                <a:ext cx="270891" cy="403352"/>
              </a:xfrm>
              <a:custGeom>
                <a:avLst/>
                <a:gdLst/>
                <a:ahLst/>
                <a:cxnLst/>
                <a:rect l="l" t="t" r="r" b="b"/>
                <a:pathLst>
                  <a:path w="270891" h="403352">
                    <a:moveTo>
                      <a:pt x="0" y="0"/>
                    </a:moveTo>
                    <a:lnTo>
                      <a:pt x="270891" y="0"/>
                    </a:lnTo>
                    <a:lnTo>
                      <a:pt x="270891" y="403352"/>
                    </a:lnTo>
                    <a:lnTo>
                      <a:pt x="0" y="403352"/>
                    </a:ln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22"/>
              <p:cNvSpPr txBox="1"/>
              <p:nvPr/>
            </p:nvSpPr>
            <p:spPr>
              <a:xfrm>
                <a:off x="0" y="-9525"/>
                <a:ext cx="270929" cy="412826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2355"/>
                  </a:lnSpc>
                </a:pPr>
                <a:r>
                  <a:rPr lang="en-US" sz="2355">
                    <a:solidFill>
                      <a:srgbClr val="61615C"/>
                    </a:solidFill>
                    <a:latin typeface="Calibri (MS)" panose="020F0502020204030204"/>
                    <a:ea typeface="Calibri (MS)" panose="020F0502020204030204"/>
                    <a:cs typeface="Calibri (MS)" panose="020F0502020204030204"/>
                    <a:sym typeface="Calibri (MS)" panose="020F0502020204030204"/>
                  </a:rPr>
                  <a:t>2</a:t>
                </a:r>
              </a:p>
            </p:txBody>
          </p:sp>
        </p:grpSp>
        <p:grpSp>
          <p:nvGrpSpPr>
            <p:cNvPr id="47" name="Group 23"/>
            <p:cNvGrpSpPr/>
            <p:nvPr/>
          </p:nvGrpSpPr>
          <p:grpSpPr>
            <a:xfrm>
              <a:off x="800" y="3190"/>
              <a:ext cx="77" cy="2861"/>
              <a:chOff x="0" y="0"/>
              <a:chExt cx="65024" cy="2422588"/>
            </a:xfrm>
          </p:grpSpPr>
          <p:sp>
            <p:nvSpPr>
              <p:cNvPr id="48" name="Freeform 24"/>
              <p:cNvSpPr/>
              <p:nvPr/>
            </p:nvSpPr>
            <p:spPr>
              <a:xfrm>
                <a:off x="0" y="0"/>
                <a:ext cx="65024" cy="2422652"/>
              </a:xfrm>
              <a:custGeom>
                <a:avLst/>
                <a:gdLst/>
                <a:ahLst/>
                <a:cxnLst/>
                <a:rect l="l" t="t" r="r" b="b"/>
                <a:pathLst>
                  <a:path w="65024" h="2422652">
                    <a:moveTo>
                      <a:pt x="65024" y="32512"/>
                    </a:moveTo>
                    <a:cubicBezTo>
                      <a:pt x="65024" y="14605"/>
                      <a:pt x="50419" y="0"/>
                      <a:pt x="32512" y="0"/>
                    </a:cubicBezTo>
                    <a:cubicBezTo>
                      <a:pt x="14605" y="0"/>
                      <a:pt x="0" y="14605"/>
                      <a:pt x="0" y="32512"/>
                    </a:cubicBezTo>
                    <a:lnTo>
                      <a:pt x="0" y="2390140"/>
                    </a:lnTo>
                    <a:cubicBezTo>
                      <a:pt x="0" y="2408047"/>
                      <a:pt x="14605" y="2422652"/>
                      <a:pt x="32512" y="2422652"/>
                    </a:cubicBezTo>
                    <a:cubicBezTo>
                      <a:pt x="50419" y="2422652"/>
                      <a:pt x="65024" y="2408047"/>
                      <a:pt x="65024" y="2390140"/>
                    </a:cubicBezTo>
                    <a:close/>
                  </a:path>
                </a:pathLst>
              </a:custGeom>
              <a:solidFill>
                <a:srgbClr val="DBDBD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25"/>
            <p:cNvGrpSpPr/>
            <p:nvPr/>
          </p:nvGrpSpPr>
          <p:grpSpPr>
            <a:xfrm>
              <a:off x="1888" y="3117"/>
              <a:ext cx="3854" cy="1003"/>
              <a:chOff x="0" y="0"/>
              <a:chExt cx="3262447" cy="849352"/>
            </a:xfrm>
          </p:grpSpPr>
          <p:sp>
            <p:nvSpPr>
              <p:cNvPr id="50" name="Freeform 26"/>
              <p:cNvSpPr/>
              <p:nvPr/>
            </p:nvSpPr>
            <p:spPr>
              <a:xfrm>
                <a:off x="0" y="0"/>
                <a:ext cx="3262447" cy="849352"/>
              </a:xfrm>
              <a:custGeom>
                <a:avLst/>
                <a:gdLst/>
                <a:ahLst/>
                <a:cxnLst/>
                <a:rect l="l" t="t" r="r" b="b"/>
                <a:pathLst>
                  <a:path w="3010408" h="849376">
                    <a:moveTo>
                      <a:pt x="143256" y="0"/>
                    </a:moveTo>
                    <a:lnTo>
                      <a:pt x="2867152" y="0"/>
                    </a:lnTo>
                    <a:cubicBezTo>
                      <a:pt x="2962656" y="0"/>
                      <a:pt x="3010408" y="35433"/>
                      <a:pt x="3010408" y="106172"/>
                    </a:cubicBezTo>
                    <a:lnTo>
                      <a:pt x="3010408" y="743204"/>
                    </a:lnTo>
                    <a:cubicBezTo>
                      <a:pt x="3010408" y="813943"/>
                      <a:pt x="2962656" y="849376"/>
                      <a:pt x="2867152" y="849376"/>
                    </a:cubicBezTo>
                    <a:lnTo>
                      <a:pt x="143256" y="849376"/>
                    </a:lnTo>
                    <a:cubicBezTo>
                      <a:pt x="47752" y="849376"/>
                      <a:pt x="0" y="813943"/>
                      <a:pt x="0" y="743204"/>
                    </a:cubicBezTo>
                    <a:lnTo>
                      <a:pt x="0" y="106172"/>
                    </a:lnTo>
                    <a:cubicBezTo>
                      <a:pt x="0" y="35433"/>
                      <a:pt x="47752" y="0"/>
                      <a:pt x="143256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/>
              </a:lnRef>
              <a:fillRef idx="2">
                <a:schemeClr val="accent5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3" name="TextBox 29"/>
            <p:cNvSpPr txBox="1"/>
            <p:nvPr/>
          </p:nvSpPr>
          <p:spPr>
            <a:xfrm>
              <a:off x="2085" y="3223"/>
              <a:ext cx="3469" cy="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05"/>
                </a:lnSpc>
              </a:pPr>
              <a:r>
                <a:rPr lang="vi-VN" altLang="en-US" sz="2000" b="1" dirty="0">
                  <a:solidFill>
                    <a:schemeClr val="tx1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Khách hàng</a:t>
              </a:r>
            </a:p>
          </p:txBody>
        </p:sp>
        <p:grpSp>
          <p:nvGrpSpPr>
            <p:cNvPr id="54" name="Group 30"/>
            <p:cNvGrpSpPr/>
            <p:nvPr/>
          </p:nvGrpSpPr>
          <p:grpSpPr>
            <a:xfrm>
              <a:off x="1888" y="5173"/>
              <a:ext cx="3971" cy="1001"/>
              <a:chOff x="0" y="0"/>
              <a:chExt cx="3362452" cy="847230"/>
            </a:xfrm>
          </p:grpSpPr>
          <p:sp>
            <p:nvSpPr>
              <p:cNvPr id="55" name="Freeform 31"/>
              <p:cNvSpPr/>
              <p:nvPr/>
            </p:nvSpPr>
            <p:spPr>
              <a:xfrm>
                <a:off x="0" y="0"/>
                <a:ext cx="3362452" cy="847217"/>
              </a:xfrm>
              <a:custGeom>
                <a:avLst/>
                <a:gdLst/>
                <a:ahLst/>
                <a:cxnLst/>
                <a:rect l="l" t="t" r="r" b="b"/>
                <a:pathLst>
                  <a:path w="3362452" h="847217">
                    <a:moveTo>
                      <a:pt x="196596" y="0"/>
                    </a:moveTo>
                    <a:lnTo>
                      <a:pt x="3165856" y="0"/>
                    </a:lnTo>
                    <a:cubicBezTo>
                      <a:pt x="3296920" y="0"/>
                      <a:pt x="3362452" y="35306"/>
                      <a:pt x="3362452" y="105918"/>
                    </a:cubicBezTo>
                    <a:lnTo>
                      <a:pt x="3362452" y="741299"/>
                    </a:lnTo>
                    <a:cubicBezTo>
                      <a:pt x="3362452" y="811911"/>
                      <a:pt x="3296920" y="847217"/>
                      <a:pt x="3165856" y="847217"/>
                    </a:cubicBezTo>
                    <a:lnTo>
                      <a:pt x="196596" y="847217"/>
                    </a:lnTo>
                    <a:cubicBezTo>
                      <a:pt x="65532" y="847217"/>
                      <a:pt x="0" y="811911"/>
                      <a:pt x="0" y="741299"/>
                    </a:cubicBezTo>
                    <a:lnTo>
                      <a:pt x="0" y="105918"/>
                    </a:lnTo>
                    <a:cubicBezTo>
                      <a:pt x="0" y="35306"/>
                      <a:pt x="65532" y="0"/>
                      <a:pt x="196596" y="0"/>
                    </a:cubicBezTo>
                    <a:close/>
                  </a:path>
                </a:pathLst>
              </a:custGeom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" name="Group 32"/>
            <p:cNvGrpSpPr/>
            <p:nvPr/>
          </p:nvGrpSpPr>
          <p:grpSpPr>
            <a:xfrm>
              <a:off x="1769" y="4942"/>
              <a:ext cx="4090" cy="1260"/>
              <a:chOff x="0" y="0"/>
              <a:chExt cx="3463415" cy="1066394"/>
            </a:xfrm>
          </p:grpSpPr>
          <p:sp>
            <p:nvSpPr>
              <p:cNvPr id="57" name="Freeform 33"/>
              <p:cNvSpPr/>
              <p:nvPr/>
            </p:nvSpPr>
            <p:spPr>
              <a:xfrm>
                <a:off x="0" y="0"/>
                <a:ext cx="3362458" cy="1066394"/>
              </a:xfrm>
              <a:custGeom>
                <a:avLst/>
                <a:gdLst/>
                <a:ahLst/>
                <a:cxnLst/>
                <a:rect l="l" t="t" r="r" b="b"/>
                <a:pathLst>
                  <a:path w="3362458" h="1066394">
                    <a:moveTo>
                      <a:pt x="0" y="0"/>
                    </a:moveTo>
                    <a:lnTo>
                      <a:pt x="3362458" y="0"/>
                    </a:lnTo>
                    <a:lnTo>
                      <a:pt x="3362458" y="1066394"/>
                    </a:lnTo>
                    <a:lnTo>
                      <a:pt x="0" y="106639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t="-11438" b="-1143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34"/>
              <p:cNvSpPr txBox="1"/>
              <p:nvPr/>
            </p:nvSpPr>
            <p:spPr>
              <a:xfrm>
                <a:off x="100657" y="299470"/>
                <a:ext cx="3362758" cy="7424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05"/>
                  </a:lnSpc>
                </a:pPr>
                <a:r>
                  <a:rPr lang="en-US" altLang="en-US" sz="2000" b="1" dirty="0" err="1">
                    <a:solidFill>
                      <a:schemeClr val="tx1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Hệ</a:t>
                </a:r>
                <a:r>
                  <a:rPr lang="en-US" altLang="en-US" sz="2000" b="1" dirty="0">
                    <a:solidFill>
                      <a:schemeClr val="tx1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 </a:t>
                </a:r>
                <a:r>
                  <a:rPr lang="en-US" altLang="en-US" sz="2000" b="1" dirty="0" err="1">
                    <a:solidFill>
                      <a:schemeClr val="tx1"/>
                    </a:solidFill>
                    <a:latin typeface="Noto Sans Bold" panose="020B0802040504020204"/>
                    <a:ea typeface="Noto Sans Bold" panose="020B0802040504020204"/>
                    <a:cs typeface="Noto Sans Bold" panose="020B0802040504020204"/>
                    <a:sym typeface="Noto Sans Bold" panose="020B0802040504020204"/>
                  </a:rPr>
                  <a:t>thống</a:t>
                </a:r>
                <a:endParaRPr lang="en-US" altLang="en-US" sz="2000" b="1" dirty="0">
                  <a:solidFill>
                    <a:schemeClr val="tx1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endParaRPr>
              </a:p>
            </p:txBody>
          </p:sp>
        </p:grpSp>
        <p:sp>
          <p:nvSpPr>
            <p:cNvPr id="59" name="TextBox 35"/>
            <p:cNvSpPr txBox="1"/>
            <p:nvPr/>
          </p:nvSpPr>
          <p:spPr>
            <a:xfrm>
              <a:off x="8774" y="1772"/>
              <a:ext cx="7392" cy="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vi-VN" altLang="en-US" sz="1920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Ph</a:t>
              </a:r>
              <a:r>
                <a:rPr lang="en-US" sz="1920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ạm vi nghiên cứu</a:t>
              </a:r>
            </a:p>
          </p:txBody>
        </p:sp>
        <p:sp>
          <p:nvSpPr>
            <p:cNvPr id="60" name="Freeform 36" descr="Books outline"/>
            <p:cNvSpPr/>
            <p:nvPr/>
          </p:nvSpPr>
          <p:spPr>
            <a:xfrm>
              <a:off x="7234" y="4556"/>
              <a:ext cx="1016" cy="1016"/>
            </a:xfrm>
            <a:custGeom>
              <a:avLst/>
              <a:gdLst/>
              <a:ahLst/>
              <a:cxnLst/>
              <a:rect l="l" t="t" r="r" b="b"/>
              <a:pathLst>
                <a:path w="644938" h="644938">
                  <a:moveTo>
                    <a:pt x="0" y="0"/>
                  </a:moveTo>
                  <a:lnTo>
                    <a:pt x="644938" y="0"/>
                  </a:lnTo>
                  <a:lnTo>
                    <a:pt x="644938" y="644938"/>
                  </a:lnTo>
                  <a:lnTo>
                    <a:pt x="0" y="644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7" descr="Computer outline"/>
            <p:cNvSpPr/>
            <p:nvPr/>
          </p:nvSpPr>
          <p:spPr>
            <a:xfrm>
              <a:off x="7234" y="2585"/>
              <a:ext cx="962" cy="962"/>
            </a:xfrm>
            <a:custGeom>
              <a:avLst/>
              <a:gdLst/>
              <a:ahLst/>
              <a:cxnLst/>
              <a:rect l="l" t="t" r="r" b="b"/>
              <a:pathLst>
                <a:path w="610895" h="610895">
                  <a:moveTo>
                    <a:pt x="0" y="0"/>
                  </a:moveTo>
                  <a:lnTo>
                    <a:pt x="610896" y="0"/>
                  </a:lnTo>
                  <a:lnTo>
                    <a:pt x="610896" y="610895"/>
                  </a:lnTo>
                  <a:lnTo>
                    <a:pt x="0" y="61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8" descr="User outline"/>
            <p:cNvSpPr/>
            <p:nvPr/>
          </p:nvSpPr>
          <p:spPr>
            <a:xfrm>
              <a:off x="7261" y="6275"/>
              <a:ext cx="962" cy="962"/>
            </a:xfrm>
            <a:custGeom>
              <a:avLst/>
              <a:gdLst/>
              <a:ahLst/>
              <a:cxnLst/>
              <a:rect l="l" t="t" r="r" b="b"/>
              <a:pathLst>
                <a:path w="610895" h="610895">
                  <a:moveTo>
                    <a:pt x="0" y="0"/>
                  </a:moveTo>
                  <a:lnTo>
                    <a:pt x="610896" y="0"/>
                  </a:lnTo>
                  <a:lnTo>
                    <a:pt x="610896" y="610895"/>
                  </a:lnTo>
                  <a:lnTo>
                    <a:pt x="0" y="61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39"/>
            <p:cNvSpPr txBox="1"/>
            <p:nvPr/>
          </p:nvSpPr>
          <p:spPr>
            <a:xfrm>
              <a:off x="8575" y="2611"/>
              <a:ext cx="6790" cy="9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Xây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dựng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website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quản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lý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và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</a:p>
            <a:p>
              <a:pPr algn="l">
                <a:lnSpc>
                  <a:spcPts val="2305"/>
                </a:lnSpc>
              </a:pP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kinh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doanh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nhà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hàng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.</a:t>
              </a:r>
            </a:p>
          </p:txBody>
        </p:sp>
        <p:sp>
          <p:nvSpPr>
            <p:cNvPr id="64" name="TextBox 40"/>
            <p:cNvSpPr txBox="1"/>
            <p:nvPr/>
          </p:nvSpPr>
          <p:spPr>
            <a:xfrm>
              <a:off x="8575" y="4483"/>
              <a:ext cx="6641" cy="9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Triển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khai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chức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năng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gợi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ý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món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ăn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cơ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</a:t>
              </a:r>
              <a:r>
                <a:rPr lang="en-US" altLang="en-US" sz="1920" dirty="0" err="1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bản</a:t>
              </a:r>
              <a:r>
                <a:rPr lang="en-US" altLang="en-US" sz="1920" dirty="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.</a:t>
              </a:r>
            </a:p>
          </p:txBody>
        </p:sp>
        <p:sp>
          <p:nvSpPr>
            <p:cNvPr id="65" name="TextBox 41"/>
            <p:cNvSpPr txBox="1"/>
            <p:nvPr/>
          </p:nvSpPr>
          <p:spPr>
            <a:xfrm>
              <a:off x="8507" y="6642"/>
              <a:ext cx="8042" cy="9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altLang="en-US" sz="192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Không yêu cầu dữ liệu lớn hoặc AI</a:t>
              </a:r>
            </a:p>
            <a:p>
              <a:pPr algn="l">
                <a:lnSpc>
                  <a:spcPts val="2305"/>
                </a:lnSpc>
              </a:pPr>
              <a:r>
                <a:rPr lang="en-US" altLang="en-US" sz="192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phức tạp</a:t>
              </a:r>
            </a:p>
          </p:txBody>
        </p:sp>
      </p:grpSp>
      <p:sp>
        <p:nvSpPr>
          <p:cNvPr id="66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193608" y="41088"/>
            <a:ext cx="516064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1. GIỚI THIỆU VỀ ĐỀ TÀI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24075" y="758508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i="0" cap="all" dirty="0">
                <a:solidFill>
                  <a:srgbClr val="000000"/>
                </a:solidFill>
              </a:rPr>
              <a:t>phương pháp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74225984"/>
              </p:ext>
            </p:extLst>
          </p:nvPr>
        </p:nvGraphicFramePr>
        <p:xfrm>
          <a:off x="1557737" y="1236186"/>
          <a:ext cx="5796516" cy="3432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 descr="Nhận biết các số 1, 2, 3">
            <a:extLst>
              <a:ext uri="{FF2B5EF4-FFF2-40B4-BE49-F238E27FC236}">
                <a16:creationId xmlns:a16="http://schemas.microsoft.com/office/drawing/2014/main" id="{2B17A261-36B4-653A-F991-35BB56814A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0467" y="1645444"/>
            <a:ext cx="393141" cy="623489"/>
          </a:xfrm>
          <a:prstGeom prst="rect">
            <a:avLst/>
          </a:prstGeom>
        </p:spPr>
      </p:pic>
      <p:pic>
        <p:nvPicPr>
          <p:cNvPr id="12" name="Picture 11" descr="Nhận biết các số 1, 2, 3">
            <a:extLst>
              <a:ext uri="{FF2B5EF4-FFF2-40B4-BE49-F238E27FC236}">
                <a16:creationId xmlns:a16="http://schemas.microsoft.com/office/drawing/2014/main" id="{6790D324-463F-F9CE-2A7B-EE47005316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6600" y="2621485"/>
            <a:ext cx="532028" cy="616639"/>
          </a:xfrm>
          <a:prstGeom prst="rect">
            <a:avLst/>
          </a:prstGeom>
        </p:spPr>
      </p:pic>
      <p:pic>
        <p:nvPicPr>
          <p:cNvPr id="13" name="Picture 12" descr="Nhận biết các số 1, 2, 3">
            <a:extLst>
              <a:ext uri="{FF2B5EF4-FFF2-40B4-BE49-F238E27FC236}">
                <a16:creationId xmlns:a16="http://schemas.microsoft.com/office/drawing/2014/main" id="{7A3F5DF0-CFB8-88DB-DE15-84DEF0007F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89747" y="3654232"/>
            <a:ext cx="532028" cy="623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1852613" y="41088"/>
            <a:ext cx="584263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2. NỘI DUNG NGHIÊN CỨU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24075" y="751523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i="0" cap="all" dirty="0">
                <a:solidFill>
                  <a:srgbClr val="000000"/>
                </a:solidFill>
              </a:rPr>
              <a:t>CÁC PHƯƠNG PHÁP GỢI ý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27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5"/>
          <p:cNvSpPr/>
          <p:nvPr>
            <p:custDataLst>
              <p:tags r:id="rId1"/>
            </p:custDataLst>
          </p:nvPr>
        </p:nvSpPr>
        <p:spPr bwMode="auto">
          <a:xfrm>
            <a:off x="3954874" y="3800808"/>
            <a:ext cx="1030706" cy="989987"/>
          </a:xfrm>
          <a:custGeom>
            <a:avLst/>
            <a:gdLst>
              <a:gd name="T0" fmla="*/ 625 w 810"/>
              <a:gd name="T1" fmla="*/ 0 h 778"/>
              <a:gd name="T2" fmla="*/ 810 w 810"/>
              <a:gd name="T3" fmla="*/ 626 h 778"/>
              <a:gd name="T4" fmla="*/ 186 w 810"/>
              <a:gd name="T5" fmla="*/ 778 h 778"/>
              <a:gd name="T6" fmla="*/ 0 w 810"/>
              <a:gd name="T7" fmla="*/ 150 h 778"/>
              <a:gd name="T8" fmla="*/ 625 w 810"/>
              <a:gd name="T9" fmla="*/ 0 h 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0" h="778">
                <a:moveTo>
                  <a:pt x="625" y="0"/>
                </a:moveTo>
                <a:lnTo>
                  <a:pt x="810" y="626"/>
                </a:lnTo>
                <a:lnTo>
                  <a:pt x="186" y="778"/>
                </a:lnTo>
                <a:lnTo>
                  <a:pt x="0" y="150"/>
                </a:lnTo>
                <a:lnTo>
                  <a:pt x="625" y="0"/>
                </a:lnTo>
                <a:close/>
              </a:path>
            </a:pathLst>
          </a:cu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lumMod val="70000"/>
                  <a:lumOff val="30000"/>
                  <a:alpha val="100000"/>
                </a:schemeClr>
              </a:gs>
            </a:gsLst>
            <a:lin ang="20220000" scaled="0"/>
          </a:gradFill>
          <a:ln>
            <a:noFill/>
          </a:ln>
        </p:spPr>
        <p:txBody>
          <a:bodyPr vert="horz" wrap="square" lIns="77417" tIns="38708" rIns="77417" bIns="38708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145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3" name="Freeform 6"/>
          <p:cNvSpPr/>
          <p:nvPr>
            <p:custDataLst>
              <p:tags r:id="rId2"/>
            </p:custDataLst>
          </p:nvPr>
        </p:nvSpPr>
        <p:spPr bwMode="auto">
          <a:xfrm>
            <a:off x="4747882" y="3583469"/>
            <a:ext cx="413810" cy="1013909"/>
          </a:xfrm>
          <a:custGeom>
            <a:avLst/>
            <a:gdLst>
              <a:gd name="T0" fmla="*/ 0 w 325"/>
              <a:gd name="T1" fmla="*/ 171 h 797"/>
              <a:gd name="T2" fmla="*/ 140 w 325"/>
              <a:gd name="T3" fmla="*/ 0 h 797"/>
              <a:gd name="T4" fmla="*/ 325 w 325"/>
              <a:gd name="T5" fmla="*/ 626 h 797"/>
              <a:gd name="T6" fmla="*/ 185 w 325"/>
              <a:gd name="T7" fmla="*/ 797 h 797"/>
              <a:gd name="T8" fmla="*/ 0 w 325"/>
              <a:gd name="T9" fmla="*/ 17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5" h="797">
                <a:moveTo>
                  <a:pt x="0" y="171"/>
                </a:moveTo>
                <a:lnTo>
                  <a:pt x="140" y="0"/>
                </a:lnTo>
                <a:lnTo>
                  <a:pt x="325" y="626"/>
                </a:lnTo>
                <a:lnTo>
                  <a:pt x="185" y="797"/>
                </a:lnTo>
                <a:lnTo>
                  <a:pt x="0" y="171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0000"/>
                  <a:lumOff val="30000"/>
                  <a:alpha val="100000"/>
                </a:schemeClr>
              </a:gs>
              <a:gs pos="100000">
                <a:schemeClr val="accent6">
                  <a:lumMod val="50000"/>
                  <a:lumOff val="50000"/>
                  <a:alpha val="100000"/>
                </a:schemeClr>
              </a:gs>
            </a:gsLst>
            <a:lin ang="312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6" name="Freeform 7"/>
          <p:cNvSpPr/>
          <p:nvPr>
            <p:custDataLst>
              <p:tags r:id="rId3"/>
            </p:custDataLst>
          </p:nvPr>
        </p:nvSpPr>
        <p:spPr bwMode="auto">
          <a:xfrm>
            <a:off x="3952839" y="3588558"/>
            <a:ext cx="973699" cy="408211"/>
          </a:xfrm>
          <a:custGeom>
            <a:avLst/>
            <a:gdLst>
              <a:gd name="T0" fmla="*/ 0 w 765"/>
              <a:gd name="T1" fmla="*/ 321 h 321"/>
              <a:gd name="T2" fmla="*/ 139 w 765"/>
              <a:gd name="T3" fmla="*/ 151 h 321"/>
              <a:gd name="T4" fmla="*/ 765 w 765"/>
              <a:gd name="T5" fmla="*/ 0 h 321"/>
              <a:gd name="T6" fmla="*/ 625 w 765"/>
              <a:gd name="T7" fmla="*/ 171 h 321"/>
              <a:gd name="T8" fmla="*/ 0 w 765"/>
              <a:gd name="T9" fmla="*/ 321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5" h="321">
                <a:moveTo>
                  <a:pt x="0" y="321"/>
                </a:moveTo>
                <a:lnTo>
                  <a:pt x="139" y="151"/>
                </a:lnTo>
                <a:lnTo>
                  <a:pt x="765" y="0"/>
                </a:lnTo>
                <a:lnTo>
                  <a:pt x="625" y="171"/>
                </a:lnTo>
                <a:lnTo>
                  <a:pt x="0" y="321"/>
                </a:lnTo>
                <a:close/>
              </a:path>
            </a:pathLst>
          </a:custGeom>
          <a:gradFill>
            <a:gsLst>
              <a:gs pos="39000">
                <a:schemeClr val="accent6">
                  <a:lumMod val="75000"/>
                  <a:alpha val="100000"/>
                </a:schemeClr>
              </a:gs>
              <a:gs pos="100000">
                <a:schemeClr val="accent6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77417" tIns="38708" rIns="77417" bIns="38708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145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7" name="Freeform 8"/>
          <p:cNvSpPr/>
          <p:nvPr>
            <p:custDataLst>
              <p:tags r:id="rId4"/>
            </p:custDataLst>
          </p:nvPr>
        </p:nvSpPr>
        <p:spPr bwMode="auto">
          <a:xfrm>
            <a:off x="3570586" y="2140480"/>
            <a:ext cx="921273" cy="979808"/>
          </a:xfrm>
          <a:custGeom>
            <a:avLst/>
            <a:gdLst>
              <a:gd name="T0" fmla="*/ 724 w 724"/>
              <a:gd name="T1" fmla="*/ 123 h 770"/>
              <a:gd name="T2" fmla="*/ 631 w 724"/>
              <a:gd name="T3" fmla="*/ 770 h 770"/>
              <a:gd name="T4" fmla="*/ 0 w 724"/>
              <a:gd name="T5" fmla="*/ 647 h 770"/>
              <a:gd name="T6" fmla="*/ 94 w 724"/>
              <a:gd name="T7" fmla="*/ 0 h 770"/>
              <a:gd name="T8" fmla="*/ 724 w 724"/>
              <a:gd name="T9" fmla="*/ 123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4" h="770">
                <a:moveTo>
                  <a:pt x="724" y="123"/>
                </a:moveTo>
                <a:lnTo>
                  <a:pt x="631" y="770"/>
                </a:lnTo>
                <a:lnTo>
                  <a:pt x="0" y="647"/>
                </a:lnTo>
                <a:lnTo>
                  <a:pt x="94" y="0"/>
                </a:lnTo>
                <a:lnTo>
                  <a:pt x="724" y="123"/>
                </a:lnTo>
                <a:close/>
              </a:path>
            </a:pathLst>
          </a:cu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lumMod val="70000"/>
                  <a:lumOff val="30000"/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77417" tIns="38708" rIns="77417" bIns="38708" numCol="1" anchor="t" anchorCtr="0" compatLnSpc="1"/>
          <a:lstStyle/>
          <a:p>
            <a:endParaRPr lang="en-US" sz="114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Freeform 9"/>
          <p:cNvSpPr/>
          <p:nvPr>
            <p:custDataLst>
              <p:tags r:id="rId5"/>
            </p:custDataLst>
          </p:nvPr>
        </p:nvSpPr>
        <p:spPr bwMode="auto">
          <a:xfrm>
            <a:off x="4371228" y="2173565"/>
            <a:ext cx="370545" cy="946723"/>
          </a:xfrm>
          <a:custGeom>
            <a:avLst/>
            <a:gdLst>
              <a:gd name="T0" fmla="*/ 93 w 291"/>
              <a:gd name="T1" fmla="*/ 97 h 744"/>
              <a:gd name="T2" fmla="*/ 291 w 291"/>
              <a:gd name="T3" fmla="*/ 0 h 744"/>
              <a:gd name="T4" fmla="*/ 198 w 291"/>
              <a:gd name="T5" fmla="*/ 647 h 744"/>
              <a:gd name="T6" fmla="*/ 0 w 291"/>
              <a:gd name="T7" fmla="*/ 744 h 744"/>
              <a:gd name="T8" fmla="*/ 93 w 291"/>
              <a:gd name="T9" fmla="*/ 97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744">
                <a:moveTo>
                  <a:pt x="93" y="97"/>
                </a:moveTo>
                <a:lnTo>
                  <a:pt x="291" y="0"/>
                </a:lnTo>
                <a:lnTo>
                  <a:pt x="198" y="647"/>
                </a:lnTo>
                <a:lnTo>
                  <a:pt x="0" y="744"/>
                </a:lnTo>
                <a:lnTo>
                  <a:pt x="93" y="97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70000"/>
                  <a:lumOff val="30000"/>
                  <a:alpha val="100000"/>
                </a:schemeClr>
              </a:gs>
              <a:gs pos="100000">
                <a:schemeClr val="accent6">
                  <a:lumMod val="70000"/>
                  <a:lumOff val="30000"/>
                  <a:alpha val="100000"/>
                </a:schemeClr>
              </a:gs>
              <a:gs pos="54000">
                <a:schemeClr val="accent6">
                  <a:lumMod val="50000"/>
                  <a:lumOff val="50000"/>
                  <a:alpha val="100000"/>
                </a:schemeClr>
              </a:gs>
            </a:gsLst>
            <a:lin ang="1326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9" name="Freeform 10"/>
          <p:cNvSpPr/>
          <p:nvPr>
            <p:custDataLst>
              <p:tags r:id="rId6"/>
            </p:custDataLst>
          </p:nvPr>
        </p:nvSpPr>
        <p:spPr bwMode="auto">
          <a:xfrm>
            <a:off x="3688163" y="2019340"/>
            <a:ext cx="1053611" cy="279944"/>
          </a:xfrm>
          <a:custGeom>
            <a:avLst/>
            <a:gdLst>
              <a:gd name="T0" fmla="*/ 0 w 828"/>
              <a:gd name="T1" fmla="*/ 97 h 220"/>
              <a:gd name="T2" fmla="*/ 198 w 828"/>
              <a:gd name="T3" fmla="*/ 0 h 220"/>
              <a:gd name="T4" fmla="*/ 828 w 828"/>
              <a:gd name="T5" fmla="*/ 123 h 220"/>
              <a:gd name="T6" fmla="*/ 630 w 828"/>
              <a:gd name="T7" fmla="*/ 220 h 220"/>
              <a:gd name="T8" fmla="*/ 0 w 828"/>
              <a:gd name="T9" fmla="*/ 97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8" h="220">
                <a:moveTo>
                  <a:pt x="0" y="97"/>
                </a:moveTo>
                <a:lnTo>
                  <a:pt x="198" y="0"/>
                </a:lnTo>
                <a:lnTo>
                  <a:pt x="828" y="123"/>
                </a:lnTo>
                <a:lnTo>
                  <a:pt x="630" y="220"/>
                </a:lnTo>
                <a:lnTo>
                  <a:pt x="0" y="97"/>
                </a:lnTo>
                <a:close/>
              </a:path>
            </a:pathLst>
          </a:custGeom>
          <a:gradFill>
            <a:gsLst>
              <a:gs pos="39000">
                <a:schemeClr val="accent6">
                  <a:lumMod val="75000"/>
                  <a:alpha val="100000"/>
                </a:schemeClr>
              </a:gs>
              <a:gs pos="100000">
                <a:schemeClr val="accent6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77417" tIns="38708" rIns="77417" bIns="38708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145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0" name="Freeform 11"/>
          <p:cNvSpPr/>
          <p:nvPr>
            <p:custDataLst>
              <p:tags r:id="rId7"/>
            </p:custDataLst>
          </p:nvPr>
        </p:nvSpPr>
        <p:spPr bwMode="auto">
          <a:xfrm>
            <a:off x="4423655" y="1154565"/>
            <a:ext cx="947741" cy="932471"/>
          </a:xfrm>
          <a:custGeom>
            <a:avLst/>
            <a:gdLst>
              <a:gd name="T0" fmla="*/ 601 w 745"/>
              <a:gd name="T1" fmla="*/ 0 h 733"/>
              <a:gd name="T2" fmla="*/ 745 w 745"/>
              <a:gd name="T3" fmla="*/ 641 h 733"/>
              <a:gd name="T4" fmla="*/ 142 w 745"/>
              <a:gd name="T5" fmla="*/ 733 h 733"/>
              <a:gd name="T6" fmla="*/ 0 w 745"/>
              <a:gd name="T7" fmla="*/ 91 h 733"/>
              <a:gd name="T8" fmla="*/ 601 w 745"/>
              <a:gd name="T9" fmla="*/ 0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5" h="733">
                <a:moveTo>
                  <a:pt x="601" y="0"/>
                </a:moveTo>
                <a:lnTo>
                  <a:pt x="745" y="641"/>
                </a:lnTo>
                <a:lnTo>
                  <a:pt x="142" y="733"/>
                </a:lnTo>
                <a:lnTo>
                  <a:pt x="0" y="91"/>
                </a:lnTo>
                <a:lnTo>
                  <a:pt x="60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30000"/>
                  <a:lumOff val="70000"/>
                  <a:alpha val="100000"/>
                </a:schemeClr>
              </a:gs>
              <a:gs pos="100000">
                <a:schemeClr val="accent5">
                  <a:lumMod val="30000"/>
                  <a:lumOff val="7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21" name="Freeform 12"/>
          <p:cNvSpPr/>
          <p:nvPr>
            <p:custDataLst>
              <p:tags r:id="rId8"/>
            </p:custDataLst>
          </p:nvPr>
        </p:nvSpPr>
        <p:spPr bwMode="auto">
          <a:xfrm>
            <a:off x="4278592" y="1969968"/>
            <a:ext cx="1092803" cy="315574"/>
          </a:xfrm>
          <a:custGeom>
            <a:avLst/>
            <a:gdLst>
              <a:gd name="T0" fmla="*/ 859 w 859"/>
              <a:gd name="T1" fmla="*/ 0 h 248"/>
              <a:gd name="T2" fmla="*/ 603 w 859"/>
              <a:gd name="T3" fmla="*/ 156 h 248"/>
              <a:gd name="T4" fmla="*/ 0 w 859"/>
              <a:gd name="T5" fmla="*/ 248 h 248"/>
              <a:gd name="T6" fmla="*/ 256 w 859"/>
              <a:gd name="T7" fmla="*/ 92 h 248"/>
              <a:gd name="T8" fmla="*/ 859 w 859"/>
              <a:gd name="T9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9" h="248">
                <a:moveTo>
                  <a:pt x="859" y="0"/>
                </a:moveTo>
                <a:lnTo>
                  <a:pt x="603" y="156"/>
                </a:lnTo>
                <a:lnTo>
                  <a:pt x="0" y="248"/>
                </a:lnTo>
                <a:lnTo>
                  <a:pt x="256" y="92"/>
                </a:lnTo>
                <a:lnTo>
                  <a:pt x="85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80000"/>
                  <a:lumOff val="20000"/>
                  <a:alpha val="100000"/>
                </a:schemeClr>
              </a:gs>
              <a:gs pos="100000">
                <a:schemeClr val="accent5">
                  <a:lumMod val="80000"/>
                  <a:lumOff val="2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22" name="Freeform 13"/>
          <p:cNvSpPr/>
          <p:nvPr>
            <p:custDataLst>
              <p:tags r:id="rId9"/>
            </p:custDataLst>
          </p:nvPr>
        </p:nvSpPr>
        <p:spPr bwMode="auto">
          <a:xfrm>
            <a:off x="4097900" y="1270106"/>
            <a:ext cx="506445" cy="1015437"/>
          </a:xfrm>
          <a:custGeom>
            <a:avLst/>
            <a:gdLst>
              <a:gd name="T0" fmla="*/ 398 w 398"/>
              <a:gd name="T1" fmla="*/ 642 h 798"/>
              <a:gd name="T2" fmla="*/ 142 w 398"/>
              <a:gd name="T3" fmla="*/ 798 h 798"/>
              <a:gd name="T4" fmla="*/ 0 w 398"/>
              <a:gd name="T5" fmla="*/ 157 h 798"/>
              <a:gd name="T6" fmla="*/ 256 w 398"/>
              <a:gd name="T7" fmla="*/ 0 h 798"/>
              <a:gd name="T8" fmla="*/ 398 w 398"/>
              <a:gd name="T9" fmla="*/ 6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798">
                <a:moveTo>
                  <a:pt x="398" y="642"/>
                </a:moveTo>
                <a:lnTo>
                  <a:pt x="142" y="798"/>
                </a:lnTo>
                <a:lnTo>
                  <a:pt x="0" y="157"/>
                </a:lnTo>
                <a:lnTo>
                  <a:pt x="256" y="0"/>
                </a:lnTo>
                <a:lnTo>
                  <a:pt x="398" y="642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95000"/>
                  <a:alpha val="100000"/>
                </a:schemeClr>
              </a:gs>
              <a:gs pos="100000">
                <a:schemeClr val="accent5"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23" name="Freeform 14"/>
          <p:cNvSpPr/>
          <p:nvPr>
            <p:custDataLst>
              <p:tags r:id="rId10"/>
            </p:custDataLst>
          </p:nvPr>
        </p:nvSpPr>
        <p:spPr bwMode="auto">
          <a:xfrm>
            <a:off x="4582459" y="2813366"/>
            <a:ext cx="1029180" cy="1096874"/>
          </a:xfrm>
          <a:custGeom>
            <a:avLst/>
            <a:gdLst>
              <a:gd name="connsiteX0" fmla="*/ 1397 w 2022"/>
              <a:gd name="connsiteY0" fmla="*/ 0 h 2155"/>
              <a:gd name="connsiteX1" fmla="*/ 2022 w 2022"/>
              <a:gd name="connsiteY1" fmla="*/ 1460 h 2155"/>
              <a:gd name="connsiteX2" fmla="*/ 600 w 2022"/>
              <a:gd name="connsiteY2" fmla="*/ 2155 h 2155"/>
              <a:gd name="connsiteX3" fmla="*/ 0 w 2022"/>
              <a:gd name="connsiteY3" fmla="*/ 648 h 2155"/>
              <a:gd name="connsiteX4" fmla="*/ 1397 w 2022"/>
              <a:gd name="connsiteY4" fmla="*/ 0 h 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022" h="2155">
                <a:moveTo>
                  <a:pt x="1397" y="0"/>
                </a:moveTo>
                <a:lnTo>
                  <a:pt x="2022" y="1460"/>
                </a:lnTo>
                <a:lnTo>
                  <a:pt x="600" y="2155"/>
                </a:lnTo>
                <a:lnTo>
                  <a:pt x="0" y="648"/>
                </a:lnTo>
                <a:lnTo>
                  <a:pt x="1397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100000"/>
                </a:schemeClr>
              </a:gs>
              <a:gs pos="100000">
                <a:schemeClr val="accent5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24" name="Freeform 15"/>
          <p:cNvSpPr/>
          <p:nvPr>
            <p:custDataLst>
              <p:tags r:id="rId11"/>
            </p:custDataLst>
          </p:nvPr>
        </p:nvSpPr>
        <p:spPr bwMode="auto">
          <a:xfrm>
            <a:off x="4220058" y="3093310"/>
            <a:ext cx="668304" cy="816930"/>
          </a:xfrm>
          <a:custGeom>
            <a:avLst/>
            <a:gdLst>
              <a:gd name="T0" fmla="*/ 525 w 525"/>
              <a:gd name="T1" fmla="*/ 642 h 642"/>
              <a:gd name="T2" fmla="*/ 240 w 525"/>
              <a:gd name="T3" fmla="*/ 603 h 642"/>
              <a:gd name="T4" fmla="*/ 0 w 525"/>
              <a:gd name="T5" fmla="*/ 0 h 642"/>
              <a:gd name="T6" fmla="*/ 285 w 525"/>
              <a:gd name="T7" fmla="*/ 39 h 642"/>
              <a:gd name="T8" fmla="*/ 525 w 525"/>
              <a:gd name="T9" fmla="*/ 642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" h="642">
                <a:moveTo>
                  <a:pt x="525" y="642"/>
                </a:moveTo>
                <a:lnTo>
                  <a:pt x="240" y="603"/>
                </a:lnTo>
                <a:lnTo>
                  <a:pt x="0" y="0"/>
                </a:lnTo>
                <a:lnTo>
                  <a:pt x="285" y="39"/>
                </a:lnTo>
                <a:lnTo>
                  <a:pt x="525" y="642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90000"/>
                  <a:alpha val="100000"/>
                </a:schemeClr>
              </a:gs>
              <a:gs pos="100000">
                <a:schemeClr val="accent5">
                  <a:alpha val="100000"/>
                </a:schemeClr>
              </a:gs>
            </a:gsLst>
            <a:lin ang="1680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25" name="Freeform 16"/>
          <p:cNvSpPr/>
          <p:nvPr>
            <p:custDataLst>
              <p:tags r:id="rId12"/>
            </p:custDataLst>
          </p:nvPr>
        </p:nvSpPr>
        <p:spPr bwMode="auto">
          <a:xfrm>
            <a:off x="4220058" y="2754323"/>
            <a:ext cx="1071426" cy="390905"/>
          </a:xfrm>
          <a:custGeom>
            <a:avLst/>
            <a:gdLst>
              <a:gd name="connsiteX0" fmla="*/ 713 w 2105"/>
              <a:gd name="connsiteY0" fmla="*/ 768 h 768"/>
              <a:gd name="connsiteX1" fmla="*/ 0 w 2105"/>
              <a:gd name="connsiteY1" fmla="*/ 671 h 768"/>
              <a:gd name="connsiteX2" fmla="*/ 1431 w 2105"/>
              <a:gd name="connsiteY2" fmla="*/ 0 h 768"/>
              <a:gd name="connsiteX3" fmla="*/ 2105 w 2105"/>
              <a:gd name="connsiteY3" fmla="*/ 119 h 768"/>
              <a:gd name="connsiteX4" fmla="*/ 713 w 2105"/>
              <a:gd name="connsiteY4" fmla="*/ 768 h 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105" h="768">
                <a:moveTo>
                  <a:pt x="713" y="768"/>
                </a:moveTo>
                <a:lnTo>
                  <a:pt x="0" y="671"/>
                </a:lnTo>
                <a:lnTo>
                  <a:pt x="1431" y="0"/>
                </a:lnTo>
                <a:lnTo>
                  <a:pt x="2105" y="119"/>
                </a:lnTo>
                <a:lnTo>
                  <a:pt x="713" y="768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90000"/>
                  <a:lumOff val="10000"/>
                  <a:alpha val="100000"/>
                </a:schemeClr>
              </a:gs>
              <a:gs pos="100000">
                <a:schemeClr val="accent5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77418" tIns="38709" rIns="77418" bIns="38709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145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cxnSp>
        <p:nvCxnSpPr>
          <p:cNvPr id="26" name="Straight Connector 28"/>
          <p:cNvCxnSpPr/>
          <p:nvPr>
            <p:custDataLst>
              <p:tags r:id="rId13"/>
            </p:custDataLst>
          </p:nvPr>
        </p:nvCxnSpPr>
        <p:spPr>
          <a:xfrm flipH="1">
            <a:off x="3005606" y="3384962"/>
            <a:ext cx="1223104" cy="0"/>
          </a:xfrm>
          <a:prstGeom prst="line">
            <a:avLst/>
          </a:prstGeom>
          <a:ln w="19050">
            <a:solidFill>
              <a:schemeClr val="accent5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9"/>
          <p:cNvCxnSpPr/>
          <p:nvPr>
            <p:custDataLst>
              <p:tags r:id="rId14"/>
            </p:custDataLst>
          </p:nvPr>
        </p:nvCxnSpPr>
        <p:spPr>
          <a:xfrm flipH="1">
            <a:off x="3005606" y="1625381"/>
            <a:ext cx="1028670" cy="0"/>
          </a:xfrm>
          <a:prstGeom prst="line">
            <a:avLst/>
          </a:prstGeom>
          <a:ln w="19050">
            <a:solidFill>
              <a:schemeClr val="accent5"/>
            </a:solidFill>
            <a:prstDash val="sys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0"/>
          <p:cNvCxnSpPr/>
          <p:nvPr>
            <p:custDataLst>
              <p:tags r:id="rId15"/>
            </p:custDataLst>
          </p:nvPr>
        </p:nvCxnSpPr>
        <p:spPr>
          <a:xfrm>
            <a:off x="5220734" y="4256354"/>
            <a:ext cx="865793" cy="0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0"/>
          <p:cNvCxnSpPr/>
          <p:nvPr>
            <p:custDataLst>
              <p:tags r:id="rId16"/>
            </p:custDataLst>
          </p:nvPr>
        </p:nvCxnSpPr>
        <p:spPr>
          <a:xfrm>
            <a:off x="4806416" y="2499319"/>
            <a:ext cx="1277567" cy="0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11"/>
          <p:cNvSpPr/>
          <p:nvPr>
            <p:custDataLst>
              <p:tags r:id="rId17"/>
            </p:custDataLst>
          </p:nvPr>
        </p:nvSpPr>
        <p:spPr>
          <a:xfrm>
            <a:off x="216535" y="1131090"/>
            <a:ext cx="2725115" cy="850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r" fontAlgn="auto">
              <a:lnSpc>
                <a:spcPct val="150000"/>
              </a:lnSpc>
            </a:pPr>
            <a:r>
              <a:rPr lang="en-US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Content-Based: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Gợi ý theo </a:t>
            </a:r>
          </a:p>
          <a:p>
            <a:pPr indent="0" algn="r" fontAlgn="auto">
              <a:lnSpc>
                <a:spcPct val="150000"/>
              </a:lnSpc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đặc điểm món ăn.</a:t>
            </a:r>
          </a:p>
        </p:txBody>
      </p:sp>
      <p:sp>
        <p:nvSpPr>
          <p:cNvPr id="35" name="矩形 13"/>
          <p:cNvSpPr/>
          <p:nvPr>
            <p:custDataLst>
              <p:tags r:id="rId18"/>
            </p:custDataLst>
          </p:nvPr>
        </p:nvSpPr>
        <p:spPr>
          <a:xfrm>
            <a:off x="216338" y="2890732"/>
            <a:ext cx="2564296" cy="850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r" fontAlgn="auto">
              <a:lnSpc>
                <a:spcPct val="150000"/>
              </a:lnSpc>
            </a:pPr>
            <a:r>
              <a:rPr lang="en-US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Popularity: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Đề xuất món </a:t>
            </a:r>
          </a:p>
          <a:p>
            <a:pPr indent="0" algn="r" fontAlgn="auto">
              <a:lnSpc>
                <a:spcPct val="150000"/>
              </a:lnSpc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bán chạy, đánh giá cao.</a:t>
            </a:r>
          </a:p>
        </p:txBody>
      </p:sp>
      <p:sp>
        <p:nvSpPr>
          <p:cNvPr id="36" name="矩形 3"/>
          <p:cNvSpPr/>
          <p:nvPr>
            <p:custDataLst>
              <p:tags r:id="rId19"/>
            </p:custDataLst>
          </p:nvPr>
        </p:nvSpPr>
        <p:spPr>
          <a:xfrm>
            <a:off x="6147556" y="2040522"/>
            <a:ext cx="2845949" cy="850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Collaborative Filtering (SVD):</a:t>
            </a:r>
          </a:p>
          <a:p>
            <a:pPr indent="0" algn="l" fontAlgn="auto">
              <a:lnSpc>
                <a:spcPct val="150000"/>
              </a:lnSpc>
            </a:pPr>
            <a:r>
              <a:rPr lang="en-US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Gợi ý theo hành vi người dùng tương tự.</a:t>
            </a:r>
          </a:p>
        </p:txBody>
      </p:sp>
      <p:sp>
        <p:nvSpPr>
          <p:cNvPr id="37" name="矩形 5"/>
          <p:cNvSpPr/>
          <p:nvPr>
            <p:custDataLst>
              <p:tags r:id="rId20"/>
            </p:custDataLst>
          </p:nvPr>
        </p:nvSpPr>
        <p:spPr>
          <a:xfrm>
            <a:off x="6309360" y="3800475"/>
            <a:ext cx="2725420" cy="850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Hybrid: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Kết hợp nhiều</a:t>
            </a:r>
          </a:p>
          <a:p>
            <a:pPr indent="0" algn="l" fontAlgn="auto">
              <a:lnSpc>
                <a:spcPct val="150000"/>
              </a:lnSpc>
            </a:pPr>
            <a:r>
              <a:rPr lang="vi-V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phương pháp để tăng độ </a:t>
            </a:r>
          </a:p>
          <a:p>
            <a:pPr indent="0" algn="l" fontAlgn="auto">
              <a:lnSpc>
                <a:spcPct val="150000"/>
              </a:lnSpc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chính xác.</a:t>
            </a:r>
          </a:p>
        </p:txBody>
      </p:sp>
      <p:sp>
        <p:nvSpPr>
          <p:cNvPr id="38" name="任意多边形: 形状 26"/>
          <p:cNvSpPr/>
          <p:nvPr>
            <p:custDataLst>
              <p:tags r:id="rId21"/>
            </p:custDataLst>
          </p:nvPr>
        </p:nvSpPr>
        <p:spPr>
          <a:xfrm rot="20940000">
            <a:off x="4733120" y="1463013"/>
            <a:ext cx="356849" cy="356178"/>
          </a:xfrm>
          <a:custGeom>
            <a:avLst/>
            <a:gdLst>
              <a:gd name="connsiteX0" fmla="*/ 31048 w 419801"/>
              <a:gd name="connsiteY0" fmla="*/ 121 h 416634"/>
              <a:gd name="connsiteX1" fmla="*/ 162916 w 419801"/>
              <a:gd name="connsiteY1" fmla="*/ 121 h 416634"/>
              <a:gd name="connsiteX2" fmla="*/ 193857 w 419801"/>
              <a:gd name="connsiteY2" fmla="*/ 30828 h 416634"/>
              <a:gd name="connsiteX3" fmla="*/ 193857 w 419801"/>
              <a:gd name="connsiteY3" fmla="*/ 161703 h 416634"/>
              <a:gd name="connsiteX4" fmla="*/ 162916 w 419801"/>
              <a:gd name="connsiteY4" fmla="*/ 192410 h 416634"/>
              <a:gd name="connsiteX5" fmla="*/ 31048 w 419801"/>
              <a:gd name="connsiteY5" fmla="*/ 192410 h 416634"/>
              <a:gd name="connsiteX6" fmla="*/ 108 w 419801"/>
              <a:gd name="connsiteY6" fmla="*/ 161703 h 416634"/>
              <a:gd name="connsiteX7" fmla="*/ 108 w 419801"/>
              <a:gd name="connsiteY7" fmla="*/ 30828 h 416634"/>
              <a:gd name="connsiteX8" fmla="*/ 31048 w 419801"/>
              <a:gd name="connsiteY8" fmla="*/ 121 h 416634"/>
              <a:gd name="connsiteX9" fmla="*/ 31048 w 419801"/>
              <a:gd name="connsiteY9" fmla="*/ 224468 h 416634"/>
              <a:gd name="connsiteX10" fmla="*/ 162916 w 419801"/>
              <a:gd name="connsiteY10" fmla="*/ 224468 h 416634"/>
              <a:gd name="connsiteX11" fmla="*/ 193857 w 419801"/>
              <a:gd name="connsiteY11" fmla="*/ 255174 h 416634"/>
              <a:gd name="connsiteX12" fmla="*/ 193857 w 419801"/>
              <a:gd name="connsiteY12" fmla="*/ 386049 h 416634"/>
              <a:gd name="connsiteX13" fmla="*/ 162916 w 419801"/>
              <a:gd name="connsiteY13" fmla="*/ 416756 h 416634"/>
              <a:gd name="connsiteX14" fmla="*/ 31048 w 419801"/>
              <a:gd name="connsiteY14" fmla="*/ 416756 h 416634"/>
              <a:gd name="connsiteX15" fmla="*/ 108 w 419801"/>
              <a:gd name="connsiteY15" fmla="*/ 386049 h 416634"/>
              <a:gd name="connsiteX16" fmla="*/ 108 w 419801"/>
              <a:gd name="connsiteY16" fmla="*/ 255174 h 416634"/>
              <a:gd name="connsiteX17" fmla="*/ 31048 w 419801"/>
              <a:gd name="connsiteY17" fmla="*/ 224468 h 416634"/>
              <a:gd name="connsiteX18" fmla="*/ 257100 w 419801"/>
              <a:gd name="connsiteY18" fmla="*/ 224468 h 416634"/>
              <a:gd name="connsiteX19" fmla="*/ 388968 w 419801"/>
              <a:gd name="connsiteY19" fmla="*/ 224468 h 416634"/>
              <a:gd name="connsiteX20" fmla="*/ 419909 w 419801"/>
              <a:gd name="connsiteY20" fmla="*/ 255174 h 416634"/>
              <a:gd name="connsiteX21" fmla="*/ 419909 w 419801"/>
              <a:gd name="connsiteY21" fmla="*/ 386049 h 416634"/>
              <a:gd name="connsiteX22" fmla="*/ 388968 w 419801"/>
              <a:gd name="connsiteY22" fmla="*/ 416756 h 416634"/>
              <a:gd name="connsiteX23" fmla="*/ 257100 w 419801"/>
              <a:gd name="connsiteY23" fmla="*/ 416756 h 416634"/>
              <a:gd name="connsiteX24" fmla="*/ 226160 w 419801"/>
              <a:gd name="connsiteY24" fmla="*/ 386049 h 416634"/>
              <a:gd name="connsiteX25" fmla="*/ 226160 w 419801"/>
              <a:gd name="connsiteY25" fmla="*/ 255174 h 416634"/>
              <a:gd name="connsiteX26" fmla="*/ 257100 w 419801"/>
              <a:gd name="connsiteY26" fmla="*/ 224468 h 41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01" h="700">
                <a:moveTo>
                  <a:pt x="49" y="44"/>
                </a:moveTo>
                <a:lnTo>
                  <a:pt x="256" y="44"/>
                </a:lnTo>
                <a:cubicBezTo>
                  <a:pt x="283" y="44"/>
                  <a:pt x="305" y="65"/>
                  <a:pt x="305" y="92"/>
                </a:cubicBezTo>
                <a:lnTo>
                  <a:pt x="305" y="298"/>
                </a:lnTo>
                <a:cubicBezTo>
                  <a:pt x="305" y="325"/>
                  <a:pt x="283" y="346"/>
                  <a:pt x="256" y="346"/>
                </a:cubicBezTo>
                <a:lnTo>
                  <a:pt x="49" y="346"/>
                </a:lnTo>
                <a:cubicBezTo>
                  <a:pt x="22" y="346"/>
                  <a:pt x="0" y="325"/>
                  <a:pt x="0" y="298"/>
                </a:cubicBezTo>
                <a:lnTo>
                  <a:pt x="0" y="92"/>
                </a:lnTo>
                <a:cubicBezTo>
                  <a:pt x="0" y="65"/>
                  <a:pt x="22" y="44"/>
                  <a:pt x="49" y="44"/>
                </a:cubicBezTo>
                <a:close/>
                <a:moveTo>
                  <a:pt x="49" y="397"/>
                </a:moveTo>
                <a:lnTo>
                  <a:pt x="256" y="397"/>
                </a:lnTo>
                <a:cubicBezTo>
                  <a:pt x="283" y="397"/>
                  <a:pt x="305" y="419"/>
                  <a:pt x="305" y="445"/>
                </a:cubicBezTo>
                <a:lnTo>
                  <a:pt x="305" y="651"/>
                </a:lnTo>
                <a:cubicBezTo>
                  <a:pt x="305" y="678"/>
                  <a:pt x="283" y="700"/>
                  <a:pt x="256" y="700"/>
                </a:cubicBezTo>
                <a:lnTo>
                  <a:pt x="49" y="700"/>
                </a:lnTo>
                <a:cubicBezTo>
                  <a:pt x="22" y="700"/>
                  <a:pt x="0" y="678"/>
                  <a:pt x="0" y="651"/>
                </a:cubicBezTo>
                <a:lnTo>
                  <a:pt x="0" y="445"/>
                </a:lnTo>
                <a:cubicBezTo>
                  <a:pt x="0" y="419"/>
                  <a:pt x="22" y="397"/>
                  <a:pt x="49" y="397"/>
                </a:cubicBezTo>
                <a:close/>
                <a:moveTo>
                  <a:pt x="405" y="397"/>
                </a:moveTo>
                <a:lnTo>
                  <a:pt x="612" y="397"/>
                </a:lnTo>
                <a:cubicBezTo>
                  <a:pt x="639" y="397"/>
                  <a:pt x="661" y="419"/>
                  <a:pt x="661" y="445"/>
                </a:cubicBezTo>
                <a:lnTo>
                  <a:pt x="661" y="651"/>
                </a:lnTo>
                <a:cubicBezTo>
                  <a:pt x="661" y="678"/>
                  <a:pt x="639" y="700"/>
                  <a:pt x="612" y="700"/>
                </a:cubicBezTo>
                <a:lnTo>
                  <a:pt x="405" y="700"/>
                </a:lnTo>
                <a:cubicBezTo>
                  <a:pt x="378" y="700"/>
                  <a:pt x="356" y="678"/>
                  <a:pt x="356" y="651"/>
                </a:cubicBezTo>
                <a:lnTo>
                  <a:pt x="356" y="445"/>
                </a:lnTo>
                <a:cubicBezTo>
                  <a:pt x="356" y="419"/>
                  <a:pt x="378" y="397"/>
                  <a:pt x="405" y="397"/>
                </a:cubicBezTo>
                <a:close/>
                <a:moveTo>
                  <a:pt x="515" y="117"/>
                </a:moveTo>
                <a:lnTo>
                  <a:pt x="446" y="185"/>
                </a:lnTo>
                <a:lnTo>
                  <a:pt x="515" y="253"/>
                </a:lnTo>
                <a:lnTo>
                  <a:pt x="583" y="185"/>
                </a:lnTo>
                <a:lnTo>
                  <a:pt x="515" y="117"/>
                </a:lnTo>
                <a:close/>
                <a:moveTo>
                  <a:pt x="549" y="14"/>
                </a:moveTo>
                <a:lnTo>
                  <a:pt x="687" y="151"/>
                </a:lnTo>
                <a:cubicBezTo>
                  <a:pt x="706" y="170"/>
                  <a:pt x="706" y="200"/>
                  <a:pt x="687" y="219"/>
                </a:cubicBezTo>
                <a:lnTo>
                  <a:pt x="549" y="356"/>
                </a:lnTo>
                <a:cubicBezTo>
                  <a:pt x="530" y="375"/>
                  <a:pt x="499" y="375"/>
                  <a:pt x="480" y="356"/>
                </a:cubicBezTo>
                <a:lnTo>
                  <a:pt x="342" y="219"/>
                </a:lnTo>
                <a:cubicBezTo>
                  <a:pt x="323" y="200"/>
                  <a:pt x="323" y="170"/>
                  <a:pt x="342" y="151"/>
                </a:cubicBezTo>
                <a:lnTo>
                  <a:pt x="480" y="14"/>
                </a:lnTo>
                <a:cubicBezTo>
                  <a:pt x="499" y="-5"/>
                  <a:pt x="530" y="-5"/>
                  <a:pt x="549" y="14"/>
                </a:cubicBezTo>
                <a:lnTo>
                  <a:pt x="549" y="14"/>
                </a:lnTo>
                <a:close/>
              </a:path>
            </a:pathLst>
          </a:custGeom>
          <a:solidFill>
            <a:srgbClr val="FFFFFF"/>
          </a:solidFill>
          <a:ln w="156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52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27"/>
          <p:cNvSpPr/>
          <p:nvPr>
            <p:custDataLst>
              <p:tags r:id="rId22"/>
            </p:custDataLst>
          </p:nvPr>
        </p:nvSpPr>
        <p:spPr>
          <a:xfrm rot="481356">
            <a:off x="3836280" y="2472342"/>
            <a:ext cx="356659" cy="356801"/>
          </a:xfrm>
          <a:custGeom>
            <a:avLst/>
            <a:gdLst>
              <a:gd name="connsiteX0" fmla="*/ 404163 w 444955"/>
              <a:gd name="connsiteY0" fmla="*/ 114 h 445134"/>
              <a:gd name="connsiteX1" fmla="*/ 325219 w 444955"/>
              <a:gd name="connsiteY1" fmla="*/ 114 h 445134"/>
              <a:gd name="connsiteX2" fmla="*/ 323066 w 444955"/>
              <a:gd name="connsiteY2" fmla="*/ 114 h 445134"/>
              <a:gd name="connsiteX3" fmla="*/ 69728 w 444955"/>
              <a:gd name="connsiteY3" fmla="*/ 833 h 445134"/>
              <a:gd name="connsiteX4" fmla="*/ 29539 w 444955"/>
              <a:gd name="connsiteY4" fmla="*/ 41104 h 445134"/>
              <a:gd name="connsiteX5" fmla="*/ 29539 w 444955"/>
              <a:gd name="connsiteY5" fmla="*/ 101510 h 445134"/>
              <a:gd name="connsiteX6" fmla="*/ 75470 w 444955"/>
              <a:gd name="connsiteY6" fmla="*/ 101510 h 445134"/>
              <a:gd name="connsiteX7" fmla="*/ 90541 w 444955"/>
              <a:gd name="connsiteY7" fmla="*/ 116611 h 445134"/>
              <a:gd name="connsiteX8" fmla="*/ 90541 w 444955"/>
              <a:gd name="connsiteY8" fmla="*/ 126679 h 445134"/>
              <a:gd name="connsiteX9" fmla="*/ 75470 w 444955"/>
              <a:gd name="connsiteY9" fmla="*/ 141781 h 445134"/>
              <a:gd name="connsiteX10" fmla="*/ 70446 w 444955"/>
              <a:gd name="connsiteY10" fmla="*/ 141781 h 445134"/>
              <a:gd name="connsiteX11" fmla="*/ 70446 w 444955"/>
              <a:gd name="connsiteY11" fmla="*/ 136747 h 445134"/>
              <a:gd name="connsiteX12" fmla="*/ 55375 w 444955"/>
              <a:gd name="connsiteY12" fmla="*/ 121645 h 445134"/>
              <a:gd name="connsiteX13" fmla="*/ 13750 w 444955"/>
              <a:gd name="connsiteY13" fmla="*/ 121645 h 445134"/>
              <a:gd name="connsiteX14" fmla="*/ 832 w 444955"/>
              <a:gd name="connsiteY14" fmla="*/ 131713 h 445134"/>
              <a:gd name="connsiteX15" fmla="*/ 114 w 444955"/>
              <a:gd name="connsiteY15" fmla="*/ 136747 h 445134"/>
              <a:gd name="connsiteX16" fmla="*/ 114 w 444955"/>
              <a:gd name="connsiteY16" fmla="*/ 146814 h 445134"/>
              <a:gd name="connsiteX17" fmla="*/ 15185 w 444955"/>
              <a:gd name="connsiteY17" fmla="*/ 161915 h 445134"/>
              <a:gd name="connsiteX18" fmla="*/ 30256 w 444955"/>
              <a:gd name="connsiteY18" fmla="*/ 161915 h 445134"/>
              <a:gd name="connsiteX19" fmla="*/ 30256 w 444955"/>
              <a:gd name="connsiteY19" fmla="*/ 273379 h 445134"/>
              <a:gd name="connsiteX20" fmla="*/ 76187 w 444955"/>
              <a:gd name="connsiteY20" fmla="*/ 273379 h 445134"/>
              <a:gd name="connsiteX21" fmla="*/ 91258 w 444955"/>
              <a:gd name="connsiteY21" fmla="*/ 288482 h 445134"/>
              <a:gd name="connsiteX22" fmla="*/ 91258 w 444955"/>
              <a:gd name="connsiteY22" fmla="*/ 298548 h 445134"/>
              <a:gd name="connsiteX23" fmla="*/ 76187 w 444955"/>
              <a:gd name="connsiteY23" fmla="*/ 313650 h 445134"/>
              <a:gd name="connsiteX24" fmla="*/ 71163 w 444955"/>
              <a:gd name="connsiteY24" fmla="*/ 313650 h 445134"/>
              <a:gd name="connsiteX25" fmla="*/ 71163 w 444955"/>
              <a:gd name="connsiteY25" fmla="*/ 309336 h 445134"/>
              <a:gd name="connsiteX26" fmla="*/ 56092 w 444955"/>
              <a:gd name="connsiteY26" fmla="*/ 294234 h 445134"/>
              <a:gd name="connsiteX27" fmla="*/ 14467 w 444955"/>
              <a:gd name="connsiteY27" fmla="*/ 294234 h 445134"/>
              <a:gd name="connsiteX28" fmla="*/ 1549 w 444955"/>
              <a:gd name="connsiteY28" fmla="*/ 304302 h 445134"/>
              <a:gd name="connsiteX29" fmla="*/ 832 w 444955"/>
              <a:gd name="connsiteY29" fmla="*/ 309336 h 445134"/>
              <a:gd name="connsiteX30" fmla="*/ 832 w 444955"/>
              <a:gd name="connsiteY30" fmla="*/ 319403 h 445134"/>
              <a:gd name="connsiteX31" fmla="*/ 15903 w 444955"/>
              <a:gd name="connsiteY31" fmla="*/ 334505 h 445134"/>
              <a:gd name="connsiteX32" fmla="*/ 30974 w 444955"/>
              <a:gd name="connsiteY32" fmla="*/ 334505 h 445134"/>
              <a:gd name="connsiteX33" fmla="*/ 30974 w 444955"/>
              <a:gd name="connsiteY33" fmla="*/ 404979 h 445134"/>
              <a:gd name="connsiteX34" fmla="*/ 71163 w 444955"/>
              <a:gd name="connsiteY34" fmla="*/ 445248 h 445134"/>
              <a:gd name="connsiteX35" fmla="*/ 404880 w 444955"/>
              <a:gd name="connsiteY35" fmla="*/ 445248 h 445134"/>
              <a:gd name="connsiteX36" fmla="*/ 445070 w 444955"/>
              <a:gd name="connsiteY36" fmla="*/ 404979 h 445134"/>
              <a:gd name="connsiteX37" fmla="*/ 445070 w 444955"/>
              <a:gd name="connsiteY37" fmla="*/ 40385 h 445134"/>
              <a:gd name="connsiteX38" fmla="*/ 404163 w 444955"/>
              <a:gd name="connsiteY38" fmla="*/ 114 h 445134"/>
              <a:gd name="connsiteX39" fmla="*/ 374739 w 444955"/>
              <a:gd name="connsiteY39" fmla="*/ 329470 h 445134"/>
              <a:gd name="connsiteX40" fmla="*/ 374022 w 444955"/>
              <a:gd name="connsiteY40" fmla="*/ 331629 h 445134"/>
              <a:gd name="connsiteX41" fmla="*/ 369715 w 444955"/>
              <a:gd name="connsiteY41" fmla="*/ 336662 h 445134"/>
              <a:gd name="connsiteX42" fmla="*/ 365409 w 444955"/>
              <a:gd name="connsiteY42" fmla="*/ 338819 h 445134"/>
              <a:gd name="connsiteX43" fmla="*/ 362538 w 444955"/>
              <a:gd name="connsiteY43" fmla="*/ 339538 h 445134"/>
              <a:gd name="connsiteX44" fmla="*/ 145801 w 444955"/>
              <a:gd name="connsiteY44" fmla="*/ 339538 h 445134"/>
              <a:gd name="connsiteX45" fmla="*/ 140778 w 444955"/>
              <a:gd name="connsiteY45" fmla="*/ 337381 h 445134"/>
              <a:gd name="connsiteX46" fmla="*/ 137189 w 444955"/>
              <a:gd name="connsiteY46" fmla="*/ 332348 h 445134"/>
              <a:gd name="connsiteX47" fmla="*/ 136472 w 444955"/>
              <a:gd name="connsiteY47" fmla="*/ 330189 h 445134"/>
              <a:gd name="connsiteX48" fmla="*/ 136472 w 444955"/>
              <a:gd name="connsiteY48" fmla="*/ 310055 h 445134"/>
              <a:gd name="connsiteX49" fmla="*/ 136472 w 444955"/>
              <a:gd name="connsiteY49" fmla="*/ 309336 h 445134"/>
              <a:gd name="connsiteX50" fmla="*/ 137189 w 444955"/>
              <a:gd name="connsiteY50" fmla="*/ 308616 h 445134"/>
              <a:gd name="connsiteX51" fmla="*/ 180250 w 444955"/>
              <a:gd name="connsiteY51" fmla="*/ 279133 h 445134"/>
              <a:gd name="connsiteX52" fmla="*/ 222592 w 444955"/>
              <a:gd name="connsiteY52" fmla="*/ 248211 h 445134"/>
              <a:gd name="connsiteX53" fmla="*/ 222592 w 444955"/>
              <a:gd name="connsiteY53" fmla="*/ 243895 h 445134"/>
              <a:gd name="connsiteX54" fmla="*/ 220440 w 444955"/>
              <a:gd name="connsiteY54" fmla="*/ 238862 h 445134"/>
              <a:gd name="connsiteX55" fmla="*/ 197474 w 444955"/>
              <a:gd name="connsiteY55" fmla="*/ 180613 h 445134"/>
              <a:gd name="connsiteX56" fmla="*/ 255604 w 444955"/>
              <a:gd name="connsiteY56" fmla="*/ 107263 h 445134"/>
              <a:gd name="connsiteX57" fmla="*/ 313736 w 444955"/>
              <a:gd name="connsiteY57" fmla="*/ 180613 h 445134"/>
              <a:gd name="connsiteX58" fmla="*/ 290771 w 444955"/>
              <a:gd name="connsiteY58" fmla="*/ 238862 h 445134"/>
              <a:gd name="connsiteX59" fmla="*/ 288618 w 444955"/>
              <a:gd name="connsiteY59" fmla="*/ 243895 h 445134"/>
              <a:gd name="connsiteX60" fmla="*/ 288618 w 444955"/>
              <a:gd name="connsiteY60" fmla="*/ 248211 h 445134"/>
              <a:gd name="connsiteX61" fmla="*/ 330960 w 444955"/>
              <a:gd name="connsiteY61" fmla="*/ 279133 h 445134"/>
              <a:gd name="connsiteX62" fmla="*/ 374022 w 444955"/>
              <a:gd name="connsiteY62" fmla="*/ 308616 h 445134"/>
              <a:gd name="connsiteX63" fmla="*/ 374739 w 444955"/>
              <a:gd name="connsiteY63" fmla="*/ 309336 h 445134"/>
              <a:gd name="connsiteX64" fmla="*/ 374739 w 444955"/>
              <a:gd name="connsiteY64" fmla="*/ 310055 h 445134"/>
              <a:gd name="connsiteX65" fmla="*/ 374739 w 444955"/>
              <a:gd name="connsiteY65" fmla="*/ 329470 h 44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44955" h="445134">
                <a:moveTo>
                  <a:pt x="404163" y="114"/>
                </a:moveTo>
                <a:lnTo>
                  <a:pt x="325219" y="114"/>
                </a:lnTo>
                <a:lnTo>
                  <a:pt x="323066" y="114"/>
                </a:lnTo>
                <a:lnTo>
                  <a:pt x="69728" y="833"/>
                </a:lnTo>
                <a:cubicBezTo>
                  <a:pt x="47480" y="833"/>
                  <a:pt x="29539" y="18811"/>
                  <a:pt x="29539" y="41104"/>
                </a:cubicBezTo>
                <a:lnTo>
                  <a:pt x="29539" y="101510"/>
                </a:lnTo>
                <a:lnTo>
                  <a:pt x="75470" y="101510"/>
                </a:lnTo>
                <a:cubicBezTo>
                  <a:pt x="84082" y="101510"/>
                  <a:pt x="90541" y="107982"/>
                  <a:pt x="90541" y="116611"/>
                </a:cubicBezTo>
                <a:lnTo>
                  <a:pt x="90541" y="126679"/>
                </a:lnTo>
                <a:cubicBezTo>
                  <a:pt x="90541" y="135309"/>
                  <a:pt x="84082" y="141781"/>
                  <a:pt x="75470" y="141781"/>
                </a:cubicBezTo>
                <a:lnTo>
                  <a:pt x="70446" y="141781"/>
                </a:lnTo>
                <a:lnTo>
                  <a:pt x="70446" y="136747"/>
                </a:lnTo>
                <a:cubicBezTo>
                  <a:pt x="70446" y="128117"/>
                  <a:pt x="63987" y="121645"/>
                  <a:pt x="55375" y="121645"/>
                </a:cubicBezTo>
                <a:lnTo>
                  <a:pt x="13750" y="121645"/>
                </a:lnTo>
                <a:cubicBezTo>
                  <a:pt x="8008" y="122364"/>
                  <a:pt x="2985" y="125960"/>
                  <a:pt x="832" y="131713"/>
                </a:cubicBezTo>
                <a:cubicBezTo>
                  <a:pt x="114" y="133151"/>
                  <a:pt x="114" y="135309"/>
                  <a:pt x="114" y="136747"/>
                </a:cubicBezTo>
                <a:lnTo>
                  <a:pt x="114" y="146814"/>
                </a:lnTo>
                <a:cubicBezTo>
                  <a:pt x="114" y="155444"/>
                  <a:pt x="6573" y="161915"/>
                  <a:pt x="15185" y="161915"/>
                </a:cubicBezTo>
                <a:lnTo>
                  <a:pt x="30256" y="161915"/>
                </a:lnTo>
                <a:lnTo>
                  <a:pt x="30256" y="273379"/>
                </a:lnTo>
                <a:lnTo>
                  <a:pt x="76187" y="273379"/>
                </a:lnTo>
                <a:cubicBezTo>
                  <a:pt x="84799" y="273379"/>
                  <a:pt x="91258" y="279852"/>
                  <a:pt x="91258" y="288482"/>
                </a:cubicBezTo>
                <a:lnTo>
                  <a:pt x="91258" y="298548"/>
                </a:lnTo>
                <a:cubicBezTo>
                  <a:pt x="91258" y="307178"/>
                  <a:pt x="84799" y="313650"/>
                  <a:pt x="76187" y="313650"/>
                </a:cubicBezTo>
                <a:lnTo>
                  <a:pt x="71163" y="313650"/>
                </a:lnTo>
                <a:lnTo>
                  <a:pt x="71163" y="309336"/>
                </a:lnTo>
                <a:cubicBezTo>
                  <a:pt x="71163" y="300707"/>
                  <a:pt x="64704" y="294234"/>
                  <a:pt x="56092" y="294234"/>
                </a:cubicBezTo>
                <a:lnTo>
                  <a:pt x="14467" y="294234"/>
                </a:lnTo>
                <a:cubicBezTo>
                  <a:pt x="8726" y="294953"/>
                  <a:pt x="3702" y="298548"/>
                  <a:pt x="1549" y="304302"/>
                </a:cubicBezTo>
                <a:cubicBezTo>
                  <a:pt x="832" y="305740"/>
                  <a:pt x="832" y="307897"/>
                  <a:pt x="832" y="309336"/>
                </a:cubicBezTo>
                <a:lnTo>
                  <a:pt x="832" y="319403"/>
                </a:lnTo>
                <a:cubicBezTo>
                  <a:pt x="832" y="328032"/>
                  <a:pt x="7291" y="334505"/>
                  <a:pt x="15903" y="334505"/>
                </a:cubicBezTo>
                <a:lnTo>
                  <a:pt x="30974" y="334505"/>
                </a:lnTo>
                <a:lnTo>
                  <a:pt x="30974" y="404979"/>
                </a:lnTo>
                <a:cubicBezTo>
                  <a:pt x="30974" y="427272"/>
                  <a:pt x="48916" y="445248"/>
                  <a:pt x="71163" y="445248"/>
                </a:cubicBezTo>
                <a:lnTo>
                  <a:pt x="404880" y="445248"/>
                </a:lnTo>
                <a:cubicBezTo>
                  <a:pt x="427128" y="445248"/>
                  <a:pt x="445070" y="427272"/>
                  <a:pt x="445070" y="404979"/>
                </a:cubicBezTo>
                <a:lnTo>
                  <a:pt x="445070" y="40385"/>
                </a:lnTo>
                <a:cubicBezTo>
                  <a:pt x="444353" y="18092"/>
                  <a:pt x="426411" y="114"/>
                  <a:pt x="404163" y="114"/>
                </a:cubicBezTo>
                <a:moveTo>
                  <a:pt x="374739" y="329470"/>
                </a:moveTo>
                <a:cubicBezTo>
                  <a:pt x="374739" y="329470"/>
                  <a:pt x="374022" y="330910"/>
                  <a:pt x="374022" y="331629"/>
                </a:cubicBezTo>
                <a:cubicBezTo>
                  <a:pt x="373303" y="333067"/>
                  <a:pt x="371150" y="335224"/>
                  <a:pt x="369715" y="336662"/>
                </a:cubicBezTo>
                <a:lnTo>
                  <a:pt x="365409" y="338819"/>
                </a:lnTo>
                <a:lnTo>
                  <a:pt x="362538" y="339538"/>
                </a:lnTo>
                <a:lnTo>
                  <a:pt x="145801" y="339538"/>
                </a:lnTo>
                <a:cubicBezTo>
                  <a:pt x="144366" y="338819"/>
                  <a:pt x="142213" y="338100"/>
                  <a:pt x="140778" y="337381"/>
                </a:cubicBezTo>
                <a:cubicBezTo>
                  <a:pt x="139342" y="336662"/>
                  <a:pt x="137907" y="334505"/>
                  <a:pt x="137189" y="332348"/>
                </a:cubicBezTo>
                <a:cubicBezTo>
                  <a:pt x="137189" y="331629"/>
                  <a:pt x="136472" y="330189"/>
                  <a:pt x="136472" y="330189"/>
                </a:cubicBezTo>
                <a:cubicBezTo>
                  <a:pt x="135754" y="329470"/>
                  <a:pt x="133601" y="320123"/>
                  <a:pt x="136472" y="310055"/>
                </a:cubicBezTo>
                <a:lnTo>
                  <a:pt x="136472" y="309336"/>
                </a:lnTo>
                <a:lnTo>
                  <a:pt x="137189" y="308616"/>
                </a:lnTo>
                <a:cubicBezTo>
                  <a:pt x="144366" y="299269"/>
                  <a:pt x="161590" y="289201"/>
                  <a:pt x="180250" y="279133"/>
                </a:cubicBezTo>
                <a:cubicBezTo>
                  <a:pt x="197474" y="269784"/>
                  <a:pt x="222592" y="255401"/>
                  <a:pt x="222592" y="248211"/>
                </a:cubicBezTo>
                <a:lnTo>
                  <a:pt x="222592" y="243895"/>
                </a:lnTo>
                <a:cubicBezTo>
                  <a:pt x="222592" y="241738"/>
                  <a:pt x="221874" y="240300"/>
                  <a:pt x="220440" y="238862"/>
                </a:cubicBezTo>
                <a:cubicBezTo>
                  <a:pt x="205367" y="223760"/>
                  <a:pt x="197474" y="202905"/>
                  <a:pt x="197474" y="180613"/>
                </a:cubicBezTo>
                <a:cubicBezTo>
                  <a:pt x="197474" y="144657"/>
                  <a:pt x="204650" y="107263"/>
                  <a:pt x="255604" y="107263"/>
                </a:cubicBezTo>
                <a:cubicBezTo>
                  <a:pt x="306560" y="107263"/>
                  <a:pt x="313736" y="143938"/>
                  <a:pt x="313736" y="180613"/>
                </a:cubicBezTo>
                <a:cubicBezTo>
                  <a:pt x="313736" y="202905"/>
                  <a:pt x="305843" y="223760"/>
                  <a:pt x="290771" y="238862"/>
                </a:cubicBezTo>
                <a:cubicBezTo>
                  <a:pt x="289336" y="240300"/>
                  <a:pt x="288618" y="241738"/>
                  <a:pt x="288618" y="243895"/>
                </a:cubicBezTo>
                <a:lnTo>
                  <a:pt x="288618" y="248211"/>
                </a:lnTo>
                <a:cubicBezTo>
                  <a:pt x="288618" y="255401"/>
                  <a:pt x="314453" y="269784"/>
                  <a:pt x="330960" y="279133"/>
                </a:cubicBezTo>
                <a:cubicBezTo>
                  <a:pt x="349620" y="289201"/>
                  <a:pt x="366844" y="299269"/>
                  <a:pt x="374022" y="308616"/>
                </a:cubicBezTo>
                <a:lnTo>
                  <a:pt x="374739" y="309336"/>
                </a:lnTo>
                <a:lnTo>
                  <a:pt x="374739" y="310055"/>
                </a:lnTo>
                <a:cubicBezTo>
                  <a:pt x="378328" y="319403"/>
                  <a:pt x="375456" y="328751"/>
                  <a:pt x="374739" y="329470"/>
                </a:cubicBezTo>
              </a:path>
            </a:pathLst>
          </a:custGeom>
          <a:solidFill>
            <a:srgbClr val="FFFFFF"/>
          </a:solidFill>
          <a:ln w="15662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52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28"/>
          <p:cNvSpPr/>
          <p:nvPr>
            <p:custDataLst>
              <p:tags r:id="rId23"/>
            </p:custDataLst>
          </p:nvPr>
        </p:nvSpPr>
        <p:spPr>
          <a:xfrm rot="20250057">
            <a:off x="4896508" y="3205289"/>
            <a:ext cx="356801" cy="331234"/>
          </a:xfrm>
          <a:custGeom>
            <a:avLst/>
            <a:gdLst>
              <a:gd name="connsiteX0" fmla="*/ 393014 w 445134"/>
              <a:gd name="connsiteY0" fmla="*/ 115 h 413236"/>
              <a:gd name="connsiteX1" fmla="*/ 51214 w 445134"/>
              <a:gd name="connsiteY1" fmla="*/ 115 h 413236"/>
              <a:gd name="connsiteX2" fmla="*/ 114 w 445134"/>
              <a:gd name="connsiteY2" fmla="*/ 51626 h 413236"/>
              <a:gd name="connsiteX3" fmla="*/ 114 w 445134"/>
              <a:gd name="connsiteY3" fmla="*/ 273698 h 413236"/>
              <a:gd name="connsiteX4" fmla="*/ 51214 w 445134"/>
              <a:gd name="connsiteY4" fmla="*/ 325209 h 413236"/>
              <a:gd name="connsiteX5" fmla="*/ 179531 w 445134"/>
              <a:gd name="connsiteY5" fmla="*/ 325209 h 413236"/>
              <a:gd name="connsiteX6" fmla="*/ 179531 w 445134"/>
              <a:gd name="connsiteY6" fmla="*/ 388168 h 413236"/>
              <a:gd name="connsiteX7" fmla="*/ 109127 w 445134"/>
              <a:gd name="connsiteY7" fmla="*/ 388168 h 413236"/>
              <a:gd name="connsiteX8" fmla="*/ 96636 w 445134"/>
              <a:gd name="connsiteY8" fmla="*/ 400759 h 413236"/>
              <a:gd name="connsiteX9" fmla="*/ 109127 w 445134"/>
              <a:gd name="connsiteY9" fmla="*/ 413352 h 413236"/>
              <a:gd name="connsiteX10" fmla="*/ 326017 w 445134"/>
              <a:gd name="connsiteY10" fmla="*/ 413352 h 413236"/>
              <a:gd name="connsiteX11" fmla="*/ 338507 w 445134"/>
              <a:gd name="connsiteY11" fmla="*/ 400759 h 413236"/>
              <a:gd name="connsiteX12" fmla="*/ 326017 w 445134"/>
              <a:gd name="connsiteY12" fmla="*/ 388168 h 413236"/>
              <a:gd name="connsiteX13" fmla="*/ 256749 w 445134"/>
              <a:gd name="connsiteY13" fmla="*/ 388168 h 413236"/>
              <a:gd name="connsiteX14" fmla="*/ 256749 w 445134"/>
              <a:gd name="connsiteY14" fmla="*/ 325209 h 413236"/>
              <a:gd name="connsiteX15" fmla="*/ 394149 w 445134"/>
              <a:gd name="connsiteY15" fmla="*/ 325209 h 413236"/>
              <a:gd name="connsiteX16" fmla="*/ 445249 w 445134"/>
              <a:gd name="connsiteY16" fmla="*/ 273698 h 413236"/>
              <a:gd name="connsiteX17" fmla="*/ 445249 w 445134"/>
              <a:gd name="connsiteY17" fmla="*/ 51626 h 413236"/>
              <a:gd name="connsiteX18" fmla="*/ 393014 w 445134"/>
              <a:gd name="connsiteY18" fmla="*/ 115 h 413236"/>
              <a:gd name="connsiteX19" fmla="*/ 370302 w 445134"/>
              <a:gd name="connsiteY19" fmla="*/ 76810 h 413236"/>
              <a:gd name="connsiteX20" fmla="*/ 370302 w 445134"/>
              <a:gd name="connsiteY20" fmla="*/ 76810 h 413236"/>
              <a:gd name="connsiteX21" fmla="*/ 370302 w 445134"/>
              <a:gd name="connsiteY21" fmla="*/ 77954 h 413236"/>
              <a:gd name="connsiteX22" fmla="*/ 243122 w 445134"/>
              <a:gd name="connsiteY22" fmla="*/ 248515 h 413236"/>
              <a:gd name="connsiteX23" fmla="*/ 239715 w 445134"/>
              <a:gd name="connsiteY23" fmla="*/ 246225 h 413236"/>
              <a:gd name="connsiteX24" fmla="*/ 139786 w 445134"/>
              <a:gd name="connsiteY24" fmla="*/ 172965 h 413236"/>
              <a:gd name="connsiteX25" fmla="*/ 104585 w 445134"/>
              <a:gd name="connsiteY25" fmla="*/ 218753 h 413236"/>
              <a:gd name="connsiteX26" fmla="*/ 88687 w 445134"/>
              <a:gd name="connsiteY26" fmla="*/ 224476 h 413236"/>
              <a:gd name="connsiteX27" fmla="*/ 80738 w 445134"/>
              <a:gd name="connsiteY27" fmla="*/ 207306 h 413236"/>
              <a:gd name="connsiteX28" fmla="*/ 81873 w 445134"/>
              <a:gd name="connsiteY28" fmla="*/ 205016 h 413236"/>
              <a:gd name="connsiteX29" fmla="*/ 129566 w 445134"/>
              <a:gd name="connsiteY29" fmla="*/ 142058 h 413236"/>
              <a:gd name="connsiteX30" fmla="*/ 134109 w 445134"/>
              <a:gd name="connsiteY30" fmla="*/ 136334 h 413236"/>
              <a:gd name="connsiteX31" fmla="*/ 237443 w 445134"/>
              <a:gd name="connsiteY31" fmla="*/ 213029 h 413236"/>
              <a:gd name="connsiteX32" fmla="*/ 349864 w 445134"/>
              <a:gd name="connsiteY32" fmla="*/ 63073 h 413236"/>
              <a:gd name="connsiteX33" fmla="*/ 363489 w 445134"/>
              <a:gd name="connsiteY33" fmla="*/ 60784 h 413236"/>
              <a:gd name="connsiteX34" fmla="*/ 370302 w 445134"/>
              <a:gd name="connsiteY34" fmla="*/ 76810 h 41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45134" h="413236">
                <a:moveTo>
                  <a:pt x="393014" y="115"/>
                </a:moveTo>
                <a:lnTo>
                  <a:pt x="51214" y="115"/>
                </a:lnTo>
                <a:cubicBezTo>
                  <a:pt x="22825" y="115"/>
                  <a:pt x="114" y="23009"/>
                  <a:pt x="114" y="51626"/>
                </a:cubicBezTo>
                <a:lnTo>
                  <a:pt x="114" y="273698"/>
                </a:lnTo>
                <a:cubicBezTo>
                  <a:pt x="114" y="302316"/>
                  <a:pt x="22825" y="325209"/>
                  <a:pt x="51214" y="325209"/>
                </a:cubicBezTo>
                <a:lnTo>
                  <a:pt x="179531" y="325209"/>
                </a:lnTo>
                <a:lnTo>
                  <a:pt x="179531" y="388168"/>
                </a:lnTo>
                <a:lnTo>
                  <a:pt x="109127" y="388168"/>
                </a:lnTo>
                <a:cubicBezTo>
                  <a:pt x="102313" y="388168"/>
                  <a:pt x="96636" y="393892"/>
                  <a:pt x="96636" y="400759"/>
                </a:cubicBezTo>
                <a:cubicBezTo>
                  <a:pt x="96636" y="407628"/>
                  <a:pt x="102313" y="413352"/>
                  <a:pt x="109127" y="413352"/>
                </a:cubicBezTo>
                <a:lnTo>
                  <a:pt x="326017" y="413352"/>
                </a:lnTo>
                <a:cubicBezTo>
                  <a:pt x="332830" y="413352"/>
                  <a:pt x="338507" y="407628"/>
                  <a:pt x="338507" y="400759"/>
                </a:cubicBezTo>
                <a:cubicBezTo>
                  <a:pt x="338507" y="393892"/>
                  <a:pt x="332830" y="388168"/>
                  <a:pt x="326017" y="388168"/>
                </a:cubicBezTo>
                <a:lnTo>
                  <a:pt x="256749" y="388168"/>
                </a:lnTo>
                <a:lnTo>
                  <a:pt x="256749" y="325209"/>
                </a:lnTo>
                <a:lnTo>
                  <a:pt x="394149" y="325209"/>
                </a:lnTo>
                <a:cubicBezTo>
                  <a:pt x="422538" y="325209"/>
                  <a:pt x="445249" y="302316"/>
                  <a:pt x="445249" y="273698"/>
                </a:cubicBezTo>
                <a:lnTo>
                  <a:pt x="445249" y="51626"/>
                </a:lnTo>
                <a:cubicBezTo>
                  <a:pt x="444113" y="24154"/>
                  <a:pt x="421402" y="115"/>
                  <a:pt x="393014" y="115"/>
                </a:cubicBezTo>
                <a:moveTo>
                  <a:pt x="370302" y="76810"/>
                </a:moveTo>
                <a:cubicBezTo>
                  <a:pt x="370302" y="76810"/>
                  <a:pt x="370302" y="77954"/>
                  <a:pt x="370302" y="76810"/>
                </a:cubicBezTo>
                <a:lnTo>
                  <a:pt x="370302" y="77954"/>
                </a:lnTo>
                <a:lnTo>
                  <a:pt x="243122" y="248515"/>
                </a:lnTo>
                <a:lnTo>
                  <a:pt x="239715" y="246225"/>
                </a:lnTo>
                <a:lnTo>
                  <a:pt x="139786" y="172965"/>
                </a:lnTo>
                <a:lnTo>
                  <a:pt x="104585" y="218753"/>
                </a:lnTo>
                <a:cubicBezTo>
                  <a:pt x="101178" y="224476"/>
                  <a:pt x="94365" y="226766"/>
                  <a:pt x="88687" y="224476"/>
                </a:cubicBezTo>
                <a:cubicBezTo>
                  <a:pt x="81873" y="222186"/>
                  <a:pt x="78467" y="214173"/>
                  <a:pt x="80738" y="207306"/>
                </a:cubicBezTo>
                <a:cubicBezTo>
                  <a:pt x="80738" y="206162"/>
                  <a:pt x="80738" y="206162"/>
                  <a:pt x="81873" y="205016"/>
                </a:cubicBezTo>
                <a:lnTo>
                  <a:pt x="129566" y="142058"/>
                </a:lnTo>
                <a:lnTo>
                  <a:pt x="134109" y="136334"/>
                </a:lnTo>
                <a:lnTo>
                  <a:pt x="237443" y="213029"/>
                </a:lnTo>
                <a:lnTo>
                  <a:pt x="349864" y="63073"/>
                </a:lnTo>
                <a:cubicBezTo>
                  <a:pt x="353270" y="59639"/>
                  <a:pt x="358948" y="58495"/>
                  <a:pt x="363489" y="60784"/>
                </a:cubicBezTo>
                <a:cubicBezTo>
                  <a:pt x="370302" y="63073"/>
                  <a:pt x="373709" y="69942"/>
                  <a:pt x="370302" y="76810"/>
                </a:cubicBezTo>
              </a:path>
            </a:pathLst>
          </a:custGeom>
          <a:solidFill>
            <a:srgbClr val="FFFFFF"/>
          </a:solidFill>
          <a:ln w="15666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52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29"/>
          <p:cNvSpPr/>
          <p:nvPr>
            <p:custDataLst>
              <p:tags r:id="rId24"/>
            </p:custDataLst>
          </p:nvPr>
        </p:nvSpPr>
        <p:spPr>
          <a:xfrm rot="20640000">
            <a:off x="4288772" y="4137760"/>
            <a:ext cx="329658" cy="356801"/>
          </a:xfrm>
          <a:custGeom>
            <a:avLst/>
            <a:gdLst>
              <a:gd name="connsiteX0" fmla="*/ 387872 w 387762"/>
              <a:gd name="connsiteY0" fmla="*/ 221813 h 445134"/>
              <a:gd name="connsiteX1" fmla="*/ 244912 w 387762"/>
              <a:gd name="connsiteY1" fmla="*/ 361274 h 445134"/>
              <a:gd name="connsiteX2" fmla="*/ 208881 w 387762"/>
              <a:gd name="connsiteY2" fmla="*/ 325800 h 445134"/>
              <a:gd name="connsiteX3" fmla="*/ 153912 w 387762"/>
              <a:gd name="connsiteY3" fmla="*/ 325800 h 445134"/>
              <a:gd name="connsiteX4" fmla="*/ 153912 w 387762"/>
              <a:gd name="connsiteY4" fmla="*/ 379787 h 445134"/>
              <a:gd name="connsiteX5" fmla="*/ 212166 w 387762"/>
              <a:gd name="connsiteY5" fmla="*/ 445248 h 445134"/>
              <a:gd name="connsiteX6" fmla="*/ 72678 w 387762"/>
              <a:gd name="connsiteY6" fmla="*/ 443376 h 445134"/>
              <a:gd name="connsiteX7" fmla="*/ 109 w 387762"/>
              <a:gd name="connsiteY7" fmla="*/ 369498 h 445134"/>
              <a:gd name="connsiteX8" fmla="*/ 109 w 387762"/>
              <a:gd name="connsiteY8" fmla="*/ 73991 h 445134"/>
              <a:gd name="connsiteX9" fmla="*/ 72678 w 387762"/>
              <a:gd name="connsiteY9" fmla="*/ 114 h 445134"/>
              <a:gd name="connsiteX10" fmla="*/ 314573 w 387762"/>
              <a:gd name="connsiteY10" fmla="*/ 114 h 445134"/>
              <a:gd name="connsiteX11" fmla="*/ 387142 w 387762"/>
              <a:gd name="connsiteY11" fmla="*/ 73991 h 445134"/>
              <a:gd name="connsiteX12" fmla="*/ 387872 w 387762"/>
              <a:gd name="connsiteY12" fmla="*/ 221813 h 445134"/>
              <a:gd name="connsiteX13" fmla="*/ 193625 w 387762"/>
              <a:gd name="connsiteY13" fmla="*/ 197118 h 445134"/>
              <a:gd name="connsiteX14" fmla="*/ 290384 w 387762"/>
              <a:gd name="connsiteY14" fmla="*/ 98617 h 445134"/>
              <a:gd name="connsiteX15" fmla="*/ 266195 w 387762"/>
              <a:gd name="connsiteY15" fmla="*/ 73991 h 445134"/>
              <a:gd name="connsiteX16" fmla="*/ 242004 w 387762"/>
              <a:gd name="connsiteY16" fmla="*/ 98617 h 445134"/>
              <a:gd name="connsiteX17" fmla="*/ 193625 w 387762"/>
              <a:gd name="connsiteY17" fmla="*/ 147868 h 445134"/>
              <a:gd name="connsiteX18" fmla="*/ 145246 w 387762"/>
              <a:gd name="connsiteY18" fmla="*/ 98617 h 445134"/>
              <a:gd name="connsiteX19" fmla="*/ 121057 w 387762"/>
              <a:gd name="connsiteY19" fmla="*/ 73991 h 445134"/>
              <a:gd name="connsiteX20" fmla="*/ 96867 w 387762"/>
              <a:gd name="connsiteY20" fmla="*/ 98617 h 445134"/>
              <a:gd name="connsiteX21" fmla="*/ 193625 w 387762"/>
              <a:gd name="connsiteY21" fmla="*/ 197118 h 44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8" h="701">
                <a:moveTo>
                  <a:pt x="611" y="349"/>
                </a:moveTo>
                <a:lnTo>
                  <a:pt x="386" y="569"/>
                </a:lnTo>
                <a:lnTo>
                  <a:pt x="329" y="513"/>
                </a:lnTo>
                <a:cubicBezTo>
                  <a:pt x="305" y="489"/>
                  <a:pt x="266" y="489"/>
                  <a:pt x="242" y="513"/>
                </a:cubicBezTo>
                <a:cubicBezTo>
                  <a:pt x="218" y="537"/>
                  <a:pt x="218" y="574"/>
                  <a:pt x="242" y="598"/>
                </a:cubicBezTo>
                <a:lnTo>
                  <a:pt x="334" y="701"/>
                </a:lnTo>
                <a:lnTo>
                  <a:pt x="114" y="698"/>
                </a:lnTo>
                <a:cubicBezTo>
                  <a:pt x="50" y="698"/>
                  <a:pt x="0" y="648"/>
                  <a:pt x="0" y="582"/>
                </a:cubicBezTo>
                <a:lnTo>
                  <a:pt x="0" y="116"/>
                </a:lnTo>
                <a:cubicBezTo>
                  <a:pt x="0" y="50"/>
                  <a:pt x="50" y="0"/>
                  <a:pt x="114" y="0"/>
                </a:cubicBezTo>
                <a:lnTo>
                  <a:pt x="495" y="0"/>
                </a:lnTo>
                <a:cubicBezTo>
                  <a:pt x="560" y="0"/>
                  <a:pt x="610" y="50"/>
                  <a:pt x="610" y="116"/>
                </a:cubicBezTo>
                <a:lnTo>
                  <a:pt x="611" y="349"/>
                </a:lnTo>
                <a:close/>
                <a:moveTo>
                  <a:pt x="305" y="310"/>
                </a:moveTo>
                <a:cubicBezTo>
                  <a:pt x="389" y="310"/>
                  <a:pt x="457" y="240"/>
                  <a:pt x="457" y="155"/>
                </a:cubicBezTo>
                <a:cubicBezTo>
                  <a:pt x="457" y="132"/>
                  <a:pt x="442" y="116"/>
                  <a:pt x="419" y="116"/>
                </a:cubicBezTo>
                <a:cubicBezTo>
                  <a:pt x="396" y="116"/>
                  <a:pt x="381" y="132"/>
                  <a:pt x="381" y="155"/>
                </a:cubicBezTo>
                <a:cubicBezTo>
                  <a:pt x="381" y="198"/>
                  <a:pt x="347" y="233"/>
                  <a:pt x="305" y="233"/>
                </a:cubicBezTo>
                <a:cubicBezTo>
                  <a:pt x="263" y="233"/>
                  <a:pt x="229" y="198"/>
                  <a:pt x="229" y="155"/>
                </a:cubicBezTo>
                <a:cubicBezTo>
                  <a:pt x="229" y="132"/>
                  <a:pt x="213" y="116"/>
                  <a:pt x="190" y="116"/>
                </a:cubicBezTo>
                <a:cubicBezTo>
                  <a:pt x="168" y="116"/>
                  <a:pt x="152" y="132"/>
                  <a:pt x="152" y="155"/>
                </a:cubicBezTo>
                <a:cubicBezTo>
                  <a:pt x="152" y="240"/>
                  <a:pt x="221" y="310"/>
                  <a:pt x="305" y="310"/>
                </a:cubicBezTo>
                <a:close/>
                <a:moveTo>
                  <a:pt x="389" y="698"/>
                </a:moveTo>
                <a:cubicBezTo>
                  <a:pt x="377" y="698"/>
                  <a:pt x="366" y="694"/>
                  <a:pt x="358" y="687"/>
                </a:cubicBezTo>
                <a:lnTo>
                  <a:pt x="267" y="590"/>
                </a:lnTo>
                <a:cubicBezTo>
                  <a:pt x="251" y="574"/>
                  <a:pt x="251" y="551"/>
                  <a:pt x="267" y="535"/>
                </a:cubicBezTo>
                <a:cubicBezTo>
                  <a:pt x="282" y="520"/>
                  <a:pt x="305" y="520"/>
                  <a:pt x="320" y="535"/>
                </a:cubicBezTo>
                <a:lnTo>
                  <a:pt x="389" y="605"/>
                </a:lnTo>
                <a:lnTo>
                  <a:pt x="583" y="407"/>
                </a:lnTo>
                <a:cubicBezTo>
                  <a:pt x="598" y="392"/>
                  <a:pt x="621" y="392"/>
                  <a:pt x="636" y="407"/>
                </a:cubicBezTo>
                <a:cubicBezTo>
                  <a:pt x="651" y="423"/>
                  <a:pt x="651" y="446"/>
                  <a:pt x="636" y="462"/>
                </a:cubicBezTo>
                <a:lnTo>
                  <a:pt x="408" y="694"/>
                </a:lnTo>
                <a:lnTo>
                  <a:pt x="389" y="698"/>
                </a:lnTo>
                <a:close/>
              </a:path>
            </a:pathLst>
          </a:custGeom>
          <a:solidFill>
            <a:srgbClr val="FFFFFF"/>
          </a:solidFill>
          <a:ln w="1558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525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1852613" y="41088"/>
            <a:ext cx="584263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2. NỘI DUNG NGHIÊN CỨU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24075" y="751523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i="0" cap="all" dirty="0">
                <a:solidFill>
                  <a:srgbClr val="000000"/>
                </a:solidFill>
              </a:rPr>
              <a:t>CÁC THUẬT TOÁN SỬ DỤNG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74" name="组合 73"/>
          <p:cNvGrpSpPr/>
          <p:nvPr/>
        </p:nvGrpSpPr>
        <p:grpSpPr>
          <a:xfrm>
            <a:off x="2984875" y="1164013"/>
            <a:ext cx="3174250" cy="3174250"/>
            <a:chOff x="2511009" y="623160"/>
            <a:chExt cx="4121982" cy="4121982"/>
          </a:xfrm>
        </p:grpSpPr>
        <p:sp>
          <p:nvSpPr>
            <p:cNvPr id="71" name="椭圆 70"/>
            <p:cNvSpPr/>
            <p:nvPr/>
          </p:nvSpPr>
          <p:spPr>
            <a:xfrm>
              <a:off x="3073512" y="1185663"/>
              <a:ext cx="2996977" cy="2996977"/>
            </a:xfrm>
            <a:prstGeom prst="ellipse">
              <a:avLst/>
            </a:prstGeom>
            <a:gradFill flip="none" rotWithShape="1">
              <a:gsLst>
                <a:gs pos="51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2511009" y="623160"/>
              <a:ext cx="4121982" cy="4121982"/>
            </a:xfrm>
            <a:prstGeom prst="ellipse">
              <a:avLst/>
            </a:prstGeom>
            <a:noFill/>
            <a:ln w="19050" cap="flat" cmpd="sng" algn="ctr">
              <a:gradFill flip="none" rotWithShape="1">
                <a:gsLst>
                  <a:gs pos="0">
                    <a:srgbClr val="062338"/>
                  </a:gs>
                  <a:gs pos="75000">
                    <a:srgbClr val="062338">
                      <a:alpha val="4000"/>
                    </a:srgbClr>
                  </a:gs>
                  <a:gs pos="37000">
                    <a:srgbClr val="062338">
                      <a:alpha val="4000"/>
                    </a:srgbClr>
                  </a:gs>
                  <a:gs pos="100000">
                    <a:srgbClr val="062338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3611705" y="1721885"/>
              <a:ext cx="1920590" cy="1920591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00"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sp>
        <p:nvSpPr>
          <p:cNvPr id="76" name="椭圆 75"/>
          <p:cNvSpPr/>
          <p:nvPr/>
        </p:nvSpPr>
        <p:spPr>
          <a:xfrm>
            <a:off x="3172596" y="1591238"/>
            <a:ext cx="341523" cy="341523"/>
          </a:xfrm>
          <a:prstGeom prst="ellipse">
            <a:avLst/>
          </a:prstGeom>
          <a:solidFill>
            <a:srgbClr val="D6FBFF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3172596" y="3542974"/>
            <a:ext cx="341523" cy="341523"/>
          </a:xfrm>
          <a:prstGeom prst="ellipse">
            <a:avLst/>
          </a:prstGeom>
          <a:solidFill>
            <a:srgbClr val="FEE3C7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5653567" y="3542974"/>
            <a:ext cx="341523" cy="341523"/>
          </a:xfrm>
          <a:prstGeom prst="ellipse">
            <a:avLst/>
          </a:prstGeom>
          <a:solidFill>
            <a:srgbClr val="FEEB97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5653567" y="1591238"/>
            <a:ext cx="341523" cy="341523"/>
          </a:xfrm>
          <a:prstGeom prst="ellipse">
            <a:avLst/>
          </a:prstGeom>
          <a:solidFill>
            <a:srgbClr val="CFE5FE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5405" y="1346835"/>
            <a:ext cx="2893695" cy="385445"/>
          </a:xfrm>
          <a:prstGeom prst="roundRect">
            <a:avLst>
              <a:gd name="adj" fmla="val 50000"/>
            </a:avLst>
          </a:prstGeom>
          <a:solidFill>
            <a:srgbClr val="D6FBFF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b="1">
                <a:solidFill>
                  <a:srgbClr val="062338"/>
                </a:solidFill>
                <a:latin typeface="Calibri" panose="020F0502020204030204" charset="0"/>
                <a:ea typeface="+mj-ea"/>
                <a:cs typeface="Calibri" panose="020F0502020204030204" charset="0"/>
              </a:rPr>
              <a:t>SVD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184785" y="1729740"/>
            <a:ext cx="27571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Phân tích sở thích người dùng từ </a:t>
            </a:r>
          </a:p>
          <a:p>
            <a:pPr algn="l">
              <a:lnSpc>
                <a:spcPct val="150000"/>
              </a:lnSpc>
            </a:pPr>
            <a:r>
              <a:rPr lang="en-US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lịch sử đánh giá và đặt món để đưa ra gợi ý cá nhân hóa.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65405" y="3368675"/>
            <a:ext cx="2872740" cy="385445"/>
          </a:xfrm>
          <a:prstGeom prst="roundRect">
            <a:avLst>
              <a:gd name="adj" fmla="val 50000"/>
            </a:avLst>
          </a:prstGeom>
          <a:solidFill>
            <a:srgbClr val="FEE3C7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b="1">
                <a:solidFill>
                  <a:srgbClr val="062338"/>
                </a:solidFill>
                <a:latin typeface="Calibri" panose="020F0502020204030204" charset="0"/>
                <a:ea typeface="+mj-ea"/>
                <a:cs typeface="Calibri" panose="020F0502020204030204" charset="0"/>
              </a:rPr>
              <a:t>Apriori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321" y="3754120"/>
            <a:ext cx="257271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Phân tích các món thường được khách hàng gọi cùng nhau để gợi ý món ăn kèm hoặc combo</a:t>
            </a:r>
          </a:p>
        </p:txBody>
      </p:sp>
      <p:sp>
        <p:nvSpPr>
          <p:cNvPr id="84" name="矩形: 圆角 83"/>
          <p:cNvSpPr/>
          <p:nvPr/>
        </p:nvSpPr>
        <p:spPr>
          <a:xfrm>
            <a:off x="6097905" y="1346835"/>
            <a:ext cx="2905760" cy="385445"/>
          </a:xfrm>
          <a:prstGeom prst="roundRect">
            <a:avLst>
              <a:gd name="adj" fmla="val 50000"/>
            </a:avLst>
          </a:prstGeom>
          <a:solidFill>
            <a:srgbClr val="CFE5FE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>
                <a:solidFill>
                  <a:srgbClr val="062338"/>
                </a:solidFill>
                <a:latin typeface="Calibri" panose="020F0502020204030204" charset="0"/>
                <a:ea typeface="+mj-ea"/>
                <a:cs typeface="Calibri" panose="020F0502020204030204" charset="0"/>
              </a:rPr>
              <a:t>TF-IDF + Cosine Similarity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6284740" y="1729592"/>
            <a:ext cx="26029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Phân tích mô tả món ăn và đo độ tương đồng để đề xuất các món có đặc điểm gần giống.</a:t>
            </a:r>
          </a:p>
        </p:txBody>
      </p:sp>
      <p:sp>
        <p:nvSpPr>
          <p:cNvPr id="86" name="矩形: 圆角 85"/>
          <p:cNvSpPr/>
          <p:nvPr/>
        </p:nvSpPr>
        <p:spPr>
          <a:xfrm>
            <a:off x="6200140" y="3368675"/>
            <a:ext cx="2803525" cy="385445"/>
          </a:xfrm>
          <a:prstGeom prst="roundRect">
            <a:avLst>
              <a:gd name="adj" fmla="val 50000"/>
            </a:avLst>
          </a:prstGeom>
          <a:solidFill>
            <a:srgbClr val="FEEB97"/>
          </a:solidFill>
          <a:ln w="19050">
            <a:solidFill>
              <a:srgbClr val="06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600">
                <a:solidFill>
                  <a:srgbClr val="062338"/>
                </a:solidFill>
                <a:latin typeface="+mj-ea"/>
                <a:ea typeface="+mj-ea"/>
                <a:cs typeface="Inter" panose="02000503000000020004" charset="0"/>
              </a:rPr>
              <a:t>RAG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6200140" y="3714750"/>
            <a:ext cx="28797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Kết hợp truy xuất dữ liệu với mô hình ngôn ngữ lớn để chatbot trả lời chính xác theo ngữ cảnh và dữ liệu thực tế.</a:t>
            </a:r>
          </a:p>
        </p:txBody>
      </p:sp>
      <p:grpSp>
        <p:nvGrpSpPr>
          <p:cNvPr id="165" name="Group 134"/>
          <p:cNvGrpSpPr>
            <a:grpSpLocks noChangeAspect="1"/>
          </p:cNvGrpSpPr>
          <p:nvPr/>
        </p:nvGrpSpPr>
        <p:grpSpPr bwMode="auto">
          <a:xfrm>
            <a:off x="3827550" y="1622166"/>
            <a:ext cx="1243718" cy="1827616"/>
            <a:chOff x="2432" y="959"/>
            <a:chExt cx="901" cy="1324"/>
          </a:xfrm>
        </p:grpSpPr>
        <p:grpSp>
          <p:nvGrpSpPr>
            <p:cNvPr id="167" name="Group 335"/>
            <p:cNvGrpSpPr/>
            <p:nvPr/>
          </p:nvGrpSpPr>
          <p:grpSpPr bwMode="auto">
            <a:xfrm>
              <a:off x="2432" y="961"/>
              <a:ext cx="901" cy="1322"/>
              <a:chOff x="2432" y="961"/>
              <a:chExt cx="901" cy="1322"/>
            </a:xfrm>
          </p:grpSpPr>
          <p:sp>
            <p:nvSpPr>
              <p:cNvPr id="448" name="Freeform 135"/>
              <p:cNvSpPr/>
              <p:nvPr/>
            </p:nvSpPr>
            <p:spPr bwMode="auto">
              <a:xfrm>
                <a:off x="2432" y="1219"/>
                <a:ext cx="57" cy="278"/>
              </a:xfrm>
              <a:custGeom>
                <a:avLst/>
                <a:gdLst>
                  <a:gd name="T0" fmla="*/ 15 w 24"/>
                  <a:gd name="T1" fmla="*/ 16 h 117"/>
                  <a:gd name="T2" fmla="*/ 15 w 24"/>
                  <a:gd name="T3" fmla="*/ 12 h 117"/>
                  <a:gd name="T4" fmla="*/ 17 w 24"/>
                  <a:gd name="T5" fmla="*/ 9 h 117"/>
                  <a:gd name="T6" fmla="*/ 17 w 24"/>
                  <a:gd name="T7" fmla="*/ 5 h 117"/>
                  <a:gd name="T8" fmla="*/ 19 w 24"/>
                  <a:gd name="T9" fmla="*/ 3 h 117"/>
                  <a:gd name="T10" fmla="*/ 19 w 24"/>
                  <a:gd name="T11" fmla="*/ 1 h 117"/>
                  <a:gd name="T12" fmla="*/ 22 w 24"/>
                  <a:gd name="T13" fmla="*/ 1 h 117"/>
                  <a:gd name="T14" fmla="*/ 20 w 24"/>
                  <a:gd name="T15" fmla="*/ 20 h 117"/>
                  <a:gd name="T16" fmla="*/ 7 w 24"/>
                  <a:gd name="T17" fmla="*/ 96 h 117"/>
                  <a:gd name="T18" fmla="*/ 7 w 24"/>
                  <a:gd name="T19" fmla="*/ 101 h 117"/>
                  <a:gd name="T20" fmla="*/ 4 w 24"/>
                  <a:gd name="T21" fmla="*/ 116 h 117"/>
                  <a:gd name="T22" fmla="*/ 1 w 24"/>
                  <a:gd name="T23" fmla="*/ 112 h 117"/>
                  <a:gd name="T24" fmla="*/ 0 w 24"/>
                  <a:gd name="T25" fmla="*/ 101 h 117"/>
                  <a:gd name="T26" fmla="*/ 0 w 24"/>
                  <a:gd name="T27" fmla="*/ 68 h 117"/>
                  <a:gd name="T28" fmla="*/ 2 w 24"/>
                  <a:gd name="T29" fmla="*/ 66 h 117"/>
                  <a:gd name="T30" fmla="*/ 2 w 24"/>
                  <a:gd name="T31" fmla="*/ 66 h 117"/>
                  <a:gd name="T32" fmla="*/ 4 w 24"/>
                  <a:gd name="T33" fmla="*/ 64 h 117"/>
                  <a:gd name="T34" fmla="*/ 6 w 24"/>
                  <a:gd name="T35" fmla="*/ 47 h 117"/>
                  <a:gd name="T36" fmla="*/ 8 w 24"/>
                  <a:gd name="T37" fmla="*/ 45 h 117"/>
                  <a:gd name="T38" fmla="*/ 8 w 24"/>
                  <a:gd name="T39" fmla="*/ 39 h 117"/>
                  <a:gd name="T40" fmla="*/ 9 w 24"/>
                  <a:gd name="T41" fmla="*/ 37 h 117"/>
                  <a:gd name="T42" fmla="*/ 10 w 24"/>
                  <a:gd name="T43" fmla="*/ 30 h 117"/>
                  <a:gd name="T44" fmla="*/ 11 w 24"/>
                  <a:gd name="T45" fmla="*/ 28 h 117"/>
                  <a:gd name="T46" fmla="*/ 12 w 24"/>
                  <a:gd name="T47" fmla="*/ 22 h 117"/>
                  <a:gd name="T48" fmla="*/ 13 w 24"/>
                  <a:gd name="T49" fmla="*/ 20 h 117"/>
                  <a:gd name="T50" fmla="*/ 13 w 24"/>
                  <a:gd name="T51" fmla="*/ 18 h 117"/>
                  <a:gd name="T52" fmla="*/ 15 w 24"/>
                  <a:gd name="T53" fmla="*/ 1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" h="117">
                    <a:moveTo>
                      <a:pt x="15" y="16"/>
                    </a:moveTo>
                    <a:cubicBezTo>
                      <a:pt x="15" y="15"/>
                      <a:pt x="15" y="14"/>
                      <a:pt x="15" y="12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7" y="7"/>
                      <a:pt x="17" y="6"/>
                      <a:pt x="17" y="5"/>
                    </a:cubicBezTo>
                    <a:cubicBezTo>
                      <a:pt x="18" y="4"/>
                      <a:pt x="19" y="3"/>
                      <a:pt x="19" y="3"/>
                    </a:cubicBezTo>
                    <a:cubicBezTo>
                      <a:pt x="19" y="2"/>
                      <a:pt x="19" y="2"/>
                      <a:pt x="19" y="1"/>
                    </a:cubicBezTo>
                    <a:cubicBezTo>
                      <a:pt x="20" y="0"/>
                      <a:pt x="21" y="0"/>
                      <a:pt x="22" y="1"/>
                    </a:cubicBezTo>
                    <a:cubicBezTo>
                      <a:pt x="24" y="8"/>
                      <a:pt x="22" y="14"/>
                      <a:pt x="20" y="20"/>
                    </a:cubicBezTo>
                    <a:cubicBezTo>
                      <a:pt x="11" y="45"/>
                      <a:pt x="5" y="70"/>
                      <a:pt x="7" y="96"/>
                    </a:cubicBezTo>
                    <a:cubicBezTo>
                      <a:pt x="7" y="98"/>
                      <a:pt x="7" y="100"/>
                      <a:pt x="7" y="101"/>
                    </a:cubicBezTo>
                    <a:cubicBezTo>
                      <a:pt x="6" y="106"/>
                      <a:pt x="8" y="111"/>
                      <a:pt x="4" y="116"/>
                    </a:cubicBezTo>
                    <a:cubicBezTo>
                      <a:pt x="1" y="117"/>
                      <a:pt x="1" y="114"/>
                      <a:pt x="1" y="112"/>
                    </a:cubicBezTo>
                    <a:cubicBezTo>
                      <a:pt x="0" y="109"/>
                      <a:pt x="2" y="104"/>
                      <a:pt x="0" y="101"/>
                    </a:cubicBezTo>
                    <a:cubicBezTo>
                      <a:pt x="0" y="90"/>
                      <a:pt x="0" y="79"/>
                      <a:pt x="0" y="68"/>
                    </a:cubicBezTo>
                    <a:cubicBezTo>
                      <a:pt x="1" y="67"/>
                      <a:pt x="1" y="67"/>
                      <a:pt x="2" y="66"/>
                    </a:cubicBezTo>
                    <a:cubicBezTo>
                      <a:pt x="2" y="66"/>
                      <a:pt x="2" y="66"/>
                      <a:pt x="2" y="66"/>
                    </a:cubicBezTo>
                    <a:cubicBezTo>
                      <a:pt x="3" y="66"/>
                      <a:pt x="3" y="65"/>
                      <a:pt x="4" y="64"/>
                    </a:cubicBezTo>
                    <a:cubicBezTo>
                      <a:pt x="3" y="58"/>
                      <a:pt x="6" y="53"/>
                      <a:pt x="6" y="47"/>
                    </a:cubicBezTo>
                    <a:cubicBezTo>
                      <a:pt x="6" y="46"/>
                      <a:pt x="7" y="46"/>
                      <a:pt x="8" y="45"/>
                    </a:cubicBezTo>
                    <a:cubicBezTo>
                      <a:pt x="8" y="43"/>
                      <a:pt x="8" y="41"/>
                      <a:pt x="8" y="39"/>
                    </a:cubicBezTo>
                    <a:cubicBezTo>
                      <a:pt x="8" y="39"/>
                      <a:pt x="9" y="38"/>
                      <a:pt x="9" y="37"/>
                    </a:cubicBezTo>
                    <a:cubicBezTo>
                      <a:pt x="9" y="35"/>
                      <a:pt x="10" y="32"/>
                      <a:pt x="10" y="30"/>
                    </a:cubicBezTo>
                    <a:cubicBezTo>
                      <a:pt x="10" y="29"/>
                      <a:pt x="11" y="28"/>
                      <a:pt x="11" y="28"/>
                    </a:cubicBezTo>
                    <a:cubicBezTo>
                      <a:pt x="11" y="26"/>
                      <a:pt x="11" y="24"/>
                      <a:pt x="12" y="22"/>
                    </a:cubicBezTo>
                    <a:cubicBezTo>
                      <a:pt x="12" y="21"/>
                      <a:pt x="13" y="21"/>
                      <a:pt x="13" y="20"/>
                    </a:cubicBezTo>
                    <a:cubicBezTo>
                      <a:pt x="13" y="19"/>
                      <a:pt x="13" y="19"/>
                      <a:pt x="13" y="18"/>
                    </a:cubicBezTo>
                    <a:cubicBezTo>
                      <a:pt x="14" y="18"/>
                      <a:pt x="15" y="17"/>
                      <a:pt x="15" y="16"/>
                    </a:cubicBezTo>
                    <a:close/>
                  </a:path>
                </a:pathLst>
              </a:custGeom>
              <a:solidFill>
                <a:srgbClr val="FFF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9" name="Freeform 136"/>
              <p:cNvSpPr/>
              <p:nvPr/>
            </p:nvSpPr>
            <p:spPr bwMode="auto">
              <a:xfrm>
                <a:off x="2432" y="1459"/>
                <a:ext cx="12" cy="45"/>
              </a:xfrm>
              <a:custGeom>
                <a:avLst/>
                <a:gdLst>
                  <a:gd name="T0" fmla="*/ 0 w 5"/>
                  <a:gd name="T1" fmla="*/ 0 h 19"/>
                  <a:gd name="T2" fmla="*/ 2 w 5"/>
                  <a:gd name="T3" fmla="*/ 7 h 19"/>
                  <a:gd name="T4" fmla="*/ 4 w 5"/>
                  <a:gd name="T5" fmla="*/ 15 h 19"/>
                  <a:gd name="T6" fmla="*/ 5 w 5"/>
                  <a:gd name="T7" fmla="*/ 18 h 19"/>
                  <a:gd name="T8" fmla="*/ 4 w 5"/>
                  <a:gd name="T9" fmla="*/ 19 h 19"/>
                  <a:gd name="T10" fmla="*/ 0 w 5"/>
                  <a:gd name="T11" fmla="*/ 17 h 19"/>
                  <a:gd name="T12" fmla="*/ 0 w 5"/>
                  <a:gd name="T1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19">
                    <a:moveTo>
                      <a:pt x="0" y="0"/>
                    </a:moveTo>
                    <a:cubicBezTo>
                      <a:pt x="3" y="2"/>
                      <a:pt x="2" y="5"/>
                      <a:pt x="2" y="7"/>
                    </a:cubicBezTo>
                    <a:cubicBezTo>
                      <a:pt x="2" y="10"/>
                      <a:pt x="1" y="13"/>
                      <a:pt x="4" y="15"/>
                    </a:cubicBezTo>
                    <a:cubicBezTo>
                      <a:pt x="5" y="16"/>
                      <a:pt x="5" y="17"/>
                      <a:pt x="5" y="18"/>
                    </a:cubicBezTo>
                    <a:cubicBezTo>
                      <a:pt x="4" y="18"/>
                      <a:pt x="4" y="19"/>
                      <a:pt x="4" y="19"/>
                    </a:cubicBezTo>
                    <a:cubicBezTo>
                      <a:pt x="3" y="18"/>
                      <a:pt x="1" y="18"/>
                      <a:pt x="0" y="17"/>
                    </a:cubicBezTo>
                    <a:cubicBezTo>
                      <a:pt x="0" y="11"/>
                      <a:pt x="0" y="5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0" name="Freeform 137"/>
              <p:cNvSpPr/>
              <p:nvPr/>
            </p:nvSpPr>
            <p:spPr bwMode="auto">
              <a:xfrm>
                <a:off x="2432" y="1376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1" name="Freeform 138"/>
              <p:cNvSpPr/>
              <p:nvPr/>
            </p:nvSpPr>
            <p:spPr bwMode="auto">
              <a:xfrm>
                <a:off x="2781" y="1076"/>
                <a:ext cx="299" cy="378"/>
              </a:xfrm>
              <a:custGeom>
                <a:avLst/>
                <a:gdLst>
                  <a:gd name="T0" fmla="*/ 88 w 125"/>
                  <a:gd name="T1" fmla="*/ 1 h 159"/>
                  <a:gd name="T2" fmla="*/ 90 w 125"/>
                  <a:gd name="T3" fmla="*/ 1 h 159"/>
                  <a:gd name="T4" fmla="*/ 102 w 125"/>
                  <a:gd name="T5" fmla="*/ 3 h 159"/>
                  <a:gd name="T6" fmla="*/ 102 w 125"/>
                  <a:gd name="T7" fmla="*/ 3 h 159"/>
                  <a:gd name="T8" fmla="*/ 109 w 125"/>
                  <a:gd name="T9" fmla="*/ 5 h 159"/>
                  <a:gd name="T10" fmla="*/ 109 w 125"/>
                  <a:gd name="T11" fmla="*/ 5 h 159"/>
                  <a:gd name="T12" fmla="*/ 113 w 125"/>
                  <a:gd name="T13" fmla="*/ 7 h 159"/>
                  <a:gd name="T14" fmla="*/ 118 w 125"/>
                  <a:gd name="T15" fmla="*/ 14 h 159"/>
                  <a:gd name="T16" fmla="*/ 107 w 125"/>
                  <a:gd name="T17" fmla="*/ 12 h 159"/>
                  <a:gd name="T18" fmla="*/ 76 w 125"/>
                  <a:gd name="T19" fmla="*/ 13 h 159"/>
                  <a:gd name="T20" fmla="*/ 74 w 125"/>
                  <a:gd name="T21" fmla="*/ 28 h 159"/>
                  <a:gd name="T22" fmla="*/ 95 w 125"/>
                  <a:gd name="T23" fmla="*/ 42 h 159"/>
                  <a:gd name="T24" fmla="*/ 118 w 125"/>
                  <a:gd name="T25" fmla="*/ 53 h 159"/>
                  <a:gd name="T26" fmla="*/ 124 w 125"/>
                  <a:gd name="T27" fmla="*/ 54 h 159"/>
                  <a:gd name="T28" fmla="*/ 117 w 125"/>
                  <a:gd name="T29" fmla="*/ 69 h 159"/>
                  <a:gd name="T30" fmla="*/ 91 w 125"/>
                  <a:gd name="T31" fmla="*/ 76 h 159"/>
                  <a:gd name="T32" fmla="*/ 89 w 125"/>
                  <a:gd name="T33" fmla="*/ 79 h 159"/>
                  <a:gd name="T34" fmla="*/ 88 w 125"/>
                  <a:gd name="T35" fmla="*/ 95 h 159"/>
                  <a:gd name="T36" fmla="*/ 104 w 125"/>
                  <a:gd name="T37" fmla="*/ 94 h 159"/>
                  <a:gd name="T38" fmla="*/ 111 w 125"/>
                  <a:gd name="T39" fmla="*/ 91 h 159"/>
                  <a:gd name="T40" fmla="*/ 112 w 125"/>
                  <a:gd name="T41" fmla="*/ 93 h 159"/>
                  <a:gd name="T42" fmla="*/ 108 w 125"/>
                  <a:gd name="T43" fmla="*/ 104 h 159"/>
                  <a:gd name="T44" fmla="*/ 99 w 125"/>
                  <a:gd name="T45" fmla="*/ 123 h 159"/>
                  <a:gd name="T46" fmla="*/ 87 w 125"/>
                  <a:gd name="T47" fmla="*/ 131 h 159"/>
                  <a:gd name="T48" fmla="*/ 83 w 125"/>
                  <a:gd name="T49" fmla="*/ 133 h 159"/>
                  <a:gd name="T50" fmla="*/ 56 w 125"/>
                  <a:gd name="T51" fmla="*/ 150 h 159"/>
                  <a:gd name="T52" fmla="*/ 45 w 125"/>
                  <a:gd name="T53" fmla="*/ 159 h 159"/>
                  <a:gd name="T54" fmla="*/ 39 w 125"/>
                  <a:gd name="T55" fmla="*/ 156 h 159"/>
                  <a:gd name="T56" fmla="*/ 32 w 125"/>
                  <a:gd name="T57" fmla="*/ 149 h 159"/>
                  <a:gd name="T58" fmla="*/ 14 w 125"/>
                  <a:gd name="T59" fmla="*/ 147 h 159"/>
                  <a:gd name="T60" fmla="*/ 2 w 125"/>
                  <a:gd name="T61" fmla="*/ 134 h 159"/>
                  <a:gd name="T62" fmla="*/ 20 w 125"/>
                  <a:gd name="T63" fmla="*/ 108 h 159"/>
                  <a:gd name="T64" fmla="*/ 26 w 125"/>
                  <a:gd name="T65" fmla="*/ 95 h 159"/>
                  <a:gd name="T66" fmla="*/ 26 w 125"/>
                  <a:gd name="T67" fmla="*/ 87 h 159"/>
                  <a:gd name="T68" fmla="*/ 32 w 125"/>
                  <a:gd name="T69" fmla="*/ 74 h 159"/>
                  <a:gd name="T70" fmla="*/ 34 w 125"/>
                  <a:gd name="T71" fmla="*/ 72 h 159"/>
                  <a:gd name="T72" fmla="*/ 37 w 125"/>
                  <a:gd name="T73" fmla="*/ 71 h 159"/>
                  <a:gd name="T74" fmla="*/ 49 w 125"/>
                  <a:gd name="T75" fmla="*/ 65 h 159"/>
                  <a:gd name="T76" fmla="*/ 52 w 125"/>
                  <a:gd name="T77" fmla="*/ 67 h 159"/>
                  <a:gd name="T78" fmla="*/ 44 w 125"/>
                  <a:gd name="T79" fmla="*/ 101 h 159"/>
                  <a:gd name="T80" fmla="*/ 36 w 125"/>
                  <a:gd name="T81" fmla="*/ 110 h 159"/>
                  <a:gd name="T82" fmla="*/ 23 w 125"/>
                  <a:gd name="T83" fmla="*/ 131 h 159"/>
                  <a:gd name="T84" fmla="*/ 45 w 125"/>
                  <a:gd name="T85" fmla="*/ 139 h 159"/>
                  <a:gd name="T86" fmla="*/ 51 w 125"/>
                  <a:gd name="T87" fmla="*/ 138 h 159"/>
                  <a:gd name="T88" fmla="*/ 46 w 125"/>
                  <a:gd name="T89" fmla="*/ 135 h 159"/>
                  <a:gd name="T90" fmla="*/ 46 w 125"/>
                  <a:gd name="T91" fmla="*/ 120 h 159"/>
                  <a:gd name="T92" fmla="*/ 50 w 125"/>
                  <a:gd name="T93" fmla="*/ 118 h 159"/>
                  <a:gd name="T94" fmla="*/ 69 w 125"/>
                  <a:gd name="T95" fmla="*/ 92 h 159"/>
                  <a:gd name="T96" fmla="*/ 81 w 125"/>
                  <a:gd name="T97" fmla="*/ 70 h 159"/>
                  <a:gd name="T98" fmla="*/ 86 w 125"/>
                  <a:gd name="T99" fmla="*/ 55 h 159"/>
                  <a:gd name="T100" fmla="*/ 70 w 125"/>
                  <a:gd name="T101" fmla="*/ 53 h 159"/>
                  <a:gd name="T102" fmla="*/ 59 w 125"/>
                  <a:gd name="T103" fmla="*/ 55 h 159"/>
                  <a:gd name="T104" fmla="*/ 57 w 125"/>
                  <a:gd name="T105" fmla="*/ 50 h 159"/>
                  <a:gd name="T106" fmla="*/ 53 w 125"/>
                  <a:gd name="T107" fmla="*/ 39 h 159"/>
                  <a:gd name="T108" fmla="*/ 46 w 125"/>
                  <a:gd name="T109" fmla="*/ 27 h 159"/>
                  <a:gd name="T110" fmla="*/ 42 w 125"/>
                  <a:gd name="T111" fmla="*/ 17 h 159"/>
                  <a:gd name="T112" fmla="*/ 47 w 125"/>
                  <a:gd name="T113" fmla="*/ 10 h 159"/>
                  <a:gd name="T114" fmla="*/ 52 w 125"/>
                  <a:gd name="T115" fmla="*/ 5 h 159"/>
                  <a:gd name="T116" fmla="*/ 52 w 125"/>
                  <a:gd name="T117" fmla="*/ 5 h 159"/>
                  <a:gd name="T118" fmla="*/ 56 w 125"/>
                  <a:gd name="T119" fmla="*/ 1 h 159"/>
                  <a:gd name="T120" fmla="*/ 56 w 125"/>
                  <a:gd name="T121" fmla="*/ 1 h 159"/>
                  <a:gd name="T122" fmla="*/ 88 w 125"/>
                  <a:gd name="T123" fmla="*/ 1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5" h="159">
                    <a:moveTo>
                      <a:pt x="88" y="1"/>
                    </a:moveTo>
                    <a:cubicBezTo>
                      <a:pt x="89" y="1"/>
                      <a:pt x="89" y="2"/>
                      <a:pt x="90" y="1"/>
                    </a:cubicBezTo>
                    <a:cubicBezTo>
                      <a:pt x="94" y="4"/>
                      <a:pt x="98" y="1"/>
                      <a:pt x="102" y="3"/>
                    </a:cubicBezTo>
                    <a:cubicBezTo>
                      <a:pt x="102" y="3"/>
                      <a:pt x="102" y="3"/>
                      <a:pt x="102" y="3"/>
                    </a:cubicBezTo>
                    <a:cubicBezTo>
                      <a:pt x="104" y="5"/>
                      <a:pt x="107" y="3"/>
                      <a:pt x="109" y="5"/>
                    </a:cubicBezTo>
                    <a:cubicBezTo>
                      <a:pt x="109" y="5"/>
                      <a:pt x="109" y="5"/>
                      <a:pt x="109" y="5"/>
                    </a:cubicBezTo>
                    <a:cubicBezTo>
                      <a:pt x="110" y="6"/>
                      <a:pt x="112" y="6"/>
                      <a:pt x="113" y="7"/>
                    </a:cubicBezTo>
                    <a:cubicBezTo>
                      <a:pt x="116" y="8"/>
                      <a:pt x="121" y="8"/>
                      <a:pt x="118" y="14"/>
                    </a:cubicBezTo>
                    <a:cubicBezTo>
                      <a:pt x="114" y="15"/>
                      <a:pt x="111" y="13"/>
                      <a:pt x="107" y="12"/>
                    </a:cubicBezTo>
                    <a:cubicBezTo>
                      <a:pt x="97" y="8"/>
                      <a:pt x="86" y="9"/>
                      <a:pt x="76" y="13"/>
                    </a:cubicBezTo>
                    <a:cubicBezTo>
                      <a:pt x="67" y="16"/>
                      <a:pt x="67" y="22"/>
                      <a:pt x="74" y="28"/>
                    </a:cubicBezTo>
                    <a:cubicBezTo>
                      <a:pt x="81" y="33"/>
                      <a:pt x="88" y="37"/>
                      <a:pt x="95" y="42"/>
                    </a:cubicBezTo>
                    <a:cubicBezTo>
                      <a:pt x="100" y="51"/>
                      <a:pt x="108" y="54"/>
                      <a:pt x="118" y="53"/>
                    </a:cubicBezTo>
                    <a:cubicBezTo>
                      <a:pt x="120" y="53"/>
                      <a:pt x="122" y="53"/>
                      <a:pt x="124" y="54"/>
                    </a:cubicBezTo>
                    <a:cubicBezTo>
                      <a:pt x="125" y="61"/>
                      <a:pt x="119" y="64"/>
                      <a:pt x="117" y="69"/>
                    </a:cubicBezTo>
                    <a:cubicBezTo>
                      <a:pt x="107" y="68"/>
                      <a:pt x="98" y="67"/>
                      <a:pt x="91" y="76"/>
                    </a:cubicBezTo>
                    <a:cubicBezTo>
                      <a:pt x="90" y="77"/>
                      <a:pt x="89" y="78"/>
                      <a:pt x="89" y="79"/>
                    </a:cubicBezTo>
                    <a:cubicBezTo>
                      <a:pt x="87" y="84"/>
                      <a:pt x="83" y="90"/>
                      <a:pt x="88" y="95"/>
                    </a:cubicBezTo>
                    <a:cubicBezTo>
                      <a:pt x="92" y="99"/>
                      <a:pt x="99" y="97"/>
                      <a:pt x="104" y="94"/>
                    </a:cubicBezTo>
                    <a:cubicBezTo>
                      <a:pt x="106" y="93"/>
                      <a:pt x="108" y="91"/>
                      <a:pt x="111" y="91"/>
                    </a:cubicBezTo>
                    <a:cubicBezTo>
                      <a:pt x="112" y="92"/>
                      <a:pt x="112" y="92"/>
                      <a:pt x="112" y="93"/>
                    </a:cubicBezTo>
                    <a:cubicBezTo>
                      <a:pt x="113" y="98"/>
                      <a:pt x="110" y="101"/>
                      <a:pt x="108" y="104"/>
                    </a:cubicBezTo>
                    <a:cubicBezTo>
                      <a:pt x="103" y="110"/>
                      <a:pt x="105" y="118"/>
                      <a:pt x="99" y="123"/>
                    </a:cubicBezTo>
                    <a:cubicBezTo>
                      <a:pt x="95" y="125"/>
                      <a:pt x="89" y="125"/>
                      <a:pt x="87" y="131"/>
                    </a:cubicBezTo>
                    <a:cubicBezTo>
                      <a:pt x="86" y="133"/>
                      <a:pt x="85" y="133"/>
                      <a:pt x="83" y="133"/>
                    </a:cubicBezTo>
                    <a:cubicBezTo>
                      <a:pt x="69" y="131"/>
                      <a:pt x="63" y="141"/>
                      <a:pt x="56" y="150"/>
                    </a:cubicBezTo>
                    <a:cubicBezTo>
                      <a:pt x="53" y="154"/>
                      <a:pt x="50" y="158"/>
                      <a:pt x="45" y="159"/>
                    </a:cubicBezTo>
                    <a:cubicBezTo>
                      <a:pt x="43" y="159"/>
                      <a:pt x="41" y="158"/>
                      <a:pt x="39" y="156"/>
                    </a:cubicBezTo>
                    <a:cubicBezTo>
                      <a:pt x="37" y="154"/>
                      <a:pt x="35" y="150"/>
                      <a:pt x="32" y="149"/>
                    </a:cubicBezTo>
                    <a:cubicBezTo>
                      <a:pt x="26" y="147"/>
                      <a:pt x="20" y="149"/>
                      <a:pt x="14" y="147"/>
                    </a:cubicBezTo>
                    <a:cubicBezTo>
                      <a:pt x="7" y="146"/>
                      <a:pt x="3" y="141"/>
                      <a:pt x="2" y="134"/>
                    </a:cubicBezTo>
                    <a:cubicBezTo>
                      <a:pt x="0" y="121"/>
                      <a:pt x="11" y="114"/>
                      <a:pt x="20" y="108"/>
                    </a:cubicBezTo>
                    <a:cubicBezTo>
                      <a:pt x="24" y="104"/>
                      <a:pt x="27" y="101"/>
                      <a:pt x="26" y="95"/>
                    </a:cubicBezTo>
                    <a:cubicBezTo>
                      <a:pt x="26" y="93"/>
                      <a:pt x="26" y="90"/>
                      <a:pt x="26" y="87"/>
                    </a:cubicBezTo>
                    <a:cubicBezTo>
                      <a:pt x="27" y="82"/>
                      <a:pt x="29" y="78"/>
                      <a:pt x="32" y="74"/>
                    </a:cubicBezTo>
                    <a:cubicBezTo>
                      <a:pt x="33" y="74"/>
                      <a:pt x="34" y="73"/>
                      <a:pt x="34" y="72"/>
                    </a:cubicBezTo>
                    <a:cubicBezTo>
                      <a:pt x="35" y="72"/>
                      <a:pt x="36" y="71"/>
                      <a:pt x="37" y="71"/>
                    </a:cubicBezTo>
                    <a:cubicBezTo>
                      <a:pt x="40" y="68"/>
                      <a:pt x="44" y="66"/>
                      <a:pt x="49" y="65"/>
                    </a:cubicBezTo>
                    <a:cubicBezTo>
                      <a:pt x="50" y="65"/>
                      <a:pt x="51" y="66"/>
                      <a:pt x="52" y="67"/>
                    </a:cubicBezTo>
                    <a:cubicBezTo>
                      <a:pt x="49" y="78"/>
                      <a:pt x="45" y="89"/>
                      <a:pt x="44" y="101"/>
                    </a:cubicBezTo>
                    <a:cubicBezTo>
                      <a:pt x="43" y="106"/>
                      <a:pt x="39" y="108"/>
                      <a:pt x="36" y="110"/>
                    </a:cubicBezTo>
                    <a:cubicBezTo>
                      <a:pt x="29" y="115"/>
                      <a:pt x="20" y="121"/>
                      <a:pt x="23" y="131"/>
                    </a:cubicBezTo>
                    <a:cubicBezTo>
                      <a:pt x="26" y="139"/>
                      <a:pt x="37" y="139"/>
                      <a:pt x="45" y="139"/>
                    </a:cubicBezTo>
                    <a:cubicBezTo>
                      <a:pt x="47" y="139"/>
                      <a:pt x="49" y="139"/>
                      <a:pt x="51" y="138"/>
                    </a:cubicBezTo>
                    <a:cubicBezTo>
                      <a:pt x="50" y="136"/>
                      <a:pt x="48" y="136"/>
                      <a:pt x="46" y="135"/>
                    </a:cubicBezTo>
                    <a:cubicBezTo>
                      <a:pt x="40" y="130"/>
                      <a:pt x="40" y="125"/>
                      <a:pt x="46" y="120"/>
                    </a:cubicBezTo>
                    <a:cubicBezTo>
                      <a:pt x="47" y="119"/>
                      <a:pt x="49" y="118"/>
                      <a:pt x="50" y="118"/>
                    </a:cubicBezTo>
                    <a:cubicBezTo>
                      <a:pt x="62" y="113"/>
                      <a:pt x="69" y="105"/>
                      <a:pt x="69" y="92"/>
                    </a:cubicBezTo>
                    <a:cubicBezTo>
                      <a:pt x="69" y="83"/>
                      <a:pt x="76" y="77"/>
                      <a:pt x="81" y="70"/>
                    </a:cubicBezTo>
                    <a:cubicBezTo>
                      <a:pt x="84" y="65"/>
                      <a:pt x="89" y="61"/>
                      <a:pt x="86" y="55"/>
                    </a:cubicBezTo>
                    <a:cubicBezTo>
                      <a:pt x="82" y="49"/>
                      <a:pt x="75" y="52"/>
                      <a:pt x="70" y="53"/>
                    </a:cubicBezTo>
                    <a:cubicBezTo>
                      <a:pt x="66" y="53"/>
                      <a:pt x="63" y="57"/>
                      <a:pt x="59" y="55"/>
                    </a:cubicBezTo>
                    <a:cubicBezTo>
                      <a:pt x="58" y="54"/>
                      <a:pt x="57" y="52"/>
                      <a:pt x="57" y="50"/>
                    </a:cubicBezTo>
                    <a:cubicBezTo>
                      <a:pt x="57" y="46"/>
                      <a:pt x="57" y="42"/>
                      <a:pt x="53" y="39"/>
                    </a:cubicBezTo>
                    <a:cubicBezTo>
                      <a:pt x="50" y="35"/>
                      <a:pt x="48" y="31"/>
                      <a:pt x="46" y="27"/>
                    </a:cubicBezTo>
                    <a:cubicBezTo>
                      <a:pt x="44" y="24"/>
                      <a:pt x="42" y="21"/>
                      <a:pt x="42" y="17"/>
                    </a:cubicBezTo>
                    <a:cubicBezTo>
                      <a:pt x="43" y="14"/>
                      <a:pt x="45" y="12"/>
                      <a:pt x="47" y="10"/>
                    </a:cubicBezTo>
                    <a:cubicBezTo>
                      <a:pt x="51" y="11"/>
                      <a:pt x="51" y="7"/>
                      <a:pt x="52" y="5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3" y="4"/>
                      <a:pt x="54" y="2"/>
                      <a:pt x="56" y="1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66" y="0"/>
                      <a:pt x="77" y="0"/>
                      <a:pt x="88" y="1"/>
                    </a:cubicBezTo>
                    <a:close/>
                  </a:path>
                </a:pathLst>
              </a:custGeom>
              <a:solidFill>
                <a:srgbClr val="B8D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2" name="Freeform 139"/>
              <p:cNvSpPr/>
              <p:nvPr/>
            </p:nvSpPr>
            <p:spPr bwMode="auto">
              <a:xfrm>
                <a:off x="2769" y="2157"/>
                <a:ext cx="382" cy="119"/>
              </a:xfrm>
              <a:custGeom>
                <a:avLst/>
                <a:gdLst>
                  <a:gd name="T0" fmla="*/ 1 w 160"/>
                  <a:gd name="T1" fmla="*/ 16 h 50"/>
                  <a:gd name="T2" fmla="*/ 3 w 160"/>
                  <a:gd name="T3" fmla="*/ 12 h 50"/>
                  <a:gd name="T4" fmla="*/ 5 w 160"/>
                  <a:gd name="T5" fmla="*/ 10 h 50"/>
                  <a:gd name="T6" fmla="*/ 7 w 160"/>
                  <a:gd name="T7" fmla="*/ 8 h 50"/>
                  <a:gd name="T8" fmla="*/ 11 w 160"/>
                  <a:gd name="T9" fmla="*/ 6 h 50"/>
                  <a:gd name="T10" fmla="*/ 18 w 160"/>
                  <a:gd name="T11" fmla="*/ 4 h 50"/>
                  <a:gd name="T12" fmla="*/ 49 w 160"/>
                  <a:gd name="T13" fmla="*/ 2 h 50"/>
                  <a:gd name="T14" fmla="*/ 56 w 160"/>
                  <a:gd name="T15" fmla="*/ 2 h 50"/>
                  <a:gd name="T16" fmla="*/ 98 w 160"/>
                  <a:gd name="T17" fmla="*/ 1 h 50"/>
                  <a:gd name="T18" fmla="*/ 130 w 160"/>
                  <a:gd name="T19" fmla="*/ 4 h 50"/>
                  <a:gd name="T20" fmla="*/ 139 w 160"/>
                  <a:gd name="T21" fmla="*/ 6 h 50"/>
                  <a:gd name="T22" fmla="*/ 151 w 160"/>
                  <a:gd name="T23" fmla="*/ 8 h 50"/>
                  <a:gd name="T24" fmla="*/ 153 w 160"/>
                  <a:gd name="T25" fmla="*/ 10 h 50"/>
                  <a:gd name="T26" fmla="*/ 155 w 160"/>
                  <a:gd name="T27" fmla="*/ 12 h 50"/>
                  <a:gd name="T28" fmla="*/ 158 w 160"/>
                  <a:gd name="T29" fmla="*/ 20 h 50"/>
                  <a:gd name="T30" fmla="*/ 158 w 160"/>
                  <a:gd name="T31" fmla="*/ 29 h 50"/>
                  <a:gd name="T32" fmla="*/ 156 w 160"/>
                  <a:gd name="T33" fmla="*/ 35 h 50"/>
                  <a:gd name="T34" fmla="*/ 155 w 160"/>
                  <a:gd name="T35" fmla="*/ 37 h 50"/>
                  <a:gd name="T36" fmla="*/ 153 w 160"/>
                  <a:gd name="T37" fmla="*/ 39 h 50"/>
                  <a:gd name="T38" fmla="*/ 151 w 160"/>
                  <a:gd name="T39" fmla="*/ 41 h 50"/>
                  <a:gd name="T40" fmla="*/ 148 w 160"/>
                  <a:gd name="T41" fmla="*/ 40 h 50"/>
                  <a:gd name="T42" fmla="*/ 134 w 160"/>
                  <a:gd name="T43" fmla="*/ 17 h 50"/>
                  <a:gd name="T44" fmla="*/ 68 w 160"/>
                  <a:gd name="T45" fmla="*/ 27 h 50"/>
                  <a:gd name="T46" fmla="*/ 57 w 160"/>
                  <a:gd name="T47" fmla="*/ 36 h 50"/>
                  <a:gd name="T48" fmla="*/ 87 w 160"/>
                  <a:gd name="T49" fmla="*/ 48 h 50"/>
                  <a:gd name="T50" fmla="*/ 66 w 160"/>
                  <a:gd name="T51" fmla="*/ 49 h 50"/>
                  <a:gd name="T52" fmla="*/ 51 w 160"/>
                  <a:gd name="T53" fmla="*/ 47 h 50"/>
                  <a:gd name="T54" fmla="*/ 43 w 160"/>
                  <a:gd name="T55" fmla="*/ 45 h 50"/>
                  <a:gd name="T56" fmla="*/ 34 w 160"/>
                  <a:gd name="T57" fmla="*/ 45 h 50"/>
                  <a:gd name="T58" fmla="*/ 18 w 160"/>
                  <a:gd name="T59" fmla="*/ 45 h 50"/>
                  <a:gd name="T60" fmla="*/ 7 w 160"/>
                  <a:gd name="T61" fmla="*/ 43 h 50"/>
                  <a:gd name="T62" fmla="*/ 5 w 160"/>
                  <a:gd name="T63" fmla="*/ 41 h 50"/>
                  <a:gd name="T64" fmla="*/ 5 w 160"/>
                  <a:gd name="T65" fmla="*/ 40 h 50"/>
                  <a:gd name="T66" fmla="*/ 5 w 160"/>
                  <a:gd name="T67" fmla="*/ 39 h 50"/>
                  <a:gd name="T68" fmla="*/ 5 w 160"/>
                  <a:gd name="T69" fmla="*/ 37 h 50"/>
                  <a:gd name="T70" fmla="*/ 3 w 160"/>
                  <a:gd name="T71" fmla="*/ 33 h 50"/>
                  <a:gd name="T72" fmla="*/ 1 w 160"/>
                  <a:gd name="T73" fmla="*/ 25 h 50"/>
                  <a:gd name="T74" fmla="*/ 1 w 160"/>
                  <a:gd name="T75" fmla="*/ 1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60" h="50">
                    <a:moveTo>
                      <a:pt x="1" y="18"/>
                    </a:moveTo>
                    <a:cubicBezTo>
                      <a:pt x="1" y="17"/>
                      <a:pt x="1" y="17"/>
                      <a:pt x="1" y="16"/>
                    </a:cubicBezTo>
                    <a:cubicBezTo>
                      <a:pt x="2" y="15"/>
                      <a:pt x="2" y="13"/>
                      <a:pt x="3" y="12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4" y="11"/>
                      <a:pt x="4" y="11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6" y="9"/>
                      <a:pt x="6" y="9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8" y="7"/>
                      <a:pt x="9" y="6"/>
                    </a:cubicBezTo>
                    <a:cubicBezTo>
                      <a:pt x="9" y="6"/>
                      <a:pt x="10" y="6"/>
                      <a:pt x="11" y="6"/>
                    </a:cubicBezTo>
                    <a:cubicBezTo>
                      <a:pt x="12" y="5"/>
                      <a:pt x="14" y="6"/>
                      <a:pt x="15" y="4"/>
                    </a:cubicBezTo>
                    <a:cubicBezTo>
                      <a:pt x="16" y="4"/>
                      <a:pt x="17" y="4"/>
                      <a:pt x="18" y="4"/>
                    </a:cubicBezTo>
                    <a:cubicBezTo>
                      <a:pt x="25" y="2"/>
                      <a:pt x="33" y="5"/>
                      <a:pt x="40" y="2"/>
                    </a:cubicBezTo>
                    <a:cubicBezTo>
                      <a:pt x="43" y="2"/>
                      <a:pt x="46" y="2"/>
                      <a:pt x="49" y="2"/>
                    </a:cubicBezTo>
                    <a:cubicBezTo>
                      <a:pt x="50" y="1"/>
                      <a:pt x="52" y="1"/>
                      <a:pt x="53" y="1"/>
                    </a:cubicBezTo>
                    <a:cubicBezTo>
                      <a:pt x="54" y="2"/>
                      <a:pt x="55" y="2"/>
                      <a:pt x="56" y="2"/>
                    </a:cubicBezTo>
                    <a:cubicBezTo>
                      <a:pt x="65" y="6"/>
                      <a:pt x="74" y="1"/>
                      <a:pt x="84" y="2"/>
                    </a:cubicBezTo>
                    <a:cubicBezTo>
                      <a:pt x="89" y="2"/>
                      <a:pt x="93" y="0"/>
                      <a:pt x="98" y="1"/>
                    </a:cubicBezTo>
                    <a:cubicBezTo>
                      <a:pt x="107" y="4"/>
                      <a:pt x="117" y="2"/>
                      <a:pt x="126" y="4"/>
                    </a:cubicBezTo>
                    <a:cubicBezTo>
                      <a:pt x="127" y="4"/>
                      <a:pt x="128" y="4"/>
                      <a:pt x="130" y="4"/>
                    </a:cubicBezTo>
                    <a:cubicBezTo>
                      <a:pt x="132" y="6"/>
                      <a:pt x="135" y="4"/>
                      <a:pt x="137" y="6"/>
                    </a:cubicBezTo>
                    <a:cubicBezTo>
                      <a:pt x="138" y="6"/>
                      <a:pt x="139" y="6"/>
                      <a:pt x="139" y="6"/>
                    </a:cubicBezTo>
                    <a:cubicBezTo>
                      <a:pt x="142" y="9"/>
                      <a:pt x="146" y="6"/>
                      <a:pt x="149" y="8"/>
                    </a:cubicBezTo>
                    <a:cubicBezTo>
                      <a:pt x="149" y="8"/>
                      <a:pt x="150" y="8"/>
                      <a:pt x="151" y="8"/>
                    </a:cubicBezTo>
                    <a:cubicBezTo>
                      <a:pt x="151" y="9"/>
                      <a:pt x="152" y="9"/>
                      <a:pt x="153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3" y="11"/>
                      <a:pt x="154" y="11"/>
                      <a:pt x="155" y="12"/>
                    </a:cubicBezTo>
                    <a:cubicBezTo>
                      <a:pt x="155" y="12"/>
                      <a:pt x="155" y="12"/>
                      <a:pt x="155" y="12"/>
                    </a:cubicBezTo>
                    <a:cubicBezTo>
                      <a:pt x="156" y="13"/>
                      <a:pt x="155" y="15"/>
                      <a:pt x="156" y="16"/>
                    </a:cubicBezTo>
                    <a:cubicBezTo>
                      <a:pt x="158" y="17"/>
                      <a:pt x="157" y="19"/>
                      <a:pt x="158" y="20"/>
                    </a:cubicBezTo>
                    <a:cubicBezTo>
                      <a:pt x="158" y="20"/>
                      <a:pt x="158" y="21"/>
                      <a:pt x="158" y="22"/>
                    </a:cubicBezTo>
                    <a:cubicBezTo>
                      <a:pt x="160" y="24"/>
                      <a:pt x="160" y="27"/>
                      <a:pt x="158" y="29"/>
                    </a:cubicBezTo>
                    <a:cubicBezTo>
                      <a:pt x="158" y="30"/>
                      <a:pt x="158" y="30"/>
                      <a:pt x="158" y="31"/>
                    </a:cubicBezTo>
                    <a:cubicBezTo>
                      <a:pt x="157" y="32"/>
                      <a:pt x="158" y="34"/>
                      <a:pt x="156" y="35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6"/>
                      <a:pt x="155" y="36"/>
                      <a:pt x="155" y="37"/>
                    </a:cubicBezTo>
                    <a:cubicBezTo>
                      <a:pt x="155" y="37"/>
                      <a:pt x="155" y="37"/>
                      <a:pt x="155" y="37"/>
                    </a:cubicBezTo>
                    <a:cubicBezTo>
                      <a:pt x="154" y="38"/>
                      <a:pt x="153" y="38"/>
                      <a:pt x="153" y="39"/>
                    </a:cubicBezTo>
                    <a:cubicBezTo>
                      <a:pt x="153" y="39"/>
                      <a:pt x="153" y="39"/>
                      <a:pt x="153" y="39"/>
                    </a:cubicBezTo>
                    <a:cubicBezTo>
                      <a:pt x="152" y="40"/>
                      <a:pt x="151" y="40"/>
                      <a:pt x="151" y="41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50" y="42"/>
                      <a:pt x="149" y="41"/>
                      <a:pt x="148" y="40"/>
                    </a:cubicBezTo>
                    <a:cubicBezTo>
                      <a:pt x="147" y="38"/>
                      <a:pt x="148" y="36"/>
                      <a:pt x="148" y="34"/>
                    </a:cubicBezTo>
                    <a:cubicBezTo>
                      <a:pt x="150" y="23"/>
                      <a:pt x="146" y="17"/>
                      <a:pt x="134" y="17"/>
                    </a:cubicBezTo>
                    <a:cubicBezTo>
                      <a:pt x="120" y="16"/>
                      <a:pt x="106" y="16"/>
                      <a:pt x="92" y="19"/>
                    </a:cubicBezTo>
                    <a:cubicBezTo>
                      <a:pt x="83" y="21"/>
                      <a:pt x="76" y="25"/>
                      <a:pt x="68" y="27"/>
                    </a:cubicBezTo>
                    <a:cubicBezTo>
                      <a:pt x="56" y="30"/>
                      <a:pt x="45" y="31"/>
                      <a:pt x="31" y="30"/>
                    </a:cubicBezTo>
                    <a:cubicBezTo>
                      <a:pt x="41" y="34"/>
                      <a:pt x="49" y="35"/>
                      <a:pt x="57" y="36"/>
                    </a:cubicBezTo>
                    <a:cubicBezTo>
                      <a:pt x="67" y="38"/>
                      <a:pt x="78" y="39"/>
                      <a:pt x="88" y="46"/>
                    </a:cubicBezTo>
                    <a:cubicBezTo>
                      <a:pt x="88" y="47"/>
                      <a:pt x="88" y="48"/>
                      <a:pt x="87" y="48"/>
                    </a:cubicBezTo>
                    <a:cubicBezTo>
                      <a:pt x="85" y="48"/>
                      <a:pt x="82" y="48"/>
                      <a:pt x="80" y="49"/>
                    </a:cubicBezTo>
                    <a:cubicBezTo>
                      <a:pt x="75" y="50"/>
                      <a:pt x="71" y="50"/>
                      <a:pt x="66" y="49"/>
                    </a:cubicBezTo>
                    <a:cubicBezTo>
                      <a:pt x="64" y="48"/>
                      <a:pt x="61" y="48"/>
                      <a:pt x="59" y="48"/>
                    </a:cubicBezTo>
                    <a:cubicBezTo>
                      <a:pt x="56" y="46"/>
                      <a:pt x="53" y="49"/>
                      <a:pt x="51" y="47"/>
                    </a:cubicBezTo>
                    <a:cubicBezTo>
                      <a:pt x="50" y="47"/>
                      <a:pt x="48" y="47"/>
                      <a:pt x="47" y="47"/>
                    </a:cubicBezTo>
                    <a:cubicBezTo>
                      <a:pt x="46" y="45"/>
                      <a:pt x="44" y="46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0" y="43"/>
                      <a:pt x="37" y="43"/>
                      <a:pt x="34" y="45"/>
                    </a:cubicBezTo>
                    <a:cubicBezTo>
                      <a:pt x="32" y="45"/>
                      <a:pt x="30" y="45"/>
                      <a:pt x="28" y="45"/>
                    </a:cubicBezTo>
                    <a:cubicBezTo>
                      <a:pt x="25" y="46"/>
                      <a:pt x="22" y="46"/>
                      <a:pt x="18" y="45"/>
                    </a:cubicBezTo>
                    <a:cubicBezTo>
                      <a:pt x="16" y="45"/>
                      <a:pt x="15" y="45"/>
                      <a:pt x="13" y="45"/>
                    </a:cubicBezTo>
                    <a:cubicBezTo>
                      <a:pt x="11" y="43"/>
                      <a:pt x="8" y="44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6" y="42"/>
                      <a:pt x="6" y="41"/>
                      <a:pt x="5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0"/>
                      <a:pt x="4" y="40"/>
                      <a:pt x="5" y="40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4" y="36"/>
                      <a:pt x="4" y="34"/>
                      <a:pt x="3" y="33"/>
                    </a:cubicBezTo>
                    <a:cubicBezTo>
                      <a:pt x="3" y="32"/>
                      <a:pt x="3" y="32"/>
                      <a:pt x="3" y="31"/>
                    </a:cubicBezTo>
                    <a:cubicBezTo>
                      <a:pt x="1" y="30"/>
                      <a:pt x="3" y="27"/>
                      <a:pt x="1" y="25"/>
                    </a:cubicBezTo>
                    <a:cubicBezTo>
                      <a:pt x="1" y="25"/>
                      <a:pt x="1" y="24"/>
                      <a:pt x="1" y="24"/>
                    </a:cubicBezTo>
                    <a:cubicBezTo>
                      <a:pt x="0" y="22"/>
                      <a:pt x="0" y="20"/>
                      <a:pt x="1" y="18"/>
                    </a:cubicBezTo>
                    <a:close/>
                  </a:path>
                </a:pathLst>
              </a:custGeom>
              <a:solidFill>
                <a:srgbClr val="FFE4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3" name="Freeform 140"/>
              <p:cNvSpPr/>
              <p:nvPr/>
            </p:nvSpPr>
            <p:spPr bwMode="auto">
              <a:xfrm>
                <a:off x="2446" y="1204"/>
                <a:ext cx="189" cy="610"/>
              </a:xfrm>
              <a:custGeom>
                <a:avLst/>
                <a:gdLst>
                  <a:gd name="T0" fmla="*/ 23 w 79"/>
                  <a:gd name="T1" fmla="*/ 205 h 256"/>
                  <a:gd name="T2" fmla="*/ 21 w 79"/>
                  <a:gd name="T3" fmla="*/ 201 h 256"/>
                  <a:gd name="T4" fmla="*/ 19 w 79"/>
                  <a:gd name="T5" fmla="*/ 199 h 256"/>
                  <a:gd name="T6" fmla="*/ 17 w 79"/>
                  <a:gd name="T7" fmla="*/ 195 h 256"/>
                  <a:gd name="T8" fmla="*/ 15 w 79"/>
                  <a:gd name="T9" fmla="*/ 191 h 256"/>
                  <a:gd name="T10" fmla="*/ 13 w 79"/>
                  <a:gd name="T11" fmla="*/ 187 h 256"/>
                  <a:gd name="T12" fmla="*/ 11 w 79"/>
                  <a:gd name="T13" fmla="*/ 184 h 256"/>
                  <a:gd name="T14" fmla="*/ 9 w 79"/>
                  <a:gd name="T15" fmla="*/ 180 h 256"/>
                  <a:gd name="T16" fmla="*/ 7 w 79"/>
                  <a:gd name="T17" fmla="*/ 172 h 256"/>
                  <a:gd name="T18" fmla="*/ 6 w 79"/>
                  <a:gd name="T19" fmla="*/ 168 h 256"/>
                  <a:gd name="T20" fmla="*/ 4 w 79"/>
                  <a:gd name="T21" fmla="*/ 164 h 256"/>
                  <a:gd name="T22" fmla="*/ 2 w 79"/>
                  <a:gd name="T23" fmla="*/ 155 h 256"/>
                  <a:gd name="T24" fmla="*/ 2 w 79"/>
                  <a:gd name="T25" fmla="*/ 147 h 256"/>
                  <a:gd name="T26" fmla="*/ 9 w 79"/>
                  <a:gd name="T27" fmla="*/ 150 h 256"/>
                  <a:gd name="T28" fmla="*/ 19 w 79"/>
                  <a:gd name="T29" fmla="*/ 173 h 256"/>
                  <a:gd name="T30" fmla="*/ 17 w 79"/>
                  <a:gd name="T31" fmla="*/ 154 h 256"/>
                  <a:gd name="T32" fmla="*/ 21 w 79"/>
                  <a:gd name="T33" fmla="*/ 51 h 256"/>
                  <a:gd name="T34" fmla="*/ 46 w 79"/>
                  <a:gd name="T35" fmla="*/ 1 h 256"/>
                  <a:gd name="T36" fmla="*/ 33 w 79"/>
                  <a:gd name="T37" fmla="*/ 46 h 256"/>
                  <a:gd name="T38" fmla="*/ 48 w 79"/>
                  <a:gd name="T39" fmla="*/ 192 h 256"/>
                  <a:gd name="T40" fmla="*/ 58 w 79"/>
                  <a:gd name="T41" fmla="*/ 214 h 256"/>
                  <a:gd name="T42" fmla="*/ 61 w 79"/>
                  <a:gd name="T43" fmla="*/ 217 h 256"/>
                  <a:gd name="T44" fmla="*/ 64 w 79"/>
                  <a:gd name="T45" fmla="*/ 222 h 256"/>
                  <a:gd name="T46" fmla="*/ 67 w 79"/>
                  <a:gd name="T47" fmla="*/ 224 h 256"/>
                  <a:gd name="T48" fmla="*/ 69 w 79"/>
                  <a:gd name="T49" fmla="*/ 227 h 256"/>
                  <a:gd name="T50" fmla="*/ 71 w 79"/>
                  <a:gd name="T51" fmla="*/ 229 h 256"/>
                  <a:gd name="T52" fmla="*/ 74 w 79"/>
                  <a:gd name="T53" fmla="*/ 232 h 256"/>
                  <a:gd name="T54" fmla="*/ 71 w 79"/>
                  <a:gd name="T55" fmla="*/ 236 h 256"/>
                  <a:gd name="T56" fmla="*/ 79 w 79"/>
                  <a:gd name="T57" fmla="*/ 249 h 256"/>
                  <a:gd name="T58" fmla="*/ 56 w 79"/>
                  <a:gd name="T59" fmla="*/ 245 h 256"/>
                  <a:gd name="T60" fmla="*/ 48 w 79"/>
                  <a:gd name="T61" fmla="*/ 241 h 256"/>
                  <a:gd name="T62" fmla="*/ 46 w 79"/>
                  <a:gd name="T63" fmla="*/ 239 h 256"/>
                  <a:gd name="T64" fmla="*/ 44 w 79"/>
                  <a:gd name="T65" fmla="*/ 235 h 256"/>
                  <a:gd name="T66" fmla="*/ 42 w 79"/>
                  <a:gd name="T67" fmla="*/ 233 h 256"/>
                  <a:gd name="T68" fmla="*/ 40 w 79"/>
                  <a:gd name="T69" fmla="*/ 231 h 256"/>
                  <a:gd name="T70" fmla="*/ 38 w 79"/>
                  <a:gd name="T71" fmla="*/ 229 h 256"/>
                  <a:gd name="T72" fmla="*/ 36 w 79"/>
                  <a:gd name="T73" fmla="*/ 226 h 256"/>
                  <a:gd name="T74" fmla="*/ 34 w 79"/>
                  <a:gd name="T75" fmla="*/ 224 h 256"/>
                  <a:gd name="T76" fmla="*/ 32 w 79"/>
                  <a:gd name="T77" fmla="*/ 220 h 256"/>
                  <a:gd name="T78" fmla="*/ 31 w 79"/>
                  <a:gd name="T79" fmla="*/ 218 h 256"/>
                  <a:gd name="T80" fmla="*/ 29 w 79"/>
                  <a:gd name="T81" fmla="*/ 216 h 256"/>
                  <a:gd name="T82" fmla="*/ 27 w 79"/>
                  <a:gd name="T83" fmla="*/ 212 h 256"/>
                  <a:gd name="T84" fmla="*/ 25 w 79"/>
                  <a:gd name="T85" fmla="*/ 208 h 256"/>
                  <a:gd name="T86" fmla="*/ 23 w 79"/>
                  <a:gd name="T87" fmla="*/ 20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9" h="256">
                    <a:moveTo>
                      <a:pt x="23" y="206"/>
                    </a:moveTo>
                    <a:cubicBezTo>
                      <a:pt x="23" y="206"/>
                      <a:pt x="23" y="205"/>
                      <a:pt x="23" y="205"/>
                    </a:cubicBezTo>
                    <a:cubicBezTo>
                      <a:pt x="22" y="204"/>
                      <a:pt x="22" y="203"/>
                      <a:pt x="21" y="203"/>
                    </a:cubicBezTo>
                    <a:cubicBezTo>
                      <a:pt x="21" y="202"/>
                      <a:pt x="21" y="201"/>
                      <a:pt x="21" y="201"/>
                    </a:cubicBezTo>
                    <a:cubicBezTo>
                      <a:pt x="20" y="200"/>
                      <a:pt x="20" y="199"/>
                      <a:pt x="19" y="199"/>
                    </a:cubicBezTo>
                    <a:cubicBezTo>
                      <a:pt x="19" y="199"/>
                      <a:pt x="19" y="199"/>
                      <a:pt x="19" y="199"/>
                    </a:cubicBezTo>
                    <a:cubicBezTo>
                      <a:pt x="18" y="198"/>
                      <a:pt x="18" y="196"/>
                      <a:pt x="17" y="195"/>
                    </a:cubicBezTo>
                    <a:cubicBezTo>
                      <a:pt x="17" y="195"/>
                      <a:pt x="17" y="195"/>
                      <a:pt x="17" y="195"/>
                    </a:cubicBezTo>
                    <a:cubicBezTo>
                      <a:pt x="16" y="194"/>
                      <a:pt x="16" y="192"/>
                      <a:pt x="15" y="191"/>
                    </a:cubicBezTo>
                    <a:cubicBezTo>
                      <a:pt x="15" y="191"/>
                      <a:pt x="15" y="191"/>
                      <a:pt x="15" y="191"/>
                    </a:cubicBezTo>
                    <a:cubicBezTo>
                      <a:pt x="14" y="190"/>
                      <a:pt x="14" y="188"/>
                      <a:pt x="13" y="187"/>
                    </a:cubicBezTo>
                    <a:cubicBezTo>
                      <a:pt x="13" y="187"/>
                      <a:pt x="13" y="187"/>
                      <a:pt x="13" y="187"/>
                    </a:cubicBezTo>
                    <a:cubicBezTo>
                      <a:pt x="12" y="186"/>
                      <a:pt x="12" y="185"/>
                      <a:pt x="11" y="183"/>
                    </a:cubicBezTo>
                    <a:cubicBezTo>
                      <a:pt x="11" y="184"/>
                      <a:pt x="11" y="184"/>
                      <a:pt x="11" y="184"/>
                    </a:cubicBezTo>
                    <a:cubicBezTo>
                      <a:pt x="10" y="182"/>
                      <a:pt x="11" y="181"/>
                      <a:pt x="9" y="180"/>
                    </a:cubicBezTo>
                    <a:cubicBezTo>
                      <a:pt x="9" y="180"/>
                      <a:pt x="9" y="180"/>
                      <a:pt x="9" y="180"/>
                    </a:cubicBezTo>
                    <a:cubicBezTo>
                      <a:pt x="8" y="178"/>
                      <a:pt x="9" y="175"/>
                      <a:pt x="7" y="174"/>
                    </a:cubicBezTo>
                    <a:cubicBezTo>
                      <a:pt x="8" y="173"/>
                      <a:pt x="7" y="173"/>
                      <a:pt x="7" y="172"/>
                    </a:cubicBezTo>
                    <a:cubicBezTo>
                      <a:pt x="6" y="171"/>
                      <a:pt x="7" y="169"/>
                      <a:pt x="6" y="168"/>
                    </a:cubicBezTo>
                    <a:cubicBezTo>
                      <a:pt x="6" y="168"/>
                      <a:pt x="6" y="168"/>
                      <a:pt x="6" y="168"/>
                    </a:cubicBezTo>
                    <a:cubicBezTo>
                      <a:pt x="4" y="167"/>
                      <a:pt x="5" y="165"/>
                      <a:pt x="4" y="164"/>
                    </a:cubicBezTo>
                    <a:cubicBezTo>
                      <a:pt x="4" y="164"/>
                      <a:pt x="4" y="164"/>
                      <a:pt x="4" y="164"/>
                    </a:cubicBezTo>
                    <a:cubicBezTo>
                      <a:pt x="2" y="162"/>
                      <a:pt x="4" y="159"/>
                      <a:pt x="2" y="156"/>
                    </a:cubicBezTo>
                    <a:cubicBezTo>
                      <a:pt x="2" y="156"/>
                      <a:pt x="2" y="155"/>
                      <a:pt x="2" y="155"/>
                    </a:cubicBezTo>
                    <a:cubicBezTo>
                      <a:pt x="0" y="153"/>
                      <a:pt x="0" y="151"/>
                      <a:pt x="2" y="149"/>
                    </a:cubicBezTo>
                    <a:cubicBezTo>
                      <a:pt x="2" y="148"/>
                      <a:pt x="2" y="148"/>
                      <a:pt x="2" y="147"/>
                    </a:cubicBezTo>
                    <a:cubicBezTo>
                      <a:pt x="0" y="145"/>
                      <a:pt x="1" y="142"/>
                      <a:pt x="1" y="140"/>
                    </a:cubicBezTo>
                    <a:cubicBezTo>
                      <a:pt x="8" y="140"/>
                      <a:pt x="6" y="147"/>
                      <a:pt x="9" y="150"/>
                    </a:cubicBezTo>
                    <a:cubicBezTo>
                      <a:pt x="11" y="155"/>
                      <a:pt x="13" y="160"/>
                      <a:pt x="15" y="165"/>
                    </a:cubicBezTo>
                    <a:cubicBezTo>
                      <a:pt x="16" y="168"/>
                      <a:pt x="17" y="171"/>
                      <a:pt x="19" y="173"/>
                    </a:cubicBezTo>
                    <a:cubicBezTo>
                      <a:pt x="20" y="171"/>
                      <a:pt x="19" y="169"/>
                      <a:pt x="19" y="167"/>
                    </a:cubicBezTo>
                    <a:cubicBezTo>
                      <a:pt x="18" y="162"/>
                      <a:pt x="17" y="158"/>
                      <a:pt x="17" y="154"/>
                    </a:cubicBezTo>
                    <a:cubicBezTo>
                      <a:pt x="15" y="137"/>
                      <a:pt x="14" y="120"/>
                      <a:pt x="14" y="103"/>
                    </a:cubicBezTo>
                    <a:cubicBezTo>
                      <a:pt x="15" y="86"/>
                      <a:pt x="17" y="68"/>
                      <a:pt x="21" y="51"/>
                    </a:cubicBezTo>
                    <a:cubicBezTo>
                      <a:pt x="26" y="35"/>
                      <a:pt x="32" y="19"/>
                      <a:pt x="40" y="5"/>
                    </a:cubicBezTo>
                    <a:cubicBezTo>
                      <a:pt x="42" y="3"/>
                      <a:pt x="43" y="0"/>
                      <a:pt x="46" y="1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4" y="20"/>
                      <a:pt x="38" y="33"/>
                      <a:pt x="33" y="46"/>
                    </a:cubicBezTo>
                    <a:cubicBezTo>
                      <a:pt x="22" y="76"/>
                      <a:pt x="21" y="106"/>
                      <a:pt x="26" y="137"/>
                    </a:cubicBezTo>
                    <a:cubicBezTo>
                      <a:pt x="29" y="156"/>
                      <a:pt x="38" y="175"/>
                      <a:pt x="48" y="192"/>
                    </a:cubicBezTo>
                    <a:cubicBezTo>
                      <a:pt x="50" y="197"/>
                      <a:pt x="53" y="201"/>
                      <a:pt x="55" y="206"/>
                    </a:cubicBezTo>
                    <a:cubicBezTo>
                      <a:pt x="56" y="208"/>
                      <a:pt x="54" y="212"/>
                      <a:pt x="58" y="214"/>
                    </a:cubicBezTo>
                    <a:cubicBezTo>
                      <a:pt x="59" y="215"/>
                      <a:pt x="59" y="215"/>
                      <a:pt x="60" y="215"/>
                    </a:cubicBezTo>
                    <a:cubicBezTo>
                      <a:pt x="60" y="216"/>
                      <a:pt x="61" y="217"/>
                      <a:pt x="61" y="217"/>
                    </a:cubicBezTo>
                    <a:cubicBezTo>
                      <a:pt x="62" y="217"/>
                      <a:pt x="62" y="218"/>
                      <a:pt x="62" y="218"/>
                    </a:cubicBezTo>
                    <a:cubicBezTo>
                      <a:pt x="63" y="219"/>
                      <a:pt x="63" y="221"/>
                      <a:pt x="64" y="222"/>
                    </a:cubicBezTo>
                    <a:cubicBezTo>
                      <a:pt x="65" y="222"/>
                      <a:pt x="65" y="222"/>
                      <a:pt x="66" y="223"/>
                    </a:cubicBezTo>
                    <a:cubicBezTo>
                      <a:pt x="66" y="223"/>
                      <a:pt x="67" y="224"/>
                      <a:pt x="67" y="224"/>
                    </a:cubicBezTo>
                    <a:cubicBezTo>
                      <a:pt x="67" y="225"/>
                      <a:pt x="68" y="225"/>
                      <a:pt x="68" y="225"/>
                    </a:cubicBezTo>
                    <a:cubicBezTo>
                      <a:pt x="68" y="226"/>
                      <a:pt x="69" y="226"/>
                      <a:pt x="69" y="227"/>
                    </a:cubicBezTo>
                    <a:cubicBezTo>
                      <a:pt x="69" y="227"/>
                      <a:pt x="70" y="227"/>
                      <a:pt x="70" y="227"/>
                    </a:cubicBezTo>
                    <a:cubicBezTo>
                      <a:pt x="70" y="228"/>
                      <a:pt x="71" y="228"/>
                      <a:pt x="71" y="229"/>
                    </a:cubicBezTo>
                    <a:cubicBezTo>
                      <a:pt x="72" y="229"/>
                      <a:pt x="72" y="229"/>
                      <a:pt x="72" y="230"/>
                    </a:cubicBezTo>
                    <a:cubicBezTo>
                      <a:pt x="73" y="230"/>
                      <a:pt x="73" y="231"/>
                      <a:pt x="74" y="232"/>
                    </a:cubicBezTo>
                    <a:cubicBezTo>
                      <a:pt x="74" y="232"/>
                      <a:pt x="74" y="233"/>
                      <a:pt x="74" y="234"/>
                    </a:cubicBezTo>
                    <a:cubicBezTo>
                      <a:pt x="74" y="235"/>
                      <a:pt x="73" y="236"/>
                      <a:pt x="71" y="236"/>
                    </a:cubicBezTo>
                    <a:cubicBezTo>
                      <a:pt x="65" y="235"/>
                      <a:pt x="62" y="229"/>
                      <a:pt x="58" y="227"/>
                    </a:cubicBezTo>
                    <a:cubicBezTo>
                      <a:pt x="64" y="234"/>
                      <a:pt x="76" y="237"/>
                      <a:pt x="79" y="249"/>
                    </a:cubicBezTo>
                    <a:cubicBezTo>
                      <a:pt x="76" y="253"/>
                      <a:pt x="72" y="256"/>
                      <a:pt x="66" y="254"/>
                    </a:cubicBezTo>
                    <a:cubicBezTo>
                      <a:pt x="62" y="252"/>
                      <a:pt x="57" y="252"/>
                      <a:pt x="56" y="245"/>
                    </a:cubicBezTo>
                    <a:cubicBezTo>
                      <a:pt x="56" y="241"/>
                      <a:pt x="51" y="246"/>
                      <a:pt x="50" y="243"/>
                    </a:cubicBezTo>
                    <a:cubicBezTo>
                      <a:pt x="49" y="242"/>
                      <a:pt x="48" y="242"/>
                      <a:pt x="48" y="241"/>
                    </a:cubicBezTo>
                    <a:cubicBezTo>
                      <a:pt x="48" y="241"/>
                      <a:pt x="48" y="241"/>
                      <a:pt x="48" y="241"/>
                    </a:cubicBezTo>
                    <a:cubicBezTo>
                      <a:pt x="47" y="240"/>
                      <a:pt x="46" y="240"/>
                      <a:pt x="46" y="239"/>
                    </a:cubicBezTo>
                    <a:cubicBezTo>
                      <a:pt x="46" y="239"/>
                      <a:pt x="46" y="239"/>
                      <a:pt x="46" y="239"/>
                    </a:cubicBezTo>
                    <a:cubicBezTo>
                      <a:pt x="45" y="238"/>
                      <a:pt x="45" y="236"/>
                      <a:pt x="44" y="235"/>
                    </a:cubicBezTo>
                    <a:cubicBezTo>
                      <a:pt x="44" y="235"/>
                      <a:pt x="44" y="235"/>
                      <a:pt x="44" y="235"/>
                    </a:cubicBezTo>
                    <a:cubicBezTo>
                      <a:pt x="43" y="235"/>
                      <a:pt x="43" y="234"/>
                      <a:pt x="42" y="233"/>
                    </a:cubicBezTo>
                    <a:cubicBezTo>
                      <a:pt x="42" y="233"/>
                      <a:pt x="42" y="233"/>
                      <a:pt x="42" y="233"/>
                    </a:cubicBezTo>
                    <a:cubicBezTo>
                      <a:pt x="41" y="233"/>
                      <a:pt x="41" y="232"/>
                      <a:pt x="40" y="231"/>
                    </a:cubicBezTo>
                    <a:cubicBezTo>
                      <a:pt x="40" y="232"/>
                      <a:pt x="40" y="232"/>
                      <a:pt x="40" y="232"/>
                    </a:cubicBezTo>
                    <a:cubicBezTo>
                      <a:pt x="39" y="231"/>
                      <a:pt x="39" y="230"/>
                      <a:pt x="38" y="229"/>
                    </a:cubicBezTo>
                    <a:cubicBezTo>
                      <a:pt x="38" y="229"/>
                      <a:pt x="38" y="228"/>
                      <a:pt x="38" y="228"/>
                    </a:cubicBezTo>
                    <a:cubicBezTo>
                      <a:pt x="37" y="227"/>
                      <a:pt x="37" y="226"/>
                      <a:pt x="36" y="226"/>
                    </a:cubicBezTo>
                    <a:cubicBezTo>
                      <a:pt x="36" y="226"/>
                      <a:pt x="36" y="226"/>
                      <a:pt x="36" y="226"/>
                    </a:cubicBezTo>
                    <a:cubicBezTo>
                      <a:pt x="36" y="225"/>
                      <a:pt x="35" y="224"/>
                      <a:pt x="34" y="224"/>
                    </a:cubicBezTo>
                    <a:cubicBezTo>
                      <a:pt x="34" y="224"/>
                      <a:pt x="34" y="224"/>
                      <a:pt x="34" y="224"/>
                    </a:cubicBezTo>
                    <a:cubicBezTo>
                      <a:pt x="33" y="223"/>
                      <a:pt x="34" y="221"/>
                      <a:pt x="32" y="220"/>
                    </a:cubicBezTo>
                    <a:cubicBezTo>
                      <a:pt x="32" y="220"/>
                      <a:pt x="32" y="220"/>
                      <a:pt x="32" y="220"/>
                    </a:cubicBezTo>
                    <a:cubicBezTo>
                      <a:pt x="32" y="219"/>
                      <a:pt x="31" y="219"/>
                      <a:pt x="31" y="218"/>
                    </a:cubicBezTo>
                    <a:cubicBezTo>
                      <a:pt x="31" y="218"/>
                      <a:pt x="31" y="218"/>
                      <a:pt x="31" y="218"/>
                    </a:cubicBezTo>
                    <a:cubicBezTo>
                      <a:pt x="30" y="217"/>
                      <a:pt x="29" y="217"/>
                      <a:pt x="29" y="216"/>
                    </a:cubicBezTo>
                    <a:cubicBezTo>
                      <a:pt x="29" y="216"/>
                      <a:pt x="29" y="216"/>
                      <a:pt x="29" y="216"/>
                    </a:cubicBezTo>
                    <a:cubicBezTo>
                      <a:pt x="27" y="215"/>
                      <a:pt x="28" y="213"/>
                      <a:pt x="27" y="212"/>
                    </a:cubicBezTo>
                    <a:cubicBezTo>
                      <a:pt x="27" y="212"/>
                      <a:pt x="27" y="212"/>
                      <a:pt x="27" y="212"/>
                    </a:cubicBezTo>
                    <a:cubicBezTo>
                      <a:pt x="26" y="211"/>
                      <a:pt x="26" y="209"/>
                      <a:pt x="25" y="208"/>
                    </a:cubicBezTo>
                    <a:cubicBezTo>
                      <a:pt x="25" y="208"/>
                      <a:pt x="25" y="208"/>
                      <a:pt x="25" y="208"/>
                    </a:cubicBezTo>
                    <a:cubicBezTo>
                      <a:pt x="24" y="208"/>
                      <a:pt x="23" y="207"/>
                      <a:pt x="23" y="206"/>
                    </a:cubicBezTo>
                    <a:close/>
                  </a:path>
                </a:pathLst>
              </a:custGeom>
              <a:solidFill>
                <a:srgbClr val="FFD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4" name="Freeform 141"/>
              <p:cNvSpPr/>
              <p:nvPr/>
            </p:nvSpPr>
            <p:spPr bwMode="auto">
              <a:xfrm>
                <a:off x="2621" y="1752"/>
                <a:ext cx="621" cy="210"/>
              </a:xfrm>
              <a:custGeom>
                <a:avLst/>
                <a:gdLst>
                  <a:gd name="T0" fmla="*/ 0 w 260"/>
                  <a:gd name="T1" fmla="*/ 2 h 88"/>
                  <a:gd name="T2" fmla="*/ 39 w 260"/>
                  <a:gd name="T3" fmla="*/ 29 h 88"/>
                  <a:gd name="T4" fmla="*/ 115 w 260"/>
                  <a:gd name="T5" fmla="*/ 54 h 88"/>
                  <a:gd name="T6" fmla="*/ 183 w 260"/>
                  <a:gd name="T7" fmla="*/ 54 h 88"/>
                  <a:gd name="T8" fmla="*/ 226 w 260"/>
                  <a:gd name="T9" fmla="*/ 28 h 88"/>
                  <a:gd name="T10" fmla="*/ 228 w 260"/>
                  <a:gd name="T11" fmla="*/ 28 h 88"/>
                  <a:gd name="T12" fmla="*/ 230 w 260"/>
                  <a:gd name="T13" fmla="*/ 34 h 88"/>
                  <a:gd name="T14" fmla="*/ 234 w 260"/>
                  <a:gd name="T15" fmla="*/ 36 h 88"/>
                  <a:gd name="T16" fmla="*/ 238 w 260"/>
                  <a:gd name="T17" fmla="*/ 34 h 88"/>
                  <a:gd name="T18" fmla="*/ 240 w 260"/>
                  <a:gd name="T19" fmla="*/ 32 h 88"/>
                  <a:gd name="T20" fmla="*/ 243 w 260"/>
                  <a:gd name="T21" fmla="*/ 30 h 88"/>
                  <a:gd name="T22" fmla="*/ 253 w 260"/>
                  <a:gd name="T23" fmla="*/ 30 h 88"/>
                  <a:gd name="T24" fmla="*/ 255 w 260"/>
                  <a:gd name="T25" fmla="*/ 32 h 88"/>
                  <a:gd name="T26" fmla="*/ 257 w 260"/>
                  <a:gd name="T27" fmla="*/ 34 h 88"/>
                  <a:gd name="T28" fmla="*/ 259 w 260"/>
                  <a:gd name="T29" fmla="*/ 40 h 88"/>
                  <a:gd name="T30" fmla="*/ 259 w 260"/>
                  <a:gd name="T31" fmla="*/ 53 h 88"/>
                  <a:gd name="T32" fmla="*/ 255 w 260"/>
                  <a:gd name="T33" fmla="*/ 57 h 88"/>
                  <a:gd name="T34" fmla="*/ 253 w 260"/>
                  <a:gd name="T35" fmla="*/ 59 h 88"/>
                  <a:gd name="T36" fmla="*/ 251 w 260"/>
                  <a:gd name="T37" fmla="*/ 61 h 88"/>
                  <a:gd name="T38" fmla="*/ 247 w 260"/>
                  <a:gd name="T39" fmla="*/ 63 h 88"/>
                  <a:gd name="T40" fmla="*/ 242 w 260"/>
                  <a:gd name="T41" fmla="*/ 65 h 88"/>
                  <a:gd name="T42" fmla="*/ 238 w 260"/>
                  <a:gd name="T43" fmla="*/ 67 h 88"/>
                  <a:gd name="T44" fmla="*/ 230 w 260"/>
                  <a:gd name="T45" fmla="*/ 71 h 88"/>
                  <a:gd name="T46" fmla="*/ 226 w 260"/>
                  <a:gd name="T47" fmla="*/ 73 h 88"/>
                  <a:gd name="T48" fmla="*/ 223 w 260"/>
                  <a:gd name="T49" fmla="*/ 74 h 88"/>
                  <a:gd name="T50" fmla="*/ 220 w 260"/>
                  <a:gd name="T51" fmla="*/ 76 h 88"/>
                  <a:gd name="T52" fmla="*/ 215 w 260"/>
                  <a:gd name="T53" fmla="*/ 78 h 88"/>
                  <a:gd name="T54" fmla="*/ 211 w 260"/>
                  <a:gd name="T55" fmla="*/ 80 h 88"/>
                  <a:gd name="T56" fmla="*/ 195 w 260"/>
                  <a:gd name="T57" fmla="*/ 82 h 88"/>
                  <a:gd name="T58" fmla="*/ 188 w 260"/>
                  <a:gd name="T59" fmla="*/ 84 h 88"/>
                  <a:gd name="T60" fmla="*/ 174 w 260"/>
                  <a:gd name="T61" fmla="*/ 86 h 88"/>
                  <a:gd name="T62" fmla="*/ 156 w 260"/>
                  <a:gd name="T63" fmla="*/ 87 h 88"/>
                  <a:gd name="T64" fmla="*/ 162 w 260"/>
                  <a:gd name="T65" fmla="*/ 81 h 88"/>
                  <a:gd name="T66" fmla="*/ 169 w 260"/>
                  <a:gd name="T67" fmla="*/ 81 h 88"/>
                  <a:gd name="T68" fmla="*/ 176 w 260"/>
                  <a:gd name="T69" fmla="*/ 80 h 88"/>
                  <a:gd name="T70" fmla="*/ 222 w 260"/>
                  <a:gd name="T71" fmla="*/ 66 h 88"/>
                  <a:gd name="T72" fmla="*/ 239 w 260"/>
                  <a:gd name="T73" fmla="*/ 55 h 88"/>
                  <a:gd name="T74" fmla="*/ 216 w 260"/>
                  <a:gd name="T75" fmla="*/ 55 h 88"/>
                  <a:gd name="T76" fmla="*/ 140 w 260"/>
                  <a:gd name="T77" fmla="*/ 71 h 88"/>
                  <a:gd name="T78" fmla="*/ 121 w 260"/>
                  <a:gd name="T79" fmla="*/ 71 h 88"/>
                  <a:gd name="T80" fmla="*/ 0 w 260"/>
                  <a:gd name="T81" fmla="*/ 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60" h="88">
                    <a:moveTo>
                      <a:pt x="0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3" y="0"/>
                      <a:pt x="5" y="3"/>
                      <a:pt x="8" y="5"/>
                    </a:cubicBezTo>
                    <a:cubicBezTo>
                      <a:pt x="19" y="12"/>
                      <a:pt x="29" y="21"/>
                      <a:pt x="39" y="29"/>
                    </a:cubicBezTo>
                    <a:cubicBezTo>
                      <a:pt x="55" y="39"/>
                      <a:pt x="72" y="46"/>
                      <a:pt x="90" y="53"/>
                    </a:cubicBezTo>
                    <a:cubicBezTo>
                      <a:pt x="98" y="56"/>
                      <a:pt x="107" y="53"/>
                      <a:pt x="115" y="54"/>
                    </a:cubicBezTo>
                    <a:cubicBezTo>
                      <a:pt x="128" y="55"/>
                      <a:pt x="140" y="57"/>
                      <a:pt x="152" y="59"/>
                    </a:cubicBezTo>
                    <a:cubicBezTo>
                      <a:pt x="163" y="60"/>
                      <a:pt x="173" y="59"/>
                      <a:pt x="183" y="54"/>
                    </a:cubicBezTo>
                    <a:cubicBezTo>
                      <a:pt x="195" y="48"/>
                      <a:pt x="208" y="46"/>
                      <a:pt x="219" y="38"/>
                    </a:cubicBezTo>
                    <a:cubicBezTo>
                      <a:pt x="223" y="36"/>
                      <a:pt x="222" y="30"/>
                      <a:pt x="226" y="28"/>
                    </a:cubicBezTo>
                    <a:cubicBezTo>
                      <a:pt x="227" y="28"/>
                      <a:pt x="227" y="28"/>
                      <a:pt x="228" y="28"/>
                    </a:cubicBezTo>
                    <a:cubicBezTo>
                      <a:pt x="228" y="28"/>
                      <a:pt x="228" y="28"/>
                      <a:pt x="228" y="28"/>
                    </a:cubicBezTo>
                    <a:cubicBezTo>
                      <a:pt x="229" y="29"/>
                      <a:pt x="229" y="31"/>
                      <a:pt x="230" y="32"/>
                    </a:cubicBezTo>
                    <a:cubicBezTo>
                      <a:pt x="230" y="33"/>
                      <a:pt x="230" y="34"/>
                      <a:pt x="230" y="34"/>
                    </a:cubicBezTo>
                    <a:cubicBezTo>
                      <a:pt x="231" y="35"/>
                      <a:pt x="231" y="35"/>
                      <a:pt x="232" y="36"/>
                    </a:cubicBezTo>
                    <a:cubicBezTo>
                      <a:pt x="233" y="36"/>
                      <a:pt x="233" y="36"/>
                      <a:pt x="234" y="36"/>
                    </a:cubicBezTo>
                    <a:cubicBezTo>
                      <a:pt x="235" y="35"/>
                      <a:pt x="237" y="35"/>
                      <a:pt x="238" y="34"/>
                    </a:cubicBezTo>
                    <a:cubicBezTo>
                      <a:pt x="238" y="34"/>
                      <a:pt x="238" y="34"/>
                      <a:pt x="238" y="34"/>
                    </a:cubicBezTo>
                    <a:cubicBezTo>
                      <a:pt x="238" y="34"/>
                      <a:pt x="239" y="33"/>
                      <a:pt x="240" y="32"/>
                    </a:cubicBezTo>
                    <a:cubicBezTo>
                      <a:pt x="240" y="32"/>
                      <a:pt x="240" y="32"/>
                      <a:pt x="240" y="32"/>
                    </a:cubicBezTo>
                    <a:cubicBezTo>
                      <a:pt x="240" y="32"/>
                      <a:pt x="241" y="31"/>
                      <a:pt x="242" y="30"/>
                    </a:cubicBezTo>
                    <a:cubicBezTo>
                      <a:pt x="242" y="30"/>
                      <a:pt x="243" y="30"/>
                      <a:pt x="243" y="30"/>
                    </a:cubicBezTo>
                    <a:cubicBezTo>
                      <a:pt x="247" y="29"/>
                      <a:pt x="250" y="29"/>
                      <a:pt x="253" y="30"/>
                    </a:cubicBezTo>
                    <a:cubicBezTo>
                      <a:pt x="253" y="30"/>
                      <a:pt x="253" y="30"/>
                      <a:pt x="253" y="30"/>
                    </a:cubicBezTo>
                    <a:cubicBezTo>
                      <a:pt x="254" y="31"/>
                      <a:pt x="254" y="32"/>
                      <a:pt x="255" y="32"/>
                    </a:cubicBezTo>
                    <a:cubicBezTo>
                      <a:pt x="255" y="32"/>
                      <a:pt x="255" y="32"/>
                      <a:pt x="255" y="32"/>
                    </a:cubicBezTo>
                    <a:cubicBezTo>
                      <a:pt x="256" y="33"/>
                      <a:pt x="256" y="34"/>
                      <a:pt x="257" y="34"/>
                    </a:cubicBezTo>
                    <a:cubicBezTo>
                      <a:pt x="257" y="34"/>
                      <a:pt x="257" y="34"/>
                      <a:pt x="257" y="34"/>
                    </a:cubicBezTo>
                    <a:cubicBezTo>
                      <a:pt x="258" y="35"/>
                      <a:pt x="258" y="37"/>
                      <a:pt x="259" y="38"/>
                    </a:cubicBezTo>
                    <a:cubicBezTo>
                      <a:pt x="259" y="39"/>
                      <a:pt x="259" y="39"/>
                      <a:pt x="259" y="40"/>
                    </a:cubicBezTo>
                    <a:cubicBezTo>
                      <a:pt x="260" y="44"/>
                      <a:pt x="260" y="48"/>
                      <a:pt x="259" y="51"/>
                    </a:cubicBezTo>
                    <a:cubicBezTo>
                      <a:pt x="259" y="52"/>
                      <a:pt x="259" y="53"/>
                      <a:pt x="259" y="53"/>
                    </a:cubicBezTo>
                    <a:cubicBezTo>
                      <a:pt x="258" y="55"/>
                      <a:pt x="257" y="56"/>
                      <a:pt x="255" y="57"/>
                    </a:cubicBezTo>
                    <a:cubicBezTo>
                      <a:pt x="255" y="57"/>
                      <a:pt x="255" y="57"/>
                      <a:pt x="255" y="57"/>
                    </a:cubicBezTo>
                    <a:cubicBezTo>
                      <a:pt x="254" y="58"/>
                      <a:pt x="254" y="58"/>
                      <a:pt x="253" y="59"/>
                    </a:cubicBezTo>
                    <a:cubicBezTo>
                      <a:pt x="253" y="59"/>
                      <a:pt x="253" y="59"/>
                      <a:pt x="253" y="59"/>
                    </a:cubicBezTo>
                    <a:cubicBezTo>
                      <a:pt x="252" y="60"/>
                      <a:pt x="252" y="60"/>
                      <a:pt x="251" y="61"/>
                    </a:cubicBezTo>
                    <a:cubicBezTo>
                      <a:pt x="251" y="61"/>
                      <a:pt x="251" y="61"/>
                      <a:pt x="251" y="61"/>
                    </a:cubicBezTo>
                    <a:cubicBezTo>
                      <a:pt x="250" y="62"/>
                      <a:pt x="248" y="62"/>
                      <a:pt x="247" y="63"/>
                    </a:cubicBezTo>
                    <a:cubicBezTo>
                      <a:pt x="247" y="63"/>
                      <a:pt x="247" y="63"/>
                      <a:pt x="247" y="63"/>
                    </a:cubicBezTo>
                    <a:cubicBezTo>
                      <a:pt x="246" y="64"/>
                      <a:pt x="244" y="64"/>
                      <a:pt x="243" y="65"/>
                    </a:cubicBezTo>
                    <a:cubicBezTo>
                      <a:pt x="243" y="65"/>
                      <a:pt x="242" y="65"/>
                      <a:pt x="242" y="65"/>
                    </a:cubicBezTo>
                    <a:cubicBezTo>
                      <a:pt x="240" y="66"/>
                      <a:pt x="239" y="66"/>
                      <a:pt x="238" y="67"/>
                    </a:cubicBezTo>
                    <a:cubicBezTo>
                      <a:pt x="238" y="67"/>
                      <a:pt x="238" y="67"/>
                      <a:pt x="238" y="67"/>
                    </a:cubicBezTo>
                    <a:cubicBezTo>
                      <a:pt x="236" y="68"/>
                      <a:pt x="234" y="69"/>
                      <a:pt x="232" y="71"/>
                    </a:cubicBezTo>
                    <a:cubicBezTo>
                      <a:pt x="231" y="71"/>
                      <a:pt x="231" y="71"/>
                      <a:pt x="230" y="71"/>
                    </a:cubicBezTo>
                    <a:cubicBezTo>
                      <a:pt x="229" y="72"/>
                      <a:pt x="227" y="71"/>
                      <a:pt x="226" y="73"/>
                    </a:cubicBezTo>
                    <a:cubicBezTo>
                      <a:pt x="226" y="73"/>
                      <a:pt x="226" y="73"/>
                      <a:pt x="226" y="73"/>
                    </a:cubicBezTo>
                    <a:cubicBezTo>
                      <a:pt x="226" y="73"/>
                      <a:pt x="225" y="74"/>
                      <a:pt x="224" y="74"/>
                    </a:cubicBezTo>
                    <a:cubicBezTo>
                      <a:pt x="223" y="74"/>
                      <a:pt x="223" y="74"/>
                      <a:pt x="223" y="74"/>
                    </a:cubicBezTo>
                    <a:cubicBezTo>
                      <a:pt x="222" y="74"/>
                      <a:pt x="222" y="74"/>
                      <a:pt x="222" y="74"/>
                    </a:cubicBezTo>
                    <a:cubicBezTo>
                      <a:pt x="222" y="75"/>
                      <a:pt x="221" y="76"/>
                      <a:pt x="220" y="76"/>
                    </a:cubicBezTo>
                    <a:cubicBezTo>
                      <a:pt x="220" y="76"/>
                      <a:pt x="219" y="76"/>
                      <a:pt x="218" y="76"/>
                    </a:cubicBezTo>
                    <a:cubicBezTo>
                      <a:pt x="217" y="78"/>
                      <a:pt x="216" y="77"/>
                      <a:pt x="215" y="78"/>
                    </a:cubicBezTo>
                    <a:cubicBezTo>
                      <a:pt x="215" y="78"/>
                      <a:pt x="215" y="78"/>
                      <a:pt x="215" y="78"/>
                    </a:cubicBezTo>
                    <a:cubicBezTo>
                      <a:pt x="214" y="79"/>
                      <a:pt x="212" y="79"/>
                      <a:pt x="211" y="80"/>
                    </a:cubicBezTo>
                    <a:cubicBezTo>
                      <a:pt x="211" y="80"/>
                      <a:pt x="211" y="80"/>
                      <a:pt x="211" y="80"/>
                    </a:cubicBezTo>
                    <a:cubicBezTo>
                      <a:pt x="206" y="83"/>
                      <a:pt x="200" y="80"/>
                      <a:pt x="195" y="82"/>
                    </a:cubicBezTo>
                    <a:cubicBezTo>
                      <a:pt x="195" y="82"/>
                      <a:pt x="195" y="82"/>
                      <a:pt x="195" y="82"/>
                    </a:cubicBezTo>
                    <a:cubicBezTo>
                      <a:pt x="193" y="84"/>
                      <a:pt x="190" y="82"/>
                      <a:pt x="188" y="84"/>
                    </a:cubicBezTo>
                    <a:cubicBezTo>
                      <a:pt x="186" y="84"/>
                      <a:pt x="185" y="84"/>
                      <a:pt x="184" y="84"/>
                    </a:cubicBezTo>
                    <a:cubicBezTo>
                      <a:pt x="181" y="86"/>
                      <a:pt x="177" y="84"/>
                      <a:pt x="174" y="86"/>
                    </a:cubicBezTo>
                    <a:cubicBezTo>
                      <a:pt x="172" y="86"/>
                      <a:pt x="170" y="86"/>
                      <a:pt x="169" y="86"/>
                    </a:cubicBezTo>
                    <a:cubicBezTo>
                      <a:pt x="165" y="88"/>
                      <a:pt x="160" y="87"/>
                      <a:pt x="156" y="87"/>
                    </a:cubicBezTo>
                    <a:cubicBezTo>
                      <a:pt x="153" y="84"/>
                      <a:pt x="156" y="83"/>
                      <a:pt x="158" y="82"/>
                    </a:cubicBezTo>
                    <a:cubicBezTo>
                      <a:pt x="159" y="81"/>
                      <a:pt x="160" y="81"/>
                      <a:pt x="162" y="81"/>
                    </a:cubicBezTo>
                    <a:cubicBezTo>
                      <a:pt x="164" y="81"/>
                      <a:pt x="166" y="82"/>
                      <a:pt x="168" y="81"/>
                    </a:cubicBezTo>
                    <a:cubicBezTo>
                      <a:pt x="168" y="81"/>
                      <a:pt x="169" y="81"/>
                      <a:pt x="169" y="81"/>
                    </a:cubicBezTo>
                    <a:cubicBezTo>
                      <a:pt x="170" y="80"/>
                      <a:pt x="171" y="80"/>
                      <a:pt x="172" y="80"/>
                    </a:cubicBezTo>
                    <a:cubicBezTo>
                      <a:pt x="173" y="80"/>
                      <a:pt x="174" y="80"/>
                      <a:pt x="176" y="80"/>
                    </a:cubicBezTo>
                    <a:cubicBezTo>
                      <a:pt x="179" y="80"/>
                      <a:pt x="183" y="80"/>
                      <a:pt x="186" y="78"/>
                    </a:cubicBezTo>
                    <a:cubicBezTo>
                      <a:pt x="198" y="73"/>
                      <a:pt x="211" y="71"/>
                      <a:pt x="222" y="66"/>
                    </a:cubicBezTo>
                    <a:cubicBezTo>
                      <a:pt x="227" y="65"/>
                      <a:pt x="231" y="63"/>
                      <a:pt x="235" y="60"/>
                    </a:cubicBezTo>
                    <a:cubicBezTo>
                      <a:pt x="237" y="59"/>
                      <a:pt x="239" y="57"/>
                      <a:pt x="239" y="55"/>
                    </a:cubicBezTo>
                    <a:cubicBezTo>
                      <a:pt x="238" y="52"/>
                      <a:pt x="235" y="52"/>
                      <a:pt x="232" y="52"/>
                    </a:cubicBezTo>
                    <a:cubicBezTo>
                      <a:pt x="227" y="52"/>
                      <a:pt x="221" y="52"/>
                      <a:pt x="216" y="55"/>
                    </a:cubicBezTo>
                    <a:cubicBezTo>
                      <a:pt x="195" y="65"/>
                      <a:pt x="173" y="68"/>
                      <a:pt x="150" y="69"/>
                    </a:cubicBezTo>
                    <a:cubicBezTo>
                      <a:pt x="147" y="70"/>
                      <a:pt x="143" y="71"/>
                      <a:pt x="140" y="71"/>
                    </a:cubicBezTo>
                    <a:cubicBezTo>
                      <a:pt x="137" y="71"/>
                      <a:pt x="135" y="71"/>
                      <a:pt x="132" y="71"/>
                    </a:cubicBezTo>
                    <a:cubicBezTo>
                      <a:pt x="129" y="71"/>
                      <a:pt x="125" y="71"/>
                      <a:pt x="121" y="71"/>
                    </a:cubicBezTo>
                    <a:cubicBezTo>
                      <a:pt x="80" y="60"/>
                      <a:pt x="41" y="45"/>
                      <a:pt x="8" y="16"/>
                    </a:cubicBezTo>
                    <a:cubicBezTo>
                      <a:pt x="5" y="13"/>
                      <a:pt x="0" y="11"/>
                      <a:pt x="0" y="5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5" name="Freeform 142"/>
              <p:cNvSpPr/>
              <p:nvPr/>
            </p:nvSpPr>
            <p:spPr bwMode="auto">
              <a:xfrm>
                <a:off x="3025" y="1192"/>
                <a:ext cx="272" cy="222"/>
              </a:xfrm>
              <a:custGeom>
                <a:avLst/>
                <a:gdLst>
                  <a:gd name="T0" fmla="*/ 3 w 114"/>
                  <a:gd name="T1" fmla="*/ 54 h 93"/>
                  <a:gd name="T2" fmla="*/ 9 w 114"/>
                  <a:gd name="T3" fmla="*/ 45 h 93"/>
                  <a:gd name="T4" fmla="*/ 15 w 114"/>
                  <a:gd name="T5" fmla="*/ 36 h 93"/>
                  <a:gd name="T6" fmla="*/ 35 w 114"/>
                  <a:gd name="T7" fmla="*/ 18 h 93"/>
                  <a:gd name="T8" fmla="*/ 61 w 114"/>
                  <a:gd name="T9" fmla="*/ 0 h 93"/>
                  <a:gd name="T10" fmla="*/ 80 w 114"/>
                  <a:gd name="T11" fmla="*/ 2 h 93"/>
                  <a:gd name="T12" fmla="*/ 82 w 114"/>
                  <a:gd name="T13" fmla="*/ 2 h 93"/>
                  <a:gd name="T14" fmla="*/ 84 w 114"/>
                  <a:gd name="T15" fmla="*/ 4 h 93"/>
                  <a:gd name="T16" fmla="*/ 84 w 114"/>
                  <a:gd name="T17" fmla="*/ 4 h 93"/>
                  <a:gd name="T18" fmla="*/ 86 w 114"/>
                  <a:gd name="T19" fmla="*/ 6 h 93"/>
                  <a:gd name="T20" fmla="*/ 86 w 114"/>
                  <a:gd name="T21" fmla="*/ 6 h 93"/>
                  <a:gd name="T22" fmla="*/ 88 w 114"/>
                  <a:gd name="T23" fmla="*/ 8 h 93"/>
                  <a:gd name="T24" fmla="*/ 88 w 114"/>
                  <a:gd name="T25" fmla="*/ 8 h 93"/>
                  <a:gd name="T26" fmla="*/ 90 w 114"/>
                  <a:gd name="T27" fmla="*/ 10 h 93"/>
                  <a:gd name="T28" fmla="*/ 90 w 114"/>
                  <a:gd name="T29" fmla="*/ 10 h 93"/>
                  <a:gd name="T30" fmla="*/ 92 w 114"/>
                  <a:gd name="T31" fmla="*/ 12 h 93"/>
                  <a:gd name="T32" fmla="*/ 92 w 114"/>
                  <a:gd name="T33" fmla="*/ 12 h 93"/>
                  <a:gd name="T34" fmla="*/ 94 w 114"/>
                  <a:gd name="T35" fmla="*/ 14 h 93"/>
                  <a:gd name="T36" fmla="*/ 94 w 114"/>
                  <a:gd name="T37" fmla="*/ 14 h 93"/>
                  <a:gd name="T38" fmla="*/ 96 w 114"/>
                  <a:gd name="T39" fmla="*/ 18 h 93"/>
                  <a:gd name="T40" fmla="*/ 96 w 114"/>
                  <a:gd name="T41" fmla="*/ 18 h 93"/>
                  <a:gd name="T42" fmla="*/ 97 w 114"/>
                  <a:gd name="T43" fmla="*/ 20 h 93"/>
                  <a:gd name="T44" fmla="*/ 97 w 114"/>
                  <a:gd name="T45" fmla="*/ 21 h 93"/>
                  <a:gd name="T46" fmla="*/ 99 w 114"/>
                  <a:gd name="T47" fmla="*/ 25 h 93"/>
                  <a:gd name="T48" fmla="*/ 99 w 114"/>
                  <a:gd name="T49" fmla="*/ 25 h 93"/>
                  <a:gd name="T50" fmla="*/ 101 w 114"/>
                  <a:gd name="T51" fmla="*/ 27 h 93"/>
                  <a:gd name="T52" fmla="*/ 101 w 114"/>
                  <a:gd name="T53" fmla="*/ 29 h 93"/>
                  <a:gd name="T54" fmla="*/ 103 w 114"/>
                  <a:gd name="T55" fmla="*/ 31 h 93"/>
                  <a:gd name="T56" fmla="*/ 103 w 114"/>
                  <a:gd name="T57" fmla="*/ 31 h 93"/>
                  <a:gd name="T58" fmla="*/ 105 w 114"/>
                  <a:gd name="T59" fmla="*/ 39 h 93"/>
                  <a:gd name="T60" fmla="*/ 105 w 114"/>
                  <a:gd name="T61" fmla="*/ 39 h 93"/>
                  <a:gd name="T62" fmla="*/ 107 w 114"/>
                  <a:gd name="T63" fmla="*/ 41 h 93"/>
                  <a:gd name="T64" fmla="*/ 107 w 114"/>
                  <a:gd name="T65" fmla="*/ 41 h 93"/>
                  <a:gd name="T66" fmla="*/ 109 w 114"/>
                  <a:gd name="T67" fmla="*/ 43 h 93"/>
                  <a:gd name="T68" fmla="*/ 109 w 114"/>
                  <a:gd name="T69" fmla="*/ 45 h 93"/>
                  <a:gd name="T70" fmla="*/ 111 w 114"/>
                  <a:gd name="T71" fmla="*/ 48 h 93"/>
                  <a:gd name="T72" fmla="*/ 111 w 114"/>
                  <a:gd name="T73" fmla="*/ 48 h 93"/>
                  <a:gd name="T74" fmla="*/ 113 w 114"/>
                  <a:gd name="T75" fmla="*/ 52 h 93"/>
                  <a:gd name="T76" fmla="*/ 113 w 114"/>
                  <a:gd name="T77" fmla="*/ 54 h 93"/>
                  <a:gd name="T78" fmla="*/ 113 w 114"/>
                  <a:gd name="T79" fmla="*/ 57 h 93"/>
                  <a:gd name="T80" fmla="*/ 98 w 114"/>
                  <a:gd name="T81" fmla="*/ 48 h 93"/>
                  <a:gd name="T82" fmla="*/ 93 w 114"/>
                  <a:gd name="T83" fmla="*/ 40 h 93"/>
                  <a:gd name="T84" fmla="*/ 86 w 114"/>
                  <a:gd name="T85" fmla="*/ 29 h 93"/>
                  <a:gd name="T86" fmla="*/ 77 w 114"/>
                  <a:gd name="T87" fmla="*/ 18 h 93"/>
                  <a:gd name="T88" fmla="*/ 28 w 114"/>
                  <a:gd name="T89" fmla="*/ 39 h 93"/>
                  <a:gd name="T90" fmla="*/ 26 w 114"/>
                  <a:gd name="T91" fmla="*/ 48 h 93"/>
                  <a:gd name="T92" fmla="*/ 35 w 114"/>
                  <a:gd name="T93" fmla="*/ 51 h 93"/>
                  <a:gd name="T94" fmla="*/ 52 w 114"/>
                  <a:gd name="T95" fmla="*/ 66 h 93"/>
                  <a:gd name="T96" fmla="*/ 58 w 114"/>
                  <a:gd name="T97" fmla="*/ 73 h 93"/>
                  <a:gd name="T98" fmla="*/ 69 w 114"/>
                  <a:gd name="T99" fmla="*/ 83 h 93"/>
                  <a:gd name="T100" fmla="*/ 55 w 114"/>
                  <a:gd name="T101" fmla="*/ 92 h 93"/>
                  <a:gd name="T102" fmla="*/ 50 w 114"/>
                  <a:gd name="T103" fmla="*/ 92 h 93"/>
                  <a:gd name="T104" fmla="*/ 44 w 114"/>
                  <a:gd name="T105" fmla="*/ 79 h 93"/>
                  <a:gd name="T106" fmla="*/ 42 w 114"/>
                  <a:gd name="T107" fmla="*/ 77 h 93"/>
                  <a:gd name="T108" fmla="*/ 36 w 114"/>
                  <a:gd name="T109" fmla="*/ 73 h 93"/>
                  <a:gd name="T110" fmla="*/ 26 w 114"/>
                  <a:gd name="T111" fmla="*/ 73 h 93"/>
                  <a:gd name="T112" fmla="*/ 16 w 114"/>
                  <a:gd name="T113" fmla="*/ 75 h 93"/>
                  <a:gd name="T114" fmla="*/ 13 w 114"/>
                  <a:gd name="T115" fmla="*/ 74 h 93"/>
                  <a:gd name="T116" fmla="*/ 3 w 114"/>
                  <a:gd name="T117" fmla="*/ 5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4" h="93">
                    <a:moveTo>
                      <a:pt x="3" y="54"/>
                    </a:moveTo>
                    <a:cubicBezTo>
                      <a:pt x="6" y="51"/>
                      <a:pt x="9" y="49"/>
                      <a:pt x="9" y="45"/>
                    </a:cubicBezTo>
                    <a:cubicBezTo>
                      <a:pt x="11" y="42"/>
                      <a:pt x="11" y="38"/>
                      <a:pt x="15" y="36"/>
                    </a:cubicBezTo>
                    <a:cubicBezTo>
                      <a:pt x="21" y="30"/>
                      <a:pt x="31" y="27"/>
                      <a:pt x="35" y="18"/>
                    </a:cubicBezTo>
                    <a:cubicBezTo>
                      <a:pt x="43" y="11"/>
                      <a:pt x="51" y="4"/>
                      <a:pt x="61" y="0"/>
                    </a:cubicBezTo>
                    <a:cubicBezTo>
                      <a:pt x="67" y="0"/>
                      <a:pt x="74" y="1"/>
                      <a:pt x="80" y="2"/>
                    </a:cubicBezTo>
                    <a:cubicBezTo>
                      <a:pt x="81" y="2"/>
                      <a:pt x="81" y="2"/>
                      <a:pt x="82" y="2"/>
                    </a:cubicBezTo>
                    <a:cubicBezTo>
                      <a:pt x="83" y="3"/>
                      <a:pt x="83" y="4"/>
                      <a:pt x="84" y="4"/>
                    </a:cubicBezTo>
                    <a:cubicBezTo>
                      <a:pt x="84" y="4"/>
                      <a:pt x="84" y="4"/>
                      <a:pt x="84" y="4"/>
                    </a:cubicBezTo>
                    <a:cubicBezTo>
                      <a:pt x="85" y="5"/>
                      <a:pt x="85" y="5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7" y="7"/>
                      <a:pt x="87" y="7"/>
                      <a:pt x="88" y="8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9" y="9"/>
                      <a:pt x="89" y="9"/>
                      <a:pt x="90" y="10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13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4"/>
                    </a:cubicBezTo>
                    <a:cubicBezTo>
                      <a:pt x="95" y="15"/>
                      <a:pt x="94" y="17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6" y="18"/>
                      <a:pt x="97" y="19"/>
                      <a:pt x="97" y="20"/>
                    </a:cubicBezTo>
                    <a:cubicBezTo>
                      <a:pt x="97" y="20"/>
                      <a:pt x="97" y="21"/>
                      <a:pt x="97" y="21"/>
                    </a:cubicBezTo>
                    <a:cubicBezTo>
                      <a:pt x="99" y="23"/>
                      <a:pt x="98" y="24"/>
                      <a:pt x="99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100" y="26"/>
                      <a:pt x="101" y="27"/>
                      <a:pt x="101" y="27"/>
                    </a:cubicBezTo>
                    <a:cubicBezTo>
                      <a:pt x="101" y="28"/>
                      <a:pt x="101" y="29"/>
                      <a:pt x="101" y="29"/>
                    </a:cubicBezTo>
                    <a:cubicBezTo>
                      <a:pt x="102" y="30"/>
                      <a:pt x="103" y="30"/>
                      <a:pt x="103" y="31"/>
                    </a:cubicBezTo>
                    <a:cubicBezTo>
                      <a:pt x="103" y="31"/>
                      <a:pt x="103" y="31"/>
                      <a:pt x="103" y="31"/>
                    </a:cubicBezTo>
                    <a:cubicBezTo>
                      <a:pt x="105" y="33"/>
                      <a:pt x="103" y="37"/>
                      <a:pt x="105" y="39"/>
                    </a:cubicBezTo>
                    <a:cubicBezTo>
                      <a:pt x="105" y="39"/>
                      <a:pt x="105" y="39"/>
                      <a:pt x="105" y="39"/>
                    </a:cubicBezTo>
                    <a:cubicBezTo>
                      <a:pt x="106" y="39"/>
                      <a:pt x="106" y="40"/>
                      <a:pt x="107" y="41"/>
                    </a:cubicBezTo>
                    <a:cubicBezTo>
                      <a:pt x="107" y="41"/>
                      <a:pt x="107" y="41"/>
                      <a:pt x="107" y="41"/>
                    </a:cubicBezTo>
                    <a:cubicBezTo>
                      <a:pt x="108" y="41"/>
                      <a:pt x="108" y="42"/>
                      <a:pt x="109" y="43"/>
                    </a:cubicBezTo>
                    <a:cubicBezTo>
                      <a:pt x="109" y="43"/>
                      <a:pt x="109" y="44"/>
                      <a:pt x="109" y="45"/>
                    </a:cubicBezTo>
                    <a:cubicBezTo>
                      <a:pt x="110" y="46"/>
                      <a:pt x="110" y="47"/>
                      <a:pt x="111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12" y="49"/>
                      <a:pt x="112" y="51"/>
                      <a:pt x="113" y="52"/>
                    </a:cubicBezTo>
                    <a:cubicBezTo>
                      <a:pt x="113" y="53"/>
                      <a:pt x="113" y="54"/>
                      <a:pt x="113" y="54"/>
                    </a:cubicBezTo>
                    <a:cubicBezTo>
                      <a:pt x="114" y="55"/>
                      <a:pt x="114" y="56"/>
                      <a:pt x="113" y="57"/>
                    </a:cubicBezTo>
                    <a:cubicBezTo>
                      <a:pt x="101" y="60"/>
                      <a:pt x="99" y="59"/>
                      <a:pt x="98" y="48"/>
                    </a:cubicBezTo>
                    <a:cubicBezTo>
                      <a:pt x="98" y="44"/>
                      <a:pt x="97" y="41"/>
                      <a:pt x="93" y="40"/>
                    </a:cubicBezTo>
                    <a:cubicBezTo>
                      <a:pt x="87" y="38"/>
                      <a:pt x="86" y="34"/>
                      <a:pt x="86" y="29"/>
                    </a:cubicBezTo>
                    <a:cubicBezTo>
                      <a:pt x="86" y="22"/>
                      <a:pt x="83" y="19"/>
                      <a:pt x="77" y="18"/>
                    </a:cubicBezTo>
                    <a:cubicBezTo>
                      <a:pt x="62" y="15"/>
                      <a:pt x="35" y="26"/>
                      <a:pt x="28" y="39"/>
                    </a:cubicBezTo>
                    <a:cubicBezTo>
                      <a:pt x="26" y="42"/>
                      <a:pt x="25" y="45"/>
                      <a:pt x="26" y="48"/>
                    </a:cubicBezTo>
                    <a:cubicBezTo>
                      <a:pt x="28" y="52"/>
                      <a:pt x="32" y="51"/>
                      <a:pt x="35" y="51"/>
                    </a:cubicBezTo>
                    <a:cubicBezTo>
                      <a:pt x="46" y="51"/>
                      <a:pt x="52" y="56"/>
                      <a:pt x="52" y="66"/>
                    </a:cubicBezTo>
                    <a:cubicBezTo>
                      <a:pt x="52" y="71"/>
                      <a:pt x="54" y="72"/>
                      <a:pt x="58" y="73"/>
                    </a:cubicBezTo>
                    <a:cubicBezTo>
                      <a:pt x="63" y="75"/>
                      <a:pt x="71" y="75"/>
                      <a:pt x="69" y="83"/>
                    </a:cubicBezTo>
                    <a:cubicBezTo>
                      <a:pt x="68" y="90"/>
                      <a:pt x="61" y="91"/>
                      <a:pt x="55" y="92"/>
                    </a:cubicBezTo>
                    <a:cubicBezTo>
                      <a:pt x="54" y="93"/>
                      <a:pt x="52" y="93"/>
                      <a:pt x="50" y="92"/>
                    </a:cubicBezTo>
                    <a:cubicBezTo>
                      <a:pt x="45" y="90"/>
                      <a:pt x="46" y="84"/>
                      <a:pt x="44" y="79"/>
                    </a:cubicBezTo>
                    <a:cubicBezTo>
                      <a:pt x="43" y="79"/>
                      <a:pt x="43" y="78"/>
                      <a:pt x="42" y="77"/>
                    </a:cubicBezTo>
                    <a:cubicBezTo>
                      <a:pt x="41" y="75"/>
                      <a:pt x="38" y="74"/>
                      <a:pt x="36" y="73"/>
                    </a:cubicBezTo>
                    <a:cubicBezTo>
                      <a:pt x="32" y="71"/>
                      <a:pt x="29" y="72"/>
                      <a:pt x="26" y="73"/>
                    </a:cubicBezTo>
                    <a:cubicBezTo>
                      <a:pt x="23" y="74"/>
                      <a:pt x="20" y="75"/>
                      <a:pt x="16" y="75"/>
                    </a:cubicBezTo>
                    <a:cubicBezTo>
                      <a:pt x="15" y="74"/>
                      <a:pt x="14" y="74"/>
                      <a:pt x="13" y="74"/>
                    </a:cubicBezTo>
                    <a:cubicBezTo>
                      <a:pt x="8" y="68"/>
                      <a:pt x="0" y="64"/>
                      <a:pt x="3" y="54"/>
                    </a:cubicBezTo>
                    <a:close/>
                  </a:path>
                </a:pathLst>
              </a:custGeom>
              <a:solidFill>
                <a:srgbClr val="DAF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6" name="Freeform 143"/>
              <p:cNvSpPr/>
              <p:nvPr/>
            </p:nvSpPr>
            <p:spPr bwMode="auto">
              <a:xfrm>
                <a:off x="3113" y="1416"/>
                <a:ext cx="208" cy="222"/>
              </a:xfrm>
              <a:custGeom>
                <a:avLst/>
                <a:gdLst>
                  <a:gd name="T0" fmla="*/ 85 w 87"/>
                  <a:gd name="T1" fmla="*/ 20 h 93"/>
                  <a:gd name="T2" fmla="*/ 85 w 87"/>
                  <a:gd name="T3" fmla="*/ 23 h 93"/>
                  <a:gd name="T4" fmla="*/ 84 w 87"/>
                  <a:gd name="T5" fmla="*/ 27 h 93"/>
                  <a:gd name="T6" fmla="*/ 84 w 87"/>
                  <a:gd name="T7" fmla="*/ 27 h 93"/>
                  <a:gd name="T8" fmla="*/ 82 w 87"/>
                  <a:gd name="T9" fmla="*/ 29 h 93"/>
                  <a:gd name="T10" fmla="*/ 82 w 87"/>
                  <a:gd name="T11" fmla="*/ 33 h 93"/>
                  <a:gd name="T12" fmla="*/ 80 w 87"/>
                  <a:gd name="T13" fmla="*/ 41 h 93"/>
                  <a:gd name="T14" fmla="*/ 80 w 87"/>
                  <a:gd name="T15" fmla="*/ 43 h 93"/>
                  <a:gd name="T16" fmla="*/ 78 w 87"/>
                  <a:gd name="T17" fmla="*/ 50 h 93"/>
                  <a:gd name="T18" fmla="*/ 78 w 87"/>
                  <a:gd name="T19" fmla="*/ 52 h 93"/>
                  <a:gd name="T20" fmla="*/ 76 w 87"/>
                  <a:gd name="T21" fmla="*/ 56 h 93"/>
                  <a:gd name="T22" fmla="*/ 76 w 87"/>
                  <a:gd name="T23" fmla="*/ 56 h 93"/>
                  <a:gd name="T24" fmla="*/ 74 w 87"/>
                  <a:gd name="T25" fmla="*/ 60 h 93"/>
                  <a:gd name="T26" fmla="*/ 74 w 87"/>
                  <a:gd name="T27" fmla="*/ 62 h 93"/>
                  <a:gd name="T28" fmla="*/ 72 w 87"/>
                  <a:gd name="T29" fmla="*/ 66 h 93"/>
                  <a:gd name="T30" fmla="*/ 72 w 87"/>
                  <a:gd name="T31" fmla="*/ 66 h 93"/>
                  <a:gd name="T32" fmla="*/ 70 w 87"/>
                  <a:gd name="T33" fmla="*/ 70 h 93"/>
                  <a:gd name="T34" fmla="*/ 70 w 87"/>
                  <a:gd name="T35" fmla="*/ 70 h 93"/>
                  <a:gd name="T36" fmla="*/ 68 w 87"/>
                  <a:gd name="T37" fmla="*/ 73 h 93"/>
                  <a:gd name="T38" fmla="*/ 68 w 87"/>
                  <a:gd name="T39" fmla="*/ 75 h 93"/>
                  <a:gd name="T40" fmla="*/ 66 w 87"/>
                  <a:gd name="T41" fmla="*/ 79 h 93"/>
                  <a:gd name="T42" fmla="*/ 66 w 87"/>
                  <a:gd name="T43" fmla="*/ 81 h 93"/>
                  <a:gd name="T44" fmla="*/ 64 w 87"/>
                  <a:gd name="T45" fmla="*/ 87 h 93"/>
                  <a:gd name="T46" fmla="*/ 64 w 87"/>
                  <a:gd name="T47" fmla="*/ 87 h 93"/>
                  <a:gd name="T48" fmla="*/ 62 w 87"/>
                  <a:gd name="T49" fmla="*/ 89 h 93"/>
                  <a:gd name="T50" fmla="*/ 62 w 87"/>
                  <a:gd name="T51" fmla="*/ 89 h 93"/>
                  <a:gd name="T52" fmla="*/ 60 w 87"/>
                  <a:gd name="T53" fmla="*/ 91 h 93"/>
                  <a:gd name="T54" fmla="*/ 60 w 87"/>
                  <a:gd name="T55" fmla="*/ 91 h 93"/>
                  <a:gd name="T56" fmla="*/ 55 w 87"/>
                  <a:gd name="T57" fmla="*/ 92 h 93"/>
                  <a:gd name="T58" fmla="*/ 47 w 87"/>
                  <a:gd name="T59" fmla="*/ 88 h 93"/>
                  <a:gd name="T60" fmla="*/ 31 w 87"/>
                  <a:gd name="T61" fmla="*/ 82 h 93"/>
                  <a:gd name="T62" fmla="*/ 25 w 87"/>
                  <a:gd name="T63" fmla="*/ 82 h 93"/>
                  <a:gd name="T64" fmla="*/ 30 w 87"/>
                  <a:gd name="T65" fmla="*/ 69 h 93"/>
                  <a:gd name="T66" fmla="*/ 14 w 87"/>
                  <a:gd name="T67" fmla="*/ 73 h 93"/>
                  <a:gd name="T68" fmla="*/ 7 w 87"/>
                  <a:gd name="T69" fmla="*/ 72 h 93"/>
                  <a:gd name="T70" fmla="*/ 6 w 87"/>
                  <a:gd name="T71" fmla="*/ 70 h 93"/>
                  <a:gd name="T72" fmla="*/ 1 w 87"/>
                  <a:gd name="T73" fmla="*/ 68 h 93"/>
                  <a:gd name="T74" fmla="*/ 3 w 87"/>
                  <a:gd name="T75" fmla="*/ 63 h 93"/>
                  <a:gd name="T76" fmla="*/ 5 w 87"/>
                  <a:gd name="T77" fmla="*/ 64 h 93"/>
                  <a:gd name="T78" fmla="*/ 3 w 87"/>
                  <a:gd name="T79" fmla="*/ 62 h 93"/>
                  <a:gd name="T80" fmla="*/ 5 w 87"/>
                  <a:gd name="T81" fmla="*/ 57 h 93"/>
                  <a:gd name="T82" fmla="*/ 15 w 87"/>
                  <a:gd name="T83" fmla="*/ 58 h 93"/>
                  <a:gd name="T84" fmla="*/ 22 w 87"/>
                  <a:gd name="T85" fmla="*/ 58 h 93"/>
                  <a:gd name="T86" fmla="*/ 30 w 87"/>
                  <a:gd name="T87" fmla="*/ 50 h 93"/>
                  <a:gd name="T88" fmla="*/ 33 w 87"/>
                  <a:gd name="T89" fmla="*/ 48 h 93"/>
                  <a:gd name="T90" fmla="*/ 37 w 87"/>
                  <a:gd name="T91" fmla="*/ 51 h 93"/>
                  <a:gd name="T92" fmla="*/ 54 w 87"/>
                  <a:gd name="T93" fmla="*/ 55 h 93"/>
                  <a:gd name="T94" fmla="*/ 58 w 87"/>
                  <a:gd name="T95" fmla="*/ 52 h 93"/>
                  <a:gd name="T96" fmla="*/ 53 w 87"/>
                  <a:gd name="T97" fmla="*/ 19 h 93"/>
                  <a:gd name="T98" fmla="*/ 64 w 87"/>
                  <a:gd name="T99" fmla="*/ 4 h 93"/>
                  <a:gd name="T100" fmla="*/ 77 w 87"/>
                  <a:gd name="T101" fmla="*/ 0 h 93"/>
                  <a:gd name="T102" fmla="*/ 82 w 87"/>
                  <a:gd name="T103" fmla="*/ 2 h 93"/>
                  <a:gd name="T104" fmla="*/ 83 w 87"/>
                  <a:gd name="T105" fmla="*/ 2 h 93"/>
                  <a:gd name="T106" fmla="*/ 85 w 87"/>
                  <a:gd name="T107" fmla="*/ 4 h 93"/>
                  <a:gd name="T108" fmla="*/ 85 w 87"/>
                  <a:gd name="T109" fmla="*/ 4 h 93"/>
                  <a:gd name="T110" fmla="*/ 85 w 87"/>
                  <a:gd name="T111" fmla="*/ 2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87" h="93">
                    <a:moveTo>
                      <a:pt x="85" y="20"/>
                    </a:moveTo>
                    <a:cubicBezTo>
                      <a:pt x="85" y="21"/>
                      <a:pt x="85" y="22"/>
                      <a:pt x="85" y="23"/>
                    </a:cubicBezTo>
                    <a:cubicBezTo>
                      <a:pt x="84" y="24"/>
                      <a:pt x="85" y="26"/>
                      <a:pt x="84" y="27"/>
                    </a:cubicBezTo>
                    <a:cubicBezTo>
                      <a:pt x="84" y="27"/>
                      <a:pt x="84" y="27"/>
                      <a:pt x="84" y="27"/>
                    </a:cubicBezTo>
                    <a:cubicBezTo>
                      <a:pt x="83" y="28"/>
                      <a:pt x="82" y="29"/>
                      <a:pt x="82" y="29"/>
                    </a:cubicBezTo>
                    <a:cubicBezTo>
                      <a:pt x="82" y="30"/>
                      <a:pt x="82" y="32"/>
                      <a:pt x="82" y="33"/>
                    </a:cubicBezTo>
                    <a:cubicBezTo>
                      <a:pt x="80" y="35"/>
                      <a:pt x="82" y="38"/>
                      <a:pt x="80" y="41"/>
                    </a:cubicBezTo>
                    <a:cubicBezTo>
                      <a:pt x="80" y="41"/>
                      <a:pt x="80" y="42"/>
                      <a:pt x="80" y="43"/>
                    </a:cubicBezTo>
                    <a:cubicBezTo>
                      <a:pt x="78" y="45"/>
                      <a:pt x="80" y="48"/>
                      <a:pt x="78" y="50"/>
                    </a:cubicBezTo>
                    <a:cubicBezTo>
                      <a:pt x="78" y="51"/>
                      <a:pt x="78" y="51"/>
                      <a:pt x="78" y="52"/>
                    </a:cubicBezTo>
                    <a:cubicBezTo>
                      <a:pt x="77" y="53"/>
                      <a:pt x="77" y="55"/>
                      <a:pt x="76" y="56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75" y="57"/>
                      <a:pt x="75" y="59"/>
                      <a:pt x="74" y="60"/>
                    </a:cubicBezTo>
                    <a:cubicBezTo>
                      <a:pt x="74" y="61"/>
                      <a:pt x="74" y="61"/>
                      <a:pt x="74" y="62"/>
                    </a:cubicBezTo>
                    <a:cubicBezTo>
                      <a:pt x="73" y="63"/>
                      <a:pt x="73" y="65"/>
                      <a:pt x="72" y="66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1" y="67"/>
                      <a:pt x="71" y="68"/>
                      <a:pt x="70" y="70"/>
                    </a:cubicBezTo>
                    <a:cubicBezTo>
                      <a:pt x="70" y="70"/>
                      <a:pt x="70" y="70"/>
                      <a:pt x="70" y="70"/>
                    </a:cubicBezTo>
                    <a:cubicBezTo>
                      <a:pt x="69" y="71"/>
                      <a:pt x="69" y="72"/>
                      <a:pt x="68" y="73"/>
                    </a:cubicBezTo>
                    <a:cubicBezTo>
                      <a:pt x="68" y="74"/>
                      <a:pt x="68" y="75"/>
                      <a:pt x="68" y="75"/>
                    </a:cubicBezTo>
                    <a:cubicBezTo>
                      <a:pt x="67" y="76"/>
                      <a:pt x="67" y="78"/>
                      <a:pt x="66" y="79"/>
                    </a:cubicBezTo>
                    <a:cubicBezTo>
                      <a:pt x="66" y="80"/>
                      <a:pt x="66" y="80"/>
                      <a:pt x="66" y="81"/>
                    </a:cubicBezTo>
                    <a:cubicBezTo>
                      <a:pt x="64" y="83"/>
                      <a:pt x="66" y="85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3" y="88"/>
                      <a:pt x="62" y="89"/>
                    </a:cubicBezTo>
                    <a:cubicBezTo>
                      <a:pt x="62" y="89"/>
                      <a:pt x="62" y="89"/>
                      <a:pt x="62" y="89"/>
                    </a:cubicBezTo>
                    <a:cubicBezTo>
                      <a:pt x="62" y="89"/>
                      <a:pt x="61" y="90"/>
                      <a:pt x="60" y="91"/>
                    </a:cubicBezTo>
                    <a:cubicBezTo>
                      <a:pt x="60" y="91"/>
                      <a:pt x="60" y="91"/>
                      <a:pt x="60" y="91"/>
                    </a:cubicBezTo>
                    <a:cubicBezTo>
                      <a:pt x="59" y="92"/>
                      <a:pt x="57" y="92"/>
                      <a:pt x="55" y="92"/>
                    </a:cubicBezTo>
                    <a:cubicBezTo>
                      <a:pt x="51" y="93"/>
                      <a:pt x="49" y="91"/>
                      <a:pt x="47" y="88"/>
                    </a:cubicBezTo>
                    <a:cubicBezTo>
                      <a:pt x="44" y="81"/>
                      <a:pt x="38" y="79"/>
                      <a:pt x="31" y="82"/>
                    </a:cubicBezTo>
                    <a:cubicBezTo>
                      <a:pt x="29" y="83"/>
                      <a:pt x="27" y="83"/>
                      <a:pt x="25" y="82"/>
                    </a:cubicBezTo>
                    <a:cubicBezTo>
                      <a:pt x="21" y="76"/>
                      <a:pt x="27" y="73"/>
                      <a:pt x="30" y="69"/>
                    </a:cubicBezTo>
                    <a:cubicBezTo>
                      <a:pt x="24" y="70"/>
                      <a:pt x="19" y="70"/>
                      <a:pt x="14" y="73"/>
                    </a:cubicBezTo>
                    <a:cubicBezTo>
                      <a:pt x="11" y="75"/>
                      <a:pt x="9" y="75"/>
                      <a:pt x="7" y="72"/>
                    </a:cubicBezTo>
                    <a:cubicBezTo>
                      <a:pt x="5" y="72"/>
                      <a:pt x="9" y="69"/>
                      <a:pt x="6" y="70"/>
                    </a:cubicBezTo>
                    <a:cubicBezTo>
                      <a:pt x="4" y="70"/>
                      <a:pt x="2" y="69"/>
                      <a:pt x="1" y="68"/>
                    </a:cubicBezTo>
                    <a:cubicBezTo>
                      <a:pt x="0" y="65"/>
                      <a:pt x="1" y="64"/>
                      <a:pt x="3" y="63"/>
                    </a:cubicBezTo>
                    <a:cubicBezTo>
                      <a:pt x="4" y="63"/>
                      <a:pt x="4" y="64"/>
                      <a:pt x="5" y="64"/>
                    </a:cubicBezTo>
                    <a:cubicBezTo>
                      <a:pt x="5" y="63"/>
                      <a:pt x="4" y="63"/>
                      <a:pt x="3" y="62"/>
                    </a:cubicBezTo>
                    <a:cubicBezTo>
                      <a:pt x="3" y="60"/>
                      <a:pt x="3" y="59"/>
                      <a:pt x="5" y="57"/>
                    </a:cubicBezTo>
                    <a:cubicBezTo>
                      <a:pt x="8" y="55"/>
                      <a:pt x="12" y="54"/>
                      <a:pt x="15" y="58"/>
                    </a:cubicBezTo>
                    <a:cubicBezTo>
                      <a:pt x="18" y="61"/>
                      <a:pt x="20" y="60"/>
                      <a:pt x="22" y="58"/>
                    </a:cubicBezTo>
                    <a:cubicBezTo>
                      <a:pt x="28" y="59"/>
                      <a:pt x="32" y="57"/>
                      <a:pt x="30" y="50"/>
                    </a:cubicBezTo>
                    <a:cubicBezTo>
                      <a:pt x="31" y="49"/>
                      <a:pt x="32" y="48"/>
                      <a:pt x="33" y="48"/>
                    </a:cubicBezTo>
                    <a:cubicBezTo>
                      <a:pt x="35" y="48"/>
                      <a:pt x="36" y="50"/>
                      <a:pt x="37" y="51"/>
                    </a:cubicBezTo>
                    <a:cubicBezTo>
                      <a:pt x="44" y="61"/>
                      <a:pt x="44" y="61"/>
                      <a:pt x="54" y="55"/>
                    </a:cubicBezTo>
                    <a:cubicBezTo>
                      <a:pt x="55" y="54"/>
                      <a:pt x="56" y="53"/>
                      <a:pt x="58" y="52"/>
                    </a:cubicBezTo>
                    <a:cubicBezTo>
                      <a:pt x="64" y="40"/>
                      <a:pt x="57" y="30"/>
                      <a:pt x="53" y="19"/>
                    </a:cubicBezTo>
                    <a:cubicBezTo>
                      <a:pt x="52" y="11"/>
                      <a:pt x="57" y="6"/>
                      <a:pt x="64" y="4"/>
                    </a:cubicBezTo>
                    <a:cubicBezTo>
                      <a:pt x="69" y="2"/>
                      <a:pt x="73" y="1"/>
                      <a:pt x="77" y="0"/>
                    </a:cubicBezTo>
                    <a:cubicBezTo>
                      <a:pt x="79" y="1"/>
                      <a:pt x="80" y="1"/>
                      <a:pt x="82" y="2"/>
                    </a:cubicBezTo>
                    <a:cubicBezTo>
                      <a:pt x="82" y="2"/>
                      <a:pt x="83" y="2"/>
                      <a:pt x="83" y="2"/>
                    </a:cubicBezTo>
                    <a:cubicBezTo>
                      <a:pt x="84" y="3"/>
                      <a:pt x="85" y="4"/>
                      <a:pt x="85" y="4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7" y="9"/>
                      <a:pt x="87" y="15"/>
                      <a:pt x="85" y="20"/>
                    </a:cubicBezTo>
                    <a:close/>
                  </a:path>
                </a:pathLst>
              </a:custGeom>
              <a:solidFill>
                <a:srgbClr val="BBD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7" name="Freeform 144"/>
              <p:cNvSpPr/>
              <p:nvPr/>
            </p:nvSpPr>
            <p:spPr bwMode="auto">
              <a:xfrm>
                <a:off x="2563" y="1771"/>
                <a:ext cx="438" cy="198"/>
              </a:xfrm>
              <a:custGeom>
                <a:avLst/>
                <a:gdLst>
                  <a:gd name="T0" fmla="*/ 179 w 183"/>
                  <a:gd name="T1" fmla="*/ 78 h 83"/>
                  <a:gd name="T2" fmla="*/ 173 w 183"/>
                  <a:gd name="T3" fmla="*/ 80 h 83"/>
                  <a:gd name="T4" fmla="*/ 156 w 183"/>
                  <a:gd name="T5" fmla="*/ 80 h 83"/>
                  <a:gd name="T6" fmla="*/ 131 w 183"/>
                  <a:gd name="T7" fmla="*/ 78 h 83"/>
                  <a:gd name="T8" fmla="*/ 120 w 183"/>
                  <a:gd name="T9" fmla="*/ 76 h 83"/>
                  <a:gd name="T10" fmla="*/ 111 w 183"/>
                  <a:gd name="T11" fmla="*/ 74 h 83"/>
                  <a:gd name="T12" fmla="*/ 108 w 183"/>
                  <a:gd name="T13" fmla="*/ 72 h 83"/>
                  <a:gd name="T14" fmla="*/ 99 w 183"/>
                  <a:gd name="T15" fmla="*/ 70 h 83"/>
                  <a:gd name="T16" fmla="*/ 95 w 183"/>
                  <a:gd name="T17" fmla="*/ 68 h 83"/>
                  <a:gd name="T18" fmla="*/ 89 w 183"/>
                  <a:gd name="T19" fmla="*/ 66 h 83"/>
                  <a:gd name="T20" fmla="*/ 85 w 183"/>
                  <a:gd name="T21" fmla="*/ 65 h 83"/>
                  <a:gd name="T22" fmla="*/ 81 w 183"/>
                  <a:gd name="T23" fmla="*/ 63 h 83"/>
                  <a:gd name="T24" fmla="*/ 79 w 183"/>
                  <a:gd name="T25" fmla="*/ 63 h 83"/>
                  <a:gd name="T26" fmla="*/ 76 w 183"/>
                  <a:gd name="T27" fmla="*/ 61 h 83"/>
                  <a:gd name="T28" fmla="*/ 73 w 183"/>
                  <a:gd name="T29" fmla="*/ 59 h 83"/>
                  <a:gd name="T30" fmla="*/ 70 w 183"/>
                  <a:gd name="T31" fmla="*/ 57 h 83"/>
                  <a:gd name="T32" fmla="*/ 64 w 183"/>
                  <a:gd name="T33" fmla="*/ 55 h 83"/>
                  <a:gd name="T34" fmla="*/ 62 w 183"/>
                  <a:gd name="T35" fmla="*/ 55 h 83"/>
                  <a:gd name="T36" fmla="*/ 58 w 183"/>
                  <a:gd name="T37" fmla="*/ 53 h 83"/>
                  <a:gd name="T38" fmla="*/ 56 w 183"/>
                  <a:gd name="T39" fmla="*/ 51 h 83"/>
                  <a:gd name="T40" fmla="*/ 53 w 183"/>
                  <a:gd name="T41" fmla="*/ 49 h 83"/>
                  <a:gd name="T42" fmla="*/ 49 w 183"/>
                  <a:gd name="T43" fmla="*/ 47 h 83"/>
                  <a:gd name="T44" fmla="*/ 47 w 183"/>
                  <a:gd name="T45" fmla="*/ 45 h 83"/>
                  <a:gd name="T46" fmla="*/ 43 w 183"/>
                  <a:gd name="T47" fmla="*/ 43 h 83"/>
                  <a:gd name="T48" fmla="*/ 41 w 183"/>
                  <a:gd name="T49" fmla="*/ 42 h 83"/>
                  <a:gd name="T50" fmla="*/ 37 w 183"/>
                  <a:gd name="T51" fmla="*/ 40 h 83"/>
                  <a:gd name="T52" fmla="*/ 35 w 183"/>
                  <a:gd name="T53" fmla="*/ 38 h 83"/>
                  <a:gd name="T54" fmla="*/ 33 w 183"/>
                  <a:gd name="T55" fmla="*/ 36 h 83"/>
                  <a:gd name="T56" fmla="*/ 30 w 183"/>
                  <a:gd name="T57" fmla="*/ 34 h 83"/>
                  <a:gd name="T58" fmla="*/ 27 w 183"/>
                  <a:gd name="T59" fmla="*/ 30 h 83"/>
                  <a:gd name="T60" fmla="*/ 24 w 183"/>
                  <a:gd name="T61" fmla="*/ 28 h 83"/>
                  <a:gd name="T62" fmla="*/ 20 w 183"/>
                  <a:gd name="T63" fmla="*/ 26 h 83"/>
                  <a:gd name="T64" fmla="*/ 18 w 183"/>
                  <a:gd name="T65" fmla="*/ 24 h 83"/>
                  <a:gd name="T66" fmla="*/ 16 w 183"/>
                  <a:gd name="T67" fmla="*/ 22 h 83"/>
                  <a:gd name="T68" fmla="*/ 14 w 183"/>
                  <a:gd name="T69" fmla="*/ 20 h 83"/>
                  <a:gd name="T70" fmla="*/ 12 w 183"/>
                  <a:gd name="T71" fmla="*/ 18 h 83"/>
                  <a:gd name="T72" fmla="*/ 10 w 183"/>
                  <a:gd name="T73" fmla="*/ 17 h 83"/>
                  <a:gd name="T74" fmla="*/ 8 w 183"/>
                  <a:gd name="T75" fmla="*/ 15 h 83"/>
                  <a:gd name="T76" fmla="*/ 6 w 183"/>
                  <a:gd name="T77" fmla="*/ 13 h 83"/>
                  <a:gd name="T78" fmla="*/ 5 w 183"/>
                  <a:gd name="T79" fmla="*/ 11 h 83"/>
                  <a:gd name="T80" fmla="*/ 3 w 183"/>
                  <a:gd name="T81" fmla="*/ 9 h 83"/>
                  <a:gd name="T82" fmla="*/ 1 w 183"/>
                  <a:gd name="T83" fmla="*/ 7 h 83"/>
                  <a:gd name="T84" fmla="*/ 5 w 183"/>
                  <a:gd name="T85" fmla="*/ 3 h 83"/>
                  <a:gd name="T86" fmla="*/ 10 w 183"/>
                  <a:gd name="T87" fmla="*/ 4 h 83"/>
                  <a:gd name="T88" fmla="*/ 13 w 183"/>
                  <a:gd name="T89" fmla="*/ 12 h 83"/>
                  <a:gd name="T90" fmla="*/ 24 w 183"/>
                  <a:gd name="T91" fmla="*/ 13 h 83"/>
                  <a:gd name="T92" fmla="*/ 35 w 183"/>
                  <a:gd name="T93" fmla="*/ 12 h 83"/>
                  <a:gd name="T94" fmla="*/ 133 w 183"/>
                  <a:gd name="T95" fmla="*/ 67 h 83"/>
                  <a:gd name="T96" fmla="*/ 147 w 183"/>
                  <a:gd name="T97" fmla="*/ 69 h 83"/>
                  <a:gd name="T98" fmla="*/ 158 w 183"/>
                  <a:gd name="T99" fmla="*/ 7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3" h="83">
                    <a:moveTo>
                      <a:pt x="183" y="74"/>
                    </a:moveTo>
                    <a:cubicBezTo>
                      <a:pt x="182" y="75"/>
                      <a:pt x="180" y="77"/>
                      <a:pt x="179" y="78"/>
                    </a:cubicBezTo>
                    <a:cubicBezTo>
                      <a:pt x="179" y="79"/>
                      <a:pt x="178" y="79"/>
                      <a:pt x="177" y="80"/>
                    </a:cubicBezTo>
                    <a:cubicBezTo>
                      <a:pt x="176" y="80"/>
                      <a:pt x="175" y="80"/>
                      <a:pt x="173" y="80"/>
                    </a:cubicBezTo>
                    <a:cubicBezTo>
                      <a:pt x="169" y="83"/>
                      <a:pt x="164" y="83"/>
                      <a:pt x="160" y="80"/>
                    </a:cubicBezTo>
                    <a:cubicBezTo>
                      <a:pt x="159" y="80"/>
                      <a:pt x="157" y="80"/>
                      <a:pt x="156" y="80"/>
                    </a:cubicBezTo>
                    <a:cubicBezTo>
                      <a:pt x="149" y="77"/>
                      <a:pt x="142" y="81"/>
                      <a:pt x="135" y="78"/>
                    </a:cubicBezTo>
                    <a:cubicBezTo>
                      <a:pt x="134" y="78"/>
                      <a:pt x="133" y="78"/>
                      <a:pt x="131" y="78"/>
                    </a:cubicBezTo>
                    <a:cubicBezTo>
                      <a:pt x="129" y="76"/>
                      <a:pt x="126" y="78"/>
                      <a:pt x="124" y="76"/>
                    </a:cubicBezTo>
                    <a:cubicBezTo>
                      <a:pt x="122" y="76"/>
                      <a:pt x="121" y="76"/>
                      <a:pt x="120" y="76"/>
                    </a:cubicBezTo>
                    <a:cubicBezTo>
                      <a:pt x="118" y="74"/>
                      <a:pt x="114" y="76"/>
                      <a:pt x="112" y="74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10" y="74"/>
                      <a:pt x="110" y="74"/>
                      <a:pt x="110" y="74"/>
                    </a:cubicBezTo>
                    <a:cubicBezTo>
                      <a:pt x="110" y="74"/>
                      <a:pt x="109" y="73"/>
                      <a:pt x="108" y="72"/>
                    </a:cubicBezTo>
                    <a:cubicBezTo>
                      <a:pt x="107" y="72"/>
                      <a:pt x="106" y="72"/>
                      <a:pt x="104" y="72"/>
                    </a:cubicBezTo>
                    <a:cubicBezTo>
                      <a:pt x="103" y="70"/>
                      <a:pt x="100" y="72"/>
                      <a:pt x="99" y="70"/>
                    </a:cubicBezTo>
                    <a:cubicBezTo>
                      <a:pt x="99" y="70"/>
                      <a:pt x="99" y="70"/>
                      <a:pt x="99" y="70"/>
                    </a:cubicBezTo>
                    <a:cubicBezTo>
                      <a:pt x="98" y="69"/>
                      <a:pt x="96" y="70"/>
                      <a:pt x="95" y="68"/>
                    </a:cubicBezTo>
                    <a:cubicBezTo>
                      <a:pt x="94" y="68"/>
                      <a:pt x="93" y="68"/>
                      <a:pt x="93" y="68"/>
                    </a:cubicBezTo>
                    <a:cubicBezTo>
                      <a:pt x="92" y="67"/>
                      <a:pt x="90" y="68"/>
                      <a:pt x="89" y="66"/>
                    </a:cubicBezTo>
                    <a:cubicBezTo>
                      <a:pt x="89" y="66"/>
                      <a:pt x="89" y="66"/>
                      <a:pt x="89" y="66"/>
                    </a:cubicBezTo>
                    <a:cubicBezTo>
                      <a:pt x="88" y="65"/>
                      <a:pt x="86" y="66"/>
                      <a:pt x="85" y="65"/>
                    </a:cubicBezTo>
                    <a:cubicBezTo>
                      <a:pt x="85" y="65"/>
                      <a:pt x="85" y="65"/>
                      <a:pt x="85" y="65"/>
                    </a:cubicBezTo>
                    <a:cubicBezTo>
                      <a:pt x="84" y="63"/>
                      <a:pt x="82" y="64"/>
                      <a:pt x="81" y="63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79" y="63"/>
                      <a:pt x="79" y="63"/>
                      <a:pt x="79" y="63"/>
                    </a:cubicBezTo>
                    <a:cubicBezTo>
                      <a:pt x="79" y="62"/>
                      <a:pt x="78" y="61"/>
                      <a:pt x="77" y="61"/>
                    </a:cubicBezTo>
                    <a:cubicBezTo>
                      <a:pt x="77" y="61"/>
                      <a:pt x="76" y="61"/>
                      <a:pt x="76" y="61"/>
                    </a:cubicBezTo>
                    <a:cubicBezTo>
                      <a:pt x="75" y="60"/>
                      <a:pt x="74" y="60"/>
                      <a:pt x="74" y="59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72" y="59"/>
                      <a:pt x="72" y="59"/>
                      <a:pt x="72" y="59"/>
                    </a:cubicBezTo>
                    <a:cubicBezTo>
                      <a:pt x="71" y="58"/>
                      <a:pt x="70" y="58"/>
                      <a:pt x="70" y="57"/>
                    </a:cubicBezTo>
                    <a:cubicBezTo>
                      <a:pt x="69" y="57"/>
                      <a:pt x="69" y="57"/>
                      <a:pt x="68" y="57"/>
                    </a:cubicBezTo>
                    <a:cubicBezTo>
                      <a:pt x="67" y="56"/>
                      <a:pt x="65" y="56"/>
                      <a:pt x="64" y="55"/>
                    </a:cubicBezTo>
                    <a:cubicBezTo>
                      <a:pt x="63" y="55"/>
                      <a:pt x="63" y="55"/>
                      <a:pt x="63" y="55"/>
                    </a:cubicBezTo>
                    <a:cubicBezTo>
                      <a:pt x="62" y="55"/>
                      <a:pt x="62" y="55"/>
                      <a:pt x="62" y="55"/>
                    </a:cubicBezTo>
                    <a:cubicBezTo>
                      <a:pt x="61" y="54"/>
                      <a:pt x="59" y="54"/>
                      <a:pt x="58" y="53"/>
                    </a:cubicBezTo>
                    <a:cubicBezTo>
                      <a:pt x="58" y="53"/>
                      <a:pt x="58" y="53"/>
                      <a:pt x="58" y="53"/>
                    </a:cubicBezTo>
                    <a:cubicBezTo>
                      <a:pt x="58" y="52"/>
                      <a:pt x="57" y="52"/>
                      <a:pt x="56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5" y="50"/>
                      <a:pt x="54" y="50"/>
                      <a:pt x="52" y="49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2" y="49"/>
                      <a:pt x="51" y="48"/>
                      <a:pt x="51" y="47"/>
                    </a:cubicBezTo>
                    <a:cubicBezTo>
                      <a:pt x="50" y="47"/>
                      <a:pt x="49" y="47"/>
                      <a:pt x="49" y="47"/>
                    </a:cubicBezTo>
                    <a:cubicBezTo>
                      <a:pt x="48" y="47"/>
                      <a:pt x="47" y="46"/>
                      <a:pt x="47" y="45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6" y="44"/>
                      <a:pt x="44" y="45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2" y="43"/>
                      <a:pt x="42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0" y="40"/>
                      <a:pt x="38" y="41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39"/>
                      <a:pt x="36" y="38"/>
                      <a:pt x="35" y="38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7"/>
                      <a:pt x="34" y="36"/>
                      <a:pt x="33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2" y="35"/>
                      <a:pt x="30" y="35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28" y="33"/>
                      <a:pt x="29" y="31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29"/>
                      <a:pt x="25" y="29"/>
                      <a:pt x="2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3" y="27"/>
                      <a:pt x="21" y="27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6"/>
                      <a:pt x="19" y="25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7" y="24"/>
                      <a:pt x="17" y="23"/>
                      <a:pt x="16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2"/>
                      <a:pt x="15" y="21"/>
                      <a:pt x="14" y="20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13" y="20"/>
                      <a:pt x="13" y="19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1" y="17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6"/>
                      <a:pt x="9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4"/>
                      <a:pt x="7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4" y="10"/>
                      <a:pt x="3" y="10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8"/>
                      <a:pt x="1" y="8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4"/>
                      <a:pt x="1" y="3"/>
                    </a:cubicBezTo>
                    <a:cubicBezTo>
                      <a:pt x="2" y="3"/>
                      <a:pt x="4" y="7"/>
                      <a:pt x="5" y="3"/>
                    </a:cubicBezTo>
                    <a:cubicBezTo>
                      <a:pt x="6" y="1"/>
                      <a:pt x="7" y="0"/>
                      <a:pt x="9" y="0"/>
                    </a:cubicBezTo>
                    <a:cubicBezTo>
                      <a:pt x="11" y="1"/>
                      <a:pt x="10" y="3"/>
                      <a:pt x="10" y="4"/>
                    </a:cubicBezTo>
                    <a:cubicBezTo>
                      <a:pt x="10" y="5"/>
                      <a:pt x="10" y="6"/>
                      <a:pt x="10" y="6"/>
                    </a:cubicBezTo>
                    <a:cubicBezTo>
                      <a:pt x="7" y="10"/>
                      <a:pt x="11" y="11"/>
                      <a:pt x="13" y="12"/>
                    </a:cubicBezTo>
                    <a:cubicBezTo>
                      <a:pt x="17" y="14"/>
                      <a:pt x="21" y="9"/>
                      <a:pt x="23" y="15"/>
                    </a:cubicBezTo>
                    <a:cubicBezTo>
                      <a:pt x="23" y="14"/>
                      <a:pt x="24" y="14"/>
                      <a:pt x="24" y="13"/>
                    </a:cubicBezTo>
                    <a:cubicBezTo>
                      <a:pt x="26" y="12"/>
                      <a:pt x="27" y="11"/>
                      <a:pt x="29" y="11"/>
                    </a:cubicBezTo>
                    <a:cubicBezTo>
                      <a:pt x="32" y="10"/>
                      <a:pt x="33" y="11"/>
                      <a:pt x="35" y="12"/>
                    </a:cubicBezTo>
                    <a:cubicBezTo>
                      <a:pt x="41" y="16"/>
                      <a:pt x="47" y="20"/>
                      <a:pt x="52" y="25"/>
                    </a:cubicBezTo>
                    <a:cubicBezTo>
                      <a:pt x="76" y="46"/>
                      <a:pt x="103" y="59"/>
                      <a:pt x="133" y="67"/>
                    </a:cubicBezTo>
                    <a:cubicBezTo>
                      <a:pt x="136" y="68"/>
                      <a:pt x="139" y="68"/>
                      <a:pt x="142" y="68"/>
                    </a:cubicBezTo>
                    <a:cubicBezTo>
                      <a:pt x="144" y="68"/>
                      <a:pt x="145" y="68"/>
                      <a:pt x="147" y="69"/>
                    </a:cubicBezTo>
                    <a:cubicBezTo>
                      <a:pt x="149" y="70"/>
                      <a:pt x="152" y="70"/>
                      <a:pt x="155" y="70"/>
                    </a:cubicBezTo>
                    <a:cubicBezTo>
                      <a:pt x="156" y="70"/>
                      <a:pt x="157" y="70"/>
                      <a:pt x="158" y="70"/>
                    </a:cubicBezTo>
                    <a:cubicBezTo>
                      <a:pt x="166" y="73"/>
                      <a:pt x="175" y="69"/>
                      <a:pt x="183" y="74"/>
                    </a:cubicBezTo>
                    <a:close/>
                  </a:path>
                </a:pathLst>
              </a:custGeom>
              <a:solidFill>
                <a:srgbClr val="FFE1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8" name="Freeform 145"/>
              <p:cNvSpPr/>
              <p:nvPr/>
            </p:nvSpPr>
            <p:spPr bwMode="auto">
              <a:xfrm>
                <a:off x="3041" y="1090"/>
                <a:ext cx="160" cy="210"/>
              </a:xfrm>
              <a:custGeom>
                <a:avLst/>
                <a:gdLst>
                  <a:gd name="T0" fmla="*/ 52 w 67"/>
                  <a:gd name="T1" fmla="*/ 45 h 88"/>
                  <a:gd name="T2" fmla="*/ 29 w 67"/>
                  <a:gd name="T3" fmla="*/ 62 h 88"/>
                  <a:gd name="T4" fmla="*/ 8 w 67"/>
                  <a:gd name="T5" fmla="*/ 80 h 88"/>
                  <a:gd name="T6" fmla="*/ 2 w 67"/>
                  <a:gd name="T7" fmla="*/ 88 h 88"/>
                  <a:gd name="T8" fmla="*/ 2 w 67"/>
                  <a:gd name="T9" fmla="*/ 86 h 88"/>
                  <a:gd name="T10" fmla="*/ 8 w 67"/>
                  <a:gd name="T11" fmla="*/ 63 h 88"/>
                  <a:gd name="T12" fmla="*/ 16 w 67"/>
                  <a:gd name="T13" fmla="*/ 49 h 88"/>
                  <a:gd name="T14" fmla="*/ 13 w 67"/>
                  <a:gd name="T15" fmla="*/ 12 h 88"/>
                  <a:gd name="T16" fmla="*/ 10 w 67"/>
                  <a:gd name="T17" fmla="*/ 7 h 88"/>
                  <a:gd name="T18" fmla="*/ 2 w 67"/>
                  <a:gd name="T19" fmla="*/ 1 h 88"/>
                  <a:gd name="T20" fmla="*/ 8 w 67"/>
                  <a:gd name="T21" fmla="*/ 1 h 88"/>
                  <a:gd name="T22" fmla="*/ 10 w 67"/>
                  <a:gd name="T23" fmla="*/ 1 h 88"/>
                  <a:gd name="T24" fmla="*/ 14 w 67"/>
                  <a:gd name="T25" fmla="*/ 3 h 88"/>
                  <a:gd name="T26" fmla="*/ 15 w 67"/>
                  <a:gd name="T27" fmla="*/ 3 h 88"/>
                  <a:gd name="T28" fmla="*/ 19 w 67"/>
                  <a:gd name="T29" fmla="*/ 5 h 88"/>
                  <a:gd name="T30" fmla="*/ 19 w 67"/>
                  <a:gd name="T31" fmla="*/ 5 h 88"/>
                  <a:gd name="T32" fmla="*/ 23 w 67"/>
                  <a:gd name="T33" fmla="*/ 7 h 88"/>
                  <a:gd name="T34" fmla="*/ 23 w 67"/>
                  <a:gd name="T35" fmla="*/ 7 h 88"/>
                  <a:gd name="T36" fmla="*/ 25 w 67"/>
                  <a:gd name="T37" fmla="*/ 9 h 88"/>
                  <a:gd name="T38" fmla="*/ 25 w 67"/>
                  <a:gd name="T39" fmla="*/ 9 h 88"/>
                  <a:gd name="T40" fmla="*/ 27 w 67"/>
                  <a:gd name="T41" fmla="*/ 11 h 88"/>
                  <a:gd name="T42" fmla="*/ 27 w 67"/>
                  <a:gd name="T43" fmla="*/ 11 h 88"/>
                  <a:gd name="T44" fmla="*/ 31 w 67"/>
                  <a:gd name="T45" fmla="*/ 14 h 88"/>
                  <a:gd name="T46" fmla="*/ 31 w 67"/>
                  <a:gd name="T47" fmla="*/ 15 h 88"/>
                  <a:gd name="T48" fmla="*/ 39 w 67"/>
                  <a:gd name="T49" fmla="*/ 16 h 88"/>
                  <a:gd name="T50" fmla="*/ 40 w 67"/>
                  <a:gd name="T51" fmla="*/ 17 h 88"/>
                  <a:gd name="T52" fmla="*/ 44 w 67"/>
                  <a:gd name="T53" fmla="*/ 18 h 88"/>
                  <a:gd name="T54" fmla="*/ 44 w 67"/>
                  <a:gd name="T55" fmla="*/ 18 h 88"/>
                  <a:gd name="T56" fmla="*/ 48 w 67"/>
                  <a:gd name="T57" fmla="*/ 20 h 88"/>
                  <a:gd name="T58" fmla="*/ 48 w 67"/>
                  <a:gd name="T59" fmla="*/ 20 h 88"/>
                  <a:gd name="T60" fmla="*/ 52 w 67"/>
                  <a:gd name="T61" fmla="*/ 22 h 88"/>
                  <a:gd name="T62" fmla="*/ 52 w 67"/>
                  <a:gd name="T63" fmla="*/ 22 h 88"/>
                  <a:gd name="T64" fmla="*/ 56 w 67"/>
                  <a:gd name="T65" fmla="*/ 24 h 88"/>
                  <a:gd name="T66" fmla="*/ 56 w 67"/>
                  <a:gd name="T67" fmla="*/ 24 h 88"/>
                  <a:gd name="T68" fmla="*/ 58 w 67"/>
                  <a:gd name="T69" fmla="*/ 26 h 88"/>
                  <a:gd name="T70" fmla="*/ 58 w 67"/>
                  <a:gd name="T71" fmla="*/ 26 h 88"/>
                  <a:gd name="T72" fmla="*/ 62 w 67"/>
                  <a:gd name="T73" fmla="*/ 34 h 88"/>
                  <a:gd name="T74" fmla="*/ 65 w 67"/>
                  <a:gd name="T75" fmla="*/ 34 h 88"/>
                  <a:gd name="T76" fmla="*/ 67 w 67"/>
                  <a:gd name="T77" fmla="*/ 36 h 88"/>
                  <a:gd name="T78" fmla="*/ 67 w 67"/>
                  <a:gd name="T79" fmla="*/ 39 h 88"/>
                  <a:gd name="T80" fmla="*/ 65 w 67"/>
                  <a:gd name="T81" fmla="*/ 41 h 88"/>
                  <a:gd name="T82" fmla="*/ 62 w 67"/>
                  <a:gd name="T83" fmla="*/ 42 h 88"/>
                  <a:gd name="T84" fmla="*/ 52 w 67"/>
                  <a:gd name="T85" fmla="*/ 4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7" h="88">
                    <a:moveTo>
                      <a:pt x="52" y="45"/>
                    </a:moveTo>
                    <a:cubicBezTo>
                      <a:pt x="44" y="51"/>
                      <a:pt x="37" y="57"/>
                      <a:pt x="29" y="62"/>
                    </a:cubicBezTo>
                    <a:cubicBezTo>
                      <a:pt x="23" y="69"/>
                      <a:pt x="14" y="73"/>
                      <a:pt x="8" y="80"/>
                    </a:cubicBezTo>
                    <a:cubicBezTo>
                      <a:pt x="6" y="83"/>
                      <a:pt x="6" y="86"/>
                      <a:pt x="2" y="88"/>
                    </a:cubicBezTo>
                    <a:cubicBezTo>
                      <a:pt x="2" y="87"/>
                      <a:pt x="2" y="86"/>
                      <a:pt x="2" y="86"/>
                    </a:cubicBezTo>
                    <a:cubicBezTo>
                      <a:pt x="0" y="77"/>
                      <a:pt x="5" y="70"/>
                      <a:pt x="8" y="63"/>
                    </a:cubicBezTo>
                    <a:cubicBezTo>
                      <a:pt x="8" y="57"/>
                      <a:pt x="13" y="53"/>
                      <a:pt x="16" y="49"/>
                    </a:cubicBezTo>
                    <a:cubicBezTo>
                      <a:pt x="34" y="41"/>
                      <a:pt x="27" y="22"/>
                      <a:pt x="13" y="12"/>
                    </a:cubicBezTo>
                    <a:cubicBezTo>
                      <a:pt x="12" y="11"/>
                      <a:pt x="9" y="10"/>
                      <a:pt x="10" y="7"/>
                    </a:cubicBezTo>
                    <a:cubicBezTo>
                      <a:pt x="9" y="3"/>
                      <a:pt x="4" y="4"/>
                      <a:pt x="2" y="1"/>
                    </a:cubicBezTo>
                    <a:cubicBezTo>
                      <a:pt x="4" y="0"/>
                      <a:pt x="6" y="0"/>
                      <a:pt x="8" y="1"/>
                    </a:cubicBezTo>
                    <a:cubicBezTo>
                      <a:pt x="9" y="1"/>
                      <a:pt x="9" y="1"/>
                      <a:pt x="10" y="1"/>
                    </a:cubicBezTo>
                    <a:cubicBezTo>
                      <a:pt x="11" y="2"/>
                      <a:pt x="13" y="2"/>
                      <a:pt x="14" y="3"/>
                    </a:cubicBezTo>
                    <a:cubicBezTo>
                      <a:pt x="14" y="3"/>
                      <a:pt x="15" y="3"/>
                      <a:pt x="15" y="3"/>
                    </a:cubicBezTo>
                    <a:cubicBezTo>
                      <a:pt x="17" y="4"/>
                      <a:pt x="18" y="4"/>
                      <a:pt x="19" y="5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0" y="6"/>
                      <a:pt x="22" y="6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4" y="8"/>
                      <a:pt x="25" y="8"/>
                      <a:pt x="25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9"/>
                      <a:pt x="26" y="10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9" y="12"/>
                      <a:pt x="30" y="13"/>
                      <a:pt x="31" y="14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7"/>
                      <a:pt x="36" y="14"/>
                      <a:pt x="39" y="16"/>
                    </a:cubicBezTo>
                    <a:cubicBezTo>
                      <a:pt x="39" y="17"/>
                      <a:pt x="40" y="17"/>
                      <a:pt x="40" y="17"/>
                    </a:cubicBezTo>
                    <a:cubicBezTo>
                      <a:pt x="42" y="18"/>
                      <a:pt x="43" y="17"/>
                      <a:pt x="44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5" y="20"/>
                      <a:pt x="47" y="19"/>
                      <a:pt x="48" y="20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9" y="22"/>
                      <a:pt x="51" y="21"/>
                      <a:pt x="52" y="22"/>
                    </a:cubicBezTo>
                    <a:cubicBezTo>
                      <a:pt x="52" y="22"/>
                      <a:pt x="52" y="22"/>
                      <a:pt x="52" y="22"/>
                    </a:cubicBezTo>
                    <a:cubicBezTo>
                      <a:pt x="53" y="23"/>
                      <a:pt x="55" y="23"/>
                      <a:pt x="56" y="24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7" y="25"/>
                      <a:pt x="57" y="25"/>
                      <a:pt x="58" y="26"/>
                    </a:cubicBezTo>
                    <a:cubicBezTo>
                      <a:pt x="58" y="26"/>
                      <a:pt x="58" y="26"/>
                      <a:pt x="58" y="26"/>
                    </a:cubicBezTo>
                    <a:cubicBezTo>
                      <a:pt x="61" y="28"/>
                      <a:pt x="60" y="31"/>
                      <a:pt x="62" y="34"/>
                    </a:cubicBezTo>
                    <a:cubicBezTo>
                      <a:pt x="63" y="34"/>
                      <a:pt x="64" y="34"/>
                      <a:pt x="65" y="34"/>
                    </a:cubicBezTo>
                    <a:cubicBezTo>
                      <a:pt x="66" y="34"/>
                      <a:pt x="67" y="35"/>
                      <a:pt x="67" y="36"/>
                    </a:cubicBezTo>
                    <a:cubicBezTo>
                      <a:pt x="67" y="37"/>
                      <a:pt x="67" y="38"/>
                      <a:pt x="67" y="39"/>
                    </a:cubicBezTo>
                    <a:cubicBezTo>
                      <a:pt x="67" y="40"/>
                      <a:pt x="66" y="41"/>
                      <a:pt x="65" y="41"/>
                    </a:cubicBezTo>
                    <a:cubicBezTo>
                      <a:pt x="64" y="41"/>
                      <a:pt x="63" y="41"/>
                      <a:pt x="62" y="42"/>
                    </a:cubicBezTo>
                    <a:cubicBezTo>
                      <a:pt x="59" y="45"/>
                      <a:pt x="55" y="43"/>
                      <a:pt x="52" y="45"/>
                    </a:cubicBezTo>
                    <a:close/>
                  </a:path>
                </a:pathLst>
              </a:custGeom>
              <a:solidFill>
                <a:srgbClr val="BED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59" name="Freeform 146"/>
              <p:cNvSpPr/>
              <p:nvPr/>
            </p:nvSpPr>
            <p:spPr bwMode="auto">
              <a:xfrm>
                <a:off x="2936" y="1986"/>
                <a:ext cx="91" cy="178"/>
              </a:xfrm>
              <a:custGeom>
                <a:avLst/>
                <a:gdLst>
                  <a:gd name="T0" fmla="*/ 21 w 38"/>
                  <a:gd name="T1" fmla="*/ 10 h 75"/>
                  <a:gd name="T2" fmla="*/ 21 w 38"/>
                  <a:gd name="T3" fmla="*/ 11 h 75"/>
                  <a:gd name="T4" fmla="*/ 34 w 38"/>
                  <a:gd name="T5" fmla="*/ 45 h 75"/>
                  <a:gd name="T6" fmla="*/ 38 w 38"/>
                  <a:gd name="T7" fmla="*/ 62 h 75"/>
                  <a:gd name="T8" fmla="*/ 30 w 38"/>
                  <a:gd name="T9" fmla="*/ 74 h 75"/>
                  <a:gd name="T10" fmla="*/ 7 w 38"/>
                  <a:gd name="T11" fmla="*/ 65 h 75"/>
                  <a:gd name="T12" fmla="*/ 1 w 38"/>
                  <a:gd name="T13" fmla="*/ 14 h 75"/>
                  <a:gd name="T14" fmla="*/ 17 w 38"/>
                  <a:gd name="T15" fmla="*/ 3 h 75"/>
                  <a:gd name="T16" fmla="*/ 19 w 38"/>
                  <a:gd name="T17" fmla="*/ 5 h 75"/>
                  <a:gd name="T18" fmla="*/ 19 w 38"/>
                  <a:gd name="T19" fmla="*/ 5 h 75"/>
                  <a:gd name="T20" fmla="*/ 21 w 38"/>
                  <a:gd name="T21" fmla="*/ 1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" h="75">
                    <a:moveTo>
                      <a:pt x="21" y="10"/>
                    </a:moveTo>
                    <a:cubicBezTo>
                      <a:pt x="21" y="10"/>
                      <a:pt x="21" y="11"/>
                      <a:pt x="21" y="11"/>
                    </a:cubicBezTo>
                    <a:cubicBezTo>
                      <a:pt x="25" y="23"/>
                      <a:pt x="30" y="34"/>
                      <a:pt x="34" y="45"/>
                    </a:cubicBezTo>
                    <a:cubicBezTo>
                      <a:pt x="36" y="51"/>
                      <a:pt x="38" y="56"/>
                      <a:pt x="38" y="62"/>
                    </a:cubicBezTo>
                    <a:cubicBezTo>
                      <a:pt x="38" y="68"/>
                      <a:pt x="37" y="73"/>
                      <a:pt x="30" y="74"/>
                    </a:cubicBezTo>
                    <a:cubicBezTo>
                      <a:pt x="14" y="75"/>
                      <a:pt x="10" y="74"/>
                      <a:pt x="7" y="65"/>
                    </a:cubicBezTo>
                    <a:cubicBezTo>
                      <a:pt x="2" y="48"/>
                      <a:pt x="2" y="31"/>
                      <a:pt x="1" y="14"/>
                    </a:cubicBezTo>
                    <a:cubicBezTo>
                      <a:pt x="0" y="4"/>
                      <a:pt x="6" y="0"/>
                      <a:pt x="17" y="3"/>
                    </a:cubicBezTo>
                    <a:cubicBezTo>
                      <a:pt x="18" y="4"/>
                      <a:pt x="18" y="5"/>
                      <a:pt x="19" y="5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0" y="6"/>
                      <a:pt x="20" y="8"/>
                      <a:pt x="21" y="10"/>
                    </a:cubicBezTo>
                    <a:close/>
                  </a:path>
                </a:pathLst>
              </a:custGeom>
              <a:solidFill>
                <a:srgbClr val="FFCA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0" name="Freeform 147"/>
              <p:cNvSpPr/>
              <p:nvPr/>
            </p:nvSpPr>
            <p:spPr bwMode="auto">
              <a:xfrm>
                <a:off x="3046" y="1597"/>
                <a:ext cx="201" cy="146"/>
              </a:xfrm>
              <a:custGeom>
                <a:avLst/>
                <a:gdLst>
                  <a:gd name="T0" fmla="*/ 52 w 84"/>
                  <a:gd name="T1" fmla="*/ 5 h 61"/>
                  <a:gd name="T2" fmla="*/ 63 w 84"/>
                  <a:gd name="T3" fmla="*/ 3 h 61"/>
                  <a:gd name="T4" fmla="*/ 75 w 84"/>
                  <a:gd name="T5" fmla="*/ 7 h 61"/>
                  <a:gd name="T6" fmla="*/ 83 w 84"/>
                  <a:gd name="T7" fmla="*/ 15 h 61"/>
                  <a:gd name="T8" fmla="*/ 83 w 84"/>
                  <a:gd name="T9" fmla="*/ 20 h 61"/>
                  <a:gd name="T10" fmla="*/ 83 w 84"/>
                  <a:gd name="T11" fmla="*/ 20 h 61"/>
                  <a:gd name="T12" fmla="*/ 81 w 84"/>
                  <a:gd name="T13" fmla="*/ 24 h 61"/>
                  <a:gd name="T14" fmla="*/ 81 w 84"/>
                  <a:gd name="T15" fmla="*/ 24 h 61"/>
                  <a:gd name="T16" fmla="*/ 79 w 84"/>
                  <a:gd name="T17" fmla="*/ 26 h 61"/>
                  <a:gd name="T18" fmla="*/ 79 w 84"/>
                  <a:gd name="T19" fmla="*/ 26 h 61"/>
                  <a:gd name="T20" fmla="*/ 77 w 84"/>
                  <a:gd name="T21" fmla="*/ 28 h 61"/>
                  <a:gd name="T22" fmla="*/ 77 w 84"/>
                  <a:gd name="T23" fmla="*/ 28 h 61"/>
                  <a:gd name="T24" fmla="*/ 75 w 84"/>
                  <a:gd name="T25" fmla="*/ 30 h 61"/>
                  <a:gd name="T26" fmla="*/ 75 w 84"/>
                  <a:gd name="T27" fmla="*/ 30 h 61"/>
                  <a:gd name="T28" fmla="*/ 73 w 84"/>
                  <a:gd name="T29" fmla="*/ 30 h 61"/>
                  <a:gd name="T30" fmla="*/ 73 w 84"/>
                  <a:gd name="T31" fmla="*/ 23 h 61"/>
                  <a:gd name="T32" fmla="*/ 67 w 84"/>
                  <a:gd name="T33" fmla="*/ 13 h 61"/>
                  <a:gd name="T34" fmla="*/ 59 w 84"/>
                  <a:gd name="T35" fmla="*/ 17 h 61"/>
                  <a:gd name="T36" fmla="*/ 54 w 84"/>
                  <a:gd name="T37" fmla="*/ 23 h 61"/>
                  <a:gd name="T38" fmla="*/ 43 w 84"/>
                  <a:gd name="T39" fmla="*/ 23 h 61"/>
                  <a:gd name="T40" fmla="*/ 30 w 84"/>
                  <a:gd name="T41" fmla="*/ 16 h 61"/>
                  <a:gd name="T42" fmla="*/ 28 w 84"/>
                  <a:gd name="T43" fmla="*/ 14 h 61"/>
                  <a:gd name="T44" fmla="*/ 23 w 84"/>
                  <a:gd name="T45" fmla="*/ 13 h 61"/>
                  <a:gd name="T46" fmla="*/ 20 w 84"/>
                  <a:gd name="T47" fmla="*/ 22 h 61"/>
                  <a:gd name="T48" fmla="*/ 28 w 84"/>
                  <a:gd name="T49" fmla="*/ 34 h 61"/>
                  <a:gd name="T50" fmla="*/ 44 w 84"/>
                  <a:gd name="T51" fmla="*/ 43 h 61"/>
                  <a:gd name="T52" fmla="*/ 59 w 84"/>
                  <a:gd name="T53" fmla="*/ 43 h 61"/>
                  <a:gd name="T54" fmla="*/ 60 w 84"/>
                  <a:gd name="T55" fmla="*/ 45 h 61"/>
                  <a:gd name="T56" fmla="*/ 60 w 84"/>
                  <a:gd name="T57" fmla="*/ 45 h 61"/>
                  <a:gd name="T58" fmla="*/ 58 w 84"/>
                  <a:gd name="T59" fmla="*/ 47 h 61"/>
                  <a:gd name="T60" fmla="*/ 58 w 84"/>
                  <a:gd name="T61" fmla="*/ 47 h 61"/>
                  <a:gd name="T62" fmla="*/ 56 w 84"/>
                  <a:gd name="T63" fmla="*/ 49 h 61"/>
                  <a:gd name="T64" fmla="*/ 56 w 84"/>
                  <a:gd name="T65" fmla="*/ 49 h 61"/>
                  <a:gd name="T66" fmla="*/ 44 w 84"/>
                  <a:gd name="T67" fmla="*/ 57 h 61"/>
                  <a:gd name="T68" fmla="*/ 40 w 84"/>
                  <a:gd name="T69" fmla="*/ 57 h 61"/>
                  <a:gd name="T70" fmla="*/ 16 w 84"/>
                  <a:gd name="T71" fmla="*/ 51 h 61"/>
                  <a:gd name="T72" fmla="*/ 13 w 84"/>
                  <a:gd name="T73" fmla="*/ 48 h 61"/>
                  <a:gd name="T74" fmla="*/ 13 w 84"/>
                  <a:gd name="T75" fmla="*/ 43 h 61"/>
                  <a:gd name="T76" fmla="*/ 11 w 84"/>
                  <a:gd name="T77" fmla="*/ 37 h 61"/>
                  <a:gd name="T78" fmla="*/ 0 w 84"/>
                  <a:gd name="T79" fmla="*/ 27 h 61"/>
                  <a:gd name="T80" fmla="*/ 9 w 84"/>
                  <a:gd name="T81" fmla="*/ 11 h 61"/>
                  <a:gd name="T82" fmla="*/ 16 w 84"/>
                  <a:gd name="T83" fmla="*/ 5 h 61"/>
                  <a:gd name="T84" fmla="*/ 19 w 84"/>
                  <a:gd name="T85" fmla="*/ 5 h 61"/>
                  <a:gd name="T86" fmla="*/ 32 w 84"/>
                  <a:gd name="T87" fmla="*/ 5 h 61"/>
                  <a:gd name="T88" fmla="*/ 52 w 84"/>
                  <a:gd name="T89" fmla="*/ 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4" h="61">
                    <a:moveTo>
                      <a:pt x="52" y="5"/>
                    </a:moveTo>
                    <a:cubicBezTo>
                      <a:pt x="56" y="6"/>
                      <a:pt x="59" y="4"/>
                      <a:pt x="63" y="3"/>
                    </a:cubicBezTo>
                    <a:cubicBezTo>
                      <a:pt x="69" y="0"/>
                      <a:pt x="71" y="1"/>
                      <a:pt x="75" y="7"/>
                    </a:cubicBezTo>
                    <a:cubicBezTo>
                      <a:pt x="77" y="10"/>
                      <a:pt x="78" y="14"/>
                      <a:pt x="83" y="15"/>
                    </a:cubicBezTo>
                    <a:cubicBezTo>
                      <a:pt x="84" y="17"/>
                      <a:pt x="84" y="19"/>
                      <a:pt x="83" y="20"/>
                    </a:cubicBezTo>
                    <a:cubicBezTo>
                      <a:pt x="83" y="20"/>
                      <a:pt x="83" y="20"/>
                      <a:pt x="83" y="20"/>
                    </a:cubicBezTo>
                    <a:cubicBezTo>
                      <a:pt x="82" y="21"/>
                      <a:pt x="82" y="23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0" y="25"/>
                      <a:pt x="80" y="26"/>
                      <a:pt x="79" y="26"/>
                    </a:cubicBezTo>
                    <a:cubicBezTo>
                      <a:pt x="79" y="26"/>
                      <a:pt x="79" y="26"/>
                      <a:pt x="79" y="26"/>
                    </a:cubicBezTo>
                    <a:cubicBezTo>
                      <a:pt x="78" y="27"/>
                      <a:pt x="78" y="27"/>
                      <a:pt x="77" y="28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6" y="29"/>
                      <a:pt x="76" y="29"/>
                      <a:pt x="75" y="30"/>
                    </a:cubicBezTo>
                    <a:cubicBezTo>
                      <a:pt x="75" y="30"/>
                      <a:pt x="75" y="30"/>
                      <a:pt x="75" y="30"/>
                    </a:cubicBezTo>
                    <a:cubicBezTo>
                      <a:pt x="74" y="31"/>
                      <a:pt x="73" y="31"/>
                      <a:pt x="73" y="30"/>
                    </a:cubicBezTo>
                    <a:cubicBezTo>
                      <a:pt x="71" y="27"/>
                      <a:pt x="73" y="25"/>
                      <a:pt x="73" y="23"/>
                    </a:cubicBezTo>
                    <a:cubicBezTo>
                      <a:pt x="74" y="18"/>
                      <a:pt x="71" y="15"/>
                      <a:pt x="67" y="13"/>
                    </a:cubicBezTo>
                    <a:cubicBezTo>
                      <a:pt x="63" y="11"/>
                      <a:pt x="61" y="13"/>
                      <a:pt x="59" y="17"/>
                    </a:cubicBezTo>
                    <a:cubicBezTo>
                      <a:pt x="58" y="19"/>
                      <a:pt x="56" y="21"/>
                      <a:pt x="54" y="23"/>
                    </a:cubicBezTo>
                    <a:cubicBezTo>
                      <a:pt x="51" y="26"/>
                      <a:pt x="48" y="28"/>
                      <a:pt x="43" y="23"/>
                    </a:cubicBezTo>
                    <a:cubicBezTo>
                      <a:pt x="40" y="19"/>
                      <a:pt x="34" y="20"/>
                      <a:pt x="30" y="16"/>
                    </a:cubicBezTo>
                    <a:cubicBezTo>
                      <a:pt x="29" y="15"/>
                      <a:pt x="29" y="15"/>
                      <a:pt x="28" y="14"/>
                    </a:cubicBezTo>
                    <a:cubicBezTo>
                      <a:pt x="27" y="13"/>
                      <a:pt x="25" y="13"/>
                      <a:pt x="23" y="13"/>
                    </a:cubicBezTo>
                    <a:cubicBezTo>
                      <a:pt x="14" y="16"/>
                      <a:pt x="15" y="15"/>
                      <a:pt x="20" y="22"/>
                    </a:cubicBezTo>
                    <a:cubicBezTo>
                      <a:pt x="22" y="26"/>
                      <a:pt x="24" y="31"/>
                      <a:pt x="28" y="34"/>
                    </a:cubicBezTo>
                    <a:cubicBezTo>
                      <a:pt x="32" y="45"/>
                      <a:pt x="33" y="46"/>
                      <a:pt x="44" y="43"/>
                    </a:cubicBezTo>
                    <a:cubicBezTo>
                      <a:pt x="49" y="41"/>
                      <a:pt x="54" y="40"/>
                      <a:pt x="59" y="43"/>
                    </a:cubicBezTo>
                    <a:cubicBezTo>
                      <a:pt x="60" y="43"/>
                      <a:pt x="60" y="44"/>
                      <a:pt x="60" y="45"/>
                    </a:cubicBezTo>
                    <a:cubicBezTo>
                      <a:pt x="60" y="45"/>
                      <a:pt x="60" y="45"/>
                      <a:pt x="60" y="45"/>
                    </a:cubicBezTo>
                    <a:cubicBezTo>
                      <a:pt x="59" y="46"/>
                      <a:pt x="58" y="47"/>
                      <a:pt x="58" y="47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7" y="48"/>
                      <a:pt x="56" y="49"/>
                      <a:pt x="56" y="49"/>
                    </a:cubicBezTo>
                    <a:cubicBezTo>
                      <a:pt x="56" y="49"/>
                      <a:pt x="56" y="49"/>
                      <a:pt x="56" y="49"/>
                    </a:cubicBezTo>
                    <a:cubicBezTo>
                      <a:pt x="52" y="52"/>
                      <a:pt x="49" y="56"/>
                      <a:pt x="44" y="57"/>
                    </a:cubicBezTo>
                    <a:cubicBezTo>
                      <a:pt x="43" y="57"/>
                      <a:pt x="42" y="57"/>
                      <a:pt x="40" y="57"/>
                    </a:cubicBezTo>
                    <a:cubicBezTo>
                      <a:pt x="31" y="61"/>
                      <a:pt x="23" y="57"/>
                      <a:pt x="16" y="51"/>
                    </a:cubicBezTo>
                    <a:cubicBezTo>
                      <a:pt x="14" y="51"/>
                      <a:pt x="13" y="50"/>
                      <a:pt x="13" y="48"/>
                    </a:cubicBezTo>
                    <a:cubicBezTo>
                      <a:pt x="12" y="47"/>
                      <a:pt x="13" y="45"/>
                      <a:pt x="13" y="43"/>
                    </a:cubicBezTo>
                    <a:cubicBezTo>
                      <a:pt x="14" y="41"/>
                      <a:pt x="15" y="38"/>
                      <a:pt x="11" y="37"/>
                    </a:cubicBezTo>
                    <a:cubicBezTo>
                      <a:pt x="6" y="36"/>
                      <a:pt x="1" y="34"/>
                      <a:pt x="0" y="27"/>
                    </a:cubicBezTo>
                    <a:cubicBezTo>
                      <a:pt x="1" y="20"/>
                      <a:pt x="7" y="16"/>
                      <a:pt x="9" y="11"/>
                    </a:cubicBezTo>
                    <a:cubicBezTo>
                      <a:pt x="10" y="8"/>
                      <a:pt x="13" y="6"/>
                      <a:pt x="16" y="5"/>
                    </a:cubicBezTo>
                    <a:cubicBezTo>
                      <a:pt x="17" y="5"/>
                      <a:pt x="18" y="5"/>
                      <a:pt x="19" y="5"/>
                    </a:cubicBezTo>
                    <a:cubicBezTo>
                      <a:pt x="23" y="4"/>
                      <a:pt x="28" y="4"/>
                      <a:pt x="32" y="5"/>
                    </a:cubicBezTo>
                    <a:cubicBezTo>
                      <a:pt x="39" y="7"/>
                      <a:pt x="45" y="4"/>
                      <a:pt x="52" y="5"/>
                    </a:cubicBezTo>
                    <a:close/>
                  </a:path>
                </a:pathLst>
              </a:custGeom>
              <a:solidFill>
                <a:srgbClr val="D9F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1" name="Freeform 148"/>
              <p:cNvSpPr/>
              <p:nvPr/>
            </p:nvSpPr>
            <p:spPr bwMode="auto">
              <a:xfrm>
                <a:off x="2893" y="1959"/>
                <a:ext cx="139" cy="210"/>
              </a:xfrm>
              <a:custGeom>
                <a:avLst/>
                <a:gdLst>
                  <a:gd name="T0" fmla="*/ 36 w 58"/>
                  <a:gd name="T1" fmla="*/ 16 h 88"/>
                  <a:gd name="T2" fmla="*/ 33 w 58"/>
                  <a:gd name="T3" fmla="*/ 15 h 88"/>
                  <a:gd name="T4" fmla="*/ 21 w 58"/>
                  <a:gd name="T5" fmla="*/ 26 h 88"/>
                  <a:gd name="T6" fmla="*/ 24 w 58"/>
                  <a:gd name="T7" fmla="*/ 61 h 88"/>
                  <a:gd name="T8" fmla="*/ 28 w 58"/>
                  <a:gd name="T9" fmla="*/ 79 h 88"/>
                  <a:gd name="T10" fmla="*/ 30 w 58"/>
                  <a:gd name="T11" fmla="*/ 81 h 88"/>
                  <a:gd name="T12" fmla="*/ 49 w 58"/>
                  <a:gd name="T13" fmla="*/ 83 h 88"/>
                  <a:gd name="T14" fmla="*/ 55 w 58"/>
                  <a:gd name="T15" fmla="*/ 72 h 88"/>
                  <a:gd name="T16" fmla="*/ 56 w 58"/>
                  <a:gd name="T17" fmla="*/ 72 h 88"/>
                  <a:gd name="T18" fmla="*/ 57 w 58"/>
                  <a:gd name="T19" fmla="*/ 76 h 88"/>
                  <a:gd name="T20" fmla="*/ 57 w 58"/>
                  <a:gd name="T21" fmla="*/ 80 h 88"/>
                  <a:gd name="T22" fmla="*/ 56 w 58"/>
                  <a:gd name="T23" fmla="*/ 81 h 88"/>
                  <a:gd name="T24" fmla="*/ 55 w 58"/>
                  <a:gd name="T25" fmla="*/ 83 h 88"/>
                  <a:gd name="T26" fmla="*/ 55 w 58"/>
                  <a:gd name="T27" fmla="*/ 83 h 88"/>
                  <a:gd name="T28" fmla="*/ 45 w 58"/>
                  <a:gd name="T29" fmla="*/ 85 h 88"/>
                  <a:gd name="T30" fmla="*/ 31 w 58"/>
                  <a:gd name="T31" fmla="*/ 87 h 88"/>
                  <a:gd name="T32" fmla="*/ 15 w 58"/>
                  <a:gd name="T33" fmla="*/ 87 h 88"/>
                  <a:gd name="T34" fmla="*/ 1 w 58"/>
                  <a:gd name="T35" fmla="*/ 85 h 88"/>
                  <a:gd name="T36" fmla="*/ 1 w 58"/>
                  <a:gd name="T37" fmla="*/ 85 h 88"/>
                  <a:gd name="T38" fmla="*/ 1 w 58"/>
                  <a:gd name="T39" fmla="*/ 80 h 88"/>
                  <a:gd name="T40" fmla="*/ 1 w 58"/>
                  <a:gd name="T41" fmla="*/ 78 h 88"/>
                  <a:gd name="T42" fmla="*/ 3 w 58"/>
                  <a:gd name="T43" fmla="*/ 76 h 88"/>
                  <a:gd name="T44" fmla="*/ 3 w 58"/>
                  <a:gd name="T45" fmla="*/ 74 h 88"/>
                  <a:gd name="T46" fmla="*/ 5 w 58"/>
                  <a:gd name="T47" fmla="*/ 70 h 88"/>
                  <a:gd name="T48" fmla="*/ 5 w 58"/>
                  <a:gd name="T49" fmla="*/ 68 h 88"/>
                  <a:gd name="T50" fmla="*/ 7 w 58"/>
                  <a:gd name="T51" fmla="*/ 64 h 88"/>
                  <a:gd name="T52" fmla="*/ 7 w 58"/>
                  <a:gd name="T53" fmla="*/ 63 h 88"/>
                  <a:gd name="T54" fmla="*/ 8 w 58"/>
                  <a:gd name="T55" fmla="*/ 57 h 88"/>
                  <a:gd name="T56" fmla="*/ 9 w 58"/>
                  <a:gd name="T57" fmla="*/ 53 h 88"/>
                  <a:gd name="T58" fmla="*/ 10 w 58"/>
                  <a:gd name="T59" fmla="*/ 45 h 88"/>
                  <a:gd name="T60" fmla="*/ 10 w 58"/>
                  <a:gd name="T61" fmla="*/ 45 h 88"/>
                  <a:gd name="T62" fmla="*/ 12 w 58"/>
                  <a:gd name="T63" fmla="*/ 37 h 88"/>
                  <a:gd name="T64" fmla="*/ 12 w 58"/>
                  <a:gd name="T65" fmla="*/ 36 h 88"/>
                  <a:gd name="T66" fmla="*/ 14 w 58"/>
                  <a:gd name="T67" fmla="*/ 32 h 88"/>
                  <a:gd name="T68" fmla="*/ 14 w 58"/>
                  <a:gd name="T69" fmla="*/ 28 h 88"/>
                  <a:gd name="T70" fmla="*/ 16 w 58"/>
                  <a:gd name="T71" fmla="*/ 24 h 88"/>
                  <a:gd name="T72" fmla="*/ 16 w 58"/>
                  <a:gd name="T73" fmla="*/ 22 h 88"/>
                  <a:gd name="T74" fmla="*/ 18 w 58"/>
                  <a:gd name="T75" fmla="*/ 16 h 88"/>
                  <a:gd name="T76" fmla="*/ 18 w 58"/>
                  <a:gd name="T77" fmla="*/ 14 h 88"/>
                  <a:gd name="T78" fmla="*/ 20 w 58"/>
                  <a:gd name="T79" fmla="*/ 9 h 88"/>
                  <a:gd name="T80" fmla="*/ 20 w 58"/>
                  <a:gd name="T81" fmla="*/ 5 h 88"/>
                  <a:gd name="T82" fmla="*/ 22 w 58"/>
                  <a:gd name="T83" fmla="*/ 3 h 88"/>
                  <a:gd name="T84" fmla="*/ 22 w 58"/>
                  <a:gd name="T85" fmla="*/ 3 h 88"/>
                  <a:gd name="T86" fmla="*/ 35 w 58"/>
                  <a:gd name="T87" fmla="*/ 9 h 88"/>
                  <a:gd name="T88" fmla="*/ 35 w 58"/>
                  <a:gd name="T89" fmla="*/ 11 h 88"/>
                  <a:gd name="T90" fmla="*/ 36 w 58"/>
                  <a:gd name="T91" fmla="*/ 1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8" h="88">
                    <a:moveTo>
                      <a:pt x="36" y="16"/>
                    </a:moveTo>
                    <a:cubicBezTo>
                      <a:pt x="35" y="16"/>
                      <a:pt x="34" y="15"/>
                      <a:pt x="33" y="15"/>
                    </a:cubicBezTo>
                    <a:cubicBezTo>
                      <a:pt x="24" y="12"/>
                      <a:pt x="20" y="17"/>
                      <a:pt x="21" y="26"/>
                    </a:cubicBezTo>
                    <a:cubicBezTo>
                      <a:pt x="22" y="38"/>
                      <a:pt x="24" y="49"/>
                      <a:pt x="24" y="61"/>
                    </a:cubicBezTo>
                    <a:cubicBezTo>
                      <a:pt x="24" y="67"/>
                      <a:pt x="28" y="72"/>
                      <a:pt x="28" y="79"/>
                    </a:cubicBezTo>
                    <a:cubicBezTo>
                      <a:pt x="28" y="80"/>
                      <a:pt x="29" y="81"/>
                      <a:pt x="30" y="81"/>
                    </a:cubicBezTo>
                    <a:cubicBezTo>
                      <a:pt x="36" y="84"/>
                      <a:pt x="43" y="84"/>
                      <a:pt x="49" y="83"/>
                    </a:cubicBezTo>
                    <a:cubicBezTo>
                      <a:pt x="54" y="82"/>
                      <a:pt x="54" y="76"/>
                      <a:pt x="55" y="72"/>
                    </a:cubicBezTo>
                    <a:cubicBezTo>
                      <a:pt x="55" y="71"/>
                      <a:pt x="56" y="71"/>
                      <a:pt x="56" y="72"/>
                    </a:cubicBezTo>
                    <a:cubicBezTo>
                      <a:pt x="57" y="73"/>
                      <a:pt x="57" y="75"/>
                      <a:pt x="57" y="76"/>
                    </a:cubicBezTo>
                    <a:cubicBezTo>
                      <a:pt x="58" y="77"/>
                      <a:pt x="58" y="78"/>
                      <a:pt x="57" y="80"/>
                    </a:cubicBezTo>
                    <a:cubicBezTo>
                      <a:pt x="56" y="80"/>
                      <a:pt x="56" y="81"/>
                      <a:pt x="56" y="81"/>
                    </a:cubicBezTo>
                    <a:cubicBezTo>
                      <a:pt x="56" y="82"/>
                      <a:pt x="55" y="83"/>
                      <a:pt x="55" y="83"/>
                    </a:cubicBezTo>
                    <a:cubicBezTo>
                      <a:pt x="55" y="83"/>
                      <a:pt x="55" y="83"/>
                      <a:pt x="55" y="83"/>
                    </a:cubicBezTo>
                    <a:cubicBezTo>
                      <a:pt x="52" y="87"/>
                      <a:pt x="49" y="87"/>
                      <a:pt x="45" y="85"/>
                    </a:cubicBezTo>
                    <a:cubicBezTo>
                      <a:pt x="40" y="85"/>
                      <a:pt x="36" y="88"/>
                      <a:pt x="31" y="87"/>
                    </a:cubicBezTo>
                    <a:cubicBezTo>
                      <a:pt x="26" y="85"/>
                      <a:pt x="20" y="86"/>
                      <a:pt x="15" y="87"/>
                    </a:cubicBezTo>
                    <a:cubicBezTo>
                      <a:pt x="10" y="87"/>
                      <a:pt x="5" y="88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83"/>
                      <a:pt x="0" y="81"/>
                      <a:pt x="1" y="80"/>
                    </a:cubicBezTo>
                    <a:cubicBezTo>
                      <a:pt x="1" y="79"/>
                      <a:pt x="1" y="78"/>
                      <a:pt x="1" y="78"/>
                    </a:cubicBezTo>
                    <a:cubicBezTo>
                      <a:pt x="2" y="77"/>
                      <a:pt x="2" y="76"/>
                      <a:pt x="3" y="76"/>
                    </a:cubicBezTo>
                    <a:cubicBezTo>
                      <a:pt x="3" y="75"/>
                      <a:pt x="3" y="75"/>
                      <a:pt x="3" y="74"/>
                    </a:cubicBezTo>
                    <a:cubicBezTo>
                      <a:pt x="4" y="73"/>
                      <a:pt x="4" y="71"/>
                      <a:pt x="5" y="70"/>
                    </a:cubicBezTo>
                    <a:cubicBezTo>
                      <a:pt x="5" y="69"/>
                      <a:pt x="5" y="69"/>
                      <a:pt x="5" y="68"/>
                    </a:cubicBezTo>
                    <a:cubicBezTo>
                      <a:pt x="6" y="67"/>
                      <a:pt x="5" y="65"/>
                      <a:pt x="7" y="64"/>
                    </a:cubicBezTo>
                    <a:cubicBezTo>
                      <a:pt x="7" y="64"/>
                      <a:pt x="7" y="63"/>
                      <a:pt x="7" y="63"/>
                    </a:cubicBezTo>
                    <a:cubicBezTo>
                      <a:pt x="8" y="61"/>
                      <a:pt x="7" y="58"/>
                      <a:pt x="8" y="57"/>
                    </a:cubicBezTo>
                    <a:cubicBezTo>
                      <a:pt x="9" y="55"/>
                      <a:pt x="9" y="54"/>
                      <a:pt x="9" y="53"/>
                    </a:cubicBezTo>
                    <a:cubicBezTo>
                      <a:pt x="11" y="51"/>
                      <a:pt x="8" y="47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3" y="43"/>
                      <a:pt x="10" y="40"/>
                      <a:pt x="12" y="37"/>
                    </a:cubicBezTo>
                    <a:cubicBezTo>
                      <a:pt x="12" y="37"/>
                      <a:pt x="12" y="36"/>
                      <a:pt x="12" y="36"/>
                    </a:cubicBezTo>
                    <a:cubicBezTo>
                      <a:pt x="14" y="35"/>
                      <a:pt x="13" y="33"/>
                      <a:pt x="14" y="32"/>
                    </a:cubicBezTo>
                    <a:cubicBezTo>
                      <a:pt x="14" y="30"/>
                      <a:pt x="14" y="29"/>
                      <a:pt x="14" y="28"/>
                    </a:cubicBezTo>
                    <a:cubicBezTo>
                      <a:pt x="15" y="27"/>
                      <a:pt x="15" y="25"/>
                      <a:pt x="16" y="24"/>
                    </a:cubicBezTo>
                    <a:cubicBezTo>
                      <a:pt x="16" y="23"/>
                      <a:pt x="16" y="23"/>
                      <a:pt x="16" y="22"/>
                    </a:cubicBezTo>
                    <a:cubicBezTo>
                      <a:pt x="18" y="21"/>
                      <a:pt x="16" y="18"/>
                      <a:pt x="18" y="16"/>
                    </a:cubicBezTo>
                    <a:cubicBezTo>
                      <a:pt x="18" y="16"/>
                      <a:pt x="18" y="15"/>
                      <a:pt x="18" y="14"/>
                    </a:cubicBezTo>
                    <a:cubicBezTo>
                      <a:pt x="20" y="13"/>
                      <a:pt x="18" y="10"/>
                      <a:pt x="20" y="9"/>
                    </a:cubicBezTo>
                    <a:cubicBezTo>
                      <a:pt x="20" y="7"/>
                      <a:pt x="20" y="6"/>
                      <a:pt x="20" y="5"/>
                    </a:cubicBezTo>
                    <a:cubicBezTo>
                      <a:pt x="21" y="4"/>
                      <a:pt x="21" y="3"/>
                      <a:pt x="22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8" y="1"/>
                      <a:pt x="34" y="0"/>
                      <a:pt x="35" y="9"/>
                    </a:cubicBezTo>
                    <a:cubicBezTo>
                      <a:pt x="35" y="9"/>
                      <a:pt x="35" y="10"/>
                      <a:pt x="35" y="11"/>
                    </a:cubicBezTo>
                    <a:cubicBezTo>
                      <a:pt x="37" y="12"/>
                      <a:pt x="37" y="14"/>
                      <a:pt x="36" y="16"/>
                    </a:cubicBezTo>
                    <a:close/>
                  </a:path>
                </a:pathLst>
              </a:custGeom>
              <a:solidFill>
                <a:srgbClr val="FFE2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2" name="Freeform 149"/>
              <p:cNvSpPr/>
              <p:nvPr/>
            </p:nvSpPr>
            <p:spPr bwMode="auto">
              <a:xfrm>
                <a:off x="2549" y="966"/>
                <a:ext cx="227" cy="250"/>
              </a:xfrm>
              <a:custGeom>
                <a:avLst/>
                <a:gdLst>
                  <a:gd name="T0" fmla="*/ 3 w 95"/>
                  <a:gd name="T1" fmla="*/ 105 h 105"/>
                  <a:gd name="T2" fmla="*/ 3 w 95"/>
                  <a:gd name="T3" fmla="*/ 101 h 105"/>
                  <a:gd name="T4" fmla="*/ 3 w 95"/>
                  <a:gd name="T5" fmla="*/ 93 h 105"/>
                  <a:gd name="T6" fmla="*/ 29 w 95"/>
                  <a:gd name="T7" fmla="*/ 58 h 105"/>
                  <a:gd name="T8" fmla="*/ 76 w 95"/>
                  <a:gd name="T9" fmla="*/ 16 h 105"/>
                  <a:gd name="T10" fmla="*/ 57 w 95"/>
                  <a:gd name="T11" fmla="*/ 18 h 105"/>
                  <a:gd name="T12" fmla="*/ 53 w 95"/>
                  <a:gd name="T13" fmla="*/ 17 h 105"/>
                  <a:gd name="T14" fmla="*/ 52 w 95"/>
                  <a:gd name="T15" fmla="*/ 16 h 105"/>
                  <a:gd name="T16" fmla="*/ 53 w 95"/>
                  <a:gd name="T17" fmla="*/ 15 h 105"/>
                  <a:gd name="T18" fmla="*/ 53 w 95"/>
                  <a:gd name="T19" fmla="*/ 15 h 105"/>
                  <a:gd name="T20" fmla="*/ 55 w 95"/>
                  <a:gd name="T21" fmla="*/ 13 h 105"/>
                  <a:gd name="T22" fmla="*/ 55 w 95"/>
                  <a:gd name="T23" fmla="*/ 13 h 105"/>
                  <a:gd name="T24" fmla="*/ 58 w 95"/>
                  <a:gd name="T25" fmla="*/ 11 h 105"/>
                  <a:gd name="T26" fmla="*/ 58 w 95"/>
                  <a:gd name="T27" fmla="*/ 11 h 105"/>
                  <a:gd name="T28" fmla="*/ 60 w 95"/>
                  <a:gd name="T29" fmla="*/ 9 h 105"/>
                  <a:gd name="T30" fmla="*/ 60 w 95"/>
                  <a:gd name="T31" fmla="*/ 9 h 105"/>
                  <a:gd name="T32" fmla="*/ 62 w 95"/>
                  <a:gd name="T33" fmla="*/ 7 h 105"/>
                  <a:gd name="T34" fmla="*/ 62 w 95"/>
                  <a:gd name="T35" fmla="*/ 7 h 105"/>
                  <a:gd name="T36" fmla="*/ 66 w 95"/>
                  <a:gd name="T37" fmla="*/ 5 h 105"/>
                  <a:gd name="T38" fmla="*/ 68 w 95"/>
                  <a:gd name="T39" fmla="*/ 5 h 105"/>
                  <a:gd name="T40" fmla="*/ 70 w 95"/>
                  <a:gd name="T41" fmla="*/ 3 h 105"/>
                  <a:gd name="T42" fmla="*/ 70 w 95"/>
                  <a:gd name="T43" fmla="*/ 3 h 105"/>
                  <a:gd name="T44" fmla="*/ 72 w 95"/>
                  <a:gd name="T45" fmla="*/ 1 h 105"/>
                  <a:gd name="T46" fmla="*/ 72 w 95"/>
                  <a:gd name="T47" fmla="*/ 1 h 105"/>
                  <a:gd name="T48" fmla="*/ 85 w 95"/>
                  <a:gd name="T49" fmla="*/ 1 h 105"/>
                  <a:gd name="T50" fmla="*/ 85 w 95"/>
                  <a:gd name="T51" fmla="*/ 1 h 105"/>
                  <a:gd name="T52" fmla="*/ 87 w 95"/>
                  <a:gd name="T53" fmla="*/ 3 h 105"/>
                  <a:gd name="T54" fmla="*/ 87 w 95"/>
                  <a:gd name="T55" fmla="*/ 3 h 105"/>
                  <a:gd name="T56" fmla="*/ 89 w 95"/>
                  <a:gd name="T57" fmla="*/ 5 h 105"/>
                  <a:gd name="T58" fmla="*/ 89 w 95"/>
                  <a:gd name="T59" fmla="*/ 7 h 105"/>
                  <a:gd name="T60" fmla="*/ 91 w 95"/>
                  <a:gd name="T61" fmla="*/ 11 h 105"/>
                  <a:gd name="T62" fmla="*/ 91 w 95"/>
                  <a:gd name="T63" fmla="*/ 11 h 105"/>
                  <a:gd name="T64" fmla="*/ 93 w 95"/>
                  <a:gd name="T65" fmla="*/ 13 h 105"/>
                  <a:gd name="T66" fmla="*/ 93 w 95"/>
                  <a:gd name="T67" fmla="*/ 13 h 105"/>
                  <a:gd name="T68" fmla="*/ 93 w 95"/>
                  <a:gd name="T69" fmla="*/ 20 h 105"/>
                  <a:gd name="T70" fmla="*/ 93 w 95"/>
                  <a:gd name="T71" fmla="*/ 20 h 105"/>
                  <a:gd name="T72" fmla="*/ 91 w 95"/>
                  <a:gd name="T73" fmla="*/ 24 h 105"/>
                  <a:gd name="T74" fmla="*/ 91 w 95"/>
                  <a:gd name="T75" fmla="*/ 24 h 105"/>
                  <a:gd name="T76" fmla="*/ 89 w 95"/>
                  <a:gd name="T77" fmla="*/ 26 h 105"/>
                  <a:gd name="T78" fmla="*/ 89 w 95"/>
                  <a:gd name="T79" fmla="*/ 26 h 105"/>
                  <a:gd name="T80" fmla="*/ 87 w 95"/>
                  <a:gd name="T81" fmla="*/ 28 h 105"/>
                  <a:gd name="T82" fmla="*/ 87 w 95"/>
                  <a:gd name="T83" fmla="*/ 28 h 105"/>
                  <a:gd name="T84" fmla="*/ 85 w 95"/>
                  <a:gd name="T85" fmla="*/ 30 h 105"/>
                  <a:gd name="T86" fmla="*/ 85 w 95"/>
                  <a:gd name="T87" fmla="*/ 30 h 105"/>
                  <a:gd name="T88" fmla="*/ 82 w 95"/>
                  <a:gd name="T89" fmla="*/ 31 h 105"/>
                  <a:gd name="T90" fmla="*/ 85 w 95"/>
                  <a:gd name="T91" fmla="*/ 32 h 105"/>
                  <a:gd name="T92" fmla="*/ 85 w 95"/>
                  <a:gd name="T93" fmla="*/ 32 h 105"/>
                  <a:gd name="T94" fmla="*/ 87 w 95"/>
                  <a:gd name="T95" fmla="*/ 36 h 105"/>
                  <a:gd name="T96" fmla="*/ 87 w 95"/>
                  <a:gd name="T97" fmla="*/ 36 h 105"/>
                  <a:gd name="T98" fmla="*/ 89 w 95"/>
                  <a:gd name="T99" fmla="*/ 40 h 105"/>
                  <a:gd name="T100" fmla="*/ 89 w 95"/>
                  <a:gd name="T101" fmla="*/ 42 h 105"/>
                  <a:gd name="T102" fmla="*/ 90 w 95"/>
                  <a:gd name="T103" fmla="*/ 43 h 105"/>
                  <a:gd name="T104" fmla="*/ 89 w 95"/>
                  <a:gd name="T105" fmla="*/ 44 h 105"/>
                  <a:gd name="T106" fmla="*/ 75 w 95"/>
                  <a:gd name="T107" fmla="*/ 40 h 105"/>
                  <a:gd name="T108" fmla="*/ 65 w 95"/>
                  <a:gd name="T109" fmla="*/ 42 h 105"/>
                  <a:gd name="T110" fmla="*/ 11 w 95"/>
                  <a:gd name="T111" fmla="*/ 97 h 105"/>
                  <a:gd name="T112" fmla="*/ 3 w 95"/>
                  <a:gd name="T113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5" h="105">
                    <a:moveTo>
                      <a:pt x="3" y="105"/>
                    </a:moveTo>
                    <a:cubicBezTo>
                      <a:pt x="3" y="104"/>
                      <a:pt x="3" y="102"/>
                      <a:pt x="3" y="101"/>
                    </a:cubicBezTo>
                    <a:cubicBezTo>
                      <a:pt x="0" y="98"/>
                      <a:pt x="2" y="96"/>
                      <a:pt x="3" y="93"/>
                    </a:cubicBezTo>
                    <a:cubicBezTo>
                      <a:pt x="10" y="80"/>
                      <a:pt x="20" y="70"/>
                      <a:pt x="29" y="58"/>
                    </a:cubicBezTo>
                    <a:cubicBezTo>
                      <a:pt x="42" y="42"/>
                      <a:pt x="61" y="32"/>
                      <a:pt x="76" y="16"/>
                    </a:cubicBezTo>
                    <a:cubicBezTo>
                      <a:pt x="68" y="14"/>
                      <a:pt x="62" y="16"/>
                      <a:pt x="57" y="18"/>
                    </a:cubicBezTo>
                    <a:cubicBezTo>
                      <a:pt x="55" y="18"/>
                      <a:pt x="54" y="18"/>
                      <a:pt x="53" y="17"/>
                    </a:cubicBezTo>
                    <a:cubicBezTo>
                      <a:pt x="52" y="17"/>
                      <a:pt x="52" y="16"/>
                      <a:pt x="52" y="16"/>
                    </a:cubicBezTo>
                    <a:cubicBezTo>
                      <a:pt x="52" y="15"/>
                      <a:pt x="53" y="15"/>
                      <a:pt x="53" y="15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4" y="13"/>
                      <a:pt x="55" y="13"/>
                    </a:cubicBezTo>
                    <a:cubicBezTo>
                      <a:pt x="55" y="13"/>
                      <a:pt x="55" y="13"/>
                      <a:pt x="55" y="13"/>
                    </a:cubicBezTo>
                    <a:cubicBezTo>
                      <a:pt x="56" y="12"/>
                      <a:pt x="57" y="12"/>
                      <a:pt x="58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59" y="10"/>
                      <a:pt x="60" y="10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1" y="8"/>
                      <a:pt x="62" y="8"/>
                      <a:pt x="62" y="7"/>
                    </a:cubicBezTo>
                    <a:cubicBezTo>
                      <a:pt x="62" y="7"/>
                      <a:pt x="62" y="7"/>
                      <a:pt x="62" y="7"/>
                    </a:cubicBezTo>
                    <a:cubicBezTo>
                      <a:pt x="63" y="6"/>
                      <a:pt x="65" y="6"/>
                      <a:pt x="66" y="5"/>
                    </a:cubicBezTo>
                    <a:cubicBezTo>
                      <a:pt x="67" y="5"/>
                      <a:pt x="68" y="5"/>
                      <a:pt x="68" y="5"/>
                    </a:cubicBezTo>
                    <a:cubicBezTo>
                      <a:pt x="69" y="4"/>
                      <a:pt x="69" y="4"/>
                      <a:pt x="70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1" y="3"/>
                      <a:pt x="71" y="2"/>
                      <a:pt x="72" y="1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76" y="0"/>
                      <a:pt x="81" y="0"/>
                      <a:pt x="85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6" y="2"/>
                      <a:pt x="87" y="3"/>
                      <a:pt x="87" y="3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8" y="4"/>
                      <a:pt x="89" y="5"/>
                      <a:pt x="89" y="5"/>
                    </a:cubicBezTo>
                    <a:cubicBezTo>
                      <a:pt x="89" y="6"/>
                      <a:pt x="89" y="7"/>
                      <a:pt x="89" y="7"/>
                    </a:cubicBezTo>
                    <a:cubicBezTo>
                      <a:pt x="90" y="8"/>
                      <a:pt x="90" y="10"/>
                      <a:pt x="91" y="11"/>
                    </a:cubicBezTo>
                    <a:cubicBezTo>
                      <a:pt x="91" y="11"/>
                      <a:pt x="91" y="11"/>
                      <a:pt x="91" y="11"/>
                    </a:cubicBezTo>
                    <a:cubicBezTo>
                      <a:pt x="92" y="12"/>
                      <a:pt x="92" y="12"/>
                      <a:pt x="93" y="13"/>
                    </a:cubicBezTo>
                    <a:cubicBezTo>
                      <a:pt x="93" y="13"/>
                      <a:pt x="93" y="13"/>
                      <a:pt x="93" y="13"/>
                    </a:cubicBezTo>
                    <a:cubicBezTo>
                      <a:pt x="95" y="15"/>
                      <a:pt x="94" y="18"/>
                      <a:pt x="93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2" y="21"/>
                      <a:pt x="92" y="23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0" y="25"/>
                      <a:pt x="90" y="26"/>
                      <a:pt x="89" y="26"/>
                    </a:cubicBezTo>
                    <a:cubicBezTo>
                      <a:pt x="89" y="26"/>
                      <a:pt x="89" y="26"/>
                      <a:pt x="89" y="26"/>
                    </a:cubicBezTo>
                    <a:cubicBezTo>
                      <a:pt x="89" y="27"/>
                      <a:pt x="88" y="28"/>
                      <a:pt x="87" y="28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9"/>
                      <a:pt x="86" y="29"/>
                      <a:pt x="85" y="30"/>
                    </a:cubicBezTo>
                    <a:cubicBezTo>
                      <a:pt x="85" y="30"/>
                      <a:pt x="85" y="30"/>
                      <a:pt x="85" y="30"/>
                    </a:cubicBezTo>
                    <a:cubicBezTo>
                      <a:pt x="84" y="31"/>
                      <a:pt x="83" y="31"/>
                      <a:pt x="82" y="31"/>
                    </a:cubicBezTo>
                    <a:cubicBezTo>
                      <a:pt x="83" y="31"/>
                      <a:pt x="84" y="31"/>
                      <a:pt x="85" y="32"/>
                    </a:cubicBezTo>
                    <a:cubicBezTo>
                      <a:pt x="85" y="32"/>
                      <a:pt x="85" y="32"/>
                      <a:pt x="85" y="32"/>
                    </a:cubicBezTo>
                    <a:cubicBezTo>
                      <a:pt x="86" y="33"/>
                      <a:pt x="86" y="35"/>
                      <a:pt x="87" y="36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88" y="39"/>
                      <a:pt x="89" y="40"/>
                    </a:cubicBezTo>
                    <a:cubicBezTo>
                      <a:pt x="89" y="40"/>
                      <a:pt x="89" y="41"/>
                      <a:pt x="89" y="42"/>
                    </a:cubicBezTo>
                    <a:cubicBezTo>
                      <a:pt x="90" y="42"/>
                      <a:pt x="90" y="43"/>
                      <a:pt x="90" y="43"/>
                    </a:cubicBezTo>
                    <a:cubicBezTo>
                      <a:pt x="90" y="44"/>
                      <a:pt x="89" y="44"/>
                      <a:pt x="89" y="44"/>
                    </a:cubicBezTo>
                    <a:cubicBezTo>
                      <a:pt x="84" y="45"/>
                      <a:pt x="81" y="36"/>
                      <a:pt x="75" y="40"/>
                    </a:cubicBezTo>
                    <a:cubicBezTo>
                      <a:pt x="72" y="39"/>
                      <a:pt x="68" y="40"/>
                      <a:pt x="65" y="42"/>
                    </a:cubicBezTo>
                    <a:cubicBezTo>
                      <a:pt x="42" y="56"/>
                      <a:pt x="24" y="73"/>
                      <a:pt x="11" y="97"/>
                    </a:cubicBezTo>
                    <a:cubicBezTo>
                      <a:pt x="9" y="100"/>
                      <a:pt x="8" y="105"/>
                      <a:pt x="3" y="105"/>
                    </a:cubicBezTo>
                    <a:close/>
                  </a:path>
                </a:pathLst>
              </a:custGeom>
              <a:solidFill>
                <a:srgbClr val="FFD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3" name="Freeform 150"/>
              <p:cNvSpPr/>
              <p:nvPr/>
            </p:nvSpPr>
            <p:spPr bwMode="auto">
              <a:xfrm>
                <a:off x="3225" y="1328"/>
                <a:ext cx="106" cy="136"/>
              </a:xfrm>
              <a:custGeom>
                <a:avLst/>
                <a:gdLst>
                  <a:gd name="T0" fmla="*/ 31 w 44"/>
                  <a:gd name="T1" fmla="*/ 39 h 57"/>
                  <a:gd name="T2" fmla="*/ 20 w 44"/>
                  <a:gd name="T3" fmla="*/ 43 h 57"/>
                  <a:gd name="T4" fmla="*/ 8 w 44"/>
                  <a:gd name="T5" fmla="*/ 57 h 57"/>
                  <a:gd name="T6" fmla="*/ 5 w 44"/>
                  <a:gd name="T7" fmla="*/ 56 h 57"/>
                  <a:gd name="T8" fmla="*/ 11 w 44"/>
                  <a:gd name="T9" fmla="*/ 32 h 57"/>
                  <a:gd name="T10" fmla="*/ 22 w 44"/>
                  <a:gd name="T11" fmla="*/ 14 h 57"/>
                  <a:gd name="T12" fmla="*/ 28 w 44"/>
                  <a:gd name="T13" fmla="*/ 1 h 57"/>
                  <a:gd name="T14" fmla="*/ 31 w 44"/>
                  <a:gd name="T15" fmla="*/ 1 h 57"/>
                  <a:gd name="T16" fmla="*/ 31 w 44"/>
                  <a:gd name="T17" fmla="*/ 1 h 57"/>
                  <a:gd name="T18" fmla="*/ 33 w 44"/>
                  <a:gd name="T19" fmla="*/ 7 h 57"/>
                  <a:gd name="T20" fmla="*/ 33 w 44"/>
                  <a:gd name="T21" fmla="*/ 9 h 57"/>
                  <a:gd name="T22" fmla="*/ 35 w 44"/>
                  <a:gd name="T23" fmla="*/ 11 h 57"/>
                  <a:gd name="T24" fmla="*/ 35 w 44"/>
                  <a:gd name="T25" fmla="*/ 12 h 57"/>
                  <a:gd name="T26" fmla="*/ 40 w 44"/>
                  <a:gd name="T27" fmla="*/ 24 h 57"/>
                  <a:gd name="T28" fmla="*/ 42 w 44"/>
                  <a:gd name="T29" fmla="*/ 24 h 57"/>
                  <a:gd name="T30" fmla="*/ 42 w 44"/>
                  <a:gd name="T31" fmla="*/ 32 h 57"/>
                  <a:gd name="T32" fmla="*/ 42 w 44"/>
                  <a:gd name="T33" fmla="*/ 32 h 57"/>
                  <a:gd name="T34" fmla="*/ 40 w 44"/>
                  <a:gd name="T35" fmla="*/ 34 h 57"/>
                  <a:gd name="T36" fmla="*/ 40 w 44"/>
                  <a:gd name="T37" fmla="*/ 34 h 57"/>
                  <a:gd name="T38" fmla="*/ 38 w 44"/>
                  <a:gd name="T39" fmla="*/ 35 h 57"/>
                  <a:gd name="T40" fmla="*/ 38 w 44"/>
                  <a:gd name="T41" fmla="*/ 35 h 57"/>
                  <a:gd name="T42" fmla="*/ 35 w 44"/>
                  <a:gd name="T43" fmla="*/ 37 h 57"/>
                  <a:gd name="T44" fmla="*/ 35 w 44"/>
                  <a:gd name="T45" fmla="*/ 37 h 57"/>
                  <a:gd name="T46" fmla="*/ 31 w 44"/>
                  <a:gd name="T47" fmla="*/ 39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4" h="57">
                    <a:moveTo>
                      <a:pt x="31" y="39"/>
                    </a:moveTo>
                    <a:cubicBezTo>
                      <a:pt x="27" y="41"/>
                      <a:pt x="24" y="42"/>
                      <a:pt x="20" y="43"/>
                    </a:cubicBezTo>
                    <a:cubicBezTo>
                      <a:pt x="12" y="44"/>
                      <a:pt x="8" y="49"/>
                      <a:pt x="8" y="57"/>
                    </a:cubicBezTo>
                    <a:cubicBezTo>
                      <a:pt x="7" y="57"/>
                      <a:pt x="6" y="57"/>
                      <a:pt x="5" y="56"/>
                    </a:cubicBezTo>
                    <a:cubicBezTo>
                      <a:pt x="0" y="43"/>
                      <a:pt x="0" y="43"/>
                      <a:pt x="11" y="32"/>
                    </a:cubicBezTo>
                    <a:cubicBezTo>
                      <a:pt x="16" y="27"/>
                      <a:pt x="19" y="21"/>
                      <a:pt x="22" y="14"/>
                    </a:cubicBezTo>
                    <a:cubicBezTo>
                      <a:pt x="24" y="9"/>
                      <a:pt x="25" y="5"/>
                      <a:pt x="28" y="1"/>
                    </a:cubicBezTo>
                    <a:cubicBezTo>
                      <a:pt x="29" y="0"/>
                      <a:pt x="30" y="0"/>
                      <a:pt x="31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2" y="3"/>
                      <a:pt x="31" y="5"/>
                      <a:pt x="33" y="7"/>
                    </a:cubicBezTo>
                    <a:cubicBezTo>
                      <a:pt x="33" y="7"/>
                      <a:pt x="33" y="8"/>
                      <a:pt x="33" y="9"/>
                    </a:cubicBezTo>
                    <a:cubicBezTo>
                      <a:pt x="33" y="9"/>
                      <a:pt x="34" y="10"/>
                      <a:pt x="35" y="11"/>
                    </a:cubicBezTo>
                    <a:cubicBezTo>
                      <a:pt x="35" y="11"/>
                      <a:pt x="35" y="12"/>
                      <a:pt x="35" y="12"/>
                    </a:cubicBezTo>
                    <a:cubicBezTo>
                      <a:pt x="37" y="16"/>
                      <a:pt x="33" y="23"/>
                      <a:pt x="40" y="24"/>
                    </a:cubicBezTo>
                    <a:cubicBezTo>
                      <a:pt x="41" y="24"/>
                      <a:pt x="42" y="24"/>
                      <a:pt x="42" y="24"/>
                    </a:cubicBezTo>
                    <a:cubicBezTo>
                      <a:pt x="44" y="27"/>
                      <a:pt x="44" y="29"/>
                      <a:pt x="42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39" y="35"/>
                      <a:pt x="38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37" y="37"/>
                      <a:pt x="36" y="36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4" y="39"/>
                      <a:pt x="32" y="38"/>
                      <a:pt x="31" y="39"/>
                    </a:cubicBezTo>
                    <a:close/>
                  </a:path>
                </a:pathLst>
              </a:custGeom>
              <a:solidFill>
                <a:srgbClr val="DAF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4" name="Freeform 151"/>
              <p:cNvSpPr/>
              <p:nvPr/>
            </p:nvSpPr>
            <p:spPr bwMode="auto">
              <a:xfrm>
                <a:off x="2802" y="1090"/>
                <a:ext cx="96" cy="45"/>
              </a:xfrm>
              <a:custGeom>
                <a:avLst/>
                <a:gdLst>
                  <a:gd name="T0" fmla="*/ 39 w 40"/>
                  <a:gd name="T1" fmla="*/ 5 h 19"/>
                  <a:gd name="T2" fmla="*/ 35 w 40"/>
                  <a:gd name="T3" fmla="*/ 11 h 19"/>
                  <a:gd name="T4" fmla="*/ 32 w 40"/>
                  <a:gd name="T5" fmla="*/ 14 h 19"/>
                  <a:gd name="T6" fmla="*/ 11 w 40"/>
                  <a:gd name="T7" fmla="*/ 18 h 19"/>
                  <a:gd name="T8" fmla="*/ 1 w 40"/>
                  <a:gd name="T9" fmla="*/ 17 h 19"/>
                  <a:gd name="T10" fmla="*/ 0 w 40"/>
                  <a:gd name="T11" fmla="*/ 15 h 19"/>
                  <a:gd name="T12" fmla="*/ 0 w 40"/>
                  <a:gd name="T13" fmla="*/ 15 h 19"/>
                  <a:gd name="T14" fmla="*/ 2 w 40"/>
                  <a:gd name="T15" fmla="*/ 13 h 19"/>
                  <a:gd name="T16" fmla="*/ 2 w 40"/>
                  <a:gd name="T17" fmla="*/ 13 h 19"/>
                  <a:gd name="T18" fmla="*/ 6 w 40"/>
                  <a:gd name="T19" fmla="*/ 11 h 19"/>
                  <a:gd name="T20" fmla="*/ 6 w 40"/>
                  <a:gd name="T21" fmla="*/ 11 h 19"/>
                  <a:gd name="T22" fmla="*/ 10 w 40"/>
                  <a:gd name="T23" fmla="*/ 9 h 19"/>
                  <a:gd name="T24" fmla="*/ 10 w 40"/>
                  <a:gd name="T25" fmla="*/ 9 h 19"/>
                  <a:gd name="T26" fmla="*/ 14 w 40"/>
                  <a:gd name="T27" fmla="*/ 7 h 19"/>
                  <a:gd name="T28" fmla="*/ 14 w 40"/>
                  <a:gd name="T29" fmla="*/ 7 h 19"/>
                  <a:gd name="T30" fmla="*/ 18 w 40"/>
                  <a:gd name="T31" fmla="*/ 5 h 19"/>
                  <a:gd name="T32" fmla="*/ 18 w 40"/>
                  <a:gd name="T33" fmla="*/ 5 h 19"/>
                  <a:gd name="T34" fmla="*/ 20 w 40"/>
                  <a:gd name="T35" fmla="*/ 3 h 19"/>
                  <a:gd name="T36" fmla="*/ 22 w 40"/>
                  <a:gd name="T37" fmla="*/ 3 h 19"/>
                  <a:gd name="T38" fmla="*/ 24 w 40"/>
                  <a:gd name="T39" fmla="*/ 1 h 19"/>
                  <a:gd name="T40" fmla="*/ 27 w 40"/>
                  <a:gd name="T41" fmla="*/ 1 h 19"/>
                  <a:gd name="T42" fmla="*/ 35 w 40"/>
                  <a:gd name="T43" fmla="*/ 1 h 19"/>
                  <a:gd name="T44" fmla="*/ 35 w 40"/>
                  <a:gd name="T45" fmla="*/ 1 h 19"/>
                  <a:gd name="T46" fmla="*/ 39 w 40"/>
                  <a:gd name="T47" fmla="*/ 3 h 19"/>
                  <a:gd name="T48" fmla="*/ 39 w 40"/>
                  <a:gd name="T49" fmla="*/ 3 h 19"/>
                  <a:gd name="T50" fmla="*/ 40 w 40"/>
                  <a:gd name="T51" fmla="*/ 4 h 19"/>
                  <a:gd name="T52" fmla="*/ 39 w 40"/>
                  <a:gd name="T53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" h="19">
                    <a:moveTo>
                      <a:pt x="39" y="5"/>
                    </a:moveTo>
                    <a:cubicBezTo>
                      <a:pt x="38" y="7"/>
                      <a:pt x="36" y="9"/>
                      <a:pt x="35" y="11"/>
                    </a:cubicBezTo>
                    <a:cubicBezTo>
                      <a:pt x="34" y="12"/>
                      <a:pt x="34" y="13"/>
                      <a:pt x="32" y="14"/>
                    </a:cubicBezTo>
                    <a:cubicBezTo>
                      <a:pt x="25" y="15"/>
                      <a:pt x="18" y="15"/>
                      <a:pt x="11" y="18"/>
                    </a:cubicBezTo>
                    <a:cubicBezTo>
                      <a:pt x="8" y="19"/>
                      <a:pt x="4" y="19"/>
                      <a:pt x="1" y="17"/>
                    </a:cubicBezTo>
                    <a:cubicBezTo>
                      <a:pt x="0" y="16"/>
                      <a:pt x="0" y="16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2"/>
                      <a:pt x="5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0"/>
                      <a:pt x="9" y="10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1" y="8"/>
                      <a:pt x="13" y="8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7" y="6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4"/>
                      <a:pt x="19" y="4"/>
                      <a:pt x="20" y="3"/>
                    </a:cubicBezTo>
                    <a:cubicBezTo>
                      <a:pt x="20" y="3"/>
                      <a:pt x="21" y="3"/>
                      <a:pt x="22" y="3"/>
                    </a:cubicBezTo>
                    <a:cubicBezTo>
                      <a:pt x="22" y="2"/>
                      <a:pt x="23" y="2"/>
                      <a:pt x="24" y="1"/>
                    </a:cubicBezTo>
                    <a:cubicBezTo>
                      <a:pt x="25" y="1"/>
                      <a:pt x="26" y="1"/>
                      <a:pt x="27" y="1"/>
                    </a:cubicBezTo>
                    <a:cubicBezTo>
                      <a:pt x="30" y="0"/>
                      <a:pt x="32" y="0"/>
                      <a:pt x="35" y="1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6" y="2"/>
                      <a:pt x="38" y="2"/>
                      <a:pt x="39" y="3"/>
                    </a:cubicBezTo>
                    <a:cubicBezTo>
                      <a:pt x="39" y="3"/>
                      <a:pt x="39" y="3"/>
                      <a:pt x="39" y="3"/>
                    </a:cubicBezTo>
                    <a:cubicBezTo>
                      <a:pt x="40" y="3"/>
                      <a:pt x="40" y="4"/>
                      <a:pt x="40" y="4"/>
                    </a:cubicBezTo>
                    <a:cubicBezTo>
                      <a:pt x="39" y="5"/>
                      <a:pt x="39" y="5"/>
                      <a:pt x="39" y="5"/>
                    </a:cubicBezTo>
                    <a:close/>
                  </a:path>
                </a:pathLst>
              </a:custGeom>
              <a:solidFill>
                <a:srgbClr val="D7FE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5" name="Freeform 152"/>
              <p:cNvSpPr/>
              <p:nvPr/>
            </p:nvSpPr>
            <p:spPr bwMode="auto">
              <a:xfrm>
                <a:off x="2977" y="2252"/>
                <a:ext cx="148" cy="31"/>
              </a:xfrm>
              <a:custGeom>
                <a:avLst/>
                <a:gdLst>
                  <a:gd name="T0" fmla="*/ 0 w 62"/>
                  <a:gd name="T1" fmla="*/ 8 h 13"/>
                  <a:gd name="T2" fmla="*/ 0 w 62"/>
                  <a:gd name="T3" fmla="*/ 7 h 13"/>
                  <a:gd name="T4" fmla="*/ 15 w 62"/>
                  <a:gd name="T5" fmla="*/ 4 h 13"/>
                  <a:gd name="T6" fmla="*/ 50 w 62"/>
                  <a:gd name="T7" fmla="*/ 2 h 13"/>
                  <a:gd name="T8" fmla="*/ 60 w 62"/>
                  <a:gd name="T9" fmla="*/ 2 h 13"/>
                  <a:gd name="T10" fmla="*/ 62 w 62"/>
                  <a:gd name="T11" fmla="*/ 3 h 13"/>
                  <a:gd name="T12" fmla="*/ 42 w 62"/>
                  <a:gd name="T13" fmla="*/ 10 h 13"/>
                  <a:gd name="T14" fmla="*/ 26 w 62"/>
                  <a:gd name="T15" fmla="*/ 12 h 13"/>
                  <a:gd name="T16" fmla="*/ 17 w 62"/>
                  <a:gd name="T17" fmla="*/ 11 h 13"/>
                  <a:gd name="T18" fmla="*/ 0 w 62"/>
                  <a:gd name="T19" fmla="*/ 8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13">
                    <a:moveTo>
                      <a:pt x="0" y="8"/>
                    </a:moveTo>
                    <a:cubicBezTo>
                      <a:pt x="0" y="8"/>
                      <a:pt x="0" y="7"/>
                      <a:pt x="0" y="7"/>
                    </a:cubicBezTo>
                    <a:cubicBezTo>
                      <a:pt x="5" y="3"/>
                      <a:pt x="10" y="4"/>
                      <a:pt x="15" y="4"/>
                    </a:cubicBezTo>
                    <a:cubicBezTo>
                      <a:pt x="27" y="4"/>
                      <a:pt x="39" y="4"/>
                      <a:pt x="50" y="2"/>
                    </a:cubicBezTo>
                    <a:cubicBezTo>
                      <a:pt x="54" y="1"/>
                      <a:pt x="57" y="0"/>
                      <a:pt x="60" y="2"/>
                    </a:cubicBezTo>
                    <a:cubicBezTo>
                      <a:pt x="61" y="2"/>
                      <a:pt x="61" y="2"/>
                      <a:pt x="62" y="3"/>
                    </a:cubicBezTo>
                    <a:cubicBezTo>
                      <a:pt x="58" y="11"/>
                      <a:pt x="49" y="9"/>
                      <a:pt x="42" y="10"/>
                    </a:cubicBezTo>
                    <a:cubicBezTo>
                      <a:pt x="37" y="11"/>
                      <a:pt x="32" y="10"/>
                      <a:pt x="26" y="12"/>
                    </a:cubicBezTo>
                    <a:cubicBezTo>
                      <a:pt x="24" y="13"/>
                      <a:pt x="20" y="12"/>
                      <a:pt x="17" y="11"/>
                    </a:cubicBezTo>
                    <a:cubicBezTo>
                      <a:pt x="12" y="10"/>
                      <a:pt x="6" y="8"/>
                      <a:pt x="0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6" name="Freeform 153"/>
              <p:cNvSpPr/>
              <p:nvPr/>
            </p:nvSpPr>
            <p:spPr bwMode="auto">
              <a:xfrm>
                <a:off x="2986" y="2012"/>
                <a:ext cx="43" cy="119"/>
              </a:xfrm>
              <a:custGeom>
                <a:avLst/>
                <a:gdLst>
                  <a:gd name="T0" fmla="*/ 17 w 18"/>
                  <a:gd name="T1" fmla="*/ 50 h 50"/>
                  <a:gd name="T2" fmla="*/ 16 w 18"/>
                  <a:gd name="T3" fmla="*/ 50 h 50"/>
                  <a:gd name="T4" fmla="*/ 12 w 18"/>
                  <a:gd name="T5" fmla="*/ 36 h 50"/>
                  <a:gd name="T6" fmla="*/ 1 w 18"/>
                  <a:gd name="T7" fmla="*/ 8 h 50"/>
                  <a:gd name="T8" fmla="*/ 0 w 18"/>
                  <a:gd name="T9" fmla="*/ 0 h 50"/>
                  <a:gd name="T10" fmla="*/ 11 w 18"/>
                  <a:gd name="T11" fmla="*/ 25 h 50"/>
                  <a:gd name="T12" fmla="*/ 14 w 18"/>
                  <a:gd name="T13" fmla="*/ 33 h 50"/>
                  <a:gd name="T14" fmla="*/ 17 w 18"/>
                  <a:gd name="T15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50">
                    <a:moveTo>
                      <a:pt x="17" y="50"/>
                    </a:moveTo>
                    <a:cubicBezTo>
                      <a:pt x="17" y="50"/>
                      <a:pt x="16" y="50"/>
                      <a:pt x="16" y="50"/>
                    </a:cubicBezTo>
                    <a:cubicBezTo>
                      <a:pt x="16" y="45"/>
                      <a:pt x="14" y="40"/>
                      <a:pt x="12" y="36"/>
                    </a:cubicBezTo>
                    <a:cubicBezTo>
                      <a:pt x="8" y="27"/>
                      <a:pt x="6" y="17"/>
                      <a:pt x="1" y="8"/>
                    </a:cubicBezTo>
                    <a:cubicBezTo>
                      <a:pt x="0" y="5"/>
                      <a:pt x="0" y="3"/>
                      <a:pt x="0" y="0"/>
                    </a:cubicBezTo>
                    <a:cubicBezTo>
                      <a:pt x="5" y="8"/>
                      <a:pt x="9" y="16"/>
                      <a:pt x="11" y="25"/>
                    </a:cubicBezTo>
                    <a:cubicBezTo>
                      <a:pt x="11" y="28"/>
                      <a:pt x="12" y="30"/>
                      <a:pt x="14" y="33"/>
                    </a:cubicBezTo>
                    <a:cubicBezTo>
                      <a:pt x="17" y="38"/>
                      <a:pt x="18" y="44"/>
                      <a:pt x="17" y="5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7" name="Freeform 154"/>
              <p:cNvSpPr/>
              <p:nvPr/>
            </p:nvSpPr>
            <p:spPr bwMode="auto">
              <a:xfrm>
                <a:off x="3077" y="1714"/>
                <a:ext cx="65" cy="33"/>
              </a:xfrm>
              <a:custGeom>
                <a:avLst/>
                <a:gdLst>
                  <a:gd name="T0" fmla="*/ 2 w 27"/>
                  <a:gd name="T1" fmla="*/ 0 h 14"/>
                  <a:gd name="T2" fmla="*/ 6 w 27"/>
                  <a:gd name="T3" fmla="*/ 1 h 14"/>
                  <a:gd name="T4" fmla="*/ 27 w 27"/>
                  <a:gd name="T5" fmla="*/ 8 h 14"/>
                  <a:gd name="T6" fmla="*/ 22 w 27"/>
                  <a:gd name="T7" fmla="*/ 12 h 14"/>
                  <a:gd name="T8" fmla="*/ 21 w 27"/>
                  <a:gd name="T9" fmla="*/ 13 h 14"/>
                  <a:gd name="T10" fmla="*/ 5 w 27"/>
                  <a:gd name="T11" fmla="*/ 9 h 14"/>
                  <a:gd name="T12" fmla="*/ 2 w 27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14">
                    <a:moveTo>
                      <a:pt x="2" y="0"/>
                    </a:moveTo>
                    <a:cubicBezTo>
                      <a:pt x="3" y="0"/>
                      <a:pt x="5" y="0"/>
                      <a:pt x="6" y="1"/>
                    </a:cubicBezTo>
                    <a:cubicBezTo>
                      <a:pt x="12" y="7"/>
                      <a:pt x="19" y="8"/>
                      <a:pt x="27" y="8"/>
                    </a:cubicBezTo>
                    <a:cubicBezTo>
                      <a:pt x="26" y="10"/>
                      <a:pt x="23" y="9"/>
                      <a:pt x="22" y="12"/>
                    </a:cubicBezTo>
                    <a:cubicBezTo>
                      <a:pt x="21" y="12"/>
                      <a:pt x="21" y="12"/>
                      <a:pt x="21" y="13"/>
                    </a:cubicBezTo>
                    <a:cubicBezTo>
                      <a:pt x="15" y="14"/>
                      <a:pt x="10" y="12"/>
                      <a:pt x="5" y="9"/>
                    </a:cubicBezTo>
                    <a:cubicBezTo>
                      <a:pt x="2" y="8"/>
                      <a:pt x="0" y="5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8" name="Freeform 155"/>
              <p:cNvSpPr/>
              <p:nvPr/>
            </p:nvSpPr>
            <p:spPr bwMode="auto">
              <a:xfrm>
                <a:off x="2755" y="1104"/>
                <a:ext cx="38" cy="38"/>
              </a:xfrm>
              <a:custGeom>
                <a:avLst/>
                <a:gdLst>
                  <a:gd name="T0" fmla="*/ 15 w 16"/>
                  <a:gd name="T1" fmla="*/ 7 h 16"/>
                  <a:gd name="T2" fmla="*/ 15 w 16"/>
                  <a:gd name="T3" fmla="*/ 9 h 16"/>
                  <a:gd name="T4" fmla="*/ 16 w 16"/>
                  <a:gd name="T5" fmla="*/ 11 h 16"/>
                  <a:gd name="T6" fmla="*/ 10 w 16"/>
                  <a:gd name="T7" fmla="*/ 16 h 16"/>
                  <a:gd name="T8" fmla="*/ 0 w 16"/>
                  <a:gd name="T9" fmla="*/ 4 h 16"/>
                  <a:gd name="T10" fmla="*/ 13 w 16"/>
                  <a:gd name="T11" fmla="*/ 5 h 16"/>
                  <a:gd name="T12" fmla="*/ 15 w 16"/>
                  <a:gd name="T13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6">
                    <a:moveTo>
                      <a:pt x="15" y="7"/>
                    </a:moveTo>
                    <a:cubicBezTo>
                      <a:pt x="15" y="7"/>
                      <a:pt x="15" y="8"/>
                      <a:pt x="15" y="9"/>
                    </a:cubicBezTo>
                    <a:cubicBezTo>
                      <a:pt x="15" y="9"/>
                      <a:pt x="16" y="10"/>
                      <a:pt x="16" y="11"/>
                    </a:cubicBezTo>
                    <a:cubicBezTo>
                      <a:pt x="15" y="14"/>
                      <a:pt x="13" y="15"/>
                      <a:pt x="10" y="16"/>
                    </a:cubicBezTo>
                    <a:cubicBezTo>
                      <a:pt x="2" y="16"/>
                      <a:pt x="0" y="11"/>
                      <a:pt x="0" y="4"/>
                    </a:cubicBezTo>
                    <a:cubicBezTo>
                      <a:pt x="5" y="0"/>
                      <a:pt x="8" y="6"/>
                      <a:pt x="13" y="5"/>
                    </a:cubicBezTo>
                    <a:cubicBezTo>
                      <a:pt x="13" y="6"/>
                      <a:pt x="14" y="6"/>
                      <a:pt x="15" y="7"/>
                    </a:cubicBezTo>
                    <a:close/>
                  </a:path>
                </a:pathLst>
              </a:custGeom>
              <a:solidFill>
                <a:srgbClr val="FDDF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69" name="Freeform 156"/>
              <p:cNvSpPr/>
              <p:nvPr/>
            </p:nvSpPr>
            <p:spPr bwMode="auto">
              <a:xfrm>
                <a:off x="2915" y="1073"/>
                <a:ext cx="76" cy="5"/>
              </a:xfrm>
              <a:custGeom>
                <a:avLst/>
                <a:gdLst>
                  <a:gd name="T0" fmla="*/ 32 w 32"/>
                  <a:gd name="T1" fmla="*/ 2 h 2"/>
                  <a:gd name="T2" fmla="*/ 0 w 32"/>
                  <a:gd name="T3" fmla="*/ 2 h 2"/>
                  <a:gd name="T4" fmla="*/ 5 w 32"/>
                  <a:gd name="T5" fmla="*/ 0 h 2"/>
                  <a:gd name="T6" fmla="*/ 27 w 32"/>
                  <a:gd name="T7" fmla="*/ 0 h 2"/>
                  <a:gd name="T8" fmla="*/ 32 w 3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">
                    <a:moveTo>
                      <a:pt x="32" y="2"/>
                    </a:moveTo>
                    <a:cubicBezTo>
                      <a:pt x="21" y="2"/>
                      <a:pt x="10" y="2"/>
                      <a:pt x="0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12" y="0"/>
                      <a:pt x="20" y="0"/>
                      <a:pt x="27" y="0"/>
                    </a:cubicBezTo>
                    <a:cubicBezTo>
                      <a:pt x="29" y="0"/>
                      <a:pt x="31" y="1"/>
                      <a:pt x="3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0" name="Freeform 157"/>
              <p:cNvSpPr/>
              <p:nvPr/>
            </p:nvSpPr>
            <p:spPr bwMode="auto">
              <a:xfrm>
                <a:off x="3001" y="2157"/>
                <a:ext cx="69" cy="12"/>
              </a:xfrm>
              <a:custGeom>
                <a:avLst/>
                <a:gdLst>
                  <a:gd name="T0" fmla="*/ 0 w 29"/>
                  <a:gd name="T1" fmla="*/ 2 h 5"/>
                  <a:gd name="T2" fmla="*/ 10 w 29"/>
                  <a:gd name="T3" fmla="*/ 0 h 5"/>
                  <a:gd name="T4" fmla="*/ 19 w 29"/>
                  <a:gd name="T5" fmla="*/ 2 h 5"/>
                  <a:gd name="T6" fmla="*/ 29 w 29"/>
                  <a:gd name="T7" fmla="*/ 4 h 5"/>
                  <a:gd name="T8" fmla="*/ 7 w 29"/>
                  <a:gd name="T9" fmla="*/ 4 h 5"/>
                  <a:gd name="T10" fmla="*/ 0 w 29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5">
                    <a:moveTo>
                      <a:pt x="0" y="2"/>
                    </a:moveTo>
                    <a:cubicBezTo>
                      <a:pt x="3" y="3"/>
                      <a:pt x="7" y="2"/>
                      <a:pt x="10" y="0"/>
                    </a:cubicBezTo>
                    <a:cubicBezTo>
                      <a:pt x="12" y="4"/>
                      <a:pt x="16" y="2"/>
                      <a:pt x="19" y="2"/>
                    </a:cubicBezTo>
                    <a:cubicBezTo>
                      <a:pt x="22" y="3"/>
                      <a:pt x="26" y="1"/>
                      <a:pt x="29" y="4"/>
                    </a:cubicBezTo>
                    <a:cubicBezTo>
                      <a:pt x="22" y="4"/>
                      <a:pt x="14" y="4"/>
                      <a:pt x="7" y="4"/>
                    </a:cubicBezTo>
                    <a:cubicBezTo>
                      <a:pt x="5" y="4"/>
                      <a:pt x="2" y="5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1" name="Freeform 158"/>
              <p:cNvSpPr/>
              <p:nvPr/>
            </p:nvSpPr>
            <p:spPr bwMode="auto">
              <a:xfrm>
                <a:off x="3166" y="1190"/>
                <a:ext cx="50" cy="7"/>
              </a:xfrm>
              <a:custGeom>
                <a:avLst/>
                <a:gdLst>
                  <a:gd name="T0" fmla="*/ 0 w 21"/>
                  <a:gd name="T1" fmla="*/ 3 h 3"/>
                  <a:gd name="T2" fmla="*/ 10 w 21"/>
                  <a:gd name="T3" fmla="*/ 0 h 3"/>
                  <a:gd name="T4" fmla="*/ 15 w 21"/>
                  <a:gd name="T5" fmla="*/ 1 h 3"/>
                  <a:gd name="T6" fmla="*/ 21 w 21"/>
                  <a:gd name="T7" fmla="*/ 3 h 3"/>
                  <a:gd name="T8" fmla="*/ 0 w 21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">
                    <a:moveTo>
                      <a:pt x="0" y="3"/>
                    </a:moveTo>
                    <a:cubicBezTo>
                      <a:pt x="3" y="1"/>
                      <a:pt x="6" y="0"/>
                      <a:pt x="10" y="0"/>
                    </a:cubicBezTo>
                    <a:cubicBezTo>
                      <a:pt x="11" y="2"/>
                      <a:pt x="13" y="1"/>
                      <a:pt x="15" y="1"/>
                    </a:cubicBezTo>
                    <a:cubicBezTo>
                      <a:pt x="18" y="1"/>
                      <a:pt x="20" y="1"/>
                      <a:pt x="21" y="3"/>
                    </a:cubicBezTo>
                    <a:cubicBezTo>
                      <a:pt x="14" y="3"/>
                      <a:pt x="7" y="3"/>
                      <a:pt x="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2" name="Freeform 159"/>
              <p:cNvSpPr/>
              <p:nvPr/>
            </p:nvSpPr>
            <p:spPr bwMode="auto">
              <a:xfrm>
                <a:off x="2477" y="1181"/>
                <a:ext cx="27" cy="40"/>
              </a:xfrm>
              <a:custGeom>
                <a:avLst/>
                <a:gdLst>
                  <a:gd name="T0" fmla="*/ 2 w 11"/>
                  <a:gd name="T1" fmla="*/ 17 h 17"/>
                  <a:gd name="T2" fmla="*/ 0 w 11"/>
                  <a:gd name="T3" fmla="*/ 17 h 17"/>
                  <a:gd name="T4" fmla="*/ 10 w 11"/>
                  <a:gd name="T5" fmla="*/ 0 h 17"/>
                  <a:gd name="T6" fmla="*/ 11 w 11"/>
                  <a:gd name="T7" fmla="*/ 1 h 17"/>
                  <a:gd name="T8" fmla="*/ 2 w 11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7">
                    <a:moveTo>
                      <a:pt x="2" y="17"/>
                    </a:moveTo>
                    <a:cubicBezTo>
                      <a:pt x="2" y="17"/>
                      <a:pt x="1" y="17"/>
                      <a:pt x="0" y="17"/>
                    </a:cubicBezTo>
                    <a:cubicBezTo>
                      <a:pt x="3" y="11"/>
                      <a:pt x="4" y="4"/>
                      <a:pt x="10" y="0"/>
                    </a:cubicBezTo>
                    <a:cubicBezTo>
                      <a:pt x="10" y="0"/>
                      <a:pt x="10" y="0"/>
                      <a:pt x="11" y="1"/>
                    </a:cubicBezTo>
                    <a:cubicBezTo>
                      <a:pt x="10" y="7"/>
                      <a:pt x="9" y="13"/>
                      <a:pt x="2" y="17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3" name="Freeform 160"/>
              <p:cNvSpPr/>
              <p:nvPr/>
            </p:nvSpPr>
            <p:spPr bwMode="auto">
              <a:xfrm>
                <a:off x="2442" y="1504"/>
                <a:ext cx="14" cy="51"/>
              </a:xfrm>
              <a:custGeom>
                <a:avLst/>
                <a:gdLst>
                  <a:gd name="T0" fmla="*/ 4 w 6"/>
                  <a:gd name="T1" fmla="*/ 13 h 21"/>
                  <a:gd name="T2" fmla="*/ 4 w 6"/>
                  <a:gd name="T3" fmla="*/ 21 h 21"/>
                  <a:gd name="T4" fmla="*/ 0 w 6"/>
                  <a:gd name="T5" fmla="*/ 0 h 21"/>
                  <a:gd name="T6" fmla="*/ 0 w 6"/>
                  <a:gd name="T7" fmla="*/ 0 h 21"/>
                  <a:gd name="T8" fmla="*/ 4 w 6"/>
                  <a:gd name="T9" fmla="*/ 1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21">
                    <a:moveTo>
                      <a:pt x="4" y="13"/>
                    </a:moveTo>
                    <a:cubicBezTo>
                      <a:pt x="4" y="16"/>
                      <a:pt x="4" y="18"/>
                      <a:pt x="4" y="21"/>
                    </a:cubicBezTo>
                    <a:cubicBezTo>
                      <a:pt x="0" y="15"/>
                      <a:pt x="0" y="7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3"/>
                      <a:pt x="6" y="8"/>
                      <a:pt x="4" y="1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4" name="Freeform 161"/>
              <p:cNvSpPr/>
              <p:nvPr/>
            </p:nvSpPr>
            <p:spPr bwMode="auto">
              <a:xfrm>
                <a:off x="2886" y="1952"/>
                <a:ext cx="50" cy="15"/>
              </a:xfrm>
              <a:custGeom>
                <a:avLst/>
                <a:gdLst>
                  <a:gd name="T0" fmla="*/ 0 w 21"/>
                  <a:gd name="T1" fmla="*/ 2 h 6"/>
                  <a:gd name="T2" fmla="*/ 21 w 21"/>
                  <a:gd name="T3" fmla="*/ 4 h 6"/>
                  <a:gd name="T4" fmla="*/ 0 w 21"/>
                  <a:gd name="T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6">
                    <a:moveTo>
                      <a:pt x="0" y="2"/>
                    </a:moveTo>
                    <a:cubicBezTo>
                      <a:pt x="7" y="3"/>
                      <a:pt x="14" y="0"/>
                      <a:pt x="21" y="4"/>
                    </a:cubicBezTo>
                    <a:cubicBezTo>
                      <a:pt x="14" y="3"/>
                      <a:pt x="7" y="6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5" name="Freeform 162"/>
              <p:cNvSpPr/>
              <p:nvPr/>
            </p:nvSpPr>
            <p:spPr bwMode="auto">
              <a:xfrm>
                <a:off x="3101" y="1750"/>
                <a:ext cx="34" cy="31"/>
              </a:xfrm>
              <a:custGeom>
                <a:avLst/>
                <a:gdLst>
                  <a:gd name="T0" fmla="*/ 12 w 14"/>
                  <a:gd name="T1" fmla="*/ 1 h 13"/>
                  <a:gd name="T2" fmla="*/ 14 w 14"/>
                  <a:gd name="T3" fmla="*/ 4 h 13"/>
                  <a:gd name="T4" fmla="*/ 13 w 14"/>
                  <a:gd name="T5" fmla="*/ 5 h 13"/>
                  <a:gd name="T6" fmla="*/ 3 w 14"/>
                  <a:gd name="T7" fmla="*/ 13 h 13"/>
                  <a:gd name="T8" fmla="*/ 0 w 14"/>
                  <a:gd name="T9" fmla="*/ 5 h 13"/>
                  <a:gd name="T10" fmla="*/ 10 w 14"/>
                  <a:gd name="T11" fmla="*/ 0 h 13"/>
                  <a:gd name="T12" fmla="*/ 12 w 14"/>
                  <a:gd name="T13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13">
                    <a:moveTo>
                      <a:pt x="12" y="1"/>
                    </a:moveTo>
                    <a:cubicBezTo>
                      <a:pt x="12" y="2"/>
                      <a:pt x="13" y="3"/>
                      <a:pt x="14" y="4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8" y="6"/>
                      <a:pt x="6" y="10"/>
                      <a:pt x="3" y="13"/>
                    </a:cubicBezTo>
                    <a:cubicBezTo>
                      <a:pt x="0" y="11"/>
                      <a:pt x="0" y="8"/>
                      <a:pt x="0" y="5"/>
                    </a:cubicBezTo>
                    <a:cubicBezTo>
                      <a:pt x="2" y="0"/>
                      <a:pt x="6" y="0"/>
                      <a:pt x="10" y="0"/>
                    </a:cubicBezTo>
                    <a:cubicBezTo>
                      <a:pt x="11" y="0"/>
                      <a:pt x="11" y="0"/>
                      <a:pt x="12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6" name="Freeform 163"/>
              <p:cNvSpPr/>
              <p:nvPr/>
            </p:nvSpPr>
            <p:spPr bwMode="auto">
              <a:xfrm>
                <a:off x="2812" y="2157"/>
                <a:ext cx="53" cy="14"/>
              </a:xfrm>
              <a:custGeom>
                <a:avLst/>
                <a:gdLst>
                  <a:gd name="T0" fmla="*/ 22 w 22"/>
                  <a:gd name="T1" fmla="*/ 2 h 6"/>
                  <a:gd name="T2" fmla="*/ 0 w 22"/>
                  <a:gd name="T3" fmla="*/ 4 h 6"/>
                  <a:gd name="T4" fmla="*/ 22 w 22"/>
                  <a:gd name="T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">
                    <a:moveTo>
                      <a:pt x="22" y="2"/>
                    </a:moveTo>
                    <a:cubicBezTo>
                      <a:pt x="15" y="6"/>
                      <a:pt x="7" y="3"/>
                      <a:pt x="0" y="4"/>
                    </a:cubicBezTo>
                    <a:cubicBezTo>
                      <a:pt x="7" y="0"/>
                      <a:pt x="14" y="3"/>
                      <a:pt x="2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7" name="Freeform 164"/>
              <p:cNvSpPr/>
              <p:nvPr/>
            </p:nvSpPr>
            <p:spPr bwMode="auto">
              <a:xfrm>
                <a:off x="2946" y="1962"/>
                <a:ext cx="31" cy="19"/>
              </a:xfrm>
              <a:custGeom>
                <a:avLst/>
                <a:gdLst>
                  <a:gd name="T0" fmla="*/ 13 w 13"/>
                  <a:gd name="T1" fmla="*/ 8 h 8"/>
                  <a:gd name="T2" fmla="*/ 0 w 13"/>
                  <a:gd name="T3" fmla="*/ 2 h 8"/>
                  <a:gd name="T4" fmla="*/ 0 w 13"/>
                  <a:gd name="T5" fmla="*/ 0 h 8"/>
                  <a:gd name="T6" fmla="*/ 13 w 13"/>
                  <a:gd name="T7" fmla="*/ 0 h 8"/>
                  <a:gd name="T8" fmla="*/ 13 w 13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8">
                    <a:moveTo>
                      <a:pt x="13" y="8"/>
                    </a:moveTo>
                    <a:cubicBezTo>
                      <a:pt x="11" y="1"/>
                      <a:pt x="5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4" y="0"/>
                      <a:pt x="9" y="0"/>
                      <a:pt x="13" y="0"/>
                    </a:cubicBezTo>
                    <a:cubicBezTo>
                      <a:pt x="13" y="3"/>
                      <a:pt x="13" y="5"/>
                      <a:pt x="13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8" name="Freeform 165"/>
              <p:cNvSpPr/>
              <p:nvPr/>
            </p:nvSpPr>
            <p:spPr bwMode="auto">
              <a:xfrm>
                <a:off x="2556" y="1078"/>
                <a:ext cx="29" cy="26"/>
              </a:xfrm>
              <a:custGeom>
                <a:avLst/>
                <a:gdLst>
                  <a:gd name="T0" fmla="*/ 0 w 12"/>
                  <a:gd name="T1" fmla="*/ 10 h 11"/>
                  <a:gd name="T2" fmla="*/ 11 w 12"/>
                  <a:gd name="T3" fmla="*/ 0 h 11"/>
                  <a:gd name="T4" fmla="*/ 12 w 12"/>
                  <a:gd name="T5" fmla="*/ 2 h 11"/>
                  <a:gd name="T6" fmla="*/ 1 w 12"/>
                  <a:gd name="T7" fmla="*/ 11 h 11"/>
                  <a:gd name="T8" fmla="*/ 0 w 12"/>
                  <a:gd name="T9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0" y="10"/>
                    </a:moveTo>
                    <a:cubicBezTo>
                      <a:pt x="3" y="6"/>
                      <a:pt x="6" y="1"/>
                      <a:pt x="11" y="0"/>
                    </a:cubicBezTo>
                    <a:cubicBezTo>
                      <a:pt x="11" y="1"/>
                      <a:pt x="12" y="1"/>
                      <a:pt x="12" y="2"/>
                    </a:cubicBezTo>
                    <a:cubicBezTo>
                      <a:pt x="10" y="7"/>
                      <a:pt x="7" y="11"/>
                      <a:pt x="1" y="11"/>
                    </a:cubicBezTo>
                    <a:cubicBezTo>
                      <a:pt x="1" y="10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79" name="Freeform 166"/>
              <p:cNvSpPr/>
              <p:nvPr/>
            </p:nvSpPr>
            <p:spPr bwMode="auto">
              <a:xfrm>
                <a:off x="3151" y="1714"/>
                <a:ext cx="29" cy="19"/>
              </a:xfrm>
              <a:custGeom>
                <a:avLst/>
                <a:gdLst>
                  <a:gd name="T0" fmla="*/ 0 w 12"/>
                  <a:gd name="T1" fmla="*/ 8 h 8"/>
                  <a:gd name="T2" fmla="*/ 12 w 12"/>
                  <a:gd name="T3" fmla="*/ 0 h 8"/>
                  <a:gd name="T4" fmla="*/ 0 w 12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8">
                    <a:moveTo>
                      <a:pt x="0" y="8"/>
                    </a:moveTo>
                    <a:cubicBezTo>
                      <a:pt x="4" y="5"/>
                      <a:pt x="7" y="1"/>
                      <a:pt x="12" y="0"/>
                    </a:cubicBezTo>
                    <a:cubicBezTo>
                      <a:pt x="9" y="4"/>
                      <a:pt x="6" y="8"/>
                      <a:pt x="0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0" name="Freeform 167"/>
              <p:cNvSpPr/>
              <p:nvPr/>
            </p:nvSpPr>
            <p:spPr bwMode="auto">
              <a:xfrm>
                <a:off x="2986" y="1957"/>
                <a:ext cx="39" cy="10"/>
              </a:xfrm>
              <a:custGeom>
                <a:avLst/>
                <a:gdLst>
                  <a:gd name="T0" fmla="*/ 0 w 16"/>
                  <a:gd name="T1" fmla="*/ 2 h 4"/>
                  <a:gd name="T2" fmla="*/ 2 w 16"/>
                  <a:gd name="T3" fmla="*/ 0 h 4"/>
                  <a:gd name="T4" fmla="*/ 16 w 16"/>
                  <a:gd name="T5" fmla="*/ 0 h 4"/>
                  <a:gd name="T6" fmla="*/ 0 w 16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4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  <a:cubicBezTo>
                      <a:pt x="7" y="0"/>
                      <a:pt x="11" y="0"/>
                      <a:pt x="16" y="0"/>
                    </a:cubicBezTo>
                    <a:cubicBezTo>
                      <a:pt x="11" y="4"/>
                      <a:pt x="5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1" name="Freeform 168"/>
              <p:cNvSpPr/>
              <p:nvPr/>
            </p:nvSpPr>
            <p:spPr bwMode="auto">
              <a:xfrm>
                <a:off x="3307" y="1357"/>
                <a:ext cx="14" cy="28"/>
              </a:xfrm>
              <a:custGeom>
                <a:avLst/>
                <a:gdLst>
                  <a:gd name="T0" fmla="*/ 6 w 6"/>
                  <a:gd name="T1" fmla="*/ 12 h 12"/>
                  <a:gd name="T2" fmla="*/ 1 w 6"/>
                  <a:gd name="T3" fmla="*/ 7 h 12"/>
                  <a:gd name="T4" fmla="*/ 1 w 6"/>
                  <a:gd name="T5" fmla="*/ 0 h 12"/>
                  <a:gd name="T6" fmla="*/ 6 w 6"/>
                  <a:gd name="T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2">
                    <a:moveTo>
                      <a:pt x="6" y="12"/>
                    </a:moveTo>
                    <a:cubicBezTo>
                      <a:pt x="3" y="12"/>
                      <a:pt x="0" y="11"/>
                      <a:pt x="1" y="7"/>
                    </a:cubicBezTo>
                    <a:cubicBezTo>
                      <a:pt x="1" y="5"/>
                      <a:pt x="1" y="3"/>
                      <a:pt x="1" y="0"/>
                    </a:cubicBezTo>
                    <a:cubicBezTo>
                      <a:pt x="4" y="4"/>
                      <a:pt x="2" y="10"/>
                      <a:pt x="6" y="1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2" name="Freeform 169"/>
              <p:cNvSpPr/>
              <p:nvPr/>
            </p:nvSpPr>
            <p:spPr bwMode="auto">
              <a:xfrm>
                <a:off x="3316" y="1426"/>
                <a:ext cx="7" cy="38"/>
              </a:xfrm>
              <a:custGeom>
                <a:avLst/>
                <a:gdLst>
                  <a:gd name="T0" fmla="*/ 0 w 3"/>
                  <a:gd name="T1" fmla="*/ 16 h 16"/>
                  <a:gd name="T2" fmla="*/ 0 w 3"/>
                  <a:gd name="T3" fmla="*/ 0 h 16"/>
                  <a:gd name="T4" fmla="*/ 0 w 3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6">
                    <a:moveTo>
                      <a:pt x="0" y="16"/>
                    </a:moveTo>
                    <a:cubicBezTo>
                      <a:pt x="0" y="11"/>
                      <a:pt x="0" y="5"/>
                      <a:pt x="0" y="0"/>
                    </a:cubicBezTo>
                    <a:cubicBezTo>
                      <a:pt x="3" y="5"/>
                      <a:pt x="3" y="11"/>
                      <a:pt x="0" y="16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3" name="Freeform 170"/>
              <p:cNvSpPr/>
              <p:nvPr/>
            </p:nvSpPr>
            <p:spPr bwMode="auto">
              <a:xfrm>
                <a:off x="3087" y="1938"/>
                <a:ext cx="38" cy="14"/>
              </a:xfrm>
              <a:custGeom>
                <a:avLst/>
                <a:gdLst>
                  <a:gd name="T0" fmla="*/ 0 w 16"/>
                  <a:gd name="T1" fmla="*/ 4 h 6"/>
                  <a:gd name="T2" fmla="*/ 16 w 16"/>
                  <a:gd name="T3" fmla="*/ 2 h 6"/>
                  <a:gd name="T4" fmla="*/ 0 w 16"/>
                  <a:gd name="T5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" h="6">
                    <a:moveTo>
                      <a:pt x="0" y="4"/>
                    </a:moveTo>
                    <a:cubicBezTo>
                      <a:pt x="5" y="0"/>
                      <a:pt x="11" y="3"/>
                      <a:pt x="16" y="2"/>
                    </a:cubicBezTo>
                    <a:cubicBezTo>
                      <a:pt x="11" y="6"/>
                      <a:pt x="6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4" name="Freeform 171"/>
              <p:cNvSpPr/>
              <p:nvPr/>
            </p:nvSpPr>
            <p:spPr bwMode="auto">
              <a:xfrm>
                <a:off x="2721" y="961"/>
                <a:ext cx="31" cy="8"/>
              </a:xfrm>
              <a:custGeom>
                <a:avLst/>
                <a:gdLst>
                  <a:gd name="T0" fmla="*/ 13 w 13"/>
                  <a:gd name="T1" fmla="*/ 3 h 3"/>
                  <a:gd name="T2" fmla="*/ 0 w 13"/>
                  <a:gd name="T3" fmla="*/ 3 h 3"/>
                  <a:gd name="T4" fmla="*/ 13 w 1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3">
                    <a:moveTo>
                      <a:pt x="13" y="3"/>
                    </a:moveTo>
                    <a:cubicBezTo>
                      <a:pt x="9" y="3"/>
                      <a:pt x="4" y="3"/>
                      <a:pt x="0" y="3"/>
                    </a:cubicBezTo>
                    <a:cubicBezTo>
                      <a:pt x="4" y="0"/>
                      <a:pt x="9" y="0"/>
                      <a:pt x="13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5" name="Freeform 172"/>
              <p:cNvSpPr/>
              <p:nvPr/>
            </p:nvSpPr>
            <p:spPr bwMode="auto">
              <a:xfrm>
                <a:off x="2927" y="2274"/>
                <a:ext cx="33" cy="5"/>
              </a:xfrm>
              <a:custGeom>
                <a:avLst/>
                <a:gdLst>
                  <a:gd name="T0" fmla="*/ 0 w 14"/>
                  <a:gd name="T1" fmla="*/ 0 h 2"/>
                  <a:gd name="T2" fmla="*/ 14 w 14"/>
                  <a:gd name="T3" fmla="*/ 0 h 2"/>
                  <a:gd name="T4" fmla="*/ 0 w 1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">
                    <a:moveTo>
                      <a:pt x="0" y="0"/>
                    </a:moveTo>
                    <a:cubicBezTo>
                      <a:pt x="5" y="0"/>
                      <a:pt x="9" y="0"/>
                      <a:pt x="14" y="0"/>
                    </a:cubicBezTo>
                    <a:cubicBezTo>
                      <a:pt x="9" y="2"/>
                      <a:pt x="5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6" name="Freeform 173"/>
              <p:cNvSpPr/>
              <p:nvPr/>
            </p:nvSpPr>
            <p:spPr bwMode="auto">
              <a:xfrm>
                <a:off x="2532" y="1111"/>
                <a:ext cx="17" cy="20"/>
              </a:xfrm>
              <a:custGeom>
                <a:avLst/>
                <a:gdLst>
                  <a:gd name="T0" fmla="*/ 0 w 7"/>
                  <a:gd name="T1" fmla="*/ 7 h 8"/>
                  <a:gd name="T2" fmla="*/ 6 w 7"/>
                  <a:gd name="T3" fmla="*/ 0 h 8"/>
                  <a:gd name="T4" fmla="*/ 7 w 7"/>
                  <a:gd name="T5" fmla="*/ 1 h 8"/>
                  <a:gd name="T6" fmla="*/ 2 w 7"/>
                  <a:gd name="T7" fmla="*/ 8 h 8"/>
                  <a:gd name="T8" fmla="*/ 0 w 7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8">
                    <a:moveTo>
                      <a:pt x="0" y="7"/>
                    </a:moveTo>
                    <a:cubicBezTo>
                      <a:pt x="0" y="4"/>
                      <a:pt x="3" y="1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5"/>
                      <a:pt x="5" y="7"/>
                      <a:pt x="2" y="8"/>
                    </a:cubicBezTo>
                    <a:cubicBezTo>
                      <a:pt x="1" y="8"/>
                      <a:pt x="1" y="8"/>
                      <a:pt x="0" y="7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7" name="Freeform 174"/>
              <p:cNvSpPr/>
              <p:nvPr/>
            </p:nvSpPr>
            <p:spPr bwMode="auto">
              <a:xfrm>
                <a:off x="2652" y="1007"/>
                <a:ext cx="19" cy="16"/>
              </a:xfrm>
              <a:custGeom>
                <a:avLst/>
                <a:gdLst>
                  <a:gd name="T0" fmla="*/ 0 w 8"/>
                  <a:gd name="T1" fmla="*/ 5 h 7"/>
                  <a:gd name="T2" fmla="*/ 8 w 8"/>
                  <a:gd name="T3" fmla="*/ 0 h 7"/>
                  <a:gd name="T4" fmla="*/ 8 w 8"/>
                  <a:gd name="T5" fmla="*/ 1 h 7"/>
                  <a:gd name="T6" fmla="*/ 1 w 8"/>
                  <a:gd name="T7" fmla="*/ 6 h 7"/>
                  <a:gd name="T8" fmla="*/ 0 w 8"/>
                  <a:gd name="T9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7">
                    <a:moveTo>
                      <a:pt x="0" y="5"/>
                    </a:moveTo>
                    <a:cubicBezTo>
                      <a:pt x="2" y="2"/>
                      <a:pt x="4" y="0"/>
                      <a:pt x="8" y="0"/>
                    </a:cubicBezTo>
                    <a:cubicBezTo>
                      <a:pt x="8" y="0"/>
                      <a:pt x="8" y="0"/>
                      <a:pt x="8" y="1"/>
                    </a:cubicBezTo>
                    <a:cubicBezTo>
                      <a:pt x="7" y="4"/>
                      <a:pt x="5" y="7"/>
                      <a:pt x="1" y="6"/>
                    </a:cubicBezTo>
                    <a:cubicBezTo>
                      <a:pt x="1" y="6"/>
                      <a:pt x="0" y="6"/>
                      <a:pt x="0" y="5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8" name="Freeform 175"/>
              <p:cNvSpPr/>
              <p:nvPr/>
            </p:nvSpPr>
            <p:spPr bwMode="auto">
              <a:xfrm>
                <a:off x="2996" y="1076"/>
                <a:ext cx="29" cy="12"/>
              </a:xfrm>
              <a:custGeom>
                <a:avLst/>
                <a:gdLst>
                  <a:gd name="T0" fmla="*/ 12 w 12"/>
                  <a:gd name="T1" fmla="*/ 3 h 5"/>
                  <a:gd name="T2" fmla="*/ 0 w 12"/>
                  <a:gd name="T3" fmla="*/ 1 h 5"/>
                  <a:gd name="T4" fmla="*/ 12 w 12"/>
                  <a:gd name="T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5">
                    <a:moveTo>
                      <a:pt x="12" y="3"/>
                    </a:moveTo>
                    <a:cubicBezTo>
                      <a:pt x="8" y="3"/>
                      <a:pt x="3" y="5"/>
                      <a:pt x="0" y="1"/>
                    </a:cubicBezTo>
                    <a:cubicBezTo>
                      <a:pt x="4" y="2"/>
                      <a:pt x="8" y="0"/>
                      <a:pt x="12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89" name="Freeform 176"/>
              <p:cNvSpPr/>
              <p:nvPr/>
            </p:nvSpPr>
            <p:spPr bwMode="auto">
              <a:xfrm>
                <a:off x="3240" y="1848"/>
                <a:ext cx="7" cy="26"/>
              </a:xfrm>
              <a:custGeom>
                <a:avLst/>
                <a:gdLst>
                  <a:gd name="T0" fmla="*/ 0 w 3"/>
                  <a:gd name="T1" fmla="*/ 11 h 11"/>
                  <a:gd name="T2" fmla="*/ 0 w 3"/>
                  <a:gd name="T3" fmla="*/ 0 h 11"/>
                  <a:gd name="T4" fmla="*/ 0 w 3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1">
                    <a:moveTo>
                      <a:pt x="0" y="11"/>
                    </a:moveTo>
                    <a:cubicBezTo>
                      <a:pt x="0" y="8"/>
                      <a:pt x="0" y="4"/>
                      <a:pt x="0" y="0"/>
                    </a:cubicBezTo>
                    <a:cubicBezTo>
                      <a:pt x="3" y="4"/>
                      <a:pt x="3" y="8"/>
                      <a:pt x="0" y="1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0" name="Freeform 177"/>
              <p:cNvSpPr/>
              <p:nvPr/>
            </p:nvSpPr>
            <p:spPr bwMode="auto">
              <a:xfrm>
                <a:off x="2896" y="1088"/>
                <a:ext cx="12" cy="16"/>
              </a:xfrm>
              <a:custGeom>
                <a:avLst/>
                <a:gdLst>
                  <a:gd name="T0" fmla="*/ 0 w 5"/>
                  <a:gd name="T1" fmla="*/ 6 h 7"/>
                  <a:gd name="T2" fmla="*/ 0 w 5"/>
                  <a:gd name="T3" fmla="*/ 4 h 7"/>
                  <a:gd name="T4" fmla="*/ 4 w 5"/>
                  <a:gd name="T5" fmla="*/ 0 h 7"/>
                  <a:gd name="T6" fmla="*/ 0 w 5"/>
                  <a:gd name="T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7">
                    <a:moveTo>
                      <a:pt x="0" y="6"/>
                    </a:moveTo>
                    <a:cubicBezTo>
                      <a:pt x="0" y="5"/>
                      <a:pt x="0" y="5"/>
                      <a:pt x="0" y="4"/>
                    </a:cubicBezTo>
                    <a:cubicBezTo>
                      <a:pt x="1" y="3"/>
                      <a:pt x="2" y="1"/>
                      <a:pt x="4" y="0"/>
                    </a:cubicBezTo>
                    <a:cubicBezTo>
                      <a:pt x="4" y="3"/>
                      <a:pt x="5" y="7"/>
                      <a:pt x="0" y="6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1" name="Freeform 178"/>
              <p:cNvSpPr/>
              <p:nvPr/>
            </p:nvSpPr>
            <p:spPr bwMode="auto">
              <a:xfrm>
                <a:off x="3244" y="1633"/>
                <a:ext cx="12" cy="12"/>
              </a:xfrm>
              <a:custGeom>
                <a:avLst/>
                <a:gdLst>
                  <a:gd name="T0" fmla="*/ 0 w 5"/>
                  <a:gd name="T1" fmla="*/ 5 h 5"/>
                  <a:gd name="T2" fmla="*/ 0 w 5"/>
                  <a:gd name="T3" fmla="*/ 0 h 5"/>
                  <a:gd name="T4" fmla="*/ 5 w 5"/>
                  <a:gd name="T5" fmla="*/ 0 h 5"/>
                  <a:gd name="T6" fmla="*/ 0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4" y="2"/>
                      <a:pt x="2" y="4"/>
                      <a:pt x="0" y="5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2" name="Freeform 179"/>
              <p:cNvSpPr/>
              <p:nvPr/>
            </p:nvSpPr>
            <p:spPr bwMode="auto">
              <a:xfrm>
                <a:off x="3101" y="2169"/>
                <a:ext cx="24" cy="10"/>
              </a:xfrm>
              <a:custGeom>
                <a:avLst/>
                <a:gdLst>
                  <a:gd name="T0" fmla="*/ 10 w 10"/>
                  <a:gd name="T1" fmla="*/ 3 h 4"/>
                  <a:gd name="T2" fmla="*/ 0 w 10"/>
                  <a:gd name="T3" fmla="*/ 1 h 4"/>
                  <a:gd name="T4" fmla="*/ 10 w 10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4">
                    <a:moveTo>
                      <a:pt x="10" y="3"/>
                    </a:moveTo>
                    <a:cubicBezTo>
                      <a:pt x="7" y="3"/>
                      <a:pt x="3" y="4"/>
                      <a:pt x="0" y="1"/>
                    </a:cubicBezTo>
                    <a:cubicBezTo>
                      <a:pt x="3" y="2"/>
                      <a:pt x="7" y="0"/>
                      <a:pt x="1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3" name="Freeform 180"/>
              <p:cNvSpPr/>
              <p:nvPr/>
            </p:nvSpPr>
            <p:spPr bwMode="auto">
              <a:xfrm>
                <a:off x="3180" y="1152"/>
                <a:ext cx="12" cy="19"/>
              </a:xfrm>
              <a:custGeom>
                <a:avLst/>
                <a:gdLst>
                  <a:gd name="T0" fmla="*/ 4 w 5"/>
                  <a:gd name="T1" fmla="*/ 8 h 8"/>
                  <a:gd name="T2" fmla="*/ 0 w 5"/>
                  <a:gd name="T3" fmla="*/ 0 h 8"/>
                  <a:gd name="T4" fmla="*/ 4 w 5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4" y="8"/>
                    </a:moveTo>
                    <a:cubicBezTo>
                      <a:pt x="1" y="6"/>
                      <a:pt x="2" y="2"/>
                      <a:pt x="0" y="0"/>
                    </a:cubicBezTo>
                    <a:cubicBezTo>
                      <a:pt x="5" y="1"/>
                      <a:pt x="3" y="5"/>
                      <a:pt x="4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4" name="Freeform 181"/>
              <p:cNvSpPr/>
              <p:nvPr/>
            </p:nvSpPr>
            <p:spPr bwMode="auto">
              <a:xfrm>
                <a:off x="2850" y="2257"/>
                <a:ext cx="22" cy="7"/>
              </a:xfrm>
              <a:custGeom>
                <a:avLst/>
                <a:gdLst>
                  <a:gd name="T0" fmla="*/ 0 w 9"/>
                  <a:gd name="T1" fmla="*/ 3 h 3"/>
                  <a:gd name="T2" fmla="*/ 9 w 9"/>
                  <a:gd name="T3" fmla="*/ 3 h 3"/>
                  <a:gd name="T4" fmla="*/ 0 w 9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3">
                    <a:moveTo>
                      <a:pt x="0" y="3"/>
                    </a:moveTo>
                    <a:cubicBezTo>
                      <a:pt x="3" y="0"/>
                      <a:pt x="6" y="0"/>
                      <a:pt x="9" y="3"/>
                    </a:cubicBezTo>
                    <a:cubicBezTo>
                      <a:pt x="6" y="3"/>
                      <a:pt x="3" y="3"/>
                      <a:pt x="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5" name="Freeform 182"/>
              <p:cNvSpPr/>
              <p:nvPr/>
            </p:nvSpPr>
            <p:spPr bwMode="auto">
              <a:xfrm>
                <a:off x="3211" y="1669"/>
                <a:ext cx="14" cy="14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0 h 6"/>
                  <a:gd name="T4" fmla="*/ 0 w 6"/>
                  <a:gd name="T5" fmla="*/ 6 h 6"/>
                  <a:gd name="T6" fmla="*/ 0 w 6"/>
                  <a:gd name="T7" fmla="*/ 5 h 6"/>
                  <a:gd name="T8" fmla="*/ 4 w 6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0"/>
                      <a:pt x="5" y="0"/>
                      <a:pt x="6" y="0"/>
                    </a:cubicBezTo>
                    <a:cubicBezTo>
                      <a:pt x="6" y="4"/>
                      <a:pt x="4" y="6"/>
                      <a:pt x="0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1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6" name="Freeform 183"/>
              <p:cNvSpPr/>
              <p:nvPr/>
            </p:nvSpPr>
            <p:spPr bwMode="auto">
              <a:xfrm>
                <a:off x="2812" y="2264"/>
                <a:ext cx="24" cy="5"/>
              </a:xfrm>
              <a:custGeom>
                <a:avLst/>
                <a:gdLst>
                  <a:gd name="T0" fmla="*/ 0 w 10"/>
                  <a:gd name="T1" fmla="*/ 0 h 2"/>
                  <a:gd name="T2" fmla="*/ 10 w 10"/>
                  <a:gd name="T3" fmla="*/ 0 h 2"/>
                  <a:gd name="T4" fmla="*/ 0 w 10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cubicBezTo>
                      <a:pt x="4" y="0"/>
                      <a:pt x="7" y="0"/>
                      <a:pt x="10" y="0"/>
                    </a:cubicBezTo>
                    <a:cubicBezTo>
                      <a:pt x="7" y="2"/>
                      <a:pt x="4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7" name="Freeform 184"/>
              <p:cNvSpPr/>
              <p:nvPr/>
            </p:nvSpPr>
            <p:spPr bwMode="auto">
              <a:xfrm>
                <a:off x="3037" y="1950"/>
                <a:ext cx="23" cy="9"/>
              </a:xfrm>
              <a:custGeom>
                <a:avLst/>
                <a:gdLst>
                  <a:gd name="T0" fmla="*/ 0 w 10"/>
                  <a:gd name="T1" fmla="*/ 3 h 4"/>
                  <a:gd name="T2" fmla="*/ 10 w 10"/>
                  <a:gd name="T3" fmla="*/ 1 h 4"/>
                  <a:gd name="T4" fmla="*/ 0 w 10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4">
                    <a:moveTo>
                      <a:pt x="0" y="3"/>
                    </a:moveTo>
                    <a:cubicBezTo>
                      <a:pt x="3" y="0"/>
                      <a:pt x="7" y="1"/>
                      <a:pt x="10" y="1"/>
                    </a:cubicBezTo>
                    <a:cubicBezTo>
                      <a:pt x="7" y="4"/>
                      <a:pt x="4" y="3"/>
                      <a:pt x="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8" name="Freeform 185"/>
              <p:cNvSpPr/>
              <p:nvPr/>
            </p:nvSpPr>
            <p:spPr bwMode="auto">
              <a:xfrm>
                <a:off x="3201" y="1817"/>
                <a:ext cx="24" cy="7"/>
              </a:xfrm>
              <a:custGeom>
                <a:avLst/>
                <a:gdLst>
                  <a:gd name="T0" fmla="*/ 10 w 10"/>
                  <a:gd name="T1" fmla="*/ 3 h 3"/>
                  <a:gd name="T2" fmla="*/ 0 w 10"/>
                  <a:gd name="T3" fmla="*/ 3 h 3"/>
                  <a:gd name="T4" fmla="*/ 10 w 10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3">
                    <a:moveTo>
                      <a:pt x="10" y="3"/>
                    </a:moveTo>
                    <a:cubicBezTo>
                      <a:pt x="7" y="3"/>
                      <a:pt x="4" y="3"/>
                      <a:pt x="0" y="3"/>
                    </a:cubicBezTo>
                    <a:cubicBezTo>
                      <a:pt x="4" y="1"/>
                      <a:pt x="7" y="0"/>
                      <a:pt x="1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99" name="Freeform 186"/>
              <p:cNvSpPr/>
              <p:nvPr/>
            </p:nvSpPr>
            <p:spPr bwMode="auto">
              <a:xfrm>
                <a:off x="2771" y="997"/>
                <a:ext cx="8" cy="17"/>
              </a:xfrm>
              <a:custGeom>
                <a:avLst/>
                <a:gdLst>
                  <a:gd name="T0" fmla="*/ 0 w 3"/>
                  <a:gd name="T1" fmla="*/ 7 h 7"/>
                  <a:gd name="T2" fmla="*/ 0 w 3"/>
                  <a:gd name="T3" fmla="*/ 0 h 7"/>
                  <a:gd name="T4" fmla="*/ 0 w 3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7">
                    <a:moveTo>
                      <a:pt x="0" y="7"/>
                    </a:moveTo>
                    <a:cubicBezTo>
                      <a:pt x="0" y="5"/>
                      <a:pt x="0" y="2"/>
                      <a:pt x="0" y="0"/>
                    </a:cubicBezTo>
                    <a:cubicBezTo>
                      <a:pt x="3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0" name="Freeform 187"/>
              <p:cNvSpPr/>
              <p:nvPr/>
            </p:nvSpPr>
            <p:spPr bwMode="auto">
              <a:xfrm>
                <a:off x="2633" y="1023"/>
                <a:ext cx="16" cy="12"/>
              </a:xfrm>
              <a:custGeom>
                <a:avLst/>
                <a:gdLst>
                  <a:gd name="T0" fmla="*/ 0 w 7"/>
                  <a:gd name="T1" fmla="*/ 4 h 5"/>
                  <a:gd name="T2" fmla="*/ 6 w 7"/>
                  <a:gd name="T3" fmla="*/ 0 h 5"/>
                  <a:gd name="T4" fmla="*/ 7 w 7"/>
                  <a:gd name="T5" fmla="*/ 1 h 5"/>
                  <a:gd name="T6" fmla="*/ 2 w 7"/>
                  <a:gd name="T7" fmla="*/ 5 h 5"/>
                  <a:gd name="T8" fmla="*/ 0 w 7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5">
                    <a:moveTo>
                      <a:pt x="0" y="4"/>
                    </a:moveTo>
                    <a:cubicBezTo>
                      <a:pt x="1" y="2"/>
                      <a:pt x="3" y="0"/>
                      <a:pt x="6" y="0"/>
                    </a:cubicBezTo>
                    <a:cubicBezTo>
                      <a:pt x="6" y="1"/>
                      <a:pt x="6" y="1"/>
                      <a:pt x="7" y="1"/>
                    </a:cubicBezTo>
                    <a:cubicBezTo>
                      <a:pt x="6" y="4"/>
                      <a:pt x="4" y="5"/>
                      <a:pt x="2" y="5"/>
                    </a:cubicBezTo>
                    <a:cubicBezTo>
                      <a:pt x="1" y="5"/>
                      <a:pt x="1" y="4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1" name="Freeform 188"/>
              <p:cNvSpPr/>
              <p:nvPr/>
            </p:nvSpPr>
            <p:spPr bwMode="auto">
              <a:xfrm>
                <a:off x="2860" y="1950"/>
                <a:ext cx="16" cy="9"/>
              </a:xfrm>
              <a:custGeom>
                <a:avLst/>
                <a:gdLst>
                  <a:gd name="T0" fmla="*/ 0 w 7"/>
                  <a:gd name="T1" fmla="*/ 1 h 4"/>
                  <a:gd name="T2" fmla="*/ 7 w 7"/>
                  <a:gd name="T3" fmla="*/ 3 h 4"/>
                  <a:gd name="T4" fmla="*/ 0 w 7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0" y="1"/>
                    </a:moveTo>
                    <a:cubicBezTo>
                      <a:pt x="2" y="1"/>
                      <a:pt x="5" y="0"/>
                      <a:pt x="7" y="3"/>
                    </a:cubicBezTo>
                    <a:cubicBezTo>
                      <a:pt x="5" y="3"/>
                      <a:pt x="2" y="4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2" name="Freeform 189"/>
              <p:cNvSpPr/>
              <p:nvPr/>
            </p:nvSpPr>
            <p:spPr bwMode="auto">
              <a:xfrm>
                <a:off x="3070" y="1945"/>
                <a:ext cx="17" cy="10"/>
              </a:xfrm>
              <a:custGeom>
                <a:avLst/>
                <a:gdLst>
                  <a:gd name="T0" fmla="*/ 0 w 7"/>
                  <a:gd name="T1" fmla="*/ 3 h 4"/>
                  <a:gd name="T2" fmla="*/ 7 w 7"/>
                  <a:gd name="T3" fmla="*/ 1 h 4"/>
                  <a:gd name="T4" fmla="*/ 0 w 7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0" y="3"/>
                    </a:moveTo>
                    <a:cubicBezTo>
                      <a:pt x="2" y="0"/>
                      <a:pt x="5" y="1"/>
                      <a:pt x="7" y="1"/>
                    </a:cubicBezTo>
                    <a:cubicBezTo>
                      <a:pt x="5" y="4"/>
                      <a:pt x="2" y="3"/>
                      <a:pt x="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3" name="Freeform 190"/>
              <p:cNvSpPr/>
              <p:nvPr/>
            </p:nvSpPr>
            <p:spPr bwMode="auto">
              <a:xfrm>
                <a:off x="2831" y="1945"/>
                <a:ext cx="19" cy="10"/>
              </a:xfrm>
              <a:custGeom>
                <a:avLst/>
                <a:gdLst>
                  <a:gd name="T0" fmla="*/ 0 w 8"/>
                  <a:gd name="T1" fmla="*/ 1 h 4"/>
                  <a:gd name="T2" fmla="*/ 8 w 8"/>
                  <a:gd name="T3" fmla="*/ 3 h 4"/>
                  <a:gd name="T4" fmla="*/ 0 w 8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0" y="1"/>
                    </a:moveTo>
                    <a:cubicBezTo>
                      <a:pt x="3" y="1"/>
                      <a:pt x="6" y="0"/>
                      <a:pt x="8" y="3"/>
                    </a:cubicBezTo>
                    <a:cubicBezTo>
                      <a:pt x="5" y="3"/>
                      <a:pt x="2" y="4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4" name="Freeform 191"/>
              <p:cNvSpPr/>
              <p:nvPr/>
            </p:nvSpPr>
            <p:spPr bwMode="auto">
              <a:xfrm>
                <a:off x="2616" y="1038"/>
                <a:ext cx="14" cy="9"/>
              </a:xfrm>
              <a:custGeom>
                <a:avLst/>
                <a:gdLst>
                  <a:gd name="T0" fmla="*/ 0 w 6"/>
                  <a:gd name="T1" fmla="*/ 4 h 4"/>
                  <a:gd name="T2" fmla="*/ 5 w 6"/>
                  <a:gd name="T3" fmla="*/ 0 h 4"/>
                  <a:gd name="T4" fmla="*/ 6 w 6"/>
                  <a:gd name="T5" fmla="*/ 1 h 4"/>
                  <a:gd name="T6" fmla="*/ 1 w 6"/>
                  <a:gd name="T7" fmla="*/ 4 h 4"/>
                  <a:gd name="T8" fmla="*/ 0 w 6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0" y="4"/>
                    </a:moveTo>
                    <a:cubicBezTo>
                      <a:pt x="0" y="0"/>
                      <a:pt x="3" y="0"/>
                      <a:pt x="5" y="0"/>
                    </a:cubicBezTo>
                    <a:cubicBezTo>
                      <a:pt x="6" y="0"/>
                      <a:pt x="6" y="1"/>
                      <a:pt x="6" y="1"/>
                    </a:cubicBezTo>
                    <a:cubicBezTo>
                      <a:pt x="5" y="4"/>
                      <a:pt x="3" y="4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5" name="Freeform 192"/>
              <p:cNvSpPr/>
              <p:nvPr/>
            </p:nvSpPr>
            <p:spPr bwMode="auto">
              <a:xfrm>
                <a:off x="3175" y="1912"/>
                <a:ext cx="15" cy="9"/>
              </a:xfrm>
              <a:custGeom>
                <a:avLst/>
                <a:gdLst>
                  <a:gd name="T0" fmla="*/ 0 w 6"/>
                  <a:gd name="T1" fmla="*/ 4 h 4"/>
                  <a:gd name="T2" fmla="*/ 6 w 6"/>
                  <a:gd name="T3" fmla="*/ 0 h 4"/>
                  <a:gd name="T4" fmla="*/ 0 w 6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0" y="4"/>
                    </a:moveTo>
                    <a:cubicBezTo>
                      <a:pt x="1" y="1"/>
                      <a:pt x="3" y="0"/>
                      <a:pt x="6" y="0"/>
                    </a:cubicBezTo>
                    <a:cubicBezTo>
                      <a:pt x="5" y="2"/>
                      <a:pt x="3" y="4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6" name="Freeform 193"/>
              <p:cNvSpPr/>
              <p:nvPr/>
            </p:nvSpPr>
            <p:spPr bwMode="auto">
              <a:xfrm>
                <a:off x="3025" y="1080"/>
                <a:ext cx="16" cy="10"/>
              </a:xfrm>
              <a:custGeom>
                <a:avLst/>
                <a:gdLst>
                  <a:gd name="T0" fmla="*/ 7 w 7"/>
                  <a:gd name="T1" fmla="*/ 3 h 4"/>
                  <a:gd name="T2" fmla="*/ 0 w 7"/>
                  <a:gd name="T3" fmla="*/ 1 h 4"/>
                  <a:gd name="T4" fmla="*/ 7 w 7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7" y="3"/>
                    </a:moveTo>
                    <a:cubicBezTo>
                      <a:pt x="5" y="3"/>
                      <a:pt x="2" y="4"/>
                      <a:pt x="0" y="1"/>
                    </a:cubicBezTo>
                    <a:cubicBezTo>
                      <a:pt x="2" y="2"/>
                      <a:pt x="5" y="0"/>
                      <a:pt x="7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7" name="Freeform 194"/>
              <p:cNvSpPr/>
              <p:nvPr/>
            </p:nvSpPr>
            <p:spPr bwMode="auto">
              <a:xfrm>
                <a:off x="2867" y="1085"/>
                <a:ext cx="19" cy="7"/>
              </a:xfrm>
              <a:custGeom>
                <a:avLst/>
                <a:gdLst>
                  <a:gd name="T0" fmla="*/ 8 w 8"/>
                  <a:gd name="T1" fmla="*/ 3 h 3"/>
                  <a:gd name="T2" fmla="*/ 0 w 8"/>
                  <a:gd name="T3" fmla="*/ 3 h 3"/>
                  <a:gd name="T4" fmla="*/ 8 w 8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3">
                    <a:moveTo>
                      <a:pt x="8" y="3"/>
                    </a:moveTo>
                    <a:cubicBezTo>
                      <a:pt x="5" y="3"/>
                      <a:pt x="3" y="3"/>
                      <a:pt x="0" y="3"/>
                    </a:cubicBezTo>
                    <a:cubicBezTo>
                      <a:pt x="3" y="0"/>
                      <a:pt x="5" y="0"/>
                      <a:pt x="8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8" name="Freeform 195"/>
              <p:cNvSpPr/>
              <p:nvPr/>
            </p:nvSpPr>
            <p:spPr bwMode="auto">
              <a:xfrm>
                <a:off x="3041" y="1085"/>
                <a:ext cx="19" cy="7"/>
              </a:xfrm>
              <a:custGeom>
                <a:avLst/>
                <a:gdLst>
                  <a:gd name="T0" fmla="*/ 8 w 8"/>
                  <a:gd name="T1" fmla="*/ 3 h 3"/>
                  <a:gd name="T2" fmla="*/ 2 w 8"/>
                  <a:gd name="T3" fmla="*/ 3 h 3"/>
                  <a:gd name="T4" fmla="*/ 0 w 8"/>
                  <a:gd name="T5" fmla="*/ 1 h 3"/>
                  <a:gd name="T6" fmla="*/ 8 w 8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3">
                    <a:moveTo>
                      <a:pt x="8" y="3"/>
                    </a:moveTo>
                    <a:cubicBezTo>
                      <a:pt x="6" y="3"/>
                      <a:pt x="4" y="3"/>
                      <a:pt x="2" y="3"/>
                    </a:cubicBezTo>
                    <a:cubicBezTo>
                      <a:pt x="2" y="2"/>
                      <a:pt x="1" y="2"/>
                      <a:pt x="0" y="1"/>
                    </a:cubicBezTo>
                    <a:cubicBezTo>
                      <a:pt x="3" y="1"/>
                      <a:pt x="6" y="0"/>
                      <a:pt x="8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09" name="Freeform 196"/>
              <p:cNvSpPr/>
              <p:nvPr/>
            </p:nvSpPr>
            <p:spPr bwMode="auto">
              <a:xfrm>
                <a:off x="3135" y="1769"/>
                <a:ext cx="12" cy="14"/>
              </a:xfrm>
              <a:custGeom>
                <a:avLst/>
                <a:gdLst>
                  <a:gd name="T0" fmla="*/ 2 w 5"/>
                  <a:gd name="T1" fmla="*/ 0 h 6"/>
                  <a:gd name="T2" fmla="*/ 5 w 5"/>
                  <a:gd name="T3" fmla="*/ 6 h 6"/>
                  <a:gd name="T4" fmla="*/ 4 w 5"/>
                  <a:gd name="T5" fmla="*/ 6 h 6"/>
                  <a:gd name="T6" fmla="*/ 1 w 5"/>
                  <a:gd name="T7" fmla="*/ 1 h 6"/>
                  <a:gd name="T8" fmla="*/ 2 w 5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cubicBezTo>
                      <a:pt x="4" y="1"/>
                      <a:pt x="5" y="3"/>
                      <a:pt x="5" y="6"/>
                    </a:cubicBezTo>
                    <a:cubicBezTo>
                      <a:pt x="5" y="6"/>
                      <a:pt x="5" y="6"/>
                      <a:pt x="4" y="6"/>
                    </a:cubicBezTo>
                    <a:cubicBezTo>
                      <a:pt x="2" y="6"/>
                      <a:pt x="0" y="4"/>
                      <a:pt x="1" y="1"/>
                    </a:cubicBezTo>
                    <a:cubicBezTo>
                      <a:pt x="1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0" name="Freeform 197"/>
              <p:cNvSpPr/>
              <p:nvPr/>
            </p:nvSpPr>
            <p:spPr bwMode="auto">
              <a:xfrm>
                <a:off x="3115" y="1123"/>
                <a:ext cx="20" cy="8"/>
              </a:xfrm>
              <a:custGeom>
                <a:avLst/>
                <a:gdLst>
                  <a:gd name="T0" fmla="*/ 8 w 8"/>
                  <a:gd name="T1" fmla="*/ 2 h 3"/>
                  <a:gd name="T2" fmla="*/ 0 w 8"/>
                  <a:gd name="T3" fmla="*/ 1 h 3"/>
                  <a:gd name="T4" fmla="*/ 8 w 8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3">
                    <a:moveTo>
                      <a:pt x="8" y="2"/>
                    </a:moveTo>
                    <a:cubicBezTo>
                      <a:pt x="5" y="2"/>
                      <a:pt x="2" y="3"/>
                      <a:pt x="0" y="1"/>
                    </a:cubicBezTo>
                    <a:cubicBezTo>
                      <a:pt x="3" y="1"/>
                      <a:pt x="6" y="0"/>
                      <a:pt x="8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1" name="Freeform 198"/>
              <p:cNvSpPr/>
              <p:nvPr/>
            </p:nvSpPr>
            <p:spPr bwMode="auto">
              <a:xfrm>
                <a:off x="2523" y="1128"/>
                <a:ext cx="14" cy="17"/>
              </a:xfrm>
              <a:custGeom>
                <a:avLst/>
                <a:gdLst>
                  <a:gd name="T0" fmla="*/ 0 w 6"/>
                  <a:gd name="T1" fmla="*/ 6 h 7"/>
                  <a:gd name="T2" fmla="*/ 4 w 6"/>
                  <a:gd name="T3" fmla="*/ 0 h 7"/>
                  <a:gd name="T4" fmla="*/ 5 w 6"/>
                  <a:gd name="T5" fmla="*/ 1 h 7"/>
                  <a:gd name="T6" fmla="*/ 2 w 6"/>
                  <a:gd name="T7" fmla="*/ 7 h 7"/>
                  <a:gd name="T8" fmla="*/ 0 w 6"/>
                  <a:gd name="T9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7">
                    <a:moveTo>
                      <a:pt x="0" y="6"/>
                    </a:moveTo>
                    <a:cubicBezTo>
                      <a:pt x="0" y="3"/>
                      <a:pt x="2" y="2"/>
                      <a:pt x="4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4"/>
                      <a:pt x="4" y="6"/>
                      <a:pt x="2" y="7"/>
                    </a:cubicBezTo>
                    <a:cubicBezTo>
                      <a:pt x="1" y="7"/>
                      <a:pt x="1" y="6"/>
                      <a:pt x="0" y="6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2" name="Freeform 199"/>
              <p:cNvSpPr/>
              <p:nvPr/>
            </p:nvSpPr>
            <p:spPr bwMode="auto">
              <a:xfrm>
                <a:off x="2513" y="1142"/>
                <a:ext cx="15" cy="15"/>
              </a:xfrm>
              <a:custGeom>
                <a:avLst/>
                <a:gdLst>
                  <a:gd name="T0" fmla="*/ 0 w 6"/>
                  <a:gd name="T1" fmla="*/ 6 h 6"/>
                  <a:gd name="T2" fmla="*/ 4 w 6"/>
                  <a:gd name="T3" fmla="*/ 0 h 6"/>
                  <a:gd name="T4" fmla="*/ 5 w 6"/>
                  <a:gd name="T5" fmla="*/ 0 h 6"/>
                  <a:gd name="T6" fmla="*/ 2 w 6"/>
                  <a:gd name="T7" fmla="*/ 6 h 6"/>
                  <a:gd name="T8" fmla="*/ 0 w 6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6"/>
                    </a:moveTo>
                    <a:cubicBezTo>
                      <a:pt x="1" y="3"/>
                      <a:pt x="2" y="1"/>
                      <a:pt x="4" y="0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4"/>
                      <a:pt x="5" y="5"/>
                      <a:pt x="2" y="6"/>
                    </a:cubicBezTo>
                    <a:cubicBezTo>
                      <a:pt x="1" y="6"/>
                      <a:pt x="1" y="6"/>
                      <a:pt x="0" y="6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3" name="Freeform 200"/>
              <p:cNvSpPr/>
              <p:nvPr/>
            </p:nvSpPr>
            <p:spPr bwMode="auto">
              <a:xfrm>
                <a:off x="3268" y="1266"/>
                <a:ext cx="10" cy="19"/>
              </a:xfrm>
              <a:custGeom>
                <a:avLst/>
                <a:gdLst>
                  <a:gd name="T0" fmla="*/ 3 w 4"/>
                  <a:gd name="T1" fmla="*/ 8 h 8"/>
                  <a:gd name="T2" fmla="*/ 1 w 4"/>
                  <a:gd name="T3" fmla="*/ 0 h 8"/>
                  <a:gd name="T4" fmla="*/ 3 w 4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3" y="8"/>
                    </a:moveTo>
                    <a:cubicBezTo>
                      <a:pt x="0" y="6"/>
                      <a:pt x="1" y="3"/>
                      <a:pt x="1" y="0"/>
                    </a:cubicBezTo>
                    <a:cubicBezTo>
                      <a:pt x="4" y="2"/>
                      <a:pt x="3" y="5"/>
                      <a:pt x="3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4" name="Freeform 201"/>
              <p:cNvSpPr/>
              <p:nvPr/>
            </p:nvSpPr>
            <p:spPr bwMode="auto">
              <a:xfrm>
                <a:off x="3326" y="1385"/>
                <a:ext cx="7" cy="19"/>
              </a:xfrm>
              <a:custGeom>
                <a:avLst/>
                <a:gdLst>
                  <a:gd name="T0" fmla="*/ 0 w 3"/>
                  <a:gd name="T1" fmla="*/ 8 h 8"/>
                  <a:gd name="T2" fmla="*/ 0 w 3"/>
                  <a:gd name="T3" fmla="*/ 0 h 8"/>
                  <a:gd name="T4" fmla="*/ 0 w 3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0" y="8"/>
                    </a:moveTo>
                    <a:cubicBezTo>
                      <a:pt x="0" y="5"/>
                      <a:pt x="0" y="3"/>
                      <a:pt x="0" y="0"/>
                    </a:cubicBezTo>
                    <a:cubicBezTo>
                      <a:pt x="3" y="3"/>
                      <a:pt x="3" y="5"/>
                      <a:pt x="0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5" name="Freeform 202"/>
              <p:cNvSpPr/>
              <p:nvPr/>
            </p:nvSpPr>
            <p:spPr bwMode="auto">
              <a:xfrm>
                <a:off x="3302" y="1495"/>
                <a:ext cx="9" cy="19"/>
              </a:xfrm>
              <a:custGeom>
                <a:avLst/>
                <a:gdLst>
                  <a:gd name="T0" fmla="*/ 1 w 4"/>
                  <a:gd name="T1" fmla="*/ 8 h 8"/>
                  <a:gd name="T2" fmla="*/ 3 w 4"/>
                  <a:gd name="T3" fmla="*/ 0 h 8"/>
                  <a:gd name="T4" fmla="*/ 1 w 4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1" y="8"/>
                    </a:moveTo>
                    <a:cubicBezTo>
                      <a:pt x="1" y="5"/>
                      <a:pt x="0" y="2"/>
                      <a:pt x="3" y="0"/>
                    </a:cubicBezTo>
                    <a:cubicBezTo>
                      <a:pt x="2" y="3"/>
                      <a:pt x="4" y="6"/>
                      <a:pt x="1" y="8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6" name="Freeform 203"/>
              <p:cNvSpPr/>
              <p:nvPr/>
            </p:nvSpPr>
            <p:spPr bwMode="auto">
              <a:xfrm>
                <a:off x="3297" y="1519"/>
                <a:ext cx="10" cy="16"/>
              </a:xfrm>
              <a:custGeom>
                <a:avLst/>
                <a:gdLst>
                  <a:gd name="T0" fmla="*/ 1 w 4"/>
                  <a:gd name="T1" fmla="*/ 7 h 7"/>
                  <a:gd name="T2" fmla="*/ 3 w 4"/>
                  <a:gd name="T3" fmla="*/ 0 h 7"/>
                  <a:gd name="T4" fmla="*/ 1 w 4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7">
                    <a:moveTo>
                      <a:pt x="1" y="7"/>
                    </a:moveTo>
                    <a:cubicBezTo>
                      <a:pt x="1" y="5"/>
                      <a:pt x="0" y="2"/>
                      <a:pt x="3" y="0"/>
                    </a:cubicBezTo>
                    <a:cubicBezTo>
                      <a:pt x="2" y="2"/>
                      <a:pt x="4" y="5"/>
                      <a:pt x="1" y="7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7" name="Freeform 204"/>
              <p:cNvSpPr/>
              <p:nvPr/>
            </p:nvSpPr>
            <p:spPr bwMode="auto">
              <a:xfrm>
                <a:off x="2449" y="1576"/>
                <a:ext cx="7" cy="19"/>
              </a:xfrm>
              <a:custGeom>
                <a:avLst/>
                <a:gdLst>
                  <a:gd name="T0" fmla="*/ 1 w 3"/>
                  <a:gd name="T1" fmla="*/ 0 h 8"/>
                  <a:gd name="T2" fmla="*/ 3 w 3"/>
                  <a:gd name="T3" fmla="*/ 8 h 8"/>
                  <a:gd name="T4" fmla="*/ 1 w 3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cubicBezTo>
                      <a:pt x="3" y="3"/>
                      <a:pt x="2" y="6"/>
                      <a:pt x="3" y="8"/>
                    </a:cubicBezTo>
                    <a:cubicBezTo>
                      <a:pt x="0" y="6"/>
                      <a:pt x="1" y="3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8" name="Freeform 205"/>
              <p:cNvSpPr/>
              <p:nvPr/>
            </p:nvSpPr>
            <p:spPr bwMode="auto">
              <a:xfrm>
                <a:off x="2891" y="2267"/>
                <a:ext cx="19" cy="7"/>
              </a:xfrm>
              <a:custGeom>
                <a:avLst/>
                <a:gdLst>
                  <a:gd name="T0" fmla="*/ 0 w 8"/>
                  <a:gd name="T1" fmla="*/ 1 h 3"/>
                  <a:gd name="T2" fmla="*/ 8 w 8"/>
                  <a:gd name="T3" fmla="*/ 2 h 3"/>
                  <a:gd name="T4" fmla="*/ 0 w 8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3">
                    <a:moveTo>
                      <a:pt x="0" y="1"/>
                    </a:moveTo>
                    <a:cubicBezTo>
                      <a:pt x="3" y="1"/>
                      <a:pt x="6" y="0"/>
                      <a:pt x="8" y="2"/>
                    </a:cubicBezTo>
                    <a:cubicBezTo>
                      <a:pt x="5" y="2"/>
                      <a:pt x="2" y="3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19" name="Freeform 206"/>
              <p:cNvSpPr/>
              <p:nvPr/>
            </p:nvSpPr>
            <p:spPr bwMode="auto">
              <a:xfrm>
                <a:off x="3147" y="2210"/>
                <a:ext cx="7" cy="16"/>
              </a:xfrm>
              <a:custGeom>
                <a:avLst/>
                <a:gdLst>
                  <a:gd name="T0" fmla="*/ 0 w 3"/>
                  <a:gd name="T1" fmla="*/ 7 h 7"/>
                  <a:gd name="T2" fmla="*/ 0 w 3"/>
                  <a:gd name="T3" fmla="*/ 0 h 7"/>
                  <a:gd name="T4" fmla="*/ 0 w 3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7">
                    <a:moveTo>
                      <a:pt x="0" y="7"/>
                    </a:moveTo>
                    <a:cubicBezTo>
                      <a:pt x="0" y="5"/>
                      <a:pt x="0" y="2"/>
                      <a:pt x="0" y="0"/>
                    </a:cubicBezTo>
                    <a:cubicBezTo>
                      <a:pt x="3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0" name="Freeform 207"/>
              <p:cNvSpPr/>
              <p:nvPr/>
            </p:nvSpPr>
            <p:spPr bwMode="auto">
              <a:xfrm>
                <a:off x="3080" y="2164"/>
                <a:ext cx="16" cy="10"/>
              </a:xfrm>
              <a:custGeom>
                <a:avLst/>
                <a:gdLst>
                  <a:gd name="T0" fmla="*/ 7 w 7"/>
                  <a:gd name="T1" fmla="*/ 3 h 4"/>
                  <a:gd name="T2" fmla="*/ 0 w 7"/>
                  <a:gd name="T3" fmla="*/ 1 h 4"/>
                  <a:gd name="T4" fmla="*/ 7 w 7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7" y="3"/>
                    </a:moveTo>
                    <a:cubicBezTo>
                      <a:pt x="5" y="3"/>
                      <a:pt x="2" y="4"/>
                      <a:pt x="0" y="1"/>
                    </a:cubicBezTo>
                    <a:cubicBezTo>
                      <a:pt x="2" y="2"/>
                      <a:pt x="5" y="0"/>
                      <a:pt x="7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1" name="Freeform 208"/>
              <p:cNvSpPr/>
              <p:nvPr/>
            </p:nvSpPr>
            <p:spPr bwMode="auto">
              <a:xfrm>
                <a:off x="2886" y="2150"/>
                <a:ext cx="10" cy="12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5 h 5"/>
                  <a:gd name="T4" fmla="*/ 0 w 4"/>
                  <a:gd name="T5" fmla="*/ 5 h 5"/>
                  <a:gd name="T6" fmla="*/ 4 w 4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cubicBezTo>
                      <a:pt x="4" y="2"/>
                      <a:pt x="4" y="3"/>
                      <a:pt x="4" y="5"/>
                    </a:cubicBezTo>
                    <a:cubicBezTo>
                      <a:pt x="2" y="5"/>
                      <a:pt x="1" y="5"/>
                      <a:pt x="0" y="5"/>
                    </a:cubicBezTo>
                    <a:cubicBezTo>
                      <a:pt x="1" y="3"/>
                      <a:pt x="2" y="1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2" name="Freeform 209"/>
              <p:cNvSpPr/>
              <p:nvPr/>
            </p:nvSpPr>
            <p:spPr bwMode="auto">
              <a:xfrm>
                <a:off x="2912" y="2067"/>
                <a:ext cx="8" cy="19"/>
              </a:xfrm>
              <a:custGeom>
                <a:avLst/>
                <a:gdLst>
                  <a:gd name="T0" fmla="*/ 2 w 3"/>
                  <a:gd name="T1" fmla="*/ 0 h 8"/>
                  <a:gd name="T2" fmla="*/ 1 w 3"/>
                  <a:gd name="T3" fmla="*/ 8 h 8"/>
                  <a:gd name="T4" fmla="*/ 2 w 3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cubicBezTo>
                      <a:pt x="2" y="3"/>
                      <a:pt x="3" y="6"/>
                      <a:pt x="1" y="8"/>
                    </a:cubicBezTo>
                    <a:cubicBezTo>
                      <a:pt x="1" y="5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3" name="Freeform 210"/>
              <p:cNvSpPr/>
              <p:nvPr/>
            </p:nvSpPr>
            <p:spPr bwMode="auto">
              <a:xfrm>
                <a:off x="2917" y="2048"/>
                <a:ext cx="7" cy="19"/>
              </a:xfrm>
              <a:custGeom>
                <a:avLst/>
                <a:gdLst>
                  <a:gd name="T0" fmla="*/ 2 w 3"/>
                  <a:gd name="T1" fmla="*/ 0 h 8"/>
                  <a:gd name="T2" fmla="*/ 0 w 3"/>
                  <a:gd name="T3" fmla="*/ 8 h 8"/>
                  <a:gd name="T4" fmla="*/ 2 w 3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cubicBezTo>
                      <a:pt x="2" y="3"/>
                      <a:pt x="3" y="6"/>
                      <a:pt x="0" y="8"/>
                    </a:cubicBezTo>
                    <a:cubicBezTo>
                      <a:pt x="1" y="5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4" name="Freeform 211"/>
              <p:cNvSpPr/>
              <p:nvPr/>
            </p:nvSpPr>
            <p:spPr bwMode="auto">
              <a:xfrm>
                <a:off x="3266" y="1609"/>
                <a:ext cx="7" cy="15"/>
              </a:xfrm>
              <a:custGeom>
                <a:avLst/>
                <a:gdLst>
                  <a:gd name="T0" fmla="*/ 0 w 3"/>
                  <a:gd name="T1" fmla="*/ 6 h 6"/>
                  <a:gd name="T2" fmla="*/ 2 w 3"/>
                  <a:gd name="T3" fmla="*/ 0 h 6"/>
                  <a:gd name="T4" fmla="*/ 0 w 3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6">
                    <a:moveTo>
                      <a:pt x="0" y="6"/>
                    </a:moveTo>
                    <a:cubicBezTo>
                      <a:pt x="0" y="4"/>
                      <a:pt x="0" y="1"/>
                      <a:pt x="2" y="0"/>
                    </a:cubicBezTo>
                    <a:cubicBezTo>
                      <a:pt x="2" y="2"/>
                      <a:pt x="3" y="4"/>
                      <a:pt x="0" y="6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5" name="Freeform 212"/>
              <p:cNvSpPr/>
              <p:nvPr/>
            </p:nvSpPr>
            <p:spPr bwMode="auto">
              <a:xfrm>
                <a:off x="2463" y="1619"/>
                <a:ext cx="7" cy="14"/>
              </a:xfrm>
              <a:custGeom>
                <a:avLst/>
                <a:gdLst>
                  <a:gd name="T0" fmla="*/ 0 w 3"/>
                  <a:gd name="T1" fmla="*/ 0 h 6"/>
                  <a:gd name="T2" fmla="*/ 2 w 3"/>
                  <a:gd name="T3" fmla="*/ 6 h 6"/>
                  <a:gd name="T4" fmla="*/ 0 w 3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6">
                    <a:moveTo>
                      <a:pt x="0" y="0"/>
                    </a:moveTo>
                    <a:cubicBezTo>
                      <a:pt x="3" y="1"/>
                      <a:pt x="2" y="4"/>
                      <a:pt x="2" y="6"/>
                    </a:cubicBezTo>
                    <a:cubicBezTo>
                      <a:pt x="0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6" name="Freeform 213"/>
              <p:cNvSpPr/>
              <p:nvPr/>
            </p:nvSpPr>
            <p:spPr bwMode="auto">
              <a:xfrm>
                <a:off x="2905" y="1078"/>
                <a:ext cx="10" cy="10"/>
              </a:xfrm>
              <a:custGeom>
                <a:avLst/>
                <a:gdLst>
                  <a:gd name="T0" fmla="*/ 4 w 4"/>
                  <a:gd name="T1" fmla="*/ 0 h 4"/>
                  <a:gd name="T2" fmla="*/ 0 w 4"/>
                  <a:gd name="T3" fmla="*/ 4 h 4"/>
                  <a:gd name="T4" fmla="*/ 4 w 4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cubicBezTo>
                      <a:pt x="3" y="2"/>
                      <a:pt x="1" y="3"/>
                      <a:pt x="0" y="4"/>
                    </a:cubicBezTo>
                    <a:cubicBezTo>
                      <a:pt x="0" y="2"/>
                      <a:pt x="1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7" name="Freeform 214"/>
              <p:cNvSpPr/>
              <p:nvPr/>
            </p:nvSpPr>
            <p:spPr bwMode="auto">
              <a:xfrm>
                <a:off x="2547" y="1102"/>
                <a:ext cx="12" cy="12"/>
              </a:xfrm>
              <a:custGeom>
                <a:avLst/>
                <a:gdLst>
                  <a:gd name="T0" fmla="*/ 0 w 5"/>
                  <a:gd name="T1" fmla="*/ 4 h 5"/>
                  <a:gd name="T2" fmla="*/ 4 w 5"/>
                  <a:gd name="T3" fmla="*/ 0 h 5"/>
                  <a:gd name="T4" fmla="*/ 4 w 5"/>
                  <a:gd name="T5" fmla="*/ 0 h 5"/>
                  <a:gd name="T6" fmla="*/ 0 w 5"/>
                  <a:gd name="T7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1" y="2"/>
                      <a:pt x="2" y="1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4" y="5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8" name="Freeform 215"/>
              <p:cNvSpPr/>
              <p:nvPr/>
            </p:nvSpPr>
            <p:spPr bwMode="auto">
              <a:xfrm>
                <a:off x="2767" y="2200"/>
                <a:ext cx="4" cy="14"/>
              </a:xfrm>
              <a:custGeom>
                <a:avLst/>
                <a:gdLst>
                  <a:gd name="T0" fmla="*/ 2 w 2"/>
                  <a:gd name="T1" fmla="*/ 0 h 6"/>
                  <a:gd name="T2" fmla="*/ 2 w 2"/>
                  <a:gd name="T3" fmla="*/ 6 h 6"/>
                  <a:gd name="T4" fmla="*/ 2 w 2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cubicBezTo>
                      <a:pt x="2" y="2"/>
                      <a:pt x="2" y="4"/>
                      <a:pt x="2" y="6"/>
                    </a:cubicBezTo>
                    <a:cubicBezTo>
                      <a:pt x="0" y="4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29" name="Freeform 216"/>
              <p:cNvSpPr/>
              <p:nvPr/>
            </p:nvSpPr>
            <p:spPr bwMode="auto">
              <a:xfrm>
                <a:off x="2908" y="2095"/>
                <a:ext cx="7" cy="15"/>
              </a:xfrm>
              <a:custGeom>
                <a:avLst/>
                <a:gdLst>
                  <a:gd name="T0" fmla="*/ 2 w 3"/>
                  <a:gd name="T1" fmla="*/ 0 h 6"/>
                  <a:gd name="T2" fmla="*/ 1 w 3"/>
                  <a:gd name="T3" fmla="*/ 6 h 6"/>
                  <a:gd name="T4" fmla="*/ 2 w 3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cubicBezTo>
                      <a:pt x="2" y="2"/>
                      <a:pt x="3" y="4"/>
                      <a:pt x="1" y="6"/>
                    </a:cubicBezTo>
                    <a:cubicBezTo>
                      <a:pt x="1" y="3"/>
                      <a:pt x="0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0" name="Freeform 217"/>
              <p:cNvSpPr/>
              <p:nvPr/>
            </p:nvSpPr>
            <p:spPr bwMode="auto">
              <a:xfrm>
                <a:off x="2444" y="1559"/>
                <a:ext cx="7" cy="15"/>
              </a:xfrm>
              <a:custGeom>
                <a:avLst/>
                <a:gdLst>
                  <a:gd name="T0" fmla="*/ 3 w 3"/>
                  <a:gd name="T1" fmla="*/ 0 h 6"/>
                  <a:gd name="T2" fmla="*/ 3 w 3"/>
                  <a:gd name="T3" fmla="*/ 6 h 6"/>
                  <a:gd name="T4" fmla="*/ 3 w 3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cubicBezTo>
                      <a:pt x="3" y="2"/>
                      <a:pt x="3" y="4"/>
                      <a:pt x="3" y="6"/>
                    </a:cubicBezTo>
                    <a:cubicBezTo>
                      <a:pt x="0" y="4"/>
                      <a:pt x="0" y="2"/>
                      <a:pt x="3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1" name="Freeform 218"/>
              <p:cNvSpPr/>
              <p:nvPr/>
            </p:nvSpPr>
            <p:spPr bwMode="auto">
              <a:xfrm>
                <a:off x="2931" y="1998"/>
                <a:ext cx="5" cy="14"/>
              </a:xfrm>
              <a:custGeom>
                <a:avLst/>
                <a:gdLst>
                  <a:gd name="T0" fmla="*/ 2 w 2"/>
                  <a:gd name="T1" fmla="*/ 0 h 6"/>
                  <a:gd name="T2" fmla="*/ 0 w 2"/>
                  <a:gd name="T3" fmla="*/ 6 h 6"/>
                  <a:gd name="T4" fmla="*/ 2 w 2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cubicBezTo>
                      <a:pt x="2" y="2"/>
                      <a:pt x="2" y="5"/>
                      <a:pt x="0" y="6"/>
                    </a:cubicBezTo>
                    <a:cubicBezTo>
                      <a:pt x="0" y="4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2" name="Freeform 219"/>
              <p:cNvSpPr/>
              <p:nvPr/>
            </p:nvSpPr>
            <p:spPr bwMode="auto">
              <a:xfrm>
                <a:off x="2977" y="1986"/>
                <a:ext cx="7" cy="12"/>
              </a:xfrm>
              <a:custGeom>
                <a:avLst/>
                <a:gdLst>
                  <a:gd name="T0" fmla="*/ 1 w 3"/>
                  <a:gd name="T1" fmla="*/ 5 h 5"/>
                  <a:gd name="T2" fmla="*/ 0 w 3"/>
                  <a:gd name="T3" fmla="*/ 0 h 5"/>
                  <a:gd name="T4" fmla="*/ 2 w 3"/>
                  <a:gd name="T5" fmla="*/ 5 h 5"/>
                  <a:gd name="T6" fmla="*/ 1 w 3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1" y="5"/>
                    </a:moveTo>
                    <a:cubicBezTo>
                      <a:pt x="0" y="3"/>
                      <a:pt x="0" y="1"/>
                      <a:pt x="0" y="0"/>
                    </a:cubicBezTo>
                    <a:cubicBezTo>
                      <a:pt x="3" y="1"/>
                      <a:pt x="2" y="3"/>
                      <a:pt x="2" y="5"/>
                    </a:cubicBezTo>
                    <a:cubicBezTo>
                      <a:pt x="2" y="5"/>
                      <a:pt x="1" y="5"/>
                      <a:pt x="1" y="5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3" name="Freeform 220"/>
              <p:cNvSpPr/>
              <p:nvPr/>
            </p:nvSpPr>
            <p:spPr bwMode="auto">
              <a:xfrm>
                <a:off x="2936" y="1981"/>
                <a:ext cx="5" cy="12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5 h 5"/>
                  <a:gd name="T4" fmla="*/ 2 w 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cubicBezTo>
                      <a:pt x="2" y="2"/>
                      <a:pt x="2" y="4"/>
                      <a:pt x="0" y="5"/>
                    </a:cubicBezTo>
                    <a:cubicBezTo>
                      <a:pt x="0" y="3"/>
                      <a:pt x="0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4" name="Freeform 221"/>
              <p:cNvSpPr/>
              <p:nvPr/>
            </p:nvSpPr>
            <p:spPr bwMode="auto">
              <a:xfrm>
                <a:off x="3297" y="1331"/>
                <a:ext cx="7" cy="14"/>
              </a:xfrm>
              <a:custGeom>
                <a:avLst/>
                <a:gdLst>
                  <a:gd name="T0" fmla="*/ 3 w 3"/>
                  <a:gd name="T1" fmla="*/ 6 h 6"/>
                  <a:gd name="T2" fmla="*/ 1 w 3"/>
                  <a:gd name="T3" fmla="*/ 0 h 6"/>
                  <a:gd name="T4" fmla="*/ 3 w 3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6">
                    <a:moveTo>
                      <a:pt x="3" y="6"/>
                    </a:moveTo>
                    <a:cubicBezTo>
                      <a:pt x="0" y="4"/>
                      <a:pt x="1" y="2"/>
                      <a:pt x="1" y="0"/>
                    </a:cubicBezTo>
                    <a:cubicBezTo>
                      <a:pt x="3" y="1"/>
                      <a:pt x="3" y="4"/>
                      <a:pt x="3" y="6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5" name="Freeform 222"/>
              <p:cNvSpPr/>
              <p:nvPr/>
            </p:nvSpPr>
            <p:spPr bwMode="auto">
              <a:xfrm>
                <a:off x="2800" y="1938"/>
                <a:ext cx="12" cy="7"/>
              </a:xfrm>
              <a:custGeom>
                <a:avLst/>
                <a:gdLst>
                  <a:gd name="T0" fmla="*/ 0 w 5"/>
                  <a:gd name="T1" fmla="*/ 0 h 3"/>
                  <a:gd name="T2" fmla="*/ 5 w 5"/>
                  <a:gd name="T3" fmla="*/ 2 h 3"/>
                  <a:gd name="T4" fmla="*/ 0 w 5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2" y="0"/>
                      <a:pt x="4" y="0"/>
                      <a:pt x="5" y="2"/>
                    </a:cubicBezTo>
                    <a:cubicBezTo>
                      <a:pt x="3" y="2"/>
                      <a:pt x="1" y="3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6" name="Freeform 223"/>
              <p:cNvSpPr/>
              <p:nvPr/>
            </p:nvSpPr>
            <p:spPr bwMode="auto">
              <a:xfrm>
                <a:off x="3230" y="1878"/>
                <a:ext cx="10" cy="10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1" y="2"/>
                      <a:pt x="2" y="1"/>
                      <a:pt x="4" y="0"/>
                    </a:cubicBezTo>
                    <a:cubicBezTo>
                      <a:pt x="4" y="3"/>
                      <a:pt x="3" y="4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7" name="Freeform 224"/>
              <p:cNvSpPr/>
              <p:nvPr/>
            </p:nvSpPr>
            <p:spPr bwMode="auto">
              <a:xfrm>
                <a:off x="2786" y="2257"/>
                <a:ext cx="14" cy="7"/>
              </a:xfrm>
              <a:custGeom>
                <a:avLst/>
                <a:gdLst>
                  <a:gd name="T0" fmla="*/ 0 w 6"/>
                  <a:gd name="T1" fmla="*/ 1 h 3"/>
                  <a:gd name="T2" fmla="*/ 6 w 6"/>
                  <a:gd name="T3" fmla="*/ 3 h 3"/>
                  <a:gd name="T4" fmla="*/ 0 w 6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1"/>
                    </a:moveTo>
                    <a:cubicBezTo>
                      <a:pt x="2" y="1"/>
                      <a:pt x="4" y="0"/>
                      <a:pt x="6" y="3"/>
                    </a:cubicBezTo>
                    <a:cubicBezTo>
                      <a:pt x="3" y="3"/>
                      <a:pt x="1" y="3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8" name="Freeform 225"/>
              <p:cNvSpPr/>
              <p:nvPr/>
            </p:nvSpPr>
            <p:spPr bwMode="auto">
              <a:xfrm>
                <a:off x="2790" y="1126"/>
                <a:ext cx="12" cy="7"/>
              </a:xfrm>
              <a:custGeom>
                <a:avLst/>
                <a:gdLst>
                  <a:gd name="T0" fmla="*/ 0 w 5"/>
                  <a:gd name="T1" fmla="*/ 2 h 3"/>
                  <a:gd name="T2" fmla="*/ 0 w 5"/>
                  <a:gd name="T3" fmla="*/ 0 h 3"/>
                  <a:gd name="T4" fmla="*/ 5 w 5"/>
                  <a:gd name="T5" fmla="*/ 0 h 3"/>
                  <a:gd name="T6" fmla="*/ 5 w 5"/>
                  <a:gd name="T7" fmla="*/ 1 h 3"/>
                  <a:gd name="T8" fmla="*/ 5 w 5"/>
                  <a:gd name="T9" fmla="*/ 2 h 3"/>
                  <a:gd name="T10" fmla="*/ 0 w 5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3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3" y="3"/>
                      <a:pt x="1" y="3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39" name="Freeform 226"/>
              <p:cNvSpPr/>
              <p:nvPr/>
            </p:nvSpPr>
            <p:spPr bwMode="auto">
              <a:xfrm>
                <a:off x="2771" y="2217"/>
                <a:ext cx="5" cy="14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6 h 6"/>
                  <a:gd name="T4" fmla="*/ 0 w 2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cubicBezTo>
                      <a:pt x="2" y="2"/>
                      <a:pt x="2" y="4"/>
                      <a:pt x="2" y="6"/>
                    </a:cubicBezTo>
                    <a:cubicBezTo>
                      <a:pt x="0" y="5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0" name="Freeform 227"/>
              <p:cNvSpPr/>
              <p:nvPr/>
            </p:nvSpPr>
            <p:spPr bwMode="auto">
              <a:xfrm>
                <a:off x="3106" y="1116"/>
                <a:ext cx="9" cy="7"/>
              </a:xfrm>
              <a:custGeom>
                <a:avLst/>
                <a:gdLst>
                  <a:gd name="T0" fmla="*/ 4 w 4"/>
                  <a:gd name="T1" fmla="*/ 3 h 3"/>
                  <a:gd name="T2" fmla="*/ 0 w 4"/>
                  <a:gd name="T3" fmla="*/ 0 h 3"/>
                  <a:gd name="T4" fmla="*/ 4 w 4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2" y="3"/>
                      <a:pt x="1" y="2"/>
                      <a:pt x="0" y="0"/>
                    </a:cubicBezTo>
                    <a:cubicBezTo>
                      <a:pt x="3" y="0"/>
                      <a:pt x="4" y="1"/>
                      <a:pt x="4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1" name="Freeform 228"/>
              <p:cNvSpPr/>
              <p:nvPr/>
            </p:nvSpPr>
            <p:spPr bwMode="auto">
              <a:xfrm>
                <a:off x="2764" y="1073"/>
                <a:ext cx="7" cy="12"/>
              </a:xfrm>
              <a:custGeom>
                <a:avLst/>
                <a:gdLst>
                  <a:gd name="T0" fmla="*/ 1 w 3"/>
                  <a:gd name="T1" fmla="*/ 0 h 5"/>
                  <a:gd name="T2" fmla="*/ 3 w 3"/>
                  <a:gd name="T3" fmla="*/ 4 h 5"/>
                  <a:gd name="T4" fmla="*/ 2 w 3"/>
                  <a:gd name="T5" fmla="*/ 5 h 5"/>
                  <a:gd name="T6" fmla="*/ 0 w 3"/>
                  <a:gd name="T7" fmla="*/ 1 h 5"/>
                  <a:gd name="T8" fmla="*/ 1 w 3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cubicBezTo>
                      <a:pt x="3" y="1"/>
                      <a:pt x="3" y="3"/>
                      <a:pt x="3" y="4"/>
                    </a:cubicBezTo>
                    <a:cubicBezTo>
                      <a:pt x="3" y="4"/>
                      <a:pt x="2" y="4"/>
                      <a:pt x="2" y="5"/>
                    </a:cubicBezTo>
                    <a:cubicBezTo>
                      <a:pt x="1" y="4"/>
                      <a:pt x="0" y="3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2" name="Freeform 229"/>
              <p:cNvSpPr/>
              <p:nvPr/>
            </p:nvSpPr>
            <p:spPr bwMode="auto">
              <a:xfrm>
                <a:off x="2767" y="1083"/>
                <a:ext cx="9" cy="9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4 h 4"/>
                  <a:gd name="T4" fmla="*/ 3 w 4"/>
                  <a:gd name="T5" fmla="*/ 4 h 4"/>
                  <a:gd name="T6" fmla="*/ 2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4" y="1"/>
                      <a:pt x="4" y="3"/>
                      <a:pt x="4" y="4"/>
                    </a:cubicBezTo>
                    <a:cubicBezTo>
                      <a:pt x="4" y="4"/>
                      <a:pt x="3" y="4"/>
                      <a:pt x="3" y="4"/>
                    </a:cubicBezTo>
                    <a:cubicBezTo>
                      <a:pt x="1" y="3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3" name="Freeform 230"/>
              <p:cNvSpPr/>
              <p:nvPr/>
            </p:nvSpPr>
            <p:spPr bwMode="auto">
              <a:xfrm>
                <a:off x="2771" y="1092"/>
                <a:ext cx="10" cy="10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4 h 4"/>
                  <a:gd name="T4" fmla="*/ 3 w 4"/>
                  <a:gd name="T5" fmla="*/ 4 h 4"/>
                  <a:gd name="T6" fmla="*/ 2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3" y="1"/>
                      <a:pt x="4" y="2"/>
                      <a:pt x="4" y="4"/>
                    </a:cubicBezTo>
                    <a:cubicBezTo>
                      <a:pt x="4" y="4"/>
                      <a:pt x="3" y="4"/>
                      <a:pt x="3" y="4"/>
                    </a:cubicBezTo>
                    <a:cubicBezTo>
                      <a:pt x="1" y="3"/>
                      <a:pt x="0" y="2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4" name="Freeform 231"/>
              <p:cNvSpPr/>
              <p:nvPr/>
            </p:nvSpPr>
            <p:spPr bwMode="auto">
              <a:xfrm>
                <a:off x="2886" y="1092"/>
                <a:ext cx="10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2" y="2"/>
                      <a:pt x="1" y="2"/>
                      <a:pt x="0" y="0"/>
                    </a:cubicBezTo>
                    <a:cubicBezTo>
                      <a:pt x="2" y="0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5" name="Freeform 232"/>
              <p:cNvSpPr/>
              <p:nvPr/>
            </p:nvSpPr>
            <p:spPr bwMode="auto">
              <a:xfrm>
                <a:off x="3065" y="1092"/>
                <a:ext cx="10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2" y="2"/>
                      <a:pt x="1" y="2"/>
                      <a:pt x="0" y="0"/>
                    </a:cubicBezTo>
                    <a:cubicBezTo>
                      <a:pt x="1" y="0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6" name="Freeform 233"/>
              <p:cNvSpPr/>
              <p:nvPr/>
            </p:nvSpPr>
            <p:spPr bwMode="auto">
              <a:xfrm>
                <a:off x="3077" y="1097"/>
                <a:ext cx="10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2"/>
                      <a:pt x="1" y="2"/>
                      <a:pt x="0" y="0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7" name="Freeform 234"/>
              <p:cNvSpPr/>
              <p:nvPr/>
            </p:nvSpPr>
            <p:spPr bwMode="auto">
              <a:xfrm>
                <a:off x="2836" y="1102"/>
                <a:ext cx="9" cy="5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1" y="2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8" name="Freeform 235"/>
              <p:cNvSpPr/>
              <p:nvPr/>
            </p:nvSpPr>
            <p:spPr bwMode="auto">
              <a:xfrm>
                <a:off x="3087" y="1102"/>
                <a:ext cx="9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2" y="0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49" name="Freeform 236"/>
              <p:cNvSpPr/>
              <p:nvPr/>
            </p:nvSpPr>
            <p:spPr bwMode="auto">
              <a:xfrm>
                <a:off x="2779" y="1104"/>
                <a:ext cx="9" cy="12"/>
              </a:xfrm>
              <a:custGeom>
                <a:avLst/>
                <a:gdLst>
                  <a:gd name="T0" fmla="*/ 3 w 4"/>
                  <a:gd name="T1" fmla="*/ 1 h 5"/>
                  <a:gd name="T2" fmla="*/ 3 w 4"/>
                  <a:gd name="T3" fmla="*/ 3 h 5"/>
                  <a:gd name="T4" fmla="*/ 3 w 4"/>
                  <a:gd name="T5" fmla="*/ 5 h 5"/>
                  <a:gd name="T6" fmla="*/ 0 w 4"/>
                  <a:gd name="T7" fmla="*/ 1 h 5"/>
                  <a:gd name="T8" fmla="*/ 3 w 4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1"/>
                    </a:moveTo>
                    <a:cubicBezTo>
                      <a:pt x="3" y="2"/>
                      <a:pt x="3" y="2"/>
                      <a:pt x="3" y="3"/>
                    </a:cubicBezTo>
                    <a:cubicBezTo>
                      <a:pt x="4" y="4"/>
                      <a:pt x="4" y="5"/>
                      <a:pt x="3" y="5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FDDF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0" name="Freeform 237"/>
              <p:cNvSpPr/>
              <p:nvPr/>
            </p:nvSpPr>
            <p:spPr bwMode="auto">
              <a:xfrm>
                <a:off x="2826" y="1107"/>
                <a:ext cx="10" cy="4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1"/>
                      <a:pt x="2" y="2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1" name="Freeform 238"/>
              <p:cNvSpPr/>
              <p:nvPr/>
            </p:nvSpPr>
            <p:spPr bwMode="auto">
              <a:xfrm>
                <a:off x="2783" y="1111"/>
                <a:ext cx="7" cy="10"/>
              </a:xfrm>
              <a:custGeom>
                <a:avLst/>
                <a:gdLst>
                  <a:gd name="T0" fmla="*/ 1 w 3"/>
                  <a:gd name="T1" fmla="*/ 2 h 4"/>
                  <a:gd name="T2" fmla="*/ 1 w 3"/>
                  <a:gd name="T3" fmla="*/ 0 h 4"/>
                  <a:gd name="T4" fmla="*/ 3 w 3"/>
                  <a:gd name="T5" fmla="*/ 4 h 4"/>
                  <a:gd name="T6" fmla="*/ 1 w 3"/>
                  <a:gd name="T7" fmla="*/ 4 h 4"/>
                  <a:gd name="T8" fmla="*/ 0 w 3"/>
                  <a:gd name="T9" fmla="*/ 2 h 4"/>
                  <a:gd name="T10" fmla="*/ 1 w 3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2" y="1"/>
                      <a:pt x="3" y="2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0" y="2"/>
                      <a:pt x="0" y="2"/>
                      <a:pt x="1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2" name="Freeform 239"/>
              <p:cNvSpPr/>
              <p:nvPr/>
            </p:nvSpPr>
            <p:spPr bwMode="auto">
              <a:xfrm>
                <a:off x="2817" y="1111"/>
                <a:ext cx="9" cy="5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1"/>
                      <a:pt x="2" y="2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3" name="Freeform 240"/>
              <p:cNvSpPr/>
              <p:nvPr/>
            </p:nvSpPr>
            <p:spPr bwMode="auto">
              <a:xfrm>
                <a:off x="2807" y="1116"/>
                <a:ext cx="10" cy="5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1"/>
                      <a:pt x="2" y="2"/>
                      <a:pt x="0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4" name="Freeform 241"/>
              <p:cNvSpPr/>
              <p:nvPr/>
            </p:nvSpPr>
            <p:spPr bwMode="auto">
              <a:xfrm>
                <a:off x="3137" y="1131"/>
                <a:ext cx="10" cy="2"/>
              </a:xfrm>
              <a:custGeom>
                <a:avLst/>
                <a:gdLst>
                  <a:gd name="T0" fmla="*/ 4 w 4"/>
                  <a:gd name="T1" fmla="*/ 1 h 1"/>
                  <a:gd name="T2" fmla="*/ 0 w 4"/>
                  <a:gd name="T3" fmla="*/ 0 h 1"/>
                  <a:gd name="T4" fmla="*/ 4 w 4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1"/>
                    </a:moveTo>
                    <a:cubicBezTo>
                      <a:pt x="3" y="1"/>
                      <a:pt x="1" y="1"/>
                      <a:pt x="0" y="0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5" name="Freeform 242"/>
              <p:cNvSpPr/>
              <p:nvPr/>
            </p:nvSpPr>
            <p:spPr bwMode="auto">
              <a:xfrm>
                <a:off x="3147" y="1133"/>
                <a:ext cx="9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2"/>
                      <a:pt x="1" y="2"/>
                      <a:pt x="0" y="0"/>
                    </a:cubicBezTo>
                    <a:cubicBezTo>
                      <a:pt x="2" y="0"/>
                      <a:pt x="3" y="1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6" name="Freeform 243"/>
              <p:cNvSpPr/>
              <p:nvPr/>
            </p:nvSpPr>
            <p:spPr bwMode="auto">
              <a:xfrm>
                <a:off x="3156" y="1138"/>
                <a:ext cx="10" cy="4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2"/>
                      <a:pt x="1" y="2"/>
                      <a:pt x="0" y="0"/>
                    </a:cubicBezTo>
                    <a:cubicBezTo>
                      <a:pt x="2" y="0"/>
                      <a:pt x="3" y="1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7" name="Freeform 244"/>
              <p:cNvSpPr/>
              <p:nvPr/>
            </p:nvSpPr>
            <p:spPr bwMode="auto">
              <a:xfrm>
                <a:off x="3166" y="1142"/>
                <a:ext cx="9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2" y="2"/>
                      <a:pt x="1" y="2"/>
                      <a:pt x="0" y="0"/>
                    </a:cubicBezTo>
                    <a:cubicBezTo>
                      <a:pt x="2" y="0"/>
                      <a:pt x="3" y="1"/>
                      <a:pt x="4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8" name="Freeform 245"/>
              <p:cNvSpPr/>
              <p:nvPr/>
            </p:nvSpPr>
            <p:spPr bwMode="auto">
              <a:xfrm>
                <a:off x="2511" y="1157"/>
                <a:ext cx="7" cy="9"/>
              </a:xfrm>
              <a:custGeom>
                <a:avLst/>
                <a:gdLst>
                  <a:gd name="T0" fmla="*/ 0 w 3"/>
                  <a:gd name="T1" fmla="*/ 4 h 4"/>
                  <a:gd name="T2" fmla="*/ 1 w 3"/>
                  <a:gd name="T3" fmla="*/ 0 h 4"/>
                  <a:gd name="T4" fmla="*/ 2 w 3"/>
                  <a:gd name="T5" fmla="*/ 0 h 4"/>
                  <a:gd name="T6" fmla="*/ 1 w 3"/>
                  <a:gd name="T7" fmla="*/ 4 h 4"/>
                  <a:gd name="T8" fmla="*/ 0 w 3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4"/>
                    </a:move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3" y="2"/>
                      <a:pt x="3" y="3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59" name="Freeform 246"/>
              <p:cNvSpPr/>
              <p:nvPr/>
            </p:nvSpPr>
            <p:spPr bwMode="auto">
              <a:xfrm>
                <a:off x="2506" y="1166"/>
                <a:ext cx="7" cy="10"/>
              </a:xfrm>
              <a:custGeom>
                <a:avLst/>
                <a:gdLst>
                  <a:gd name="T0" fmla="*/ 0 w 3"/>
                  <a:gd name="T1" fmla="*/ 4 h 4"/>
                  <a:gd name="T2" fmla="*/ 2 w 3"/>
                  <a:gd name="T3" fmla="*/ 0 h 4"/>
                  <a:gd name="T4" fmla="*/ 2 w 3"/>
                  <a:gd name="T5" fmla="*/ 0 h 4"/>
                  <a:gd name="T6" fmla="*/ 1 w 3"/>
                  <a:gd name="T7" fmla="*/ 4 h 4"/>
                  <a:gd name="T8" fmla="*/ 0 w 3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4"/>
                    </a:moveTo>
                    <a:cubicBezTo>
                      <a:pt x="0" y="2"/>
                      <a:pt x="0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2"/>
                      <a:pt x="3" y="3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0" name="Freeform 247"/>
              <p:cNvSpPr/>
              <p:nvPr/>
            </p:nvSpPr>
            <p:spPr bwMode="auto">
              <a:xfrm>
                <a:off x="3249" y="1226"/>
                <a:ext cx="5" cy="9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0" y="3"/>
                      <a:pt x="0" y="1"/>
                      <a:pt x="0" y="0"/>
                    </a:cubicBezTo>
                    <a:cubicBezTo>
                      <a:pt x="1" y="1"/>
                      <a:pt x="2" y="2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1" name="Freeform 248"/>
              <p:cNvSpPr/>
              <p:nvPr/>
            </p:nvSpPr>
            <p:spPr bwMode="auto">
              <a:xfrm>
                <a:off x="2468" y="1240"/>
                <a:ext cx="5" cy="7"/>
              </a:xfrm>
              <a:custGeom>
                <a:avLst/>
                <a:gdLst>
                  <a:gd name="T0" fmla="*/ 2 w 2"/>
                  <a:gd name="T1" fmla="*/ 0 h 3"/>
                  <a:gd name="T2" fmla="*/ 0 w 2"/>
                  <a:gd name="T3" fmla="*/ 3 h 3"/>
                  <a:gd name="T4" fmla="*/ 2 w 2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1"/>
                      <a:pt x="2" y="3"/>
                      <a:pt x="0" y="3"/>
                    </a:cubicBezTo>
                    <a:cubicBezTo>
                      <a:pt x="0" y="2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2" name="Freeform 249"/>
              <p:cNvSpPr/>
              <p:nvPr/>
            </p:nvSpPr>
            <p:spPr bwMode="auto">
              <a:xfrm>
                <a:off x="3256" y="1242"/>
                <a:ext cx="5" cy="10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1" y="2"/>
                      <a:pt x="0" y="0"/>
                    </a:cubicBezTo>
                    <a:cubicBezTo>
                      <a:pt x="2" y="1"/>
                      <a:pt x="2" y="3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3" name="Freeform 250"/>
              <p:cNvSpPr/>
              <p:nvPr/>
            </p:nvSpPr>
            <p:spPr bwMode="auto">
              <a:xfrm>
                <a:off x="2872" y="2264"/>
                <a:ext cx="9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2"/>
                    </a:cubicBezTo>
                    <a:cubicBezTo>
                      <a:pt x="3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4" name="Freeform 251"/>
              <p:cNvSpPr/>
              <p:nvPr/>
            </p:nvSpPr>
            <p:spPr bwMode="auto">
              <a:xfrm>
                <a:off x="2776" y="2236"/>
                <a:ext cx="5" cy="9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2" y="2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5" name="Freeform 252"/>
              <p:cNvSpPr/>
              <p:nvPr/>
            </p:nvSpPr>
            <p:spPr bwMode="auto">
              <a:xfrm>
                <a:off x="3142" y="2231"/>
                <a:ext cx="5" cy="10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2"/>
                      <a:pt x="1" y="1"/>
                      <a:pt x="2" y="0"/>
                    </a:cubicBezTo>
                    <a:cubicBezTo>
                      <a:pt x="2" y="2"/>
                      <a:pt x="2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6" name="Freeform 253"/>
              <p:cNvSpPr/>
              <p:nvPr/>
            </p:nvSpPr>
            <p:spPr bwMode="auto">
              <a:xfrm>
                <a:off x="3142" y="2195"/>
                <a:ext cx="5" cy="10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1" y="1"/>
                      <a:pt x="0" y="0"/>
                    </a:cubicBezTo>
                    <a:cubicBezTo>
                      <a:pt x="2" y="1"/>
                      <a:pt x="2" y="2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7" name="Freeform 254"/>
              <p:cNvSpPr/>
              <p:nvPr/>
            </p:nvSpPr>
            <p:spPr bwMode="auto">
              <a:xfrm>
                <a:off x="3285" y="1300"/>
                <a:ext cx="5" cy="7"/>
              </a:xfrm>
              <a:custGeom>
                <a:avLst/>
                <a:gdLst>
                  <a:gd name="T0" fmla="*/ 2 w 2"/>
                  <a:gd name="T1" fmla="*/ 3 h 3"/>
                  <a:gd name="T2" fmla="*/ 0 w 2"/>
                  <a:gd name="T3" fmla="*/ 0 h 3"/>
                  <a:gd name="T4" fmla="*/ 2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3"/>
                    </a:moveTo>
                    <a:cubicBezTo>
                      <a:pt x="0" y="3"/>
                      <a:pt x="0" y="1"/>
                      <a:pt x="0" y="0"/>
                    </a:cubicBezTo>
                    <a:cubicBezTo>
                      <a:pt x="2" y="0"/>
                      <a:pt x="2" y="2"/>
                      <a:pt x="2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8" name="Freeform 255"/>
              <p:cNvSpPr/>
              <p:nvPr/>
            </p:nvSpPr>
            <p:spPr bwMode="auto">
              <a:xfrm>
                <a:off x="3139" y="2186"/>
                <a:ext cx="3" cy="9"/>
              </a:xfrm>
              <a:custGeom>
                <a:avLst/>
                <a:gdLst>
                  <a:gd name="T0" fmla="*/ 1 w 1"/>
                  <a:gd name="T1" fmla="*/ 4 h 4"/>
                  <a:gd name="T2" fmla="*/ 0 w 1"/>
                  <a:gd name="T3" fmla="*/ 0 h 4"/>
                  <a:gd name="T4" fmla="*/ 1 w 1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">
                    <a:moveTo>
                      <a:pt x="1" y="4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1" y="1"/>
                      <a:pt x="1" y="2"/>
                      <a:pt x="1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69" name="Freeform 256"/>
              <p:cNvSpPr/>
              <p:nvPr/>
            </p:nvSpPr>
            <p:spPr bwMode="auto">
              <a:xfrm>
                <a:off x="2771" y="2186"/>
                <a:ext cx="5" cy="9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2"/>
                      <a:pt x="2" y="3"/>
                      <a:pt x="0" y="4"/>
                    </a:cubicBezTo>
                    <a:cubicBezTo>
                      <a:pt x="0" y="2"/>
                      <a:pt x="0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0" name="Freeform 257"/>
              <p:cNvSpPr/>
              <p:nvPr/>
            </p:nvSpPr>
            <p:spPr bwMode="auto">
              <a:xfrm>
                <a:off x="3290" y="1307"/>
                <a:ext cx="5" cy="9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1" y="1"/>
                      <a:pt x="2" y="3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1" name="Freeform 258"/>
              <p:cNvSpPr/>
              <p:nvPr/>
            </p:nvSpPr>
            <p:spPr bwMode="auto">
              <a:xfrm>
                <a:off x="3292" y="1321"/>
                <a:ext cx="7" cy="10"/>
              </a:xfrm>
              <a:custGeom>
                <a:avLst/>
                <a:gdLst>
                  <a:gd name="T0" fmla="*/ 3 w 3"/>
                  <a:gd name="T1" fmla="*/ 4 h 4"/>
                  <a:gd name="T2" fmla="*/ 1 w 3"/>
                  <a:gd name="T3" fmla="*/ 4 h 4"/>
                  <a:gd name="T4" fmla="*/ 0 w 3"/>
                  <a:gd name="T5" fmla="*/ 3 h 4"/>
                  <a:gd name="T6" fmla="*/ 1 w 3"/>
                  <a:gd name="T7" fmla="*/ 2 h 4"/>
                  <a:gd name="T8" fmla="*/ 1 w 3"/>
                  <a:gd name="T9" fmla="*/ 0 h 4"/>
                  <a:gd name="T10" fmla="*/ 3 w 3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1"/>
                      <a:pt x="3" y="2"/>
                      <a:pt x="3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2" name="Freeform 259"/>
              <p:cNvSpPr/>
              <p:nvPr/>
            </p:nvSpPr>
            <p:spPr bwMode="auto">
              <a:xfrm>
                <a:off x="2795" y="2167"/>
                <a:ext cx="10" cy="4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1" y="2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3" name="Freeform 260"/>
              <p:cNvSpPr/>
              <p:nvPr/>
            </p:nvSpPr>
            <p:spPr bwMode="auto">
              <a:xfrm>
                <a:off x="3309" y="1412"/>
                <a:ext cx="7" cy="4"/>
              </a:xfrm>
              <a:custGeom>
                <a:avLst/>
                <a:gdLst>
                  <a:gd name="T0" fmla="*/ 0 w 3"/>
                  <a:gd name="T1" fmla="*/ 2 h 2"/>
                  <a:gd name="T2" fmla="*/ 3 w 3"/>
                  <a:gd name="T3" fmla="*/ 0 h 2"/>
                  <a:gd name="T4" fmla="*/ 0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cubicBezTo>
                      <a:pt x="0" y="1"/>
                      <a:pt x="2" y="1"/>
                      <a:pt x="3" y="0"/>
                    </a:cubicBezTo>
                    <a:cubicBezTo>
                      <a:pt x="3" y="2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4" name="Freeform 261"/>
              <p:cNvSpPr/>
              <p:nvPr/>
            </p:nvSpPr>
            <p:spPr bwMode="auto">
              <a:xfrm>
                <a:off x="3299" y="1416"/>
                <a:ext cx="10" cy="5"/>
              </a:xfrm>
              <a:custGeom>
                <a:avLst/>
                <a:gdLst>
                  <a:gd name="T0" fmla="*/ 0 w 4"/>
                  <a:gd name="T1" fmla="*/ 2 h 2"/>
                  <a:gd name="T2" fmla="*/ 4 w 4"/>
                  <a:gd name="T3" fmla="*/ 0 h 2"/>
                  <a:gd name="T4" fmla="*/ 4 w 4"/>
                  <a:gd name="T5" fmla="*/ 2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1"/>
                      <a:pt x="2" y="0"/>
                      <a:pt x="4" y="0"/>
                    </a:cubicBezTo>
                    <a:cubicBezTo>
                      <a:pt x="4" y="1"/>
                      <a:pt x="4" y="2"/>
                      <a:pt x="4" y="2"/>
                    </a:cubicBezTo>
                    <a:cubicBezTo>
                      <a:pt x="2" y="2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5" name="Freeform 262"/>
              <p:cNvSpPr/>
              <p:nvPr/>
            </p:nvSpPr>
            <p:spPr bwMode="auto">
              <a:xfrm>
                <a:off x="3029" y="2141"/>
                <a:ext cx="3" cy="9"/>
              </a:xfrm>
              <a:custGeom>
                <a:avLst/>
                <a:gdLst>
                  <a:gd name="T0" fmla="*/ 0 w 1"/>
                  <a:gd name="T1" fmla="*/ 4 h 4"/>
                  <a:gd name="T2" fmla="*/ 0 w 1"/>
                  <a:gd name="T3" fmla="*/ 0 h 4"/>
                  <a:gd name="T4" fmla="*/ 0 w 1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1" y="1"/>
                      <a:pt x="1" y="2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6" name="Freeform 263"/>
              <p:cNvSpPr/>
              <p:nvPr/>
            </p:nvSpPr>
            <p:spPr bwMode="auto">
              <a:xfrm>
                <a:off x="3314" y="1471"/>
                <a:ext cx="2" cy="10"/>
              </a:xfrm>
              <a:custGeom>
                <a:avLst/>
                <a:gdLst>
                  <a:gd name="T0" fmla="*/ 0 w 1"/>
                  <a:gd name="T1" fmla="*/ 4 h 4"/>
                  <a:gd name="T2" fmla="*/ 1 w 1"/>
                  <a:gd name="T3" fmla="*/ 0 h 4"/>
                  <a:gd name="T4" fmla="*/ 0 w 1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1" y="2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7" name="Freeform 264"/>
              <p:cNvSpPr/>
              <p:nvPr/>
            </p:nvSpPr>
            <p:spPr bwMode="auto">
              <a:xfrm>
                <a:off x="2900" y="2126"/>
                <a:ext cx="5" cy="10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2"/>
                      <a:pt x="1" y="3"/>
                      <a:pt x="0" y="4"/>
                    </a:cubicBezTo>
                    <a:cubicBezTo>
                      <a:pt x="0" y="2"/>
                      <a:pt x="0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8" name="Freeform 265"/>
              <p:cNvSpPr/>
              <p:nvPr/>
            </p:nvSpPr>
            <p:spPr bwMode="auto">
              <a:xfrm>
                <a:off x="3295" y="1540"/>
                <a:ext cx="4" cy="10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2"/>
                      <a:pt x="0" y="1"/>
                      <a:pt x="2" y="0"/>
                    </a:cubicBezTo>
                    <a:cubicBezTo>
                      <a:pt x="2" y="2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79" name="Freeform 266"/>
              <p:cNvSpPr/>
              <p:nvPr/>
            </p:nvSpPr>
            <p:spPr bwMode="auto">
              <a:xfrm>
                <a:off x="3290" y="1550"/>
                <a:ext cx="5" cy="9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2"/>
                      <a:pt x="0" y="1"/>
                      <a:pt x="2" y="0"/>
                    </a:cubicBezTo>
                    <a:cubicBezTo>
                      <a:pt x="2" y="2"/>
                      <a:pt x="2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0" name="Freeform 267"/>
              <p:cNvSpPr/>
              <p:nvPr/>
            </p:nvSpPr>
            <p:spPr bwMode="auto">
              <a:xfrm>
                <a:off x="2905" y="2112"/>
                <a:ext cx="5" cy="9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2"/>
                      <a:pt x="1" y="3"/>
                      <a:pt x="0" y="4"/>
                    </a:cubicBezTo>
                    <a:cubicBezTo>
                      <a:pt x="0" y="3"/>
                      <a:pt x="0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1" name="Freeform 268"/>
              <p:cNvSpPr/>
              <p:nvPr/>
            </p:nvSpPr>
            <p:spPr bwMode="auto">
              <a:xfrm>
                <a:off x="3285" y="1564"/>
                <a:ext cx="5" cy="10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2"/>
                      <a:pt x="0" y="1"/>
                      <a:pt x="2" y="0"/>
                    </a:cubicBezTo>
                    <a:cubicBezTo>
                      <a:pt x="2" y="1"/>
                      <a:pt x="2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2" name="Freeform 269"/>
              <p:cNvSpPr/>
              <p:nvPr/>
            </p:nvSpPr>
            <p:spPr bwMode="auto">
              <a:xfrm>
                <a:off x="3280" y="1574"/>
                <a:ext cx="5" cy="9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2"/>
                      <a:pt x="0" y="1"/>
                      <a:pt x="2" y="0"/>
                    </a:cubicBezTo>
                    <a:cubicBezTo>
                      <a:pt x="2" y="1"/>
                      <a:pt x="2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3" name="Freeform 270"/>
              <p:cNvSpPr/>
              <p:nvPr/>
            </p:nvSpPr>
            <p:spPr bwMode="auto">
              <a:xfrm>
                <a:off x="3276" y="1583"/>
                <a:ext cx="4" cy="7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0" y="2"/>
                      <a:pt x="1" y="0"/>
                      <a:pt x="2" y="0"/>
                    </a:cubicBezTo>
                    <a:cubicBezTo>
                      <a:pt x="2" y="1"/>
                      <a:pt x="2" y="3"/>
                      <a:pt x="0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4" name="Freeform 271"/>
              <p:cNvSpPr/>
              <p:nvPr/>
            </p:nvSpPr>
            <p:spPr bwMode="auto">
              <a:xfrm>
                <a:off x="2456" y="1595"/>
                <a:ext cx="5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2" y="3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5" name="Freeform 272"/>
              <p:cNvSpPr/>
              <p:nvPr/>
            </p:nvSpPr>
            <p:spPr bwMode="auto">
              <a:xfrm>
                <a:off x="3271" y="1595"/>
                <a:ext cx="5" cy="10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2" y="2"/>
                      <a:pt x="2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6" name="Freeform 273"/>
              <p:cNvSpPr/>
              <p:nvPr/>
            </p:nvSpPr>
            <p:spPr bwMode="auto">
              <a:xfrm>
                <a:off x="2922" y="2036"/>
                <a:ext cx="5" cy="9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3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7" name="Freeform 274"/>
              <p:cNvSpPr/>
              <p:nvPr/>
            </p:nvSpPr>
            <p:spPr bwMode="auto">
              <a:xfrm>
                <a:off x="2461" y="1605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1 w 1"/>
                  <a:gd name="T3" fmla="*/ 4 h 4"/>
                  <a:gd name="T4" fmla="*/ 0 w 1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1" y="1"/>
                      <a:pt x="1" y="2"/>
                      <a:pt x="1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8" name="Freeform 275"/>
              <p:cNvSpPr/>
              <p:nvPr/>
            </p:nvSpPr>
            <p:spPr bwMode="auto">
              <a:xfrm>
                <a:off x="2927" y="2017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2"/>
                      <a:pt x="2" y="3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89" name="Freeform 276"/>
              <p:cNvSpPr/>
              <p:nvPr/>
            </p:nvSpPr>
            <p:spPr bwMode="auto">
              <a:xfrm>
                <a:off x="2982" y="1998"/>
                <a:ext cx="4" cy="11"/>
              </a:xfrm>
              <a:custGeom>
                <a:avLst/>
                <a:gdLst>
                  <a:gd name="T0" fmla="*/ 2 w 2"/>
                  <a:gd name="T1" fmla="*/ 5 h 5"/>
                  <a:gd name="T2" fmla="*/ 0 w 2"/>
                  <a:gd name="T3" fmla="*/ 0 h 5"/>
                  <a:gd name="T4" fmla="*/ 2 w 2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cubicBezTo>
                      <a:pt x="1" y="3"/>
                      <a:pt x="0" y="2"/>
                      <a:pt x="0" y="0"/>
                    </a:cubicBezTo>
                    <a:cubicBezTo>
                      <a:pt x="2" y="1"/>
                      <a:pt x="2" y="3"/>
                      <a:pt x="2" y="5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0" name="Freeform 277"/>
              <p:cNvSpPr/>
              <p:nvPr/>
            </p:nvSpPr>
            <p:spPr bwMode="auto">
              <a:xfrm>
                <a:off x="2468" y="1633"/>
                <a:ext cx="5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2" y="0"/>
                      <a:pt x="2" y="2"/>
                      <a:pt x="2" y="4"/>
                    </a:cubicBezTo>
                    <a:cubicBezTo>
                      <a:pt x="1" y="3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1" name="Freeform 278"/>
              <p:cNvSpPr/>
              <p:nvPr/>
            </p:nvSpPr>
            <p:spPr bwMode="auto">
              <a:xfrm>
                <a:off x="2473" y="1640"/>
                <a:ext cx="4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2" y="1"/>
                      <a:pt x="2" y="3"/>
                      <a:pt x="2" y="4"/>
                    </a:cubicBezTo>
                    <a:cubicBezTo>
                      <a:pt x="1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2" name="Freeform 279"/>
              <p:cNvSpPr/>
              <p:nvPr/>
            </p:nvSpPr>
            <p:spPr bwMode="auto">
              <a:xfrm>
                <a:off x="3240" y="1645"/>
                <a:ext cx="4" cy="10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3"/>
                      <a:pt x="0" y="1"/>
                      <a:pt x="2" y="0"/>
                    </a:cubicBezTo>
                    <a:cubicBezTo>
                      <a:pt x="2" y="2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3" name="Freeform 280"/>
              <p:cNvSpPr/>
              <p:nvPr/>
            </p:nvSpPr>
            <p:spPr bwMode="auto">
              <a:xfrm>
                <a:off x="2477" y="1650"/>
                <a:ext cx="5" cy="9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2" y="1"/>
                      <a:pt x="2" y="3"/>
                      <a:pt x="2" y="4"/>
                    </a:cubicBezTo>
                    <a:cubicBezTo>
                      <a:pt x="1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4" name="Freeform 281"/>
              <p:cNvSpPr/>
              <p:nvPr/>
            </p:nvSpPr>
            <p:spPr bwMode="auto">
              <a:xfrm>
                <a:off x="2482" y="1659"/>
                <a:ext cx="5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2" y="1"/>
                      <a:pt x="2" y="2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5" name="Freeform 282"/>
              <p:cNvSpPr/>
              <p:nvPr/>
            </p:nvSpPr>
            <p:spPr bwMode="auto">
              <a:xfrm>
                <a:off x="2487" y="1669"/>
                <a:ext cx="5" cy="9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2" y="1"/>
                      <a:pt x="2" y="2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6" name="Freeform 283"/>
              <p:cNvSpPr/>
              <p:nvPr/>
            </p:nvSpPr>
            <p:spPr bwMode="auto">
              <a:xfrm>
                <a:off x="3125" y="1938"/>
                <a:ext cx="10" cy="5"/>
              </a:xfrm>
              <a:custGeom>
                <a:avLst/>
                <a:gdLst>
                  <a:gd name="T0" fmla="*/ 0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1"/>
                      <a:pt x="2" y="0"/>
                      <a:pt x="4" y="0"/>
                    </a:cubicBezTo>
                    <a:cubicBezTo>
                      <a:pt x="3" y="2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7" name="Freeform 284"/>
              <p:cNvSpPr/>
              <p:nvPr/>
            </p:nvSpPr>
            <p:spPr bwMode="auto">
              <a:xfrm>
                <a:off x="3135" y="1933"/>
                <a:ext cx="7" cy="5"/>
              </a:xfrm>
              <a:custGeom>
                <a:avLst/>
                <a:gdLst>
                  <a:gd name="T0" fmla="*/ 0 w 3"/>
                  <a:gd name="T1" fmla="*/ 2 h 2"/>
                  <a:gd name="T2" fmla="*/ 3 w 3"/>
                  <a:gd name="T3" fmla="*/ 0 h 2"/>
                  <a:gd name="T4" fmla="*/ 0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3" y="2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8" name="Freeform 285"/>
              <p:cNvSpPr/>
              <p:nvPr/>
            </p:nvSpPr>
            <p:spPr bwMode="auto">
              <a:xfrm>
                <a:off x="2790" y="1933"/>
                <a:ext cx="10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1" y="0"/>
                      <a:pt x="3" y="1"/>
                      <a:pt x="4" y="2"/>
                    </a:cubicBezTo>
                    <a:cubicBezTo>
                      <a:pt x="2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599" name="Freeform 286"/>
              <p:cNvSpPr/>
              <p:nvPr/>
            </p:nvSpPr>
            <p:spPr bwMode="auto">
              <a:xfrm>
                <a:off x="2776" y="1929"/>
                <a:ext cx="10" cy="4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1"/>
                      <a:pt x="3" y="1"/>
                      <a:pt x="4" y="2"/>
                    </a:cubicBezTo>
                    <a:cubicBezTo>
                      <a:pt x="2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0" name="Freeform 287"/>
              <p:cNvSpPr/>
              <p:nvPr/>
            </p:nvSpPr>
            <p:spPr bwMode="auto">
              <a:xfrm>
                <a:off x="2767" y="1926"/>
                <a:ext cx="9" cy="3"/>
              </a:xfrm>
              <a:custGeom>
                <a:avLst/>
                <a:gdLst>
                  <a:gd name="T0" fmla="*/ 0 w 4"/>
                  <a:gd name="T1" fmla="*/ 0 h 1"/>
                  <a:gd name="T2" fmla="*/ 4 w 4"/>
                  <a:gd name="T3" fmla="*/ 1 h 1"/>
                  <a:gd name="T4" fmla="*/ 0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1" name="Freeform 288"/>
              <p:cNvSpPr/>
              <p:nvPr/>
            </p:nvSpPr>
            <p:spPr bwMode="auto">
              <a:xfrm>
                <a:off x="3161" y="1921"/>
                <a:ext cx="9" cy="5"/>
              </a:xfrm>
              <a:custGeom>
                <a:avLst/>
                <a:gdLst>
                  <a:gd name="T0" fmla="*/ 0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3" y="1"/>
                      <a:pt x="2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2" name="Freeform 289"/>
              <p:cNvSpPr/>
              <p:nvPr/>
            </p:nvSpPr>
            <p:spPr bwMode="auto">
              <a:xfrm>
                <a:off x="2757" y="1921"/>
                <a:ext cx="10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2"/>
                    </a:cubicBezTo>
                    <a:cubicBezTo>
                      <a:pt x="3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3" name="Freeform 290"/>
              <p:cNvSpPr/>
              <p:nvPr/>
            </p:nvSpPr>
            <p:spPr bwMode="auto">
              <a:xfrm>
                <a:off x="3190" y="1907"/>
                <a:ext cx="9" cy="5"/>
              </a:xfrm>
              <a:custGeom>
                <a:avLst/>
                <a:gdLst>
                  <a:gd name="T0" fmla="*/ 0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3" y="1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4" name="Freeform 291"/>
              <p:cNvSpPr/>
              <p:nvPr/>
            </p:nvSpPr>
            <p:spPr bwMode="auto">
              <a:xfrm>
                <a:off x="3201" y="1902"/>
                <a:ext cx="10" cy="5"/>
              </a:xfrm>
              <a:custGeom>
                <a:avLst/>
                <a:gdLst>
                  <a:gd name="T0" fmla="*/ 0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0"/>
                      <a:pt x="3" y="0"/>
                      <a:pt x="4" y="0"/>
                    </a:cubicBezTo>
                    <a:cubicBezTo>
                      <a:pt x="3" y="2"/>
                      <a:pt x="2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5" name="Freeform 292"/>
              <p:cNvSpPr/>
              <p:nvPr/>
            </p:nvSpPr>
            <p:spPr bwMode="auto">
              <a:xfrm>
                <a:off x="2716" y="1902"/>
                <a:ext cx="10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2"/>
                    </a:cubicBezTo>
                    <a:cubicBezTo>
                      <a:pt x="2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6" name="Freeform 293"/>
              <p:cNvSpPr/>
              <p:nvPr/>
            </p:nvSpPr>
            <p:spPr bwMode="auto">
              <a:xfrm>
                <a:off x="3211" y="1898"/>
                <a:ext cx="10" cy="4"/>
              </a:xfrm>
              <a:custGeom>
                <a:avLst/>
                <a:gdLst>
                  <a:gd name="T0" fmla="*/ 0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0"/>
                      <a:pt x="3" y="0"/>
                      <a:pt x="4" y="0"/>
                    </a:cubicBezTo>
                    <a:cubicBezTo>
                      <a:pt x="3" y="2"/>
                      <a:pt x="2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7" name="Freeform 294"/>
              <p:cNvSpPr/>
              <p:nvPr/>
            </p:nvSpPr>
            <p:spPr bwMode="auto">
              <a:xfrm>
                <a:off x="2702" y="1898"/>
                <a:ext cx="10" cy="4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2"/>
                    </a:cubicBezTo>
                    <a:cubicBezTo>
                      <a:pt x="3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8" name="Freeform 295"/>
              <p:cNvSpPr/>
              <p:nvPr/>
            </p:nvSpPr>
            <p:spPr bwMode="auto">
              <a:xfrm>
                <a:off x="2688" y="1888"/>
                <a:ext cx="9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1"/>
                      <a:pt x="4" y="2"/>
                    </a:cubicBezTo>
                    <a:cubicBezTo>
                      <a:pt x="3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09" name="Freeform 296"/>
              <p:cNvSpPr/>
              <p:nvPr/>
            </p:nvSpPr>
            <p:spPr bwMode="auto">
              <a:xfrm>
                <a:off x="2666" y="1874"/>
                <a:ext cx="10" cy="4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1" y="0"/>
                      <a:pt x="3" y="1"/>
                      <a:pt x="4" y="2"/>
                    </a:cubicBezTo>
                    <a:cubicBezTo>
                      <a:pt x="2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0" name="Freeform 297"/>
              <p:cNvSpPr/>
              <p:nvPr/>
            </p:nvSpPr>
            <p:spPr bwMode="auto">
              <a:xfrm>
                <a:off x="2652" y="1867"/>
                <a:ext cx="9" cy="4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1" name="Freeform 298"/>
              <p:cNvSpPr/>
              <p:nvPr/>
            </p:nvSpPr>
            <p:spPr bwMode="auto">
              <a:xfrm>
                <a:off x="2633" y="1852"/>
                <a:ext cx="9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2" y="0"/>
                      <a:pt x="3" y="0"/>
                      <a:pt x="4" y="2"/>
                    </a:cubicBezTo>
                    <a:cubicBezTo>
                      <a:pt x="3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2" name="Freeform 299"/>
              <p:cNvSpPr/>
              <p:nvPr/>
            </p:nvSpPr>
            <p:spPr bwMode="auto">
              <a:xfrm>
                <a:off x="2628" y="1843"/>
                <a:ext cx="7" cy="9"/>
              </a:xfrm>
              <a:custGeom>
                <a:avLst/>
                <a:gdLst>
                  <a:gd name="T0" fmla="*/ 0 w 3"/>
                  <a:gd name="T1" fmla="*/ 0 h 4"/>
                  <a:gd name="T2" fmla="*/ 3 w 3"/>
                  <a:gd name="T3" fmla="*/ 4 h 4"/>
                  <a:gd name="T4" fmla="*/ 0 w 3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2" y="1"/>
                      <a:pt x="2" y="2"/>
                      <a:pt x="3" y="4"/>
                    </a:cubicBezTo>
                    <a:cubicBezTo>
                      <a:pt x="1" y="3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3" name="Freeform 300"/>
              <p:cNvSpPr/>
              <p:nvPr/>
            </p:nvSpPr>
            <p:spPr bwMode="auto">
              <a:xfrm>
                <a:off x="2621" y="1838"/>
                <a:ext cx="7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1" y="0"/>
                      <a:pt x="3" y="0"/>
                      <a:pt x="3" y="2"/>
                    </a:cubicBezTo>
                    <a:cubicBezTo>
                      <a:pt x="2" y="2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4" name="Freeform 301"/>
              <p:cNvSpPr/>
              <p:nvPr/>
            </p:nvSpPr>
            <p:spPr bwMode="auto">
              <a:xfrm>
                <a:off x="3235" y="1833"/>
                <a:ext cx="5" cy="10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1" y="1"/>
                      <a:pt x="2" y="3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5" name="Freeform 302"/>
              <p:cNvSpPr/>
              <p:nvPr/>
            </p:nvSpPr>
            <p:spPr bwMode="auto">
              <a:xfrm>
                <a:off x="3180" y="1833"/>
                <a:ext cx="10" cy="5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1" y="2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6" name="Freeform 303"/>
              <p:cNvSpPr/>
              <p:nvPr/>
            </p:nvSpPr>
            <p:spPr bwMode="auto">
              <a:xfrm>
                <a:off x="2611" y="1833"/>
                <a:ext cx="10" cy="5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1" y="0"/>
                      <a:pt x="3" y="1"/>
                      <a:pt x="4" y="2"/>
                    </a:cubicBezTo>
                    <a:cubicBezTo>
                      <a:pt x="2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7" name="Freeform 304"/>
              <p:cNvSpPr/>
              <p:nvPr/>
            </p:nvSpPr>
            <p:spPr bwMode="auto">
              <a:xfrm>
                <a:off x="3166" y="1819"/>
                <a:ext cx="4" cy="9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2" y="1"/>
                      <a:pt x="2" y="3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8" name="Freeform 305"/>
              <p:cNvSpPr/>
              <p:nvPr/>
            </p:nvSpPr>
            <p:spPr bwMode="auto">
              <a:xfrm>
                <a:off x="3158" y="1812"/>
                <a:ext cx="8" cy="7"/>
              </a:xfrm>
              <a:custGeom>
                <a:avLst/>
                <a:gdLst>
                  <a:gd name="T0" fmla="*/ 3 w 3"/>
                  <a:gd name="T1" fmla="*/ 3 h 3"/>
                  <a:gd name="T2" fmla="*/ 1 w 3"/>
                  <a:gd name="T3" fmla="*/ 3 h 3"/>
                  <a:gd name="T4" fmla="*/ 0 w 3"/>
                  <a:gd name="T5" fmla="*/ 0 h 3"/>
                  <a:gd name="T6" fmla="*/ 1 w 3"/>
                  <a:gd name="T7" fmla="*/ 0 h 3"/>
                  <a:gd name="T8" fmla="*/ 3 w 3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3" y="3"/>
                      <a:pt x="2" y="3"/>
                      <a:pt x="1" y="3"/>
                    </a:cubicBezTo>
                    <a:cubicBezTo>
                      <a:pt x="0" y="3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0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19" name="Freeform 306"/>
              <p:cNvSpPr/>
              <p:nvPr/>
            </p:nvSpPr>
            <p:spPr bwMode="auto">
              <a:xfrm>
                <a:off x="3154" y="1802"/>
                <a:ext cx="7" cy="10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4 h 4"/>
                  <a:gd name="T4" fmla="*/ 3 w 3"/>
                  <a:gd name="T5" fmla="*/ 4 h 4"/>
                  <a:gd name="T6" fmla="*/ 1 w 3"/>
                  <a:gd name="T7" fmla="*/ 1 h 4"/>
                  <a:gd name="T8" fmla="*/ 1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3" y="1"/>
                      <a:pt x="3" y="2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0" name="Freeform 307"/>
              <p:cNvSpPr/>
              <p:nvPr/>
            </p:nvSpPr>
            <p:spPr bwMode="auto">
              <a:xfrm>
                <a:off x="3149" y="1793"/>
                <a:ext cx="7" cy="9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4 h 4"/>
                  <a:gd name="T4" fmla="*/ 3 w 3"/>
                  <a:gd name="T5" fmla="*/ 4 h 4"/>
                  <a:gd name="T6" fmla="*/ 1 w 3"/>
                  <a:gd name="T7" fmla="*/ 1 h 4"/>
                  <a:gd name="T8" fmla="*/ 1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3" y="1"/>
                      <a:pt x="3" y="2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4"/>
                      <a:pt x="0" y="3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1" name="Freeform 308"/>
              <p:cNvSpPr/>
              <p:nvPr/>
            </p:nvSpPr>
            <p:spPr bwMode="auto">
              <a:xfrm>
                <a:off x="2697" y="978"/>
                <a:ext cx="10" cy="5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4 w 4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2" y="2"/>
                      <a:pt x="0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2" name="Freeform 309"/>
              <p:cNvSpPr/>
              <p:nvPr/>
            </p:nvSpPr>
            <p:spPr bwMode="auto">
              <a:xfrm>
                <a:off x="2762" y="983"/>
                <a:ext cx="5" cy="9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0" y="2"/>
                      <a:pt x="0" y="0"/>
                    </a:cubicBezTo>
                    <a:cubicBezTo>
                      <a:pt x="2" y="1"/>
                      <a:pt x="2" y="2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3" name="Freeform 310"/>
              <p:cNvSpPr/>
              <p:nvPr/>
            </p:nvSpPr>
            <p:spPr bwMode="auto">
              <a:xfrm>
                <a:off x="3144" y="1783"/>
                <a:ext cx="7" cy="10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4 h 4"/>
                  <a:gd name="T4" fmla="*/ 3 w 3"/>
                  <a:gd name="T5" fmla="*/ 4 h 4"/>
                  <a:gd name="T6" fmla="*/ 1 w 3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3" y="1"/>
                      <a:pt x="3" y="2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0" y="4"/>
                      <a:pt x="0" y="2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4" name="Freeform 311"/>
              <p:cNvSpPr/>
              <p:nvPr/>
            </p:nvSpPr>
            <p:spPr bwMode="auto">
              <a:xfrm>
                <a:off x="2561" y="1778"/>
                <a:ext cx="5" cy="10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3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5" name="Freeform 312"/>
              <p:cNvSpPr/>
              <p:nvPr/>
            </p:nvSpPr>
            <p:spPr bwMode="auto">
              <a:xfrm>
                <a:off x="2681" y="992"/>
                <a:ext cx="7" cy="5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3" y="1"/>
                      <a:pt x="1" y="2"/>
                      <a:pt x="0" y="2"/>
                    </a:cubicBezTo>
                    <a:cubicBezTo>
                      <a:pt x="0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6" name="Freeform 313"/>
              <p:cNvSpPr/>
              <p:nvPr/>
            </p:nvSpPr>
            <p:spPr bwMode="auto">
              <a:xfrm>
                <a:off x="2552" y="1764"/>
                <a:ext cx="4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2" y="3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7" name="Freeform 314"/>
              <p:cNvSpPr/>
              <p:nvPr/>
            </p:nvSpPr>
            <p:spPr bwMode="auto">
              <a:xfrm>
                <a:off x="3130" y="1759"/>
                <a:ext cx="9" cy="10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4 h 4"/>
                  <a:gd name="T4" fmla="*/ 3 w 4"/>
                  <a:gd name="T5" fmla="*/ 4 h 4"/>
                  <a:gd name="T6" fmla="*/ 1 w 4"/>
                  <a:gd name="T7" fmla="*/ 1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3" y="1"/>
                      <a:pt x="4" y="3"/>
                      <a:pt x="4" y="4"/>
                    </a:cubicBezTo>
                    <a:cubicBezTo>
                      <a:pt x="4" y="4"/>
                      <a:pt x="3" y="4"/>
                      <a:pt x="3" y="4"/>
                    </a:cubicBezTo>
                    <a:cubicBezTo>
                      <a:pt x="1" y="4"/>
                      <a:pt x="0" y="3"/>
                      <a:pt x="1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8" name="Freeform 315"/>
              <p:cNvSpPr/>
              <p:nvPr/>
            </p:nvSpPr>
            <p:spPr bwMode="auto">
              <a:xfrm>
                <a:off x="2767" y="1014"/>
                <a:ext cx="4" cy="9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  <a:gd name="T4" fmla="*/ 0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0" y="3"/>
                      <a:pt x="0" y="1"/>
                      <a:pt x="2" y="0"/>
                    </a:cubicBezTo>
                    <a:cubicBezTo>
                      <a:pt x="2" y="2"/>
                      <a:pt x="2" y="3"/>
                      <a:pt x="0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29" name="Freeform 316"/>
              <p:cNvSpPr/>
              <p:nvPr/>
            </p:nvSpPr>
            <p:spPr bwMode="auto">
              <a:xfrm>
                <a:off x="3127" y="1743"/>
                <a:ext cx="8" cy="9"/>
              </a:xfrm>
              <a:custGeom>
                <a:avLst/>
                <a:gdLst>
                  <a:gd name="T0" fmla="*/ 1 w 3"/>
                  <a:gd name="T1" fmla="*/ 0 h 4"/>
                  <a:gd name="T2" fmla="*/ 1 w 3"/>
                  <a:gd name="T3" fmla="*/ 4 h 4"/>
                  <a:gd name="T4" fmla="*/ 1 w 3"/>
                  <a:gd name="T5" fmla="*/ 3 h 4"/>
                  <a:gd name="T6" fmla="*/ 1 w 3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3" y="1"/>
                      <a:pt x="3" y="2"/>
                      <a:pt x="1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0" name="Freeform 317"/>
              <p:cNvSpPr/>
              <p:nvPr/>
            </p:nvSpPr>
            <p:spPr bwMode="auto">
              <a:xfrm>
                <a:off x="2747" y="1038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1 h 2"/>
                  <a:gd name="T4" fmla="*/ 2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1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" y="1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1" name="Freeform 318"/>
              <p:cNvSpPr/>
              <p:nvPr/>
            </p:nvSpPr>
            <p:spPr bwMode="auto">
              <a:xfrm>
                <a:off x="2752" y="1042"/>
                <a:ext cx="5" cy="10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0" y="2"/>
                      <a:pt x="0" y="0"/>
                    </a:cubicBezTo>
                    <a:cubicBezTo>
                      <a:pt x="2" y="1"/>
                      <a:pt x="2" y="2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2" name="Freeform 319"/>
              <p:cNvSpPr/>
              <p:nvPr/>
            </p:nvSpPr>
            <p:spPr bwMode="auto">
              <a:xfrm>
                <a:off x="2757" y="1052"/>
                <a:ext cx="5" cy="9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0" y="1"/>
                      <a:pt x="0" y="0"/>
                    </a:cubicBezTo>
                    <a:cubicBezTo>
                      <a:pt x="2" y="1"/>
                      <a:pt x="2" y="2"/>
                      <a:pt x="2" y="4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3" name="Freeform 320"/>
              <p:cNvSpPr/>
              <p:nvPr/>
            </p:nvSpPr>
            <p:spPr bwMode="auto">
              <a:xfrm>
                <a:off x="2523" y="1728"/>
                <a:ext cx="5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2" y="1"/>
                      <a:pt x="2" y="2"/>
                      <a:pt x="2" y="4"/>
                    </a:cubicBezTo>
                    <a:cubicBezTo>
                      <a:pt x="1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4" name="Freeform 321"/>
              <p:cNvSpPr/>
              <p:nvPr/>
            </p:nvSpPr>
            <p:spPr bwMode="auto">
              <a:xfrm>
                <a:off x="2762" y="1066"/>
                <a:ext cx="5" cy="10"/>
              </a:xfrm>
              <a:custGeom>
                <a:avLst/>
                <a:gdLst>
                  <a:gd name="T0" fmla="*/ 0 w 2"/>
                  <a:gd name="T1" fmla="*/ 2 h 4"/>
                  <a:gd name="T2" fmla="*/ 0 w 2"/>
                  <a:gd name="T3" fmla="*/ 0 h 4"/>
                  <a:gd name="T4" fmla="*/ 2 w 2"/>
                  <a:gd name="T5" fmla="*/ 3 h 4"/>
                  <a:gd name="T6" fmla="*/ 2 w 2"/>
                  <a:gd name="T7" fmla="*/ 3 h 4"/>
                  <a:gd name="T8" fmla="*/ 0 w 2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2" y="0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5" name="Freeform 322"/>
              <p:cNvSpPr/>
              <p:nvPr/>
            </p:nvSpPr>
            <p:spPr bwMode="auto">
              <a:xfrm>
                <a:off x="2511" y="1709"/>
                <a:ext cx="5" cy="10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2" y="3"/>
                      <a:pt x="2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6" name="Freeform 323"/>
              <p:cNvSpPr/>
              <p:nvPr/>
            </p:nvSpPr>
            <p:spPr bwMode="auto">
              <a:xfrm>
                <a:off x="2506" y="1700"/>
                <a:ext cx="5" cy="9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2" y="3"/>
                      <a:pt x="2" y="4"/>
                    </a:cubicBezTo>
                    <a:cubicBezTo>
                      <a:pt x="0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7" name="Freeform 324"/>
              <p:cNvSpPr/>
              <p:nvPr/>
            </p:nvSpPr>
            <p:spPr bwMode="auto">
              <a:xfrm>
                <a:off x="3240" y="1216"/>
                <a:ext cx="4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0" y="1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8" name="Freeform 325"/>
              <p:cNvSpPr/>
              <p:nvPr/>
            </p:nvSpPr>
            <p:spPr bwMode="auto">
              <a:xfrm>
                <a:off x="3244" y="1221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0" y="1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39" name="Freeform 326"/>
              <p:cNvSpPr/>
              <p:nvPr/>
            </p:nvSpPr>
            <p:spPr bwMode="auto">
              <a:xfrm>
                <a:off x="2473" y="1226"/>
                <a:ext cx="4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1" y="1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0" name="Freeform 327"/>
              <p:cNvSpPr/>
              <p:nvPr/>
            </p:nvSpPr>
            <p:spPr bwMode="auto">
              <a:xfrm>
                <a:off x="3254" y="1235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1" name="Freeform 328"/>
              <p:cNvSpPr/>
              <p:nvPr/>
            </p:nvSpPr>
            <p:spPr bwMode="auto">
              <a:xfrm>
                <a:off x="3261" y="1252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1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2" name="Freeform 329"/>
              <p:cNvSpPr/>
              <p:nvPr/>
            </p:nvSpPr>
            <p:spPr bwMode="auto">
              <a:xfrm>
                <a:off x="2463" y="1257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2"/>
                      <a:pt x="0" y="2"/>
                    </a:cubicBezTo>
                    <a:cubicBezTo>
                      <a:pt x="1" y="2"/>
                      <a:pt x="2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3" name="Freeform 330"/>
              <p:cNvSpPr/>
              <p:nvPr/>
            </p:nvSpPr>
            <p:spPr bwMode="auto">
              <a:xfrm>
                <a:off x="3266" y="1262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1"/>
                      <a:pt x="0" y="0"/>
                    </a:cubicBezTo>
                    <a:cubicBezTo>
                      <a:pt x="1" y="1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4" name="Freeform 331"/>
              <p:cNvSpPr/>
              <p:nvPr/>
            </p:nvSpPr>
            <p:spPr bwMode="auto">
              <a:xfrm>
                <a:off x="2461" y="12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0" y="1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5" name="Freeform 332"/>
              <p:cNvSpPr/>
              <p:nvPr/>
            </p:nvSpPr>
            <p:spPr bwMode="auto">
              <a:xfrm>
                <a:off x="2456" y="1285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6" name="Freeform 333"/>
              <p:cNvSpPr/>
              <p:nvPr/>
            </p:nvSpPr>
            <p:spPr bwMode="auto">
              <a:xfrm>
                <a:off x="3276" y="1285"/>
                <a:ext cx="4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1" y="0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647" name="Freeform 334"/>
              <p:cNvSpPr/>
              <p:nvPr/>
            </p:nvSpPr>
            <p:spPr bwMode="auto">
              <a:xfrm>
                <a:off x="3280" y="1290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1" y="0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</p:grpSp>
        <p:grpSp>
          <p:nvGrpSpPr>
            <p:cNvPr id="168" name="Group 536"/>
            <p:cNvGrpSpPr/>
            <p:nvPr/>
          </p:nvGrpSpPr>
          <p:grpSpPr bwMode="auto">
            <a:xfrm>
              <a:off x="2437" y="969"/>
              <a:ext cx="889" cy="1300"/>
              <a:chOff x="2437" y="969"/>
              <a:chExt cx="889" cy="1300"/>
            </a:xfrm>
          </p:grpSpPr>
          <p:sp>
            <p:nvSpPr>
              <p:cNvPr id="248" name="Freeform 336"/>
              <p:cNvSpPr/>
              <p:nvPr/>
            </p:nvSpPr>
            <p:spPr bwMode="auto">
              <a:xfrm>
                <a:off x="2451" y="1307"/>
                <a:ext cx="3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49" name="Freeform 337"/>
              <p:cNvSpPr/>
              <p:nvPr/>
            </p:nvSpPr>
            <p:spPr bwMode="auto">
              <a:xfrm>
                <a:off x="2446" y="1326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0" name="Freeform 338"/>
              <p:cNvSpPr/>
              <p:nvPr/>
            </p:nvSpPr>
            <p:spPr bwMode="auto">
              <a:xfrm>
                <a:off x="3304" y="1350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1" name="Freeform 339"/>
              <p:cNvSpPr/>
              <p:nvPr/>
            </p:nvSpPr>
            <p:spPr bwMode="auto">
              <a:xfrm>
                <a:off x="2437" y="1371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2" name="Freeform 340"/>
              <p:cNvSpPr/>
              <p:nvPr/>
            </p:nvSpPr>
            <p:spPr bwMode="auto">
              <a:xfrm>
                <a:off x="3321" y="1404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3" name="Freeform 341"/>
              <p:cNvSpPr/>
              <p:nvPr/>
            </p:nvSpPr>
            <p:spPr bwMode="auto">
              <a:xfrm>
                <a:off x="3316" y="1409"/>
                <a:ext cx="5" cy="3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4" name="Freeform 342"/>
              <p:cNvSpPr/>
              <p:nvPr/>
            </p:nvSpPr>
            <p:spPr bwMode="auto">
              <a:xfrm>
                <a:off x="3311" y="1421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1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5" name="Freeform 343"/>
              <p:cNvSpPr/>
              <p:nvPr/>
            </p:nvSpPr>
            <p:spPr bwMode="auto">
              <a:xfrm>
                <a:off x="3123" y="2255"/>
                <a:ext cx="7" cy="5"/>
              </a:xfrm>
              <a:custGeom>
                <a:avLst/>
                <a:gdLst>
                  <a:gd name="T0" fmla="*/ 1 w 3"/>
                  <a:gd name="T1" fmla="*/ 0 h 2"/>
                  <a:gd name="T2" fmla="*/ 3 w 3"/>
                  <a:gd name="T3" fmla="*/ 0 h 2"/>
                  <a:gd name="T4" fmla="*/ 1 w 3"/>
                  <a:gd name="T5" fmla="*/ 2 h 2"/>
                  <a:gd name="T6" fmla="*/ 1 w 3"/>
                  <a:gd name="T7" fmla="*/ 2 h 2"/>
                  <a:gd name="T8" fmla="*/ 1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2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6" name="Freeform 344"/>
              <p:cNvSpPr/>
              <p:nvPr/>
            </p:nvSpPr>
            <p:spPr bwMode="auto">
              <a:xfrm>
                <a:off x="2781" y="2255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7" name="Freeform 345"/>
              <p:cNvSpPr/>
              <p:nvPr/>
            </p:nvSpPr>
            <p:spPr bwMode="auto">
              <a:xfrm>
                <a:off x="3130" y="2250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1"/>
                      <a:pt x="1" y="1"/>
                      <a:pt x="2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8" name="Freeform 346"/>
              <p:cNvSpPr/>
              <p:nvPr/>
            </p:nvSpPr>
            <p:spPr bwMode="auto">
              <a:xfrm>
                <a:off x="2779" y="2250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2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59" name="Freeform 347"/>
              <p:cNvSpPr/>
              <p:nvPr/>
            </p:nvSpPr>
            <p:spPr bwMode="auto">
              <a:xfrm>
                <a:off x="3135" y="2245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1"/>
                      <a:pt x="1" y="1"/>
                      <a:pt x="2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0" name="Freeform 348"/>
              <p:cNvSpPr/>
              <p:nvPr/>
            </p:nvSpPr>
            <p:spPr bwMode="auto">
              <a:xfrm>
                <a:off x="2781" y="224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1" name="Freeform 349"/>
              <p:cNvSpPr/>
              <p:nvPr/>
            </p:nvSpPr>
            <p:spPr bwMode="auto">
              <a:xfrm>
                <a:off x="3139" y="224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1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2" name="Freeform 350"/>
              <p:cNvSpPr/>
              <p:nvPr/>
            </p:nvSpPr>
            <p:spPr bwMode="auto">
              <a:xfrm>
                <a:off x="3309" y="1481"/>
                <a:ext cx="5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1" y="1"/>
                      <a:pt x="2" y="0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3" name="Freeform 351"/>
              <p:cNvSpPr/>
              <p:nvPr/>
            </p:nvSpPr>
            <p:spPr bwMode="auto">
              <a:xfrm>
                <a:off x="3135" y="2181"/>
                <a:ext cx="4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0" y="1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4" name="Freeform 352"/>
              <p:cNvSpPr/>
              <p:nvPr/>
            </p:nvSpPr>
            <p:spPr bwMode="auto">
              <a:xfrm>
                <a:off x="3261" y="1624"/>
                <a:ext cx="5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5" name="Freeform 353"/>
              <p:cNvSpPr/>
              <p:nvPr/>
            </p:nvSpPr>
            <p:spPr bwMode="auto">
              <a:xfrm>
                <a:off x="2776" y="2181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6" name="Freeform 354"/>
              <p:cNvSpPr/>
              <p:nvPr/>
            </p:nvSpPr>
            <p:spPr bwMode="auto">
              <a:xfrm>
                <a:off x="3256" y="1628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7" name="Freeform 355"/>
              <p:cNvSpPr/>
              <p:nvPr/>
            </p:nvSpPr>
            <p:spPr bwMode="auto">
              <a:xfrm>
                <a:off x="3235" y="1655"/>
                <a:ext cx="5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1" y="1"/>
                      <a:pt x="2" y="0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8" name="Freeform 356"/>
              <p:cNvSpPr/>
              <p:nvPr/>
            </p:nvSpPr>
            <p:spPr bwMode="auto">
              <a:xfrm>
                <a:off x="3230" y="1659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69" name="Freeform 357"/>
              <p:cNvSpPr/>
              <p:nvPr/>
            </p:nvSpPr>
            <p:spPr bwMode="auto">
              <a:xfrm>
                <a:off x="3225" y="1664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0" name="Freeform 358"/>
              <p:cNvSpPr/>
              <p:nvPr/>
            </p:nvSpPr>
            <p:spPr bwMode="auto">
              <a:xfrm>
                <a:off x="3130" y="2176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0" y="1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1" name="Freeform 359"/>
              <p:cNvSpPr/>
              <p:nvPr/>
            </p:nvSpPr>
            <p:spPr bwMode="auto">
              <a:xfrm>
                <a:off x="2492" y="1678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2" name="Freeform 360"/>
              <p:cNvSpPr/>
              <p:nvPr/>
            </p:nvSpPr>
            <p:spPr bwMode="auto">
              <a:xfrm>
                <a:off x="3206" y="1683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1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3" name="Freeform 361"/>
              <p:cNvSpPr/>
              <p:nvPr/>
            </p:nvSpPr>
            <p:spPr bwMode="auto">
              <a:xfrm>
                <a:off x="2781" y="2176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4" name="Freeform 362"/>
              <p:cNvSpPr/>
              <p:nvPr/>
            </p:nvSpPr>
            <p:spPr bwMode="auto">
              <a:xfrm>
                <a:off x="2497" y="1688"/>
                <a:ext cx="4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5" name="Freeform 363"/>
              <p:cNvSpPr/>
              <p:nvPr/>
            </p:nvSpPr>
            <p:spPr bwMode="auto">
              <a:xfrm>
                <a:off x="3201" y="1686"/>
                <a:ext cx="5" cy="7"/>
              </a:xfrm>
              <a:custGeom>
                <a:avLst/>
                <a:gdLst>
                  <a:gd name="T0" fmla="*/ 2 w 2"/>
                  <a:gd name="T1" fmla="*/ 1 h 3"/>
                  <a:gd name="T2" fmla="*/ 0 w 2"/>
                  <a:gd name="T3" fmla="*/ 3 h 3"/>
                  <a:gd name="T4" fmla="*/ 0 w 2"/>
                  <a:gd name="T5" fmla="*/ 1 h 3"/>
                  <a:gd name="T6" fmla="*/ 2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1"/>
                      <a:pt x="1" y="2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0"/>
                      <a:pt x="2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6" name="Freeform 364"/>
              <p:cNvSpPr/>
              <p:nvPr/>
            </p:nvSpPr>
            <p:spPr bwMode="auto">
              <a:xfrm>
                <a:off x="2786" y="2171"/>
                <a:ext cx="4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7" name="Freeform 365"/>
              <p:cNvSpPr/>
              <p:nvPr/>
            </p:nvSpPr>
            <p:spPr bwMode="auto">
              <a:xfrm>
                <a:off x="3197" y="1690"/>
                <a:ext cx="4" cy="7"/>
              </a:xfrm>
              <a:custGeom>
                <a:avLst/>
                <a:gdLst>
                  <a:gd name="T0" fmla="*/ 2 w 2"/>
                  <a:gd name="T1" fmla="*/ 1 h 3"/>
                  <a:gd name="T2" fmla="*/ 1 w 2"/>
                  <a:gd name="T3" fmla="*/ 3 h 3"/>
                  <a:gd name="T4" fmla="*/ 0 w 2"/>
                  <a:gd name="T5" fmla="*/ 1 h 3"/>
                  <a:gd name="T6" fmla="*/ 2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1"/>
                      <a:pt x="1" y="2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0"/>
                      <a:pt x="2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8" name="Freeform 366"/>
              <p:cNvSpPr/>
              <p:nvPr/>
            </p:nvSpPr>
            <p:spPr bwMode="auto">
              <a:xfrm>
                <a:off x="3025" y="2152"/>
                <a:ext cx="2" cy="5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1"/>
                      <a:pt x="1" y="0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79" name="Freeform 367"/>
              <p:cNvSpPr/>
              <p:nvPr/>
            </p:nvSpPr>
            <p:spPr bwMode="auto">
              <a:xfrm>
                <a:off x="2896" y="2141"/>
                <a:ext cx="4" cy="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0" name="Freeform 368"/>
              <p:cNvSpPr/>
              <p:nvPr/>
            </p:nvSpPr>
            <p:spPr bwMode="auto">
              <a:xfrm>
                <a:off x="2941" y="1967"/>
                <a:ext cx="5" cy="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1" name="Freeform 369"/>
              <p:cNvSpPr/>
              <p:nvPr/>
            </p:nvSpPr>
            <p:spPr bwMode="auto">
              <a:xfrm>
                <a:off x="2822" y="1943"/>
                <a:ext cx="4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2" y="2"/>
                      <a:pt x="2" y="2"/>
                    </a:cubicBezTo>
                    <a:cubicBezTo>
                      <a:pt x="2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2" name="Freeform 370"/>
              <p:cNvSpPr/>
              <p:nvPr/>
            </p:nvSpPr>
            <p:spPr bwMode="auto">
              <a:xfrm>
                <a:off x="3147" y="1929"/>
                <a:ext cx="4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0"/>
                    </a:cubicBezTo>
                    <a:cubicBezTo>
                      <a:pt x="2" y="1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3" name="Freeform 371"/>
              <p:cNvSpPr/>
              <p:nvPr/>
            </p:nvSpPr>
            <p:spPr bwMode="auto">
              <a:xfrm>
                <a:off x="3156" y="1926"/>
                <a:ext cx="5" cy="3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4" name="Freeform 372"/>
              <p:cNvSpPr/>
              <p:nvPr/>
            </p:nvSpPr>
            <p:spPr bwMode="auto">
              <a:xfrm>
                <a:off x="2747" y="1917"/>
                <a:ext cx="5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5" name="Freeform 373"/>
              <p:cNvSpPr/>
              <p:nvPr/>
            </p:nvSpPr>
            <p:spPr bwMode="auto">
              <a:xfrm>
                <a:off x="2740" y="1912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0"/>
                      <a:pt x="1" y="1"/>
                      <a:pt x="2" y="2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6" name="Freeform 374"/>
              <p:cNvSpPr/>
              <p:nvPr/>
            </p:nvSpPr>
            <p:spPr bwMode="auto">
              <a:xfrm>
                <a:off x="2731" y="1907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1" y="1"/>
                      <a:pt x="2" y="2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7" name="Freeform 375"/>
              <p:cNvSpPr/>
              <p:nvPr/>
            </p:nvSpPr>
            <p:spPr bwMode="auto">
              <a:xfrm>
                <a:off x="3221" y="1893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8" name="Freeform 376"/>
              <p:cNvSpPr/>
              <p:nvPr/>
            </p:nvSpPr>
            <p:spPr bwMode="auto">
              <a:xfrm>
                <a:off x="2697" y="1893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9" name="Freeform 377"/>
              <p:cNvSpPr/>
              <p:nvPr/>
            </p:nvSpPr>
            <p:spPr bwMode="auto">
              <a:xfrm>
                <a:off x="3225" y="1888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0" name="Freeform 378"/>
              <p:cNvSpPr/>
              <p:nvPr/>
            </p:nvSpPr>
            <p:spPr bwMode="auto">
              <a:xfrm>
                <a:off x="2685" y="1883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1" y="2"/>
                      <a:pt x="2" y="2"/>
                    </a:cubicBezTo>
                    <a:cubicBezTo>
                      <a:pt x="1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1" name="Freeform 379"/>
              <p:cNvSpPr/>
              <p:nvPr/>
            </p:nvSpPr>
            <p:spPr bwMode="auto">
              <a:xfrm>
                <a:off x="2676" y="1878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1" y="2"/>
                      <a:pt x="2" y="2"/>
                    </a:cubicBezTo>
                    <a:cubicBezTo>
                      <a:pt x="1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2" name="Freeform 380"/>
              <p:cNvSpPr/>
              <p:nvPr/>
            </p:nvSpPr>
            <p:spPr bwMode="auto">
              <a:xfrm>
                <a:off x="2661" y="1871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1"/>
                      <a:pt x="2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3" name="Freeform 381"/>
              <p:cNvSpPr/>
              <p:nvPr/>
            </p:nvSpPr>
            <p:spPr bwMode="auto">
              <a:xfrm>
                <a:off x="2647" y="1862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4" name="Freeform 382"/>
              <p:cNvSpPr/>
              <p:nvPr/>
            </p:nvSpPr>
            <p:spPr bwMode="auto">
              <a:xfrm>
                <a:off x="2642" y="1857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5" name="Freeform 383"/>
              <p:cNvSpPr/>
              <p:nvPr/>
            </p:nvSpPr>
            <p:spPr bwMode="auto">
              <a:xfrm>
                <a:off x="3170" y="1833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1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6" name="Freeform 384"/>
              <p:cNvSpPr/>
              <p:nvPr/>
            </p:nvSpPr>
            <p:spPr bwMode="auto">
              <a:xfrm>
                <a:off x="3190" y="1828"/>
                <a:ext cx="4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7" name="Freeform 385"/>
              <p:cNvSpPr/>
              <p:nvPr/>
            </p:nvSpPr>
            <p:spPr bwMode="auto">
              <a:xfrm>
                <a:off x="2606" y="1828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1"/>
                      <a:pt x="2" y="2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8" name="Freeform 386"/>
              <p:cNvSpPr/>
              <p:nvPr/>
            </p:nvSpPr>
            <p:spPr bwMode="auto">
              <a:xfrm>
                <a:off x="3225" y="1824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1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9" name="Freeform 387"/>
              <p:cNvSpPr/>
              <p:nvPr/>
            </p:nvSpPr>
            <p:spPr bwMode="auto">
              <a:xfrm>
                <a:off x="3194" y="1824"/>
                <a:ext cx="5" cy="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0" name="Freeform 388"/>
              <p:cNvSpPr/>
              <p:nvPr/>
            </p:nvSpPr>
            <p:spPr bwMode="auto">
              <a:xfrm>
                <a:off x="2602" y="1824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1" name="Freeform 389"/>
              <p:cNvSpPr/>
              <p:nvPr/>
            </p:nvSpPr>
            <p:spPr bwMode="auto">
              <a:xfrm>
                <a:off x="2597" y="1819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2" name="Freeform 390"/>
              <p:cNvSpPr/>
              <p:nvPr/>
            </p:nvSpPr>
            <p:spPr bwMode="auto">
              <a:xfrm>
                <a:off x="2592" y="1814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3" name="Freeform 391"/>
              <p:cNvSpPr/>
              <p:nvPr/>
            </p:nvSpPr>
            <p:spPr bwMode="auto">
              <a:xfrm>
                <a:off x="2587" y="1812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2" y="1"/>
                      <a:pt x="2" y="1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4" name="Freeform 392"/>
              <p:cNvSpPr/>
              <p:nvPr/>
            </p:nvSpPr>
            <p:spPr bwMode="auto">
              <a:xfrm>
                <a:off x="2583" y="1807"/>
                <a:ext cx="4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5" name="Freeform 393"/>
              <p:cNvSpPr/>
              <p:nvPr/>
            </p:nvSpPr>
            <p:spPr bwMode="auto">
              <a:xfrm>
                <a:off x="2716" y="969"/>
                <a:ext cx="5" cy="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6" name="Freeform 394"/>
              <p:cNvSpPr/>
              <p:nvPr/>
            </p:nvSpPr>
            <p:spPr bwMode="auto">
              <a:xfrm>
                <a:off x="2752" y="969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1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7" name="Freeform 395"/>
              <p:cNvSpPr/>
              <p:nvPr/>
            </p:nvSpPr>
            <p:spPr bwMode="auto">
              <a:xfrm>
                <a:off x="2578" y="1802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8" name="Freeform 396"/>
              <p:cNvSpPr/>
              <p:nvPr/>
            </p:nvSpPr>
            <p:spPr bwMode="auto">
              <a:xfrm>
                <a:off x="2712" y="973"/>
                <a:ext cx="4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9" name="Freeform 397"/>
              <p:cNvSpPr/>
              <p:nvPr/>
            </p:nvSpPr>
            <p:spPr bwMode="auto">
              <a:xfrm>
                <a:off x="2757" y="973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1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0" name="Freeform 398"/>
              <p:cNvSpPr/>
              <p:nvPr/>
            </p:nvSpPr>
            <p:spPr bwMode="auto">
              <a:xfrm>
                <a:off x="2693" y="983"/>
                <a:ext cx="4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1" name="Freeform 399"/>
              <p:cNvSpPr/>
              <p:nvPr/>
            </p:nvSpPr>
            <p:spPr bwMode="auto">
              <a:xfrm>
                <a:off x="2575" y="1797"/>
                <a:ext cx="3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1" y="1"/>
                      <a:pt x="1" y="2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2" name="Freeform 400"/>
              <p:cNvSpPr/>
              <p:nvPr/>
            </p:nvSpPr>
            <p:spPr bwMode="auto">
              <a:xfrm>
                <a:off x="2688" y="988"/>
                <a:ext cx="5" cy="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3" name="Freeform 401"/>
              <p:cNvSpPr/>
              <p:nvPr/>
            </p:nvSpPr>
            <p:spPr bwMode="auto">
              <a:xfrm>
                <a:off x="2767" y="992"/>
                <a:ext cx="4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1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4" name="Freeform 402"/>
              <p:cNvSpPr/>
              <p:nvPr/>
            </p:nvSpPr>
            <p:spPr bwMode="auto">
              <a:xfrm>
                <a:off x="2676" y="997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5" name="Freeform 403"/>
              <p:cNvSpPr/>
              <p:nvPr/>
            </p:nvSpPr>
            <p:spPr bwMode="auto">
              <a:xfrm>
                <a:off x="2571" y="1793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0"/>
                      <a:pt x="1" y="1"/>
                      <a:pt x="2" y="2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6" name="Freeform 404"/>
              <p:cNvSpPr/>
              <p:nvPr/>
            </p:nvSpPr>
            <p:spPr bwMode="auto">
              <a:xfrm>
                <a:off x="2671" y="1002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2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2" y="1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7" name="Freeform 405"/>
              <p:cNvSpPr/>
              <p:nvPr/>
            </p:nvSpPr>
            <p:spPr bwMode="auto">
              <a:xfrm>
                <a:off x="2566" y="1788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1" y="1"/>
                      <a:pt x="2" y="2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8" name="Freeform 406"/>
              <p:cNvSpPr/>
              <p:nvPr/>
            </p:nvSpPr>
            <p:spPr bwMode="auto">
              <a:xfrm>
                <a:off x="2647" y="1019"/>
                <a:ext cx="5" cy="7"/>
              </a:xfrm>
              <a:custGeom>
                <a:avLst/>
                <a:gdLst>
                  <a:gd name="T0" fmla="*/ 0 w 2"/>
                  <a:gd name="T1" fmla="*/ 2 h 3"/>
                  <a:gd name="T2" fmla="*/ 2 w 2"/>
                  <a:gd name="T3" fmla="*/ 0 h 3"/>
                  <a:gd name="T4" fmla="*/ 2 w 2"/>
                  <a:gd name="T5" fmla="*/ 1 h 3"/>
                  <a:gd name="T6" fmla="*/ 0 w 2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0" y="2"/>
                    </a:moveTo>
                    <a:cubicBezTo>
                      <a:pt x="1" y="2"/>
                      <a:pt x="1" y="1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3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19" name="Freeform 407"/>
              <p:cNvSpPr/>
              <p:nvPr/>
            </p:nvSpPr>
            <p:spPr bwMode="auto">
              <a:xfrm>
                <a:off x="2762" y="1023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1"/>
                      <a:pt x="2" y="0"/>
                    </a:cubicBezTo>
                    <a:cubicBezTo>
                      <a:pt x="1" y="1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0" name="Freeform 408"/>
              <p:cNvSpPr/>
              <p:nvPr/>
            </p:nvSpPr>
            <p:spPr bwMode="auto">
              <a:xfrm>
                <a:off x="2757" y="1028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0"/>
                    </a:cubicBezTo>
                    <a:cubicBezTo>
                      <a:pt x="2" y="1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1" name="Freeform 409"/>
              <p:cNvSpPr/>
              <p:nvPr/>
            </p:nvSpPr>
            <p:spPr bwMode="auto">
              <a:xfrm>
                <a:off x="2628" y="1033"/>
                <a:ext cx="7" cy="7"/>
              </a:xfrm>
              <a:custGeom>
                <a:avLst/>
                <a:gdLst>
                  <a:gd name="T0" fmla="*/ 0 w 3"/>
                  <a:gd name="T1" fmla="*/ 2 h 3"/>
                  <a:gd name="T2" fmla="*/ 2 w 3"/>
                  <a:gd name="T3" fmla="*/ 0 h 3"/>
                  <a:gd name="T4" fmla="*/ 3 w 3"/>
                  <a:gd name="T5" fmla="*/ 1 h 3"/>
                  <a:gd name="T6" fmla="*/ 1 w 3"/>
                  <a:gd name="T7" fmla="*/ 2 h 3"/>
                  <a:gd name="T8" fmla="*/ 0 w 3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0" y="2"/>
                    </a:moveTo>
                    <a:cubicBezTo>
                      <a:pt x="1" y="1"/>
                      <a:pt x="2" y="1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2"/>
                      <a:pt x="2" y="3"/>
                      <a:pt x="1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2" name="Freeform 410"/>
              <p:cNvSpPr/>
              <p:nvPr/>
            </p:nvSpPr>
            <p:spPr bwMode="auto">
              <a:xfrm>
                <a:off x="2752" y="1033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2" y="1"/>
                      <a:pt x="2" y="0"/>
                    </a:cubicBezTo>
                    <a:cubicBezTo>
                      <a:pt x="2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3" name="Freeform 411"/>
              <p:cNvSpPr/>
              <p:nvPr/>
            </p:nvSpPr>
            <p:spPr bwMode="auto">
              <a:xfrm>
                <a:off x="2611" y="1047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2 w 2"/>
                  <a:gd name="T5" fmla="*/ 0 h 2"/>
                  <a:gd name="T6" fmla="*/ 1 w 2"/>
                  <a:gd name="T7" fmla="*/ 2 h 2"/>
                  <a:gd name="T8" fmla="*/ 0 w 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4" name="Freeform 412"/>
              <p:cNvSpPr/>
              <p:nvPr/>
            </p:nvSpPr>
            <p:spPr bwMode="auto">
              <a:xfrm>
                <a:off x="2606" y="1052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2 w 2"/>
                  <a:gd name="T5" fmla="*/ 0 h 2"/>
                  <a:gd name="T6" fmla="*/ 1 w 2"/>
                  <a:gd name="T7" fmla="*/ 2 h 2"/>
                  <a:gd name="T8" fmla="*/ 0 w 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5" name="Freeform 413"/>
              <p:cNvSpPr/>
              <p:nvPr/>
            </p:nvSpPr>
            <p:spPr bwMode="auto">
              <a:xfrm>
                <a:off x="2556" y="1774"/>
                <a:ext cx="5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1"/>
                      <a:pt x="2" y="2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6" name="Freeform 414"/>
              <p:cNvSpPr/>
              <p:nvPr/>
            </p:nvSpPr>
            <p:spPr bwMode="auto">
              <a:xfrm>
                <a:off x="2602" y="1057"/>
                <a:ext cx="4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2 w 2"/>
                  <a:gd name="T5" fmla="*/ 0 h 2"/>
                  <a:gd name="T6" fmla="*/ 1 w 2"/>
                  <a:gd name="T7" fmla="*/ 2 h 2"/>
                  <a:gd name="T8" fmla="*/ 0 w 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7" name="Freeform 415"/>
              <p:cNvSpPr/>
              <p:nvPr/>
            </p:nvSpPr>
            <p:spPr bwMode="auto">
              <a:xfrm>
                <a:off x="2597" y="106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2 w 2"/>
                  <a:gd name="T5" fmla="*/ 0 h 2"/>
                  <a:gd name="T6" fmla="*/ 1 w 2"/>
                  <a:gd name="T7" fmla="*/ 2 h 2"/>
                  <a:gd name="T8" fmla="*/ 0 w 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8" name="Freeform 416"/>
              <p:cNvSpPr/>
              <p:nvPr/>
            </p:nvSpPr>
            <p:spPr bwMode="auto">
              <a:xfrm>
                <a:off x="2592" y="1066"/>
                <a:ext cx="5" cy="5"/>
              </a:xfrm>
              <a:custGeom>
                <a:avLst/>
                <a:gdLst>
                  <a:gd name="T0" fmla="*/ 0 w 2"/>
                  <a:gd name="T1" fmla="*/ 1 h 2"/>
                  <a:gd name="T2" fmla="*/ 2 w 2"/>
                  <a:gd name="T3" fmla="*/ 0 h 2"/>
                  <a:gd name="T4" fmla="*/ 2 w 2"/>
                  <a:gd name="T5" fmla="*/ 0 h 2"/>
                  <a:gd name="T6" fmla="*/ 1 w 2"/>
                  <a:gd name="T7" fmla="*/ 2 h 2"/>
                  <a:gd name="T8" fmla="*/ 0 w 2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9" name="Freeform 417"/>
              <p:cNvSpPr/>
              <p:nvPr/>
            </p:nvSpPr>
            <p:spPr bwMode="auto">
              <a:xfrm>
                <a:off x="2587" y="1069"/>
                <a:ext cx="5" cy="7"/>
              </a:xfrm>
              <a:custGeom>
                <a:avLst/>
                <a:gdLst>
                  <a:gd name="T0" fmla="*/ 0 w 2"/>
                  <a:gd name="T1" fmla="*/ 2 h 3"/>
                  <a:gd name="T2" fmla="*/ 2 w 2"/>
                  <a:gd name="T3" fmla="*/ 0 h 3"/>
                  <a:gd name="T4" fmla="*/ 2 w 2"/>
                  <a:gd name="T5" fmla="*/ 1 h 3"/>
                  <a:gd name="T6" fmla="*/ 1 w 2"/>
                  <a:gd name="T7" fmla="*/ 3 h 3"/>
                  <a:gd name="T8" fmla="*/ 0 w 2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2"/>
                    </a:moveTo>
                    <a:cubicBezTo>
                      <a:pt x="1" y="2"/>
                      <a:pt x="1" y="1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1" y="3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0" name="Freeform 418"/>
              <p:cNvSpPr/>
              <p:nvPr/>
            </p:nvSpPr>
            <p:spPr bwMode="auto">
              <a:xfrm>
                <a:off x="2547" y="1759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1" name="Freeform 419"/>
              <p:cNvSpPr/>
              <p:nvPr/>
            </p:nvSpPr>
            <p:spPr bwMode="auto">
              <a:xfrm>
                <a:off x="2542" y="1755"/>
                <a:ext cx="5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2"/>
                      <a:pt x="2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2" name="Freeform 420"/>
              <p:cNvSpPr/>
              <p:nvPr/>
            </p:nvSpPr>
            <p:spPr bwMode="auto">
              <a:xfrm>
                <a:off x="2537" y="1750"/>
                <a:ext cx="5" cy="7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3 h 3"/>
                  <a:gd name="T4" fmla="*/ 0 w 2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1" y="1"/>
                      <a:pt x="1" y="2"/>
                      <a:pt x="2" y="3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3" name="Freeform 421"/>
              <p:cNvSpPr/>
              <p:nvPr/>
            </p:nvSpPr>
            <p:spPr bwMode="auto">
              <a:xfrm>
                <a:off x="2583" y="1073"/>
                <a:ext cx="7" cy="7"/>
              </a:xfrm>
              <a:custGeom>
                <a:avLst/>
                <a:gdLst>
                  <a:gd name="T0" fmla="*/ 0 w 3"/>
                  <a:gd name="T1" fmla="*/ 2 h 3"/>
                  <a:gd name="T2" fmla="*/ 2 w 3"/>
                  <a:gd name="T3" fmla="*/ 0 h 3"/>
                  <a:gd name="T4" fmla="*/ 2 w 3"/>
                  <a:gd name="T5" fmla="*/ 1 h 3"/>
                  <a:gd name="T6" fmla="*/ 1 w 3"/>
                  <a:gd name="T7" fmla="*/ 3 h 3"/>
                  <a:gd name="T8" fmla="*/ 0 w 3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0" y="2"/>
                    </a:moveTo>
                    <a:cubicBezTo>
                      <a:pt x="1" y="2"/>
                      <a:pt x="2" y="1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2"/>
                      <a:pt x="2" y="3"/>
                      <a:pt x="1" y="3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4" name="Freeform 422"/>
              <p:cNvSpPr/>
              <p:nvPr/>
            </p:nvSpPr>
            <p:spPr bwMode="auto">
              <a:xfrm>
                <a:off x="2532" y="1743"/>
                <a:ext cx="5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5" name="Freeform 423"/>
              <p:cNvSpPr/>
              <p:nvPr/>
            </p:nvSpPr>
            <p:spPr bwMode="auto">
              <a:xfrm>
                <a:off x="2855" y="1092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6" name="Freeform 424"/>
              <p:cNvSpPr/>
              <p:nvPr/>
            </p:nvSpPr>
            <p:spPr bwMode="auto">
              <a:xfrm>
                <a:off x="2845" y="1097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7" name="Freeform 425"/>
              <p:cNvSpPr/>
              <p:nvPr/>
            </p:nvSpPr>
            <p:spPr bwMode="auto">
              <a:xfrm>
                <a:off x="2779" y="1102"/>
                <a:ext cx="7" cy="5"/>
              </a:xfrm>
              <a:custGeom>
                <a:avLst/>
                <a:gdLst>
                  <a:gd name="T0" fmla="*/ 3 w 3"/>
                  <a:gd name="T1" fmla="*/ 2 h 2"/>
                  <a:gd name="T2" fmla="*/ 1 w 3"/>
                  <a:gd name="T3" fmla="*/ 2 h 2"/>
                  <a:gd name="T4" fmla="*/ 0 w 3"/>
                  <a:gd name="T5" fmla="*/ 1 h 2"/>
                  <a:gd name="T6" fmla="*/ 1 w 3"/>
                  <a:gd name="T7" fmla="*/ 0 h 2"/>
                  <a:gd name="T8" fmla="*/ 1 w 3"/>
                  <a:gd name="T9" fmla="*/ 0 h 2"/>
                  <a:gd name="T10" fmla="*/ 3 w 3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2" y="2"/>
                      <a:pt x="2" y="2"/>
                      <a:pt x="1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3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8" name="Freeform 426"/>
              <p:cNvSpPr/>
              <p:nvPr/>
            </p:nvSpPr>
            <p:spPr bwMode="auto">
              <a:xfrm>
                <a:off x="3096" y="1107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1"/>
                      <a:pt x="0" y="0"/>
                    </a:cubicBezTo>
                    <a:cubicBezTo>
                      <a:pt x="1" y="1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39" name="Freeform 427"/>
              <p:cNvSpPr/>
              <p:nvPr/>
            </p:nvSpPr>
            <p:spPr bwMode="auto">
              <a:xfrm>
                <a:off x="3101" y="1111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0"/>
                      <a:pt x="0" y="0"/>
                    </a:cubicBezTo>
                    <a:cubicBezTo>
                      <a:pt x="1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0" name="Freeform 428"/>
              <p:cNvSpPr/>
              <p:nvPr/>
            </p:nvSpPr>
            <p:spPr bwMode="auto">
              <a:xfrm>
                <a:off x="2528" y="1738"/>
                <a:ext cx="4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1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1" name="Freeform 429"/>
              <p:cNvSpPr/>
              <p:nvPr/>
            </p:nvSpPr>
            <p:spPr bwMode="auto">
              <a:xfrm>
                <a:off x="2802" y="1121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1" y="1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2" name="Freeform 430"/>
              <p:cNvSpPr/>
              <p:nvPr/>
            </p:nvSpPr>
            <p:spPr bwMode="auto">
              <a:xfrm>
                <a:off x="3175" y="1147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1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3" name="Freeform 431"/>
              <p:cNvSpPr/>
              <p:nvPr/>
            </p:nvSpPr>
            <p:spPr bwMode="auto">
              <a:xfrm>
                <a:off x="3197" y="1171"/>
                <a:ext cx="4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0"/>
                      <a:pt x="0" y="0"/>
                    </a:cubicBezTo>
                    <a:cubicBezTo>
                      <a:pt x="1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4" name="Freeform 432"/>
              <p:cNvSpPr/>
              <p:nvPr/>
            </p:nvSpPr>
            <p:spPr bwMode="auto">
              <a:xfrm>
                <a:off x="2520" y="1724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5" name="Freeform 433"/>
              <p:cNvSpPr/>
              <p:nvPr/>
            </p:nvSpPr>
            <p:spPr bwMode="auto">
              <a:xfrm>
                <a:off x="2516" y="1719"/>
                <a:ext cx="4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1" y="1"/>
                      <a:pt x="2" y="2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6" name="Freeform 434"/>
              <p:cNvSpPr/>
              <p:nvPr/>
            </p:nvSpPr>
            <p:spPr bwMode="auto">
              <a:xfrm>
                <a:off x="3180" y="1709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1" y="1"/>
                      <a:pt x="2" y="0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7" name="Freeform 435"/>
              <p:cNvSpPr/>
              <p:nvPr/>
            </p:nvSpPr>
            <p:spPr bwMode="auto">
              <a:xfrm>
                <a:off x="2501" y="1176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8" name="Freeform 436"/>
              <p:cNvSpPr/>
              <p:nvPr/>
            </p:nvSpPr>
            <p:spPr bwMode="auto">
              <a:xfrm>
                <a:off x="3197" y="1183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0"/>
                    </a:cubicBezTo>
                    <a:cubicBezTo>
                      <a:pt x="2" y="1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49" name="Freeform 437"/>
              <p:cNvSpPr/>
              <p:nvPr/>
            </p:nvSpPr>
            <p:spPr bwMode="auto">
              <a:xfrm>
                <a:off x="3185" y="1705"/>
                <a:ext cx="5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1" y="1"/>
                      <a:pt x="2" y="0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0" name="Freeform 438"/>
              <p:cNvSpPr/>
              <p:nvPr/>
            </p:nvSpPr>
            <p:spPr bwMode="auto">
              <a:xfrm>
                <a:off x="3221" y="1197"/>
                <a:ext cx="4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1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1" name="Freeform 439"/>
              <p:cNvSpPr/>
              <p:nvPr/>
            </p:nvSpPr>
            <p:spPr bwMode="auto">
              <a:xfrm>
                <a:off x="3190" y="1700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1 h 2"/>
                  <a:gd name="T4" fmla="*/ 0 w 2"/>
                  <a:gd name="T5" fmla="*/ 0 h 2"/>
                  <a:gd name="T6" fmla="*/ 1 w 2"/>
                  <a:gd name="T7" fmla="*/ 0 h 2"/>
                  <a:gd name="T8" fmla="*/ 2 w 2"/>
                  <a:gd name="T9" fmla="*/ 1 h 2"/>
                  <a:gd name="T10" fmla="*/ 0 w 2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2" name="Freeform 440"/>
              <p:cNvSpPr/>
              <p:nvPr/>
            </p:nvSpPr>
            <p:spPr bwMode="auto">
              <a:xfrm>
                <a:off x="3225" y="1202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1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3" name="Freeform 441"/>
              <p:cNvSpPr/>
              <p:nvPr/>
            </p:nvSpPr>
            <p:spPr bwMode="auto">
              <a:xfrm>
                <a:off x="3230" y="1207"/>
                <a:ext cx="5" cy="4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1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4" name="Freeform 442"/>
              <p:cNvSpPr/>
              <p:nvPr/>
            </p:nvSpPr>
            <p:spPr bwMode="auto">
              <a:xfrm>
                <a:off x="3192" y="1695"/>
                <a:ext cx="7" cy="7"/>
              </a:xfrm>
              <a:custGeom>
                <a:avLst/>
                <a:gdLst>
                  <a:gd name="T0" fmla="*/ 3 w 3"/>
                  <a:gd name="T1" fmla="*/ 1 h 3"/>
                  <a:gd name="T2" fmla="*/ 1 w 3"/>
                  <a:gd name="T3" fmla="*/ 3 h 3"/>
                  <a:gd name="T4" fmla="*/ 1 w 3"/>
                  <a:gd name="T5" fmla="*/ 3 h 3"/>
                  <a:gd name="T6" fmla="*/ 0 w 3"/>
                  <a:gd name="T7" fmla="*/ 1 h 3"/>
                  <a:gd name="T8" fmla="*/ 0 w 3"/>
                  <a:gd name="T9" fmla="*/ 0 h 3"/>
                  <a:gd name="T10" fmla="*/ 2 w 3"/>
                  <a:gd name="T11" fmla="*/ 0 h 3"/>
                  <a:gd name="T12" fmla="*/ 3 w 3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cubicBezTo>
                      <a:pt x="2" y="1"/>
                      <a:pt x="1" y="2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5" name="Freeform 443"/>
              <p:cNvSpPr/>
              <p:nvPr/>
            </p:nvSpPr>
            <p:spPr bwMode="auto">
              <a:xfrm>
                <a:off x="3235" y="1211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6" name="Freeform 444"/>
              <p:cNvSpPr/>
              <p:nvPr/>
            </p:nvSpPr>
            <p:spPr bwMode="auto">
              <a:xfrm>
                <a:off x="2501" y="1695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1" y="2"/>
                      <a:pt x="2" y="2"/>
                    </a:cubicBezTo>
                    <a:cubicBezTo>
                      <a:pt x="1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7" name="Freeform 445"/>
              <p:cNvSpPr/>
              <p:nvPr/>
            </p:nvSpPr>
            <p:spPr bwMode="auto">
              <a:xfrm>
                <a:off x="3230" y="1828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1" y="2"/>
                      <a:pt x="2" y="2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8" name="Freeform 446"/>
              <p:cNvSpPr/>
              <p:nvPr/>
            </p:nvSpPr>
            <p:spPr bwMode="auto">
              <a:xfrm>
                <a:off x="2437" y="1007"/>
                <a:ext cx="248" cy="567"/>
              </a:xfrm>
              <a:custGeom>
                <a:avLst/>
                <a:gdLst>
                  <a:gd name="T0" fmla="*/ 29 w 104"/>
                  <a:gd name="T1" fmla="*/ 71 h 238"/>
                  <a:gd name="T2" fmla="*/ 33 w 104"/>
                  <a:gd name="T3" fmla="*/ 63 h 238"/>
                  <a:gd name="T4" fmla="*/ 41 w 104"/>
                  <a:gd name="T5" fmla="*/ 52 h 238"/>
                  <a:gd name="T6" fmla="*/ 50 w 104"/>
                  <a:gd name="T7" fmla="*/ 40 h 238"/>
                  <a:gd name="T8" fmla="*/ 63 w 104"/>
                  <a:gd name="T9" fmla="*/ 29 h 238"/>
                  <a:gd name="T10" fmla="*/ 67 w 104"/>
                  <a:gd name="T11" fmla="*/ 25 h 238"/>
                  <a:gd name="T12" fmla="*/ 71 w 104"/>
                  <a:gd name="T13" fmla="*/ 21 h 238"/>
                  <a:gd name="T14" fmla="*/ 75 w 104"/>
                  <a:gd name="T15" fmla="*/ 17 h 238"/>
                  <a:gd name="T16" fmla="*/ 83 w 104"/>
                  <a:gd name="T17" fmla="*/ 12 h 238"/>
                  <a:gd name="T18" fmla="*/ 90 w 104"/>
                  <a:gd name="T19" fmla="*/ 6 h 238"/>
                  <a:gd name="T20" fmla="*/ 100 w 104"/>
                  <a:gd name="T21" fmla="*/ 0 h 238"/>
                  <a:gd name="T22" fmla="*/ 93 w 104"/>
                  <a:gd name="T23" fmla="*/ 11 h 238"/>
                  <a:gd name="T24" fmla="*/ 77 w 104"/>
                  <a:gd name="T25" fmla="*/ 42 h 238"/>
                  <a:gd name="T26" fmla="*/ 52 w 104"/>
                  <a:gd name="T27" fmla="*/ 77 h 238"/>
                  <a:gd name="T28" fmla="*/ 53 w 104"/>
                  <a:gd name="T29" fmla="*/ 48 h 238"/>
                  <a:gd name="T30" fmla="*/ 52 w 104"/>
                  <a:gd name="T31" fmla="*/ 49 h 238"/>
                  <a:gd name="T32" fmla="*/ 48 w 104"/>
                  <a:gd name="T33" fmla="*/ 54 h 238"/>
                  <a:gd name="T34" fmla="*/ 46 w 104"/>
                  <a:gd name="T35" fmla="*/ 56 h 238"/>
                  <a:gd name="T36" fmla="*/ 42 w 104"/>
                  <a:gd name="T37" fmla="*/ 62 h 238"/>
                  <a:gd name="T38" fmla="*/ 38 w 104"/>
                  <a:gd name="T39" fmla="*/ 68 h 238"/>
                  <a:gd name="T40" fmla="*/ 36 w 104"/>
                  <a:gd name="T41" fmla="*/ 73 h 238"/>
                  <a:gd name="T42" fmla="*/ 27 w 104"/>
                  <a:gd name="T43" fmla="*/ 91 h 238"/>
                  <a:gd name="T44" fmla="*/ 24 w 104"/>
                  <a:gd name="T45" fmla="*/ 97 h 238"/>
                  <a:gd name="T46" fmla="*/ 23 w 104"/>
                  <a:gd name="T47" fmla="*/ 112 h 238"/>
                  <a:gd name="T48" fmla="*/ 27 w 104"/>
                  <a:gd name="T49" fmla="*/ 132 h 238"/>
                  <a:gd name="T50" fmla="*/ 21 w 104"/>
                  <a:gd name="T51" fmla="*/ 179 h 238"/>
                  <a:gd name="T52" fmla="*/ 23 w 104"/>
                  <a:gd name="T53" fmla="*/ 238 h 238"/>
                  <a:gd name="T54" fmla="*/ 11 w 104"/>
                  <a:gd name="T55" fmla="*/ 234 h 238"/>
                  <a:gd name="T56" fmla="*/ 2 w 104"/>
                  <a:gd name="T57" fmla="*/ 209 h 238"/>
                  <a:gd name="T58" fmla="*/ 2 w 104"/>
                  <a:gd name="T59" fmla="*/ 190 h 238"/>
                  <a:gd name="T60" fmla="*/ 6 w 104"/>
                  <a:gd name="T61" fmla="*/ 202 h 238"/>
                  <a:gd name="T62" fmla="*/ 15 w 104"/>
                  <a:gd name="T63" fmla="*/ 209 h 238"/>
                  <a:gd name="T64" fmla="*/ 13 w 104"/>
                  <a:gd name="T65" fmla="*/ 186 h 238"/>
                  <a:gd name="T66" fmla="*/ 13 w 104"/>
                  <a:gd name="T67" fmla="*/ 159 h 238"/>
                  <a:gd name="T68" fmla="*/ 6 w 104"/>
                  <a:gd name="T69" fmla="*/ 179 h 238"/>
                  <a:gd name="T70" fmla="*/ 12 w 104"/>
                  <a:gd name="T71" fmla="*/ 116 h 238"/>
                  <a:gd name="T72" fmla="*/ 27 w 104"/>
                  <a:gd name="T73" fmla="*/ 73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4" h="238">
                    <a:moveTo>
                      <a:pt x="27" y="73"/>
                    </a:moveTo>
                    <a:cubicBezTo>
                      <a:pt x="28" y="72"/>
                      <a:pt x="28" y="71"/>
                      <a:pt x="29" y="71"/>
                    </a:cubicBezTo>
                    <a:cubicBezTo>
                      <a:pt x="30" y="70"/>
                      <a:pt x="31" y="69"/>
                      <a:pt x="31" y="67"/>
                    </a:cubicBezTo>
                    <a:cubicBezTo>
                      <a:pt x="32" y="66"/>
                      <a:pt x="33" y="65"/>
                      <a:pt x="33" y="63"/>
                    </a:cubicBezTo>
                    <a:cubicBezTo>
                      <a:pt x="35" y="62"/>
                      <a:pt x="36" y="60"/>
                      <a:pt x="37" y="57"/>
                    </a:cubicBezTo>
                    <a:cubicBezTo>
                      <a:pt x="39" y="56"/>
                      <a:pt x="40" y="54"/>
                      <a:pt x="41" y="52"/>
                    </a:cubicBezTo>
                    <a:cubicBezTo>
                      <a:pt x="43" y="50"/>
                      <a:pt x="46" y="48"/>
                      <a:pt x="46" y="44"/>
                    </a:cubicBezTo>
                    <a:cubicBezTo>
                      <a:pt x="49" y="44"/>
                      <a:pt x="50" y="42"/>
                      <a:pt x="50" y="40"/>
                    </a:cubicBezTo>
                    <a:cubicBezTo>
                      <a:pt x="55" y="39"/>
                      <a:pt x="58" y="34"/>
                      <a:pt x="62" y="31"/>
                    </a:cubicBezTo>
                    <a:cubicBezTo>
                      <a:pt x="62" y="30"/>
                      <a:pt x="63" y="29"/>
                      <a:pt x="63" y="29"/>
                    </a:cubicBezTo>
                    <a:cubicBezTo>
                      <a:pt x="64" y="28"/>
                      <a:pt x="65" y="27"/>
                      <a:pt x="65" y="27"/>
                    </a:cubicBezTo>
                    <a:cubicBezTo>
                      <a:pt x="66" y="26"/>
                      <a:pt x="67" y="25"/>
                      <a:pt x="67" y="25"/>
                    </a:cubicBezTo>
                    <a:cubicBezTo>
                      <a:pt x="68" y="24"/>
                      <a:pt x="69" y="23"/>
                      <a:pt x="69" y="23"/>
                    </a:cubicBezTo>
                    <a:cubicBezTo>
                      <a:pt x="70" y="22"/>
                      <a:pt x="71" y="22"/>
                      <a:pt x="71" y="21"/>
                    </a:cubicBezTo>
                    <a:cubicBezTo>
                      <a:pt x="72" y="20"/>
                      <a:pt x="72" y="20"/>
                      <a:pt x="73" y="19"/>
                    </a:cubicBezTo>
                    <a:cubicBezTo>
                      <a:pt x="74" y="18"/>
                      <a:pt x="74" y="18"/>
                      <a:pt x="75" y="17"/>
                    </a:cubicBezTo>
                    <a:cubicBezTo>
                      <a:pt x="77" y="16"/>
                      <a:pt x="79" y="15"/>
                      <a:pt x="81" y="13"/>
                    </a:cubicBezTo>
                    <a:cubicBezTo>
                      <a:pt x="81" y="13"/>
                      <a:pt x="82" y="12"/>
                      <a:pt x="83" y="12"/>
                    </a:cubicBezTo>
                    <a:cubicBezTo>
                      <a:pt x="85" y="11"/>
                      <a:pt x="87" y="10"/>
                      <a:pt x="88" y="7"/>
                    </a:cubicBezTo>
                    <a:cubicBezTo>
                      <a:pt x="89" y="7"/>
                      <a:pt x="90" y="6"/>
                      <a:pt x="90" y="6"/>
                    </a:cubicBezTo>
                    <a:cubicBezTo>
                      <a:pt x="94" y="5"/>
                      <a:pt x="96" y="2"/>
                      <a:pt x="98" y="0"/>
                    </a:cubicBezTo>
                    <a:cubicBezTo>
                      <a:pt x="99" y="0"/>
                      <a:pt x="99" y="0"/>
                      <a:pt x="100" y="0"/>
                    </a:cubicBezTo>
                    <a:cubicBezTo>
                      <a:pt x="101" y="0"/>
                      <a:pt x="102" y="0"/>
                      <a:pt x="104" y="0"/>
                    </a:cubicBezTo>
                    <a:cubicBezTo>
                      <a:pt x="103" y="6"/>
                      <a:pt x="97" y="8"/>
                      <a:pt x="93" y="11"/>
                    </a:cubicBezTo>
                    <a:cubicBezTo>
                      <a:pt x="92" y="13"/>
                      <a:pt x="89" y="15"/>
                      <a:pt x="86" y="16"/>
                    </a:cubicBezTo>
                    <a:cubicBezTo>
                      <a:pt x="73" y="26"/>
                      <a:pt x="73" y="26"/>
                      <a:pt x="77" y="42"/>
                    </a:cubicBezTo>
                    <a:cubicBezTo>
                      <a:pt x="77" y="47"/>
                      <a:pt x="72" y="49"/>
                      <a:pt x="69" y="52"/>
                    </a:cubicBezTo>
                    <a:cubicBezTo>
                      <a:pt x="63" y="60"/>
                      <a:pt x="58" y="69"/>
                      <a:pt x="52" y="77"/>
                    </a:cubicBezTo>
                    <a:cubicBezTo>
                      <a:pt x="51" y="76"/>
                      <a:pt x="50" y="76"/>
                      <a:pt x="50" y="75"/>
                    </a:cubicBezTo>
                    <a:cubicBezTo>
                      <a:pt x="54" y="67"/>
                      <a:pt x="50" y="57"/>
                      <a:pt x="53" y="48"/>
                    </a:cubicBezTo>
                    <a:cubicBezTo>
                      <a:pt x="53" y="49"/>
                      <a:pt x="52" y="48"/>
                      <a:pt x="52" y="48"/>
                    </a:cubicBezTo>
                    <a:cubicBezTo>
                      <a:pt x="52" y="48"/>
                      <a:pt x="52" y="49"/>
                      <a:pt x="52" y="49"/>
                    </a:cubicBezTo>
                    <a:cubicBezTo>
                      <a:pt x="51" y="50"/>
                      <a:pt x="50" y="51"/>
                      <a:pt x="49" y="52"/>
                    </a:cubicBezTo>
                    <a:cubicBezTo>
                      <a:pt x="49" y="53"/>
                      <a:pt x="48" y="53"/>
                      <a:pt x="48" y="54"/>
                    </a:cubicBezTo>
                    <a:cubicBezTo>
                      <a:pt x="48" y="54"/>
                      <a:pt x="47" y="54"/>
                      <a:pt x="47" y="54"/>
                    </a:cubicBezTo>
                    <a:cubicBezTo>
                      <a:pt x="47" y="55"/>
                      <a:pt x="46" y="56"/>
                      <a:pt x="46" y="56"/>
                    </a:cubicBezTo>
                    <a:cubicBezTo>
                      <a:pt x="45" y="57"/>
                      <a:pt x="44" y="59"/>
                      <a:pt x="43" y="60"/>
                    </a:cubicBezTo>
                    <a:cubicBezTo>
                      <a:pt x="43" y="61"/>
                      <a:pt x="42" y="61"/>
                      <a:pt x="42" y="62"/>
                    </a:cubicBezTo>
                    <a:cubicBezTo>
                      <a:pt x="41" y="63"/>
                      <a:pt x="40" y="64"/>
                      <a:pt x="40" y="65"/>
                    </a:cubicBezTo>
                    <a:cubicBezTo>
                      <a:pt x="39" y="66"/>
                      <a:pt x="38" y="67"/>
                      <a:pt x="38" y="68"/>
                    </a:cubicBezTo>
                    <a:cubicBezTo>
                      <a:pt x="38" y="69"/>
                      <a:pt x="37" y="69"/>
                      <a:pt x="37" y="70"/>
                    </a:cubicBezTo>
                    <a:cubicBezTo>
                      <a:pt x="37" y="71"/>
                      <a:pt x="36" y="72"/>
                      <a:pt x="36" y="73"/>
                    </a:cubicBezTo>
                    <a:cubicBezTo>
                      <a:pt x="34" y="78"/>
                      <a:pt x="32" y="83"/>
                      <a:pt x="29" y="88"/>
                    </a:cubicBezTo>
                    <a:cubicBezTo>
                      <a:pt x="28" y="89"/>
                      <a:pt x="28" y="90"/>
                      <a:pt x="27" y="91"/>
                    </a:cubicBezTo>
                    <a:cubicBezTo>
                      <a:pt x="27" y="92"/>
                      <a:pt x="27" y="94"/>
                      <a:pt x="26" y="95"/>
                    </a:cubicBezTo>
                    <a:cubicBezTo>
                      <a:pt x="26" y="96"/>
                      <a:pt x="25" y="97"/>
                      <a:pt x="24" y="97"/>
                    </a:cubicBezTo>
                    <a:cubicBezTo>
                      <a:pt x="24" y="99"/>
                      <a:pt x="26" y="97"/>
                      <a:pt x="26" y="98"/>
                    </a:cubicBezTo>
                    <a:cubicBezTo>
                      <a:pt x="30" y="104"/>
                      <a:pt x="26" y="108"/>
                      <a:pt x="23" y="112"/>
                    </a:cubicBezTo>
                    <a:cubicBezTo>
                      <a:pt x="18" y="118"/>
                      <a:pt x="15" y="124"/>
                      <a:pt x="14" y="132"/>
                    </a:cubicBezTo>
                    <a:cubicBezTo>
                      <a:pt x="18" y="135"/>
                      <a:pt x="23" y="125"/>
                      <a:pt x="27" y="132"/>
                    </a:cubicBezTo>
                    <a:cubicBezTo>
                      <a:pt x="27" y="137"/>
                      <a:pt x="26" y="142"/>
                      <a:pt x="25" y="146"/>
                    </a:cubicBezTo>
                    <a:cubicBezTo>
                      <a:pt x="22" y="157"/>
                      <a:pt x="22" y="168"/>
                      <a:pt x="21" y="179"/>
                    </a:cubicBezTo>
                    <a:cubicBezTo>
                      <a:pt x="20" y="192"/>
                      <a:pt x="21" y="204"/>
                      <a:pt x="21" y="217"/>
                    </a:cubicBezTo>
                    <a:cubicBezTo>
                      <a:pt x="21" y="224"/>
                      <a:pt x="24" y="231"/>
                      <a:pt x="23" y="238"/>
                    </a:cubicBezTo>
                    <a:cubicBezTo>
                      <a:pt x="22" y="238"/>
                      <a:pt x="21" y="238"/>
                      <a:pt x="21" y="237"/>
                    </a:cubicBezTo>
                    <a:cubicBezTo>
                      <a:pt x="19" y="231"/>
                      <a:pt x="16" y="232"/>
                      <a:pt x="11" y="234"/>
                    </a:cubicBezTo>
                    <a:cubicBezTo>
                      <a:pt x="7" y="231"/>
                      <a:pt x="9" y="225"/>
                      <a:pt x="6" y="222"/>
                    </a:cubicBezTo>
                    <a:cubicBezTo>
                      <a:pt x="4" y="218"/>
                      <a:pt x="5" y="213"/>
                      <a:pt x="2" y="209"/>
                    </a:cubicBezTo>
                    <a:cubicBezTo>
                      <a:pt x="2" y="208"/>
                      <a:pt x="2" y="206"/>
                      <a:pt x="2" y="205"/>
                    </a:cubicBezTo>
                    <a:cubicBezTo>
                      <a:pt x="2" y="200"/>
                      <a:pt x="2" y="195"/>
                      <a:pt x="2" y="190"/>
                    </a:cubicBezTo>
                    <a:cubicBezTo>
                      <a:pt x="5" y="189"/>
                      <a:pt x="5" y="192"/>
                      <a:pt x="6" y="194"/>
                    </a:cubicBezTo>
                    <a:cubicBezTo>
                      <a:pt x="6" y="197"/>
                      <a:pt x="6" y="199"/>
                      <a:pt x="6" y="202"/>
                    </a:cubicBezTo>
                    <a:cubicBezTo>
                      <a:pt x="7" y="205"/>
                      <a:pt x="7" y="210"/>
                      <a:pt x="11" y="211"/>
                    </a:cubicBezTo>
                    <a:cubicBezTo>
                      <a:pt x="13" y="212"/>
                      <a:pt x="15" y="211"/>
                      <a:pt x="15" y="209"/>
                    </a:cubicBezTo>
                    <a:cubicBezTo>
                      <a:pt x="17" y="205"/>
                      <a:pt x="18" y="200"/>
                      <a:pt x="14" y="197"/>
                    </a:cubicBezTo>
                    <a:cubicBezTo>
                      <a:pt x="10" y="193"/>
                      <a:pt x="10" y="192"/>
                      <a:pt x="13" y="186"/>
                    </a:cubicBezTo>
                    <a:cubicBezTo>
                      <a:pt x="15" y="180"/>
                      <a:pt x="17" y="172"/>
                      <a:pt x="18" y="165"/>
                    </a:cubicBezTo>
                    <a:cubicBezTo>
                      <a:pt x="18" y="160"/>
                      <a:pt x="15" y="160"/>
                      <a:pt x="13" y="159"/>
                    </a:cubicBezTo>
                    <a:cubicBezTo>
                      <a:pt x="9" y="158"/>
                      <a:pt x="8" y="161"/>
                      <a:pt x="8" y="164"/>
                    </a:cubicBezTo>
                    <a:cubicBezTo>
                      <a:pt x="7" y="169"/>
                      <a:pt x="6" y="174"/>
                      <a:pt x="6" y="179"/>
                    </a:cubicBezTo>
                    <a:cubicBezTo>
                      <a:pt x="6" y="182"/>
                      <a:pt x="7" y="186"/>
                      <a:pt x="2" y="186"/>
                    </a:cubicBezTo>
                    <a:cubicBezTo>
                      <a:pt x="0" y="162"/>
                      <a:pt x="6" y="139"/>
                      <a:pt x="12" y="116"/>
                    </a:cubicBezTo>
                    <a:cubicBezTo>
                      <a:pt x="15" y="108"/>
                      <a:pt x="18" y="99"/>
                      <a:pt x="19" y="90"/>
                    </a:cubicBezTo>
                    <a:cubicBezTo>
                      <a:pt x="22" y="84"/>
                      <a:pt x="24" y="79"/>
                      <a:pt x="27" y="73"/>
                    </a:cubicBezTo>
                    <a:close/>
                  </a:path>
                </a:pathLst>
              </a:custGeom>
              <a:solidFill>
                <a:srgbClr val="FFC2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59" name="Freeform 447"/>
              <p:cNvSpPr/>
              <p:nvPr/>
            </p:nvSpPr>
            <p:spPr bwMode="auto">
              <a:xfrm>
                <a:off x="2442" y="1376"/>
                <a:ext cx="45" cy="145"/>
              </a:xfrm>
              <a:custGeom>
                <a:avLst/>
                <a:gdLst>
                  <a:gd name="T0" fmla="*/ 0 w 19"/>
                  <a:gd name="T1" fmla="*/ 31 h 61"/>
                  <a:gd name="T2" fmla="*/ 2 w 19"/>
                  <a:gd name="T3" fmla="*/ 24 h 61"/>
                  <a:gd name="T4" fmla="*/ 5 w 19"/>
                  <a:gd name="T5" fmla="*/ 1 h 61"/>
                  <a:gd name="T6" fmla="*/ 17 w 19"/>
                  <a:gd name="T7" fmla="*/ 4 h 61"/>
                  <a:gd name="T8" fmla="*/ 19 w 19"/>
                  <a:gd name="T9" fmla="*/ 6 h 61"/>
                  <a:gd name="T10" fmla="*/ 15 w 19"/>
                  <a:gd name="T11" fmla="*/ 21 h 61"/>
                  <a:gd name="T12" fmla="*/ 15 w 19"/>
                  <a:gd name="T13" fmla="*/ 28 h 61"/>
                  <a:gd name="T14" fmla="*/ 12 w 19"/>
                  <a:gd name="T15" fmla="*/ 33 h 61"/>
                  <a:gd name="T16" fmla="*/ 9 w 19"/>
                  <a:gd name="T17" fmla="*/ 36 h 61"/>
                  <a:gd name="T18" fmla="*/ 12 w 19"/>
                  <a:gd name="T19" fmla="*/ 38 h 61"/>
                  <a:gd name="T20" fmla="*/ 15 w 19"/>
                  <a:gd name="T21" fmla="*/ 57 h 61"/>
                  <a:gd name="T22" fmla="*/ 4 w 19"/>
                  <a:gd name="T23" fmla="*/ 56 h 61"/>
                  <a:gd name="T24" fmla="*/ 2 w 19"/>
                  <a:gd name="T25" fmla="*/ 44 h 61"/>
                  <a:gd name="T26" fmla="*/ 0 w 19"/>
                  <a:gd name="T27" fmla="*/ 35 h 61"/>
                  <a:gd name="T28" fmla="*/ 0 w 19"/>
                  <a:gd name="T29" fmla="*/ 3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61">
                    <a:moveTo>
                      <a:pt x="0" y="31"/>
                    </a:moveTo>
                    <a:cubicBezTo>
                      <a:pt x="2" y="29"/>
                      <a:pt x="2" y="26"/>
                      <a:pt x="2" y="24"/>
                    </a:cubicBezTo>
                    <a:cubicBezTo>
                      <a:pt x="1" y="16"/>
                      <a:pt x="4" y="8"/>
                      <a:pt x="5" y="1"/>
                    </a:cubicBezTo>
                    <a:cubicBezTo>
                      <a:pt x="10" y="0"/>
                      <a:pt x="13" y="4"/>
                      <a:pt x="17" y="4"/>
                    </a:cubicBezTo>
                    <a:cubicBezTo>
                      <a:pt x="19" y="3"/>
                      <a:pt x="19" y="5"/>
                      <a:pt x="19" y="6"/>
                    </a:cubicBezTo>
                    <a:cubicBezTo>
                      <a:pt x="18" y="11"/>
                      <a:pt x="19" y="17"/>
                      <a:pt x="15" y="21"/>
                    </a:cubicBezTo>
                    <a:cubicBezTo>
                      <a:pt x="13" y="24"/>
                      <a:pt x="12" y="25"/>
                      <a:pt x="15" y="28"/>
                    </a:cubicBezTo>
                    <a:cubicBezTo>
                      <a:pt x="18" y="32"/>
                      <a:pt x="17" y="32"/>
                      <a:pt x="12" y="33"/>
                    </a:cubicBezTo>
                    <a:cubicBezTo>
                      <a:pt x="10" y="34"/>
                      <a:pt x="9" y="35"/>
                      <a:pt x="9" y="36"/>
                    </a:cubicBezTo>
                    <a:cubicBezTo>
                      <a:pt x="8" y="39"/>
                      <a:pt x="11" y="37"/>
                      <a:pt x="12" y="38"/>
                    </a:cubicBezTo>
                    <a:cubicBezTo>
                      <a:pt x="17" y="41"/>
                      <a:pt x="19" y="53"/>
                      <a:pt x="15" y="57"/>
                    </a:cubicBezTo>
                    <a:cubicBezTo>
                      <a:pt x="12" y="61"/>
                      <a:pt x="6" y="60"/>
                      <a:pt x="4" y="56"/>
                    </a:cubicBezTo>
                    <a:cubicBezTo>
                      <a:pt x="2" y="52"/>
                      <a:pt x="1" y="48"/>
                      <a:pt x="2" y="44"/>
                    </a:cubicBezTo>
                    <a:cubicBezTo>
                      <a:pt x="2" y="41"/>
                      <a:pt x="3" y="37"/>
                      <a:pt x="0" y="35"/>
                    </a:cubicBezTo>
                    <a:cubicBezTo>
                      <a:pt x="0" y="33"/>
                      <a:pt x="0" y="32"/>
                      <a:pt x="0" y="31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0" name="Freeform 448"/>
              <p:cNvSpPr/>
              <p:nvPr/>
            </p:nvSpPr>
            <p:spPr bwMode="auto">
              <a:xfrm>
                <a:off x="2697" y="1393"/>
                <a:ext cx="320" cy="376"/>
              </a:xfrm>
              <a:custGeom>
                <a:avLst/>
                <a:gdLst>
                  <a:gd name="T0" fmla="*/ 75 w 134"/>
                  <a:gd name="T1" fmla="*/ 22 h 158"/>
                  <a:gd name="T2" fmla="*/ 65 w 134"/>
                  <a:gd name="T3" fmla="*/ 51 h 158"/>
                  <a:gd name="T4" fmla="*/ 117 w 134"/>
                  <a:gd name="T5" fmla="*/ 49 h 158"/>
                  <a:gd name="T6" fmla="*/ 132 w 134"/>
                  <a:gd name="T7" fmla="*/ 59 h 158"/>
                  <a:gd name="T8" fmla="*/ 130 w 134"/>
                  <a:gd name="T9" fmla="*/ 72 h 158"/>
                  <a:gd name="T10" fmla="*/ 123 w 134"/>
                  <a:gd name="T11" fmla="*/ 62 h 158"/>
                  <a:gd name="T12" fmla="*/ 85 w 134"/>
                  <a:gd name="T13" fmla="*/ 65 h 158"/>
                  <a:gd name="T14" fmla="*/ 64 w 134"/>
                  <a:gd name="T15" fmla="*/ 73 h 158"/>
                  <a:gd name="T16" fmla="*/ 32 w 134"/>
                  <a:gd name="T17" fmla="*/ 92 h 158"/>
                  <a:gd name="T18" fmla="*/ 46 w 134"/>
                  <a:gd name="T19" fmla="*/ 88 h 158"/>
                  <a:gd name="T20" fmla="*/ 70 w 134"/>
                  <a:gd name="T21" fmla="*/ 91 h 158"/>
                  <a:gd name="T22" fmla="*/ 79 w 134"/>
                  <a:gd name="T23" fmla="*/ 129 h 158"/>
                  <a:gd name="T24" fmla="*/ 94 w 134"/>
                  <a:gd name="T25" fmla="*/ 128 h 158"/>
                  <a:gd name="T26" fmla="*/ 93 w 134"/>
                  <a:gd name="T27" fmla="*/ 105 h 158"/>
                  <a:gd name="T28" fmla="*/ 105 w 134"/>
                  <a:gd name="T29" fmla="*/ 104 h 158"/>
                  <a:gd name="T30" fmla="*/ 104 w 134"/>
                  <a:gd name="T31" fmla="*/ 138 h 158"/>
                  <a:gd name="T32" fmla="*/ 102 w 134"/>
                  <a:gd name="T33" fmla="*/ 143 h 158"/>
                  <a:gd name="T34" fmla="*/ 100 w 134"/>
                  <a:gd name="T35" fmla="*/ 147 h 158"/>
                  <a:gd name="T36" fmla="*/ 65 w 134"/>
                  <a:gd name="T37" fmla="*/ 134 h 158"/>
                  <a:gd name="T38" fmla="*/ 51 w 134"/>
                  <a:gd name="T39" fmla="*/ 110 h 158"/>
                  <a:gd name="T40" fmla="*/ 23 w 134"/>
                  <a:gd name="T41" fmla="*/ 109 h 158"/>
                  <a:gd name="T42" fmla="*/ 20 w 134"/>
                  <a:gd name="T43" fmla="*/ 62 h 158"/>
                  <a:gd name="T44" fmla="*/ 2 w 134"/>
                  <a:gd name="T45" fmla="*/ 44 h 158"/>
                  <a:gd name="T46" fmla="*/ 5 w 134"/>
                  <a:gd name="T47" fmla="*/ 26 h 158"/>
                  <a:gd name="T48" fmla="*/ 5 w 134"/>
                  <a:gd name="T49" fmla="*/ 13 h 158"/>
                  <a:gd name="T50" fmla="*/ 25 w 134"/>
                  <a:gd name="T51" fmla="*/ 24 h 158"/>
                  <a:gd name="T52" fmla="*/ 43 w 134"/>
                  <a:gd name="T53" fmla="*/ 47 h 158"/>
                  <a:gd name="T54" fmla="*/ 52 w 134"/>
                  <a:gd name="T55" fmla="*/ 48 h 158"/>
                  <a:gd name="T56" fmla="*/ 41 w 134"/>
                  <a:gd name="T57" fmla="*/ 21 h 158"/>
                  <a:gd name="T58" fmla="*/ 35 w 134"/>
                  <a:gd name="T59" fmla="*/ 5 h 158"/>
                  <a:gd name="T60" fmla="*/ 39 w 134"/>
                  <a:gd name="T61" fmla="*/ 1 h 158"/>
                  <a:gd name="T62" fmla="*/ 69 w 134"/>
                  <a:gd name="T63" fmla="*/ 14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4" h="158">
                    <a:moveTo>
                      <a:pt x="69" y="14"/>
                    </a:moveTo>
                    <a:cubicBezTo>
                      <a:pt x="73" y="16"/>
                      <a:pt x="74" y="19"/>
                      <a:pt x="75" y="22"/>
                    </a:cubicBezTo>
                    <a:cubicBezTo>
                      <a:pt x="79" y="27"/>
                      <a:pt x="76" y="31"/>
                      <a:pt x="73" y="36"/>
                    </a:cubicBezTo>
                    <a:cubicBezTo>
                      <a:pt x="70" y="41"/>
                      <a:pt x="65" y="44"/>
                      <a:pt x="65" y="51"/>
                    </a:cubicBezTo>
                    <a:cubicBezTo>
                      <a:pt x="68" y="53"/>
                      <a:pt x="71" y="52"/>
                      <a:pt x="74" y="50"/>
                    </a:cubicBezTo>
                    <a:cubicBezTo>
                      <a:pt x="88" y="46"/>
                      <a:pt x="102" y="40"/>
                      <a:pt x="117" y="49"/>
                    </a:cubicBezTo>
                    <a:cubicBezTo>
                      <a:pt x="120" y="51"/>
                      <a:pt x="122" y="52"/>
                      <a:pt x="126" y="53"/>
                    </a:cubicBezTo>
                    <a:cubicBezTo>
                      <a:pt x="128" y="54"/>
                      <a:pt x="131" y="56"/>
                      <a:pt x="132" y="59"/>
                    </a:cubicBezTo>
                    <a:cubicBezTo>
                      <a:pt x="133" y="60"/>
                      <a:pt x="133" y="61"/>
                      <a:pt x="133" y="62"/>
                    </a:cubicBezTo>
                    <a:cubicBezTo>
                      <a:pt x="133" y="66"/>
                      <a:pt x="134" y="70"/>
                      <a:pt x="130" y="72"/>
                    </a:cubicBezTo>
                    <a:cubicBezTo>
                      <a:pt x="127" y="71"/>
                      <a:pt x="127" y="68"/>
                      <a:pt x="126" y="66"/>
                    </a:cubicBezTo>
                    <a:cubicBezTo>
                      <a:pt x="125" y="64"/>
                      <a:pt x="125" y="62"/>
                      <a:pt x="123" y="62"/>
                    </a:cubicBezTo>
                    <a:cubicBezTo>
                      <a:pt x="113" y="60"/>
                      <a:pt x="105" y="51"/>
                      <a:pt x="94" y="56"/>
                    </a:cubicBezTo>
                    <a:cubicBezTo>
                      <a:pt x="90" y="58"/>
                      <a:pt x="88" y="62"/>
                      <a:pt x="85" y="65"/>
                    </a:cubicBezTo>
                    <a:cubicBezTo>
                      <a:pt x="79" y="67"/>
                      <a:pt x="73" y="67"/>
                      <a:pt x="68" y="71"/>
                    </a:cubicBezTo>
                    <a:cubicBezTo>
                      <a:pt x="67" y="72"/>
                      <a:pt x="66" y="72"/>
                      <a:pt x="64" y="73"/>
                    </a:cubicBezTo>
                    <a:cubicBezTo>
                      <a:pt x="54" y="68"/>
                      <a:pt x="46" y="74"/>
                      <a:pt x="37" y="78"/>
                    </a:cubicBezTo>
                    <a:cubicBezTo>
                      <a:pt x="32" y="80"/>
                      <a:pt x="31" y="87"/>
                      <a:pt x="32" y="92"/>
                    </a:cubicBezTo>
                    <a:cubicBezTo>
                      <a:pt x="33" y="97"/>
                      <a:pt x="37" y="96"/>
                      <a:pt x="41" y="95"/>
                    </a:cubicBezTo>
                    <a:cubicBezTo>
                      <a:pt x="43" y="93"/>
                      <a:pt x="45" y="90"/>
                      <a:pt x="46" y="88"/>
                    </a:cubicBezTo>
                    <a:cubicBezTo>
                      <a:pt x="48" y="86"/>
                      <a:pt x="50" y="84"/>
                      <a:pt x="53" y="86"/>
                    </a:cubicBezTo>
                    <a:cubicBezTo>
                      <a:pt x="58" y="90"/>
                      <a:pt x="64" y="90"/>
                      <a:pt x="70" y="91"/>
                    </a:cubicBezTo>
                    <a:cubicBezTo>
                      <a:pt x="75" y="92"/>
                      <a:pt x="76" y="96"/>
                      <a:pt x="76" y="101"/>
                    </a:cubicBezTo>
                    <a:cubicBezTo>
                      <a:pt x="76" y="110"/>
                      <a:pt x="78" y="120"/>
                      <a:pt x="79" y="129"/>
                    </a:cubicBezTo>
                    <a:cubicBezTo>
                      <a:pt x="79" y="134"/>
                      <a:pt x="81" y="139"/>
                      <a:pt x="88" y="138"/>
                    </a:cubicBezTo>
                    <a:cubicBezTo>
                      <a:pt x="95" y="138"/>
                      <a:pt x="94" y="133"/>
                      <a:pt x="94" y="128"/>
                    </a:cubicBezTo>
                    <a:cubicBezTo>
                      <a:pt x="94" y="124"/>
                      <a:pt x="94" y="120"/>
                      <a:pt x="94" y="116"/>
                    </a:cubicBezTo>
                    <a:cubicBezTo>
                      <a:pt x="94" y="112"/>
                      <a:pt x="94" y="109"/>
                      <a:pt x="93" y="105"/>
                    </a:cubicBezTo>
                    <a:cubicBezTo>
                      <a:pt x="93" y="104"/>
                      <a:pt x="94" y="103"/>
                      <a:pt x="95" y="102"/>
                    </a:cubicBezTo>
                    <a:cubicBezTo>
                      <a:pt x="98" y="101"/>
                      <a:pt x="101" y="102"/>
                      <a:pt x="105" y="104"/>
                    </a:cubicBezTo>
                    <a:cubicBezTo>
                      <a:pt x="107" y="107"/>
                      <a:pt x="108" y="110"/>
                      <a:pt x="108" y="114"/>
                    </a:cubicBezTo>
                    <a:cubicBezTo>
                      <a:pt x="108" y="122"/>
                      <a:pt x="103" y="130"/>
                      <a:pt x="104" y="138"/>
                    </a:cubicBezTo>
                    <a:cubicBezTo>
                      <a:pt x="104" y="139"/>
                      <a:pt x="104" y="140"/>
                      <a:pt x="103" y="141"/>
                    </a:cubicBezTo>
                    <a:cubicBezTo>
                      <a:pt x="103" y="142"/>
                      <a:pt x="103" y="142"/>
                      <a:pt x="102" y="143"/>
                    </a:cubicBezTo>
                    <a:cubicBezTo>
                      <a:pt x="102" y="144"/>
                      <a:pt x="101" y="144"/>
                      <a:pt x="101" y="144"/>
                    </a:cubicBezTo>
                    <a:cubicBezTo>
                      <a:pt x="101" y="145"/>
                      <a:pt x="100" y="146"/>
                      <a:pt x="100" y="147"/>
                    </a:cubicBezTo>
                    <a:cubicBezTo>
                      <a:pt x="99" y="148"/>
                      <a:pt x="98" y="149"/>
                      <a:pt x="98" y="149"/>
                    </a:cubicBezTo>
                    <a:cubicBezTo>
                      <a:pt x="83" y="158"/>
                      <a:pt x="71" y="152"/>
                      <a:pt x="65" y="134"/>
                    </a:cubicBezTo>
                    <a:cubicBezTo>
                      <a:pt x="64" y="126"/>
                      <a:pt x="67" y="117"/>
                      <a:pt x="58" y="112"/>
                    </a:cubicBezTo>
                    <a:cubicBezTo>
                      <a:pt x="55" y="112"/>
                      <a:pt x="53" y="111"/>
                      <a:pt x="51" y="110"/>
                    </a:cubicBezTo>
                    <a:cubicBezTo>
                      <a:pt x="45" y="108"/>
                      <a:pt x="39" y="109"/>
                      <a:pt x="33" y="110"/>
                    </a:cubicBezTo>
                    <a:cubicBezTo>
                      <a:pt x="30" y="111"/>
                      <a:pt x="27" y="110"/>
                      <a:pt x="23" y="109"/>
                    </a:cubicBezTo>
                    <a:cubicBezTo>
                      <a:pt x="5" y="107"/>
                      <a:pt x="0" y="96"/>
                      <a:pt x="9" y="80"/>
                    </a:cubicBezTo>
                    <a:cubicBezTo>
                      <a:pt x="12" y="74"/>
                      <a:pt x="16" y="68"/>
                      <a:pt x="20" y="62"/>
                    </a:cubicBezTo>
                    <a:cubicBezTo>
                      <a:pt x="25" y="52"/>
                      <a:pt x="23" y="49"/>
                      <a:pt x="12" y="47"/>
                    </a:cubicBezTo>
                    <a:cubicBezTo>
                      <a:pt x="9" y="46"/>
                      <a:pt x="5" y="46"/>
                      <a:pt x="2" y="44"/>
                    </a:cubicBezTo>
                    <a:cubicBezTo>
                      <a:pt x="2" y="43"/>
                      <a:pt x="1" y="43"/>
                      <a:pt x="1" y="42"/>
                    </a:cubicBezTo>
                    <a:cubicBezTo>
                      <a:pt x="1" y="36"/>
                      <a:pt x="2" y="30"/>
                      <a:pt x="5" y="26"/>
                    </a:cubicBezTo>
                    <a:cubicBezTo>
                      <a:pt x="7" y="24"/>
                      <a:pt x="9" y="23"/>
                      <a:pt x="8" y="20"/>
                    </a:cubicBezTo>
                    <a:cubicBezTo>
                      <a:pt x="6" y="18"/>
                      <a:pt x="5" y="16"/>
                      <a:pt x="5" y="13"/>
                    </a:cubicBezTo>
                    <a:cubicBezTo>
                      <a:pt x="7" y="7"/>
                      <a:pt x="12" y="7"/>
                      <a:pt x="17" y="9"/>
                    </a:cubicBezTo>
                    <a:cubicBezTo>
                      <a:pt x="23" y="12"/>
                      <a:pt x="25" y="17"/>
                      <a:pt x="25" y="24"/>
                    </a:cubicBezTo>
                    <a:cubicBezTo>
                      <a:pt x="23" y="30"/>
                      <a:pt x="27" y="33"/>
                      <a:pt x="33" y="34"/>
                    </a:cubicBezTo>
                    <a:cubicBezTo>
                      <a:pt x="41" y="35"/>
                      <a:pt x="45" y="38"/>
                      <a:pt x="43" y="47"/>
                    </a:cubicBezTo>
                    <a:cubicBezTo>
                      <a:pt x="43" y="50"/>
                      <a:pt x="43" y="54"/>
                      <a:pt x="47" y="54"/>
                    </a:cubicBezTo>
                    <a:cubicBezTo>
                      <a:pt x="50" y="54"/>
                      <a:pt x="51" y="50"/>
                      <a:pt x="52" y="48"/>
                    </a:cubicBezTo>
                    <a:cubicBezTo>
                      <a:pt x="52" y="46"/>
                      <a:pt x="53" y="43"/>
                      <a:pt x="53" y="41"/>
                    </a:cubicBezTo>
                    <a:cubicBezTo>
                      <a:pt x="56" y="26"/>
                      <a:pt x="56" y="26"/>
                      <a:pt x="41" y="21"/>
                    </a:cubicBezTo>
                    <a:cubicBezTo>
                      <a:pt x="40" y="21"/>
                      <a:pt x="40" y="20"/>
                      <a:pt x="39" y="19"/>
                    </a:cubicBezTo>
                    <a:cubicBezTo>
                      <a:pt x="37" y="15"/>
                      <a:pt x="35" y="10"/>
                      <a:pt x="35" y="5"/>
                    </a:cubicBezTo>
                    <a:cubicBezTo>
                      <a:pt x="35" y="4"/>
                      <a:pt x="35" y="2"/>
                      <a:pt x="36" y="1"/>
                    </a:cubicBezTo>
                    <a:cubicBezTo>
                      <a:pt x="37" y="0"/>
                      <a:pt x="38" y="0"/>
                      <a:pt x="39" y="1"/>
                    </a:cubicBezTo>
                    <a:cubicBezTo>
                      <a:pt x="40" y="6"/>
                      <a:pt x="43" y="10"/>
                      <a:pt x="48" y="12"/>
                    </a:cubicBezTo>
                    <a:cubicBezTo>
                      <a:pt x="55" y="16"/>
                      <a:pt x="63" y="11"/>
                      <a:pt x="69" y="14"/>
                    </a:cubicBezTo>
                    <a:close/>
                  </a:path>
                </a:pathLst>
              </a:custGeom>
              <a:solidFill>
                <a:srgbClr val="D8FF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1" name="Freeform 449"/>
              <p:cNvSpPr/>
              <p:nvPr/>
            </p:nvSpPr>
            <p:spPr bwMode="auto">
              <a:xfrm>
                <a:off x="2649" y="1181"/>
                <a:ext cx="225" cy="238"/>
              </a:xfrm>
              <a:custGeom>
                <a:avLst/>
                <a:gdLst>
                  <a:gd name="T0" fmla="*/ 90 w 94"/>
                  <a:gd name="T1" fmla="*/ 30 h 100"/>
                  <a:gd name="T2" fmla="*/ 84 w 94"/>
                  <a:gd name="T3" fmla="*/ 42 h 100"/>
                  <a:gd name="T4" fmla="*/ 56 w 94"/>
                  <a:gd name="T5" fmla="*/ 68 h 100"/>
                  <a:gd name="T6" fmla="*/ 51 w 94"/>
                  <a:gd name="T7" fmla="*/ 77 h 100"/>
                  <a:gd name="T8" fmla="*/ 49 w 94"/>
                  <a:gd name="T9" fmla="*/ 90 h 100"/>
                  <a:gd name="T10" fmla="*/ 47 w 94"/>
                  <a:gd name="T11" fmla="*/ 99 h 100"/>
                  <a:gd name="T12" fmla="*/ 38 w 94"/>
                  <a:gd name="T13" fmla="*/ 92 h 100"/>
                  <a:gd name="T14" fmla="*/ 39 w 94"/>
                  <a:gd name="T15" fmla="*/ 90 h 100"/>
                  <a:gd name="T16" fmla="*/ 38 w 94"/>
                  <a:gd name="T17" fmla="*/ 91 h 100"/>
                  <a:gd name="T18" fmla="*/ 28 w 94"/>
                  <a:gd name="T19" fmla="*/ 87 h 100"/>
                  <a:gd name="T20" fmla="*/ 18 w 94"/>
                  <a:gd name="T21" fmla="*/ 82 h 100"/>
                  <a:gd name="T22" fmla="*/ 1 w 94"/>
                  <a:gd name="T23" fmla="*/ 63 h 100"/>
                  <a:gd name="T24" fmla="*/ 27 w 94"/>
                  <a:gd name="T25" fmla="*/ 16 h 100"/>
                  <a:gd name="T26" fmla="*/ 31 w 94"/>
                  <a:gd name="T27" fmla="*/ 15 h 100"/>
                  <a:gd name="T28" fmla="*/ 39 w 94"/>
                  <a:gd name="T29" fmla="*/ 17 h 100"/>
                  <a:gd name="T30" fmla="*/ 36 w 94"/>
                  <a:gd name="T31" fmla="*/ 26 h 100"/>
                  <a:gd name="T32" fmla="*/ 35 w 94"/>
                  <a:gd name="T33" fmla="*/ 28 h 100"/>
                  <a:gd name="T34" fmla="*/ 36 w 94"/>
                  <a:gd name="T35" fmla="*/ 27 h 100"/>
                  <a:gd name="T36" fmla="*/ 39 w 94"/>
                  <a:gd name="T37" fmla="*/ 23 h 100"/>
                  <a:gd name="T38" fmla="*/ 49 w 94"/>
                  <a:gd name="T39" fmla="*/ 19 h 100"/>
                  <a:gd name="T40" fmla="*/ 62 w 94"/>
                  <a:gd name="T41" fmla="*/ 17 h 100"/>
                  <a:gd name="T42" fmla="*/ 63 w 94"/>
                  <a:gd name="T43" fmla="*/ 15 h 100"/>
                  <a:gd name="T44" fmla="*/ 71 w 94"/>
                  <a:gd name="T45" fmla="*/ 5 h 100"/>
                  <a:gd name="T46" fmla="*/ 82 w 94"/>
                  <a:gd name="T47" fmla="*/ 1 h 100"/>
                  <a:gd name="T48" fmla="*/ 93 w 94"/>
                  <a:gd name="T49" fmla="*/ 9 h 100"/>
                  <a:gd name="T50" fmla="*/ 89 w 94"/>
                  <a:gd name="T51" fmla="*/ 18 h 100"/>
                  <a:gd name="T52" fmla="*/ 88 w 94"/>
                  <a:gd name="T53" fmla="*/ 19 h 100"/>
                  <a:gd name="T54" fmla="*/ 90 w 94"/>
                  <a:gd name="T55" fmla="*/ 19 h 100"/>
                  <a:gd name="T56" fmla="*/ 91 w 94"/>
                  <a:gd name="T57" fmla="*/ 28 h 100"/>
                  <a:gd name="T58" fmla="*/ 90 w 94"/>
                  <a:gd name="T59" fmla="*/ 3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4" h="100">
                    <a:moveTo>
                      <a:pt x="90" y="30"/>
                    </a:moveTo>
                    <a:cubicBezTo>
                      <a:pt x="87" y="34"/>
                      <a:pt x="84" y="37"/>
                      <a:pt x="84" y="42"/>
                    </a:cubicBezTo>
                    <a:cubicBezTo>
                      <a:pt x="80" y="57"/>
                      <a:pt x="71" y="66"/>
                      <a:pt x="56" y="68"/>
                    </a:cubicBezTo>
                    <a:cubicBezTo>
                      <a:pt x="50" y="69"/>
                      <a:pt x="49" y="72"/>
                      <a:pt x="51" y="77"/>
                    </a:cubicBezTo>
                    <a:cubicBezTo>
                      <a:pt x="51" y="81"/>
                      <a:pt x="48" y="85"/>
                      <a:pt x="49" y="90"/>
                    </a:cubicBezTo>
                    <a:cubicBezTo>
                      <a:pt x="49" y="93"/>
                      <a:pt x="52" y="97"/>
                      <a:pt x="47" y="99"/>
                    </a:cubicBezTo>
                    <a:cubicBezTo>
                      <a:pt x="42" y="100"/>
                      <a:pt x="40" y="97"/>
                      <a:pt x="38" y="92"/>
                    </a:cubicBezTo>
                    <a:cubicBezTo>
                      <a:pt x="38" y="92"/>
                      <a:pt x="39" y="90"/>
                      <a:pt x="39" y="90"/>
                    </a:cubicBezTo>
                    <a:cubicBezTo>
                      <a:pt x="38" y="89"/>
                      <a:pt x="39" y="91"/>
                      <a:pt x="38" y="91"/>
                    </a:cubicBezTo>
                    <a:cubicBezTo>
                      <a:pt x="34" y="92"/>
                      <a:pt x="31" y="89"/>
                      <a:pt x="28" y="87"/>
                    </a:cubicBezTo>
                    <a:cubicBezTo>
                      <a:pt x="26" y="84"/>
                      <a:pt x="23" y="82"/>
                      <a:pt x="18" y="82"/>
                    </a:cubicBezTo>
                    <a:cubicBezTo>
                      <a:pt x="7" y="81"/>
                      <a:pt x="0" y="75"/>
                      <a:pt x="1" y="63"/>
                    </a:cubicBezTo>
                    <a:cubicBezTo>
                      <a:pt x="3" y="44"/>
                      <a:pt x="10" y="27"/>
                      <a:pt x="27" y="16"/>
                    </a:cubicBezTo>
                    <a:cubicBezTo>
                      <a:pt x="28" y="15"/>
                      <a:pt x="29" y="15"/>
                      <a:pt x="31" y="15"/>
                    </a:cubicBezTo>
                    <a:cubicBezTo>
                      <a:pt x="34" y="16"/>
                      <a:pt x="38" y="14"/>
                      <a:pt x="39" y="17"/>
                    </a:cubicBezTo>
                    <a:cubicBezTo>
                      <a:pt x="41" y="21"/>
                      <a:pt x="37" y="23"/>
                      <a:pt x="36" y="26"/>
                    </a:cubicBezTo>
                    <a:cubicBezTo>
                      <a:pt x="36" y="27"/>
                      <a:pt x="35" y="27"/>
                      <a:pt x="35" y="28"/>
                    </a:cubicBezTo>
                    <a:cubicBezTo>
                      <a:pt x="35" y="28"/>
                      <a:pt x="35" y="28"/>
                      <a:pt x="36" y="27"/>
                    </a:cubicBezTo>
                    <a:cubicBezTo>
                      <a:pt x="36" y="25"/>
                      <a:pt x="38" y="25"/>
                      <a:pt x="39" y="23"/>
                    </a:cubicBezTo>
                    <a:cubicBezTo>
                      <a:pt x="41" y="19"/>
                      <a:pt x="45" y="18"/>
                      <a:pt x="49" y="19"/>
                    </a:cubicBezTo>
                    <a:cubicBezTo>
                      <a:pt x="54" y="20"/>
                      <a:pt x="58" y="19"/>
                      <a:pt x="62" y="17"/>
                    </a:cubicBezTo>
                    <a:cubicBezTo>
                      <a:pt x="62" y="16"/>
                      <a:pt x="63" y="16"/>
                      <a:pt x="63" y="15"/>
                    </a:cubicBezTo>
                    <a:cubicBezTo>
                      <a:pt x="67" y="12"/>
                      <a:pt x="72" y="12"/>
                      <a:pt x="71" y="5"/>
                    </a:cubicBezTo>
                    <a:cubicBezTo>
                      <a:pt x="71" y="2"/>
                      <a:pt x="78" y="0"/>
                      <a:pt x="82" y="1"/>
                    </a:cubicBezTo>
                    <a:cubicBezTo>
                      <a:pt x="87" y="2"/>
                      <a:pt x="91" y="4"/>
                      <a:pt x="93" y="9"/>
                    </a:cubicBezTo>
                    <a:cubicBezTo>
                      <a:pt x="94" y="12"/>
                      <a:pt x="94" y="16"/>
                      <a:pt x="89" y="18"/>
                    </a:cubicBezTo>
                    <a:cubicBezTo>
                      <a:pt x="88" y="18"/>
                      <a:pt x="87" y="17"/>
                      <a:pt x="88" y="19"/>
                    </a:cubicBezTo>
                    <a:cubicBezTo>
                      <a:pt x="88" y="19"/>
                      <a:pt x="89" y="19"/>
                      <a:pt x="90" y="19"/>
                    </a:cubicBezTo>
                    <a:cubicBezTo>
                      <a:pt x="92" y="22"/>
                      <a:pt x="92" y="25"/>
                      <a:pt x="91" y="28"/>
                    </a:cubicBezTo>
                    <a:cubicBezTo>
                      <a:pt x="90" y="29"/>
                      <a:pt x="90" y="30"/>
                      <a:pt x="90" y="30"/>
                    </a:cubicBezTo>
                    <a:close/>
                  </a:path>
                </a:pathLst>
              </a:custGeom>
              <a:solidFill>
                <a:srgbClr val="B4FF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2" name="Freeform 450"/>
              <p:cNvSpPr/>
              <p:nvPr/>
            </p:nvSpPr>
            <p:spPr bwMode="auto">
              <a:xfrm>
                <a:off x="2824" y="1192"/>
                <a:ext cx="174" cy="224"/>
              </a:xfrm>
              <a:custGeom>
                <a:avLst/>
                <a:gdLst>
                  <a:gd name="T0" fmla="*/ 41 w 73"/>
                  <a:gd name="T1" fmla="*/ 6 h 94"/>
                  <a:gd name="T2" fmla="*/ 63 w 73"/>
                  <a:gd name="T3" fmla="*/ 0 h 94"/>
                  <a:gd name="T4" fmla="*/ 71 w 73"/>
                  <a:gd name="T5" fmla="*/ 12 h 94"/>
                  <a:gd name="T6" fmla="*/ 59 w 73"/>
                  <a:gd name="T7" fmla="*/ 31 h 94"/>
                  <a:gd name="T8" fmla="*/ 53 w 73"/>
                  <a:gd name="T9" fmla="*/ 46 h 94"/>
                  <a:gd name="T10" fmla="*/ 39 w 73"/>
                  <a:gd name="T11" fmla="*/ 68 h 94"/>
                  <a:gd name="T12" fmla="*/ 29 w 73"/>
                  <a:gd name="T13" fmla="*/ 73 h 94"/>
                  <a:gd name="T14" fmla="*/ 29 w 73"/>
                  <a:gd name="T15" fmla="*/ 84 h 94"/>
                  <a:gd name="T16" fmla="*/ 36 w 73"/>
                  <a:gd name="T17" fmla="*/ 87 h 94"/>
                  <a:gd name="T18" fmla="*/ 39 w 73"/>
                  <a:gd name="T19" fmla="*/ 89 h 94"/>
                  <a:gd name="T20" fmla="*/ 36 w 73"/>
                  <a:gd name="T21" fmla="*/ 92 h 94"/>
                  <a:gd name="T22" fmla="*/ 5 w 73"/>
                  <a:gd name="T23" fmla="*/ 88 h 94"/>
                  <a:gd name="T24" fmla="*/ 2 w 73"/>
                  <a:gd name="T25" fmla="*/ 76 h 94"/>
                  <a:gd name="T26" fmla="*/ 13 w 73"/>
                  <a:gd name="T27" fmla="*/ 62 h 94"/>
                  <a:gd name="T28" fmla="*/ 25 w 73"/>
                  <a:gd name="T29" fmla="*/ 41 h 94"/>
                  <a:gd name="T30" fmla="*/ 34 w 73"/>
                  <a:gd name="T31" fmla="*/ 18 h 94"/>
                  <a:gd name="T32" fmla="*/ 41 w 73"/>
                  <a:gd name="T33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3" h="94">
                    <a:moveTo>
                      <a:pt x="41" y="6"/>
                    </a:moveTo>
                    <a:cubicBezTo>
                      <a:pt x="48" y="2"/>
                      <a:pt x="55" y="0"/>
                      <a:pt x="63" y="0"/>
                    </a:cubicBezTo>
                    <a:cubicBezTo>
                      <a:pt x="70" y="1"/>
                      <a:pt x="73" y="5"/>
                      <a:pt x="71" y="12"/>
                    </a:cubicBezTo>
                    <a:cubicBezTo>
                      <a:pt x="69" y="20"/>
                      <a:pt x="63" y="24"/>
                      <a:pt x="59" y="31"/>
                    </a:cubicBezTo>
                    <a:cubicBezTo>
                      <a:pt x="56" y="36"/>
                      <a:pt x="53" y="40"/>
                      <a:pt x="53" y="46"/>
                    </a:cubicBezTo>
                    <a:cubicBezTo>
                      <a:pt x="53" y="56"/>
                      <a:pt x="49" y="64"/>
                      <a:pt x="39" y="68"/>
                    </a:cubicBezTo>
                    <a:cubicBezTo>
                      <a:pt x="36" y="69"/>
                      <a:pt x="32" y="71"/>
                      <a:pt x="29" y="73"/>
                    </a:cubicBezTo>
                    <a:cubicBezTo>
                      <a:pt x="24" y="76"/>
                      <a:pt x="24" y="81"/>
                      <a:pt x="29" y="84"/>
                    </a:cubicBezTo>
                    <a:cubicBezTo>
                      <a:pt x="31" y="85"/>
                      <a:pt x="34" y="86"/>
                      <a:pt x="36" y="87"/>
                    </a:cubicBezTo>
                    <a:cubicBezTo>
                      <a:pt x="38" y="87"/>
                      <a:pt x="39" y="88"/>
                      <a:pt x="39" y="89"/>
                    </a:cubicBezTo>
                    <a:cubicBezTo>
                      <a:pt x="38" y="91"/>
                      <a:pt x="37" y="92"/>
                      <a:pt x="36" y="92"/>
                    </a:cubicBezTo>
                    <a:cubicBezTo>
                      <a:pt x="25" y="94"/>
                      <a:pt x="15" y="92"/>
                      <a:pt x="5" y="88"/>
                    </a:cubicBezTo>
                    <a:cubicBezTo>
                      <a:pt x="2" y="86"/>
                      <a:pt x="0" y="79"/>
                      <a:pt x="2" y="76"/>
                    </a:cubicBezTo>
                    <a:cubicBezTo>
                      <a:pt x="5" y="70"/>
                      <a:pt x="7" y="65"/>
                      <a:pt x="13" y="62"/>
                    </a:cubicBezTo>
                    <a:cubicBezTo>
                      <a:pt x="24" y="54"/>
                      <a:pt x="24" y="54"/>
                      <a:pt x="25" y="41"/>
                    </a:cubicBezTo>
                    <a:cubicBezTo>
                      <a:pt x="26" y="32"/>
                      <a:pt x="30" y="25"/>
                      <a:pt x="34" y="18"/>
                    </a:cubicBezTo>
                    <a:cubicBezTo>
                      <a:pt x="35" y="13"/>
                      <a:pt x="37" y="9"/>
                      <a:pt x="41" y="6"/>
                    </a:cubicBezTo>
                    <a:close/>
                  </a:path>
                </a:pathLst>
              </a:custGeom>
              <a:solidFill>
                <a:srgbClr val="9EC1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3" name="Freeform 451"/>
              <p:cNvSpPr/>
              <p:nvPr/>
            </p:nvSpPr>
            <p:spPr bwMode="auto">
              <a:xfrm>
                <a:off x="2714" y="1116"/>
                <a:ext cx="206" cy="134"/>
              </a:xfrm>
              <a:custGeom>
                <a:avLst/>
                <a:gdLst>
                  <a:gd name="T0" fmla="*/ 7 w 86"/>
                  <a:gd name="T1" fmla="*/ 53 h 56"/>
                  <a:gd name="T2" fmla="*/ 11 w 86"/>
                  <a:gd name="T3" fmla="*/ 45 h 56"/>
                  <a:gd name="T4" fmla="*/ 1 w 86"/>
                  <a:gd name="T5" fmla="*/ 44 h 56"/>
                  <a:gd name="T6" fmla="*/ 8 w 86"/>
                  <a:gd name="T7" fmla="*/ 33 h 56"/>
                  <a:gd name="T8" fmla="*/ 35 w 86"/>
                  <a:gd name="T9" fmla="*/ 16 h 56"/>
                  <a:gd name="T10" fmla="*/ 35 w 86"/>
                  <a:gd name="T11" fmla="*/ 15 h 56"/>
                  <a:gd name="T12" fmla="*/ 32 w 86"/>
                  <a:gd name="T13" fmla="*/ 14 h 56"/>
                  <a:gd name="T14" fmla="*/ 37 w 86"/>
                  <a:gd name="T15" fmla="*/ 5 h 56"/>
                  <a:gd name="T16" fmla="*/ 37 w 86"/>
                  <a:gd name="T17" fmla="*/ 5 h 56"/>
                  <a:gd name="T18" fmla="*/ 53 w 86"/>
                  <a:gd name="T19" fmla="*/ 3 h 56"/>
                  <a:gd name="T20" fmla="*/ 70 w 86"/>
                  <a:gd name="T21" fmla="*/ 2 h 56"/>
                  <a:gd name="T22" fmla="*/ 76 w 86"/>
                  <a:gd name="T23" fmla="*/ 9 h 56"/>
                  <a:gd name="T24" fmla="*/ 82 w 86"/>
                  <a:gd name="T25" fmla="*/ 21 h 56"/>
                  <a:gd name="T26" fmla="*/ 80 w 86"/>
                  <a:gd name="T27" fmla="*/ 33 h 56"/>
                  <a:gd name="T28" fmla="*/ 67 w 86"/>
                  <a:gd name="T29" fmla="*/ 51 h 56"/>
                  <a:gd name="T30" fmla="*/ 64 w 86"/>
                  <a:gd name="T31" fmla="*/ 55 h 56"/>
                  <a:gd name="T32" fmla="*/ 64 w 86"/>
                  <a:gd name="T33" fmla="*/ 55 h 56"/>
                  <a:gd name="T34" fmla="*/ 62 w 86"/>
                  <a:gd name="T35" fmla="*/ 55 h 56"/>
                  <a:gd name="T36" fmla="*/ 62 w 86"/>
                  <a:gd name="T37" fmla="*/ 48 h 56"/>
                  <a:gd name="T38" fmla="*/ 60 w 86"/>
                  <a:gd name="T39" fmla="*/ 49 h 56"/>
                  <a:gd name="T40" fmla="*/ 57 w 86"/>
                  <a:gd name="T41" fmla="*/ 51 h 56"/>
                  <a:gd name="T42" fmla="*/ 56 w 86"/>
                  <a:gd name="T43" fmla="*/ 47 h 56"/>
                  <a:gd name="T44" fmla="*/ 59 w 86"/>
                  <a:gd name="T45" fmla="*/ 44 h 56"/>
                  <a:gd name="T46" fmla="*/ 64 w 86"/>
                  <a:gd name="T47" fmla="*/ 35 h 56"/>
                  <a:gd name="T48" fmla="*/ 52 w 86"/>
                  <a:gd name="T49" fmla="*/ 30 h 56"/>
                  <a:gd name="T50" fmla="*/ 45 w 86"/>
                  <a:gd name="T51" fmla="*/ 33 h 56"/>
                  <a:gd name="T52" fmla="*/ 50 w 86"/>
                  <a:gd name="T53" fmla="*/ 37 h 56"/>
                  <a:gd name="T54" fmla="*/ 45 w 86"/>
                  <a:gd name="T55" fmla="*/ 40 h 56"/>
                  <a:gd name="T56" fmla="*/ 36 w 86"/>
                  <a:gd name="T57" fmla="*/ 44 h 56"/>
                  <a:gd name="T58" fmla="*/ 33 w 86"/>
                  <a:gd name="T59" fmla="*/ 50 h 56"/>
                  <a:gd name="T60" fmla="*/ 31 w 86"/>
                  <a:gd name="T61" fmla="*/ 47 h 56"/>
                  <a:gd name="T62" fmla="*/ 29 w 86"/>
                  <a:gd name="T63" fmla="*/ 50 h 56"/>
                  <a:gd name="T64" fmla="*/ 24 w 86"/>
                  <a:gd name="T65" fmla="*/ 49 h 56"/>
                  <a:gd name="T66" fmla="*/ 20 w 86"/>
                  <a:gd name="T67" fmla="*/ 48 h 56"/>
                  <a:gd name="T68" fmla="*/ 13 w 86"/>
                  <a:gd name="T69" fmla="*/ 52 h 56"/>
                  <a:gd name="T70" fmla="*/ 7 w 86"/>
                  <a:gd name="T71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6" h="56">
                    <a:moveTo>
                      <a:pt x="7" y="53"/>
                    </a:moveTo>
                    <a:cubicBezTo>
                      <a:pt x="7" y="50"/>
                      <a:pt x="11" y="49"/>
                      <a:pt x="11" y="45"/>
                    </a:cubicBezTo>
                    <a:cubicBezTo>
                      <a:pt x="8" y="45"/>
                      <a:pt x="4" y="45"/>
                      <a:pt x="1" y="44"/>
                    </a:cubicBezTo>
                    <a:cubicBezTo>
                      <a:pt x="0" y="38"/>
                      <a:pt x="5" y="36"/>
                      <a:pt x="8" y="33"/>
                    </a:cubicBezTo>
                    <a:cubicBezTo>
                      <a:pt x="16" y="26"/>
                      <a:pt x="25" y="20"/>
                      <a:pt x="35" y="16"/>
                    </a:cubicBezTo>
                    <a:cubicBezTo>
                      <a:pt x="36" y="16"/>
                      <a:pt x="36" y="15"/>
                      <a:pt x="35" y="15"/>
                    </a:cubicBezTo>
                    <a:cubicBezTo>
                      <a:pt x="34" y="16"/>
                      <a:pt x="32" y="15"/>
                      <a:pt x="32" y="14"/>
                    </a:cubicBezTo>
                    <a:cubicBezTo>
                      <a:pt x="30" y="8"/>
                      <a:pt x="34" y="7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43" y="6"/>
                      <a:pt x="48" y="5"/>
                      <a:pt x="53" y="3"/>
                    </a:cubicBezTo>
                    <a:cubicBezTo>
                      <a:pt x="58" y="0"/>
                      <a:pt x="64" y="1"/>
                      <a:pt x="70" y="2"/>
                    </a:cubicBezTo>
                    <a:cubicBezTo>
                      <a:pt x="71" y="5"/>
                      <a:pt x="72" y="8"/>
                      <a:pt x="76" y="9"/>
                    </a:cubicBezTo>
                    <a:cubicBezTo>
                      <a:pt x="78" y="13"/>
                      <a:pt x="80" y="17"/>
                      <a:pt x="82" y="21"/>
                    </a:cubicBezTo>
                    <a:cubicBezTo>
                      <a:pt x="86" y="25"/>
                      <a:pt x="84" y="31"/>
                      <a:pt x="80" y="33"/>
                    </a:cubicBezTo>
                    <a:cubicBezTo>
                      <a:pt x="71" y="36"/>
                      <a:pt x="69" y="43"/>
                      <a:pt x="67" y="51"/>
                    </a:cubicBezTo>
                    <a:cubicBezTo>
                      <a:pt x="67" y="53"/>
                      <a:pt x="66" y="54"/>
                      <a:pt x="64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6"/>
                      <a:pt x="63" y="56"/>
                      <a:pt x="62" y="55"/>
                    </a:cubicBezTo>
                    <a:cubicBezTo>
                      <a:pt x="62" y="53"/>
                      <a:pt x="62" y="50"/>
                      <a:pt x="62" y="48"/>
                    </a:cubicBezTo>
                    <a:cubicBezTo>
                      <a:pt x="61" y="48"/>
                      <a:pt x="61" y="49"/>
                      <a:pt x="60" y="49"/>
                    </a:cubicBezTo>
                    <a:cubicBezTo>
                      <a:pt x="60" y="51"/>
                      <a:pt x="59" y="51"/>
                      <a:pt x="57" y="51"/>
                    </a:cubicBezTo>
                    <a:cubicBezTo>
                      <a:pt x="56" y="50"/>
                      <a:pt x="56" y="49"/>
                      <a:pt x="56" y="47"/>
                    </a:cubicBezTo>
                    <a:cubicBezTo>
                      <a:pt x="57" y="46"/>
                      <a:pt x="57" y="44"/>
                      <a:pt x="59" y="44"/>
                    </a:cubicBezTo>
                    <a:cubicBezTo>
                      <a:pt x="65" y="43"/>
                      <a:pt x="65" y="40"/>
                      <a:pt x="64" y="35"/>
                    </a:cubicBezTo>
                    <a:cubicBezTo>
                      <a:pt x="62" y="32"/>
                      <a:pt x="56" y="29"/>
                      <a:pt x="52" y="30"/>
                    </a:cubicBezTo>
                    <a:cubicBezTo>
                      <a:pt x="50" y="31"/>
                      <a:pt x="47" y="31"/>
                      <a:pt x="45" y="33"/>
                    </a:cubicBezTo>
                    <a:cubicBezTo>
                      <a:pt x="46" y="35"/>
                      <a:pt x="50" y="34"/>
                      <a:pt x="50" y="37"/>
                    </a:cubicBezTo>
                    <a:cubicBezTo>
                      <a:pt x="49" y="40"/>
                      <a:pt x="47" y="40"/>
                      <a:pt x="45" y="40"/>
                    </a:cubicBezTo>
                    <a:cubicBezTo>
                      <a:pt x="41" y="40"/>
                      <a:pt x="39" y="44"/>
                      <a:pt x="36" y="44"/>
                    </a:cubicBezTo>
                    <a:cubicBezTo>
                      <a:pt x="37" y="47"/>
                      <a:pt x="36" y="50"/>
                      <a:pt x="33" y="50"/>
                    </a:cubicBezTo>
                    <a:cubicBezTo>
                      <a:pt x="31" y="50"/>
                      <a:pt x="34" y="47"/>
                      <a:pt x="31" y="47"/>
                    </a:cubicBezTo>
                    <a:cubicBezTo>
                      <a:pt x="30" y="47"/>
                      <a:pt x="30" y="50"/>
                      <a:pt x="29" y="50"/>
                    </a:cubicBezTo>
                    <a:cubicBezTo>
                      <a:pt x="27" y="50"/>
                      <a:pt x="26" y="49"/>
                      <a:pt x="24" y="49"/>
                    </a:cubicBezTo>
                    <a:cubicBezTo>
                      <a:pt x="23" y="48"/>
                      <a:pt x="21" y="48"/>
                      <a:pt x="20" y="48"/>
                    </a:cubicBezTo>
                    <a:cubicBezTo>
                      <a:pt x="16" y="47"/>
                      <a:pt x="15" y="50"/>
                      <a:pt x="13" y="52"/>
                    </a:cubicBezTo>
                    <a:cubicBezTo>
                      <a:pt x="11" y="52"/>
                      <a:pt x="9" y="55"/>
                      <a:pt x="7" y="53"/>
                    </a:cubicBezTo>
                    <a:close/>
                  </a:path>
                </a:pathLst>
              </a:custGeom>
              <a:solidFill>
                <a:srgbClr val="B6F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4" name="Freeform 452"/>
              <p:cNvSpPr/>
              <p:nvPr/>
            </p:nvSpPr>
            <p:spPr bwMode="auto">
              <a:xfrm>
                <a:off x="2841" y="1397"/>
                <a:ext cx="224" cy="143"/>
              </a:xfrm>
              <a:custGeom>
                <a:avLst/>
                <a:gdLst>
                  <a:gd name="T0" fmla="*/ 71 w 94"/>
                  <a:gd name="T1" fmla="*/ 56 h 60"/>
                  <a:gd name="T2" fmla="*/ 65 w 94"/>
                  <a:gd name="T3" fmla="*/ 53 h 60"/>
                  <a:gd name="T4" fmla="*/ 57 w 94"/>
                  <a:gd name="T5" fmla="*/ 49 h 60"/>
                  <a:gd name="T6" fmla="*/ 36 w 94"/>
                  <a:gd name="T7" fmla="*/ 46 h 60"/>
                  <a:gd name="T8" fmla="*/ 13 w 94"/>
                  <a:gd name="T9" fmla="*/ 51 h 60"/>
                  <a:gd name="T10" fmla="*/ 2 w 94"/>
                  <a:gd name="T11" fmla="*/ 51 h 60"/>
                  <a:gd name="T12" fmla="*/ 5 w 94"/>
                  <a:gd name="T13" fmla="*/ 41 h 60"/>
                  <a:gd name="T14" fmla="*/ 11 w 94"/>
                  <a:gd name="T15" fmla="*/ 33 h 60"/>
                  <a:gd name="T16" fmla="*/ 15 w 94"/>
                  <a:gd name="T17" fmla="*/ 20 h 60"/>
                  <a:gd name="T18" fmla="*/ 19 w 94"/>
                  <a:gd name="T19" fmla="*/ 24 h 60"/>
                  <a:gd name="T20" fmla="*/ 19 w 94"/>
                  <a:gd name="T21" fmla="*/ 25 h 60"/>
                  <a:gd name="T22" fmla="*/ 21 w 94"/>
                  <a:gd name="T23" fmla="*/ 26 h 60"/>
                  <a:gd name="T24" fmla="*/ 28 w 94"/>
                  <a:gd name="T25" fmla="*/ 24 h 60"/>
                  <a:gd name="T26" fmla="*/ 66 w 94"/>
                  <a:gd name="T27" fmla="*/ 8 h 60"/>
                  <a:gd name="T28" fmla="*/ 73 w 94"/>
                  <a:gd name="T29" fmla="*/ 4 h 60"/>
                  <a:gd name="T30" fmla="*/ 81 w 94"/>
                  <a:gd name="T31" fmla="*/ 1 h 60"/>
                  <a:gd name="T32" fmla="*/ 83 w 94"/>
                  <a:gd name="T33" fmla="*/ 6 h 60"/>
                  <a:gd name="T34" fmla="*/ 81 w 94"/>
                  <a:gd name="T35" fmla="*/ 13 h 60"/>
                  <a:gd name="T36" fmla="*/ 57 w 94"/>
                  <a:gd name="T37" fmla="*/ 25 h 60"/>
                  <a:gd name="T38" fmla="*/ 87 w 94"/>
                  <a:gd name="T39" fmla="*/ 30 h 60"/>
                  <a:gd name="T40" fmla="*/ 88 w 94"/>
                  <a:gd name="T41" fmla="*/ 43 h 60"/>
                  <a:gd name="T42" fmla="*/ 76 w 94"/>
                  <a:gd name="T43" fmla="*/ 47 h 60"/>
                  <a:gd name="T44" fmla="*/ 86 w 94"/>
                  <a:gd name="T45" fmla="*/ 55 h 60"/>
                  <a:gd name="T46" fmla="*/ 71 w 94"/>
                  <a:gd name="T47" fmla="*/ 56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4" h="60">
                    <a:moveTo>
                      <a:pt x="71" y="56"/>
                    </a:moveTo>
                    <a:cubicBezTo>
                      <a:pt x="69" y="55"/>
                      <a:pt x="67" y="54"/>
                      <a:pt x="65" y="53"/>
                    </a:cubicBezTo>
                    <a:cubicBezTo>
                      <a:pt x="63" y="51"/>
                      <a:pt x="60" y="51"/>
                      <a:pt x="57" y="49"/>
                    </a:cubicBezTo>
                    <a:cubicBezTo>
                      <a:pt x="51" y="44"/>
                      <a:pt x="44" y="44"/>
                      <a:pt x="36" y="46"/>
                    </a:cubicBezTo>
                    <a:cubicBezTo>
                      <a:pt x="29" y="48"/>
                      <a:pt x="21" y="47"/>
                      <a:pt x="13" y="51"/>
                    </a:cubicBezTo>
                    <a:cubicBezTo>
                      <a:pt x="10" y="52"/>
                      <a:pt x="6" y="52"/>
                      <a:pt x="2" y="51"/>
                    </a:cubicBezTo>
                    <a:cubicBezTo>
                      <a:pt x="0" y="46"/>
                      <a:pt x="4" y="44"/>
                      <a:pt x="5" y="41"/>
                    </a:cubicBezTo>
                    <a:cubicBezTo>
                      <a:pt x="7" y="38"/>
                      <a:pt x="9" y="35"/>
                      <a:pt x="11" y="33"/>
                    </a:cubicBezTo>
                    <a:cubicBezTo>
                      <a:pt x="15" y="29"/>
                      <a:pt x="15" y="25"/>
                      <a:pt x="15" y="20"/>
                    </a:cubicBezTo>
                    <a:cubicBezTo>
                      <a:pt x="17" y="21"/>
                      <a:pt x="18" y="22"/>
                      <a:pt x="19" y="24"/>
                    </a:cubicBezTo>
                    <a:cubicBezTo>
                      <a:pt x="19" y="24"/>
                      <a:pt x="19" y="25"/>
                      <a:pt x="19" y="25"/>
                    </a:cubicBezTo>
                    <a:cubicBezTo>
                      <a:pt x="20" y="25"/>
                      <a:pt x="21" y="26"/>
                      <a:pt x="21" y="26"/>
                    </a:cubicBezTo>
                    <a:cubicBezTo>
                      <a:pt x="24" y="27"/>
                      <a:pt x="26" y="26"/>
                      <a:pt x="28" y="24"/>
                    </a:cubicBezTo>
                    <a:cubicBezTo>
                      <a:pt x="38" y="12"/>
                      <a:pt x="50" y="6"/>
                      <a:pt x="66" y="8"/>
                    </a:cubicBezTo>
                    <a:cubicBezTo>
                      <a:pt x="69" y="8"/>
                      <a:pt x="71" y="7"/>
                      <a:pt x="73" y="4"/>
                    </a:cubicBezTo>
                    <a:cubicBezTo>
                      <a:pt x="75" y="1"/>
                      <a:pt x="78" y="0"/>
                      <a:pt x="81" y="1"/>
                    </a:cubicBezTo>
                    <a:cubicBezTo>
                      <a:pt x="84" y="2"/>
                      <a:pt x="86" y="3"/>
                      <a:pt x="83" y="6"/>
                    </a:cubicBezTo>
                    <a:cubicBezTo>
                      <a:pt x="81" y="8"/>
                      <a:pt x="81" y="11"/>
                      <a:pt x="81" y="13"/>
                    </a:cubicBezTo>
                    <a:cubicBezTo>
                      <a:pt x="77" y="24"/>
                      <a:pt x="67" y="21"/>
                      <a:pt x="57" y="25"/>
                    </a:cubicBezTo>
                    <a:cubicBezTo>
                      <a:pt x="67" y="31"/>
                      <a:pt x="77" y="29"/>
                      <a:pt x="87" y="30"/>
                    </a:cubicBezTo>
                    <a:cubicBezTo>
                      <a:pt x="94" y="34"/>
                      <a:pt x="92" y="39"/>
                      <a:pt x="88" y="43"/>
                    </a:cubicBezTo>
                    <a:cubicBezTo>
                      <a:pt x="84" y="46"/>
                      <a:pt x="80" y="44"/>
                      <a:pt x="76" y="47"/>
                    </a:cubicBezTo>
                    <a:cubicBezTo>
                      <a:pt x="77" y="53"/>
                      <a:pt x="86" y="48"/>
                      <a:pt x="86" y="55"/>
                    </a:cubicBezTo>
                    <a:cubicBezTo>
                      <a:pt x="82" y="60"/>
                      <a:pt x="76" y="60"/>
                      <a:pt x="71" y="56"/>
                    </a:cubicBezTo>
                    <a:close/>
                  </a:path>
                </a:pathLst>
              </a:custGeom>
              <a:solidFill>
                <a:srgbClr val="B8D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5" name="Freeform 453"/>
              <p:cNvSpPr/>
              <p:nvPr/>
            </p:nvSpPr>
            <p:spPr bwMode="auto">
              <a:xfrm>
                <a:off x="2934" y="1088"/>
                <a:ext cx="167" cy="121"/>
              </a:xfrm>
              <a:custGeom>
                <a:avLst/>
                <a:gdLst>
                  <a:gd name="T0" fmla="*/ 55 w 70"/>
                  <a:gd name="T1" fmla="*/ 8 h 51"/>
                  <a:gd name="T2" fmla="*/ 59 w 70"/>
                  <a:gd name="T3" fmla="*/ 12 h 51"/>
                  <a:gd name="T4" fmla="*/ 68 w 70"/>
                  <a:gd name="T5" fmla="*/ 24 h 51"/>
                  <a:gd name="T6" fmla="*/ 69 w 70"/>
                  <a:gd name="T7" fmla="*/ 30 h 51"/>
                  <a:gd name="T8" fmla="*/ 68 w 70"/>
                  <a:gd name="T9" fmla="*/ 45 h 51"/>
                  <a:gd name="T10" fmla="*/ 62 w 70"/>
                  <a:gd name="T11" fmla="*/ 49 h 51"/>
                  <a:gd name="T12" fmla="*/ 30 w 70"/>
                  <a:gd name="T13" fmla="*/ 39 h 51"/>
                  <a:gd name="T14" fmla="*/ 7 w 70"/>
                  <a:gd name="T15" fmla="*/ 24 h 51"/>
                  <a:gd name="T16" fmla="*/ 9 w 70"/>
                  <a:gd name="T17" fmla="*/ 6 h 51"/>
                  <a:gd name="T18" fmla="*/ 43 w 70"/>
                  <a:gd name="T19" fmla="*/ 4 h 51"/>
                  <a:gd name="T20" fmla="*/ 55 w 70"/>
                  <a:gd name="T21" fmla="*/ 8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0" h="51">
                    <a:moveTo>
                      <a:pt x="55" y="8"/>
                    </a:moveTo>
                    <a:cubicBezTo>
                      <a:pt x="56" y="9"/>
                      <a:pt x="57" y="10"/>
                      <a:pt x="59" y="12"/>
                    </a:cubicBezTo>
                    <a:cubicBezTo>
                      <a:pt x="60" y="17"/>
                      <a:pt x="62" y="22"/>
                      <a:pt x="68" y="24"/>
                    </a:cubicBezTo>
                    <a:cubicBezTo>
                      <a:pt x="69" y="25"/>
                      <a:pt x="70" y="28"/>
                      <a:pt x="69" y="30"/>
                    </a:cubicBezTo>
                    <a:cubicBezTo>
                      <a:pt x="67" y="35"/>
                      <a:pt x="63" y="39"/>
                      <a:pt x="68" y="45"/>
                    </a:cubicBezTo>
                    <a:cubicBezTo>
                      <a:pt x="70" y="47"/>
                      <a:pt x="65" y="49"/>
                      <a:pt x="62" y="49"/>
                    </a:cubicBezTo>
                    <a:cubicBezTo>
                      <a:pt x="50" y="50"/>
                      <a:pt x="38" y="51"/>
                      <a:pt x="30" y="39"/>
                    </a:cubicBezTo>
                    <a:cubicBezTo>
                      <a:pt x="22" y="34"/>
                      <a:pt x="14" y="29"/>
                      <a:pt x="7" y="24"/>
                    </a:cubicBezTo>
                    <a:cubicBezTo>
                      <a:pt x="0" y="18"/>
                      <a:pt x="0" y="10"/>
                      <a:pt x="9" y="6"/>
                    </a:cubicBezTo>
                    <a:cubicBezTo>
                      <a:pt x="20" y="2"/>
                      <a:pt x="31" y="0"/>
                      <a:pt x="43" y="4"/>
                    </a:cubicBezTo>
                    <a:cubicBezTo>
                      <a:pt x="47" y="5"/>
                      <a:pt x="51" y="7"/>
                      <a:pt x="55" y="8"/>
                    </a:cubicBezTo>
                    <a:close/>
                  </a:path>
                </a:pathLst>
              </a:custGeom>
              <a:solidFill>
                <a:srgbClr val="A0C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6" name="Freeform 454"/>
              <p:cNvSpPr/>
              <p:nvPr/>
            </p:nvSpPr>
            <p:spPr bwMode="auto">
              <a:xfrm>
                <a:off x="2881" y="1364"/>
                <a:ext cx="194" cy="110"/>
              </a:xfrm>
              <a:custGeom>
                <a:avLst/>
                <a:gdLst>
                  <a:gd name="T0" fmla="*/ 65 w 81"/>
                  <a:gd name="T1" fmla="*/ 17 h 46"/>
                  <a:gd name="T2" fmla="*/ 57 w 81"/>
                  <a:gd name="T3" fmla="*/ 21 h 46"/>
                  <a:gd name="T4" fmla="*/ 52 w 81"/>
                  <a:gd name="T5" fmla="*/ 24 h 46"/>
                  <a:gd name="T6" fmla="*/ 44 w 81"/>
                  <a:gd name="T7" fmla="*/ 24 h 46"/>
                  <a:gd name="T8" fmla="*/ 33 w 81"/>
                  <a:gd name="T9" fmla="*/ 26 h 46"/>
                  <a:gd name="T10" fmla="*/ 21 w 81"/>
                  <a:gd name="T11" fmla="*/ 31 h 46"/>
                  <a:gd name="T12" fmla="*/ 14 w 81"/>
                  <a:gd name="T13" fmla="*/ 38 h 46"/>
                  <a:gd name="T14" fmla="*/ 0 w 81"/>
                  <a:gd name="T15" fmla="*/ 40 h 46"/>
                  <a:gd name="T16" fmla="*/ 2 w 81"/>
                  <a:gd name="T17" fmla="*/ 38 h 46"/>
                  <a:gd name="T18" fmla="*/ 2 w 81"/>
                  <a:gd name="T19" fmla="*/ 38 h 46"/>
                  <a:gd name="T20" fmla="*/ 13 w 81"/>
                  <a:gd name="T21" fmla="*/ 26 h 46"/>
                  <a:gd name="T22" fmla="*/ 30 w 81"/>
                  <a:gd name="T23" fmla="*/ 10 h 46"/>
                  <a:gd name="T24" fmla="*/ 43 w 81"/>
                  <a:gd name="T25" fmla="*/ 10 h 46"/>
                  <a:gd name="T26" fmla="*/ 58 w 81"/>
                  <a:gd name="T27" fmla="*/ 1 h 46"/>
                  <a:gd name="T28" fmla="*/ 59 w 81"/>
                  <a:gd name="T29" fmla="*/ 1 h 46"/>
                  <a:gd name="T30" fmla="*/ 64 w 81"/>
                  <a:gd name="T31" fmla="*/ 1 h 46"/>
                  <a:gd name="T32" fmla="*/ 67 w 81"/>
                  <a:gd name="T33" fmla="*/ 1 h 46"/>
                  <a:gd name="T34" fmla="*/ 73 w 81"/>
                  <a:gd name="T35" fmla="*/ 1 h 46"/>
                  <a:gd name="T36" fmla="*/ 75 w 81"/>
                  <a:gd name="T37" fmla="*/ 1 h 46"/>
                  <a:gd name="T38" fmla="*/ 75 w 81"/>
                  <a:gd name="T39" fmla="*/ 1 h 46"/>
                  <a:gd name="T40" fmla="*/ 74 w 81"/>
                  <a:gd name="T41" fmla="*/ 12 h 46"/>
                  <a:gd name="T42" fmla="*/ 65 w 81"/>
                  <a:gd name="T43" fmla="*/ 17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" h="46">
                    <a:moveTo>
                      <a:pt x="65" y="17"/>
                    </a:moveTo>
                    <a:cubicBezTo>
                      <a:pt x="62" y="17"/>
                      <a:pt x="58" y="16"/>
                      <a:pt x="57" y="21"/>
                    </a:cubicBezTo>
                    <a:cubicBezTo>
                      <a:pt x="57" y="24"/>
                      <a:pt x="55" y="24"/>
                      <a:pt x="52" y="24"/>
                    </a:cubicBezTo>
                    <a:cubicBezTo>
                      <a:pt x="50" y="24"/>
                      <a:pt x="47" y="25"/>
                      <a:pt x="44" y="24"/>
                    </a:cubicBezTo>
                    <a:cubicBezTo>
                      <a:pt x="40" y="22"/>
                      <a:pt x="37" y="22"/>
                      <a:pt x="33" y="26"/>
                    </a:cubicBezTo>
                    <a:cubicBezTo>
                      <a:pt x="30" y="29"/>
                      <a:pt x="25" y="30"/>
                      <a:pt x="21" y="31"/>
                    </a:cubicBezTo>
                    <a:cubicBezTo>
                      <a:pt x="17" y="33"/>
                      <a:pt x="16" y="34"/>
                      <a:pt x="14" y="38"/>
                    </a:cubicBezTo>
                    <a:cubicBezTo>
                      <a:pt x="11" y="45"/>
                      <a:pt x="7" y="46"/>
                      <a:pt x="0" y="40"/>
                    </a:cubicBezTo>
                    <a:cubicBezTo>
                      <a:pt x="1" y="39"/>
                      <a:pt x="1" y="38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7" y="35"/>
                      <a:pt x="10" y="31"/>
                      <a:pt x="13" y="26"/>
                    </a:cubicBezTo>
                    <a:cubicBezTo>
                      <a:pt x="17" y="19"/>
                      <a:pt x="23" y="14"/>
                      <a:pt x="30" y="10"/>
                    </a:cubicBezTo>
                    <a:cubicBezTo>
                      <a:pt x="34" y="7"/>
                      <a:pt x="38" y="10"/>
                      <a:pt x="43" y="10"/>
                    </a:cubicBezTo>
                    <a:cubicBezTo>
                      <a:pt x="46" y="1"/>
                      <a:pt x="46" y="1"/>
                      <a:pt x="58" y="1"/>
                    </a:cubicBezTo>
                    <a:cubicBezTo>
                      <a:pt x="58" y="1"/>
                      <a:pt x="58" y="1"/>
                      <a:pt x="59" y="1"/>
                    </a:cubicBezTo>
                    <a:cubicBezTo>
                      <a:pt x="60" y="1"/>
                      <a:pt x="62" y="1"/>
                      <a:pt x="64" y="1"/>
                    </a:cubicBezTo>
                    <a:cubicBezTo>
                      <a:pt x="65" y="1"/>
                      <a:pt x="66" y="1"/>
                      <a:pt x="67" y="1"/>
                    </a:cubicBezTo>
                    <a:cubicBezTo>
                      <a:pt x="69" y="1"/>
                      <a:pt x="71" y="1"/>
                      <a:pt x="73" y="1"/>
                    </a:cubicBezTo>
                    <a:cubicBezTo>
                      <a:pt x="74" y="0"/>
                      <a:pt x="74" y="1"/>
                      <a:pt x="75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81" y="6"/>
                      <a:pt x="79" y="9"/>
                      <a:pt x="74" y="12"/>
                    </a:cubicBezTo>
                    <a:cubicBezTo>
                      <a:pt x="71" y="14"/>
                      <a:pt x="68" y="15"/>
                      <a:pt x="65" y="17"/>
                    </a:cubicBezTo>
                    <a:close/>
                  </a:path>
                </a:pathLst>
              </a:custGeom>
              <a:solidFill>
                <a:srgbClr val="A7C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7" name="Freeform 455"/>
              <p:cNvSpPr/>
              <p:nvPr/>
            </p:nvSpPr>
            <p:spPr bwMode="auto">
              <a:xfrm>
                <a:off x="2977" y="1228"/>
                <a:ext cx="88" cy="88"/>
              </a:xfrm>
              <a:custGeom>
                <a:avLst/>
                <a:gdLst>
                  <a:gd name="T0" fmla="*/ 35 w 37"/>
                  <a:gd name="T1" fmla="*/ 5 h 37"/>
                  <a:gd name="T2" fmla="*/ 29 w 37"/>
                  <a:gd name="T3" fmla="*/ 28 h 37"/>
                  <a:gd name="T4" fmla="*/ 9 w 37"/>
                  <a:gd name="T5" fmla="*/ 35 h 37"/>
                  <a:gd name="T6" fmla="*/ 1 w 37"/>
                  <a:gd name="T7" fmla="*/ 25 h 37"/>
                  <a:gd name="T8" fmla="*/ 13 w 37"/>
                  <a:gd name="T9" fmla="*/ 5 h 37"/>
                  <a:gd name="T10" fmla="*/ 28 w 37"/>
                  <a:gd name="T11" fmla="*/ 1 h 37"/>
                  <a:gd name="T12" fmla="*/ 35 w 37"/>
                  <a:gd name="T13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37">
                    <a:moveTo>
                      <a:pt x="35" y="5"/>
                    </a:moveTo>
                    <a:cubicBezTo>
                      <a:pt x="37" y="13"/>
                      <a:pt x="31" y="20"/>
                      <a:pt x="29" y="28"/>
                    </a:cubicBezTo>
                    <a:cubicBezTo>
                      <a:pt x="24" y="33"/>
                      <a:pt x="17" y="37"/>
                      <a:pt x="9" y="35"/>
                    </a:cubicBezTo>
                    <a:cubicBezTo>
                      <a:pt x="3" y="35"/>
                      <a:pt x="0" y="31"/>
                      <a:pt x="1" y="25"/>
                    </a:cubicBezTo>
                    <a:cubicBezTo>
                      <a:pt x="2" y="17"/>
                      <a:pt x="6" y="10"/>
                      <a:pt x="13" y="5"/>
                    </a:cubicBezTo>
                    <a:cubicBezTo>
                      <a:pt x="18" y="1"/>
                      <a:pt x="23" y="4"/>
                      <a:pt x="28" y="1"/>
                    </a:cubicBezTo>
                    <a:cubicBezTo>
                      <a:pt x="31" y="0"/>
                      <a:pt x="33" y="4"/>
                      <a:pt x="35" y="5"/>
                    </a:cubicBezTo>
                    <a:close/>
                  </a:path>
                </a:pathLst>
              </a:custGeom>
              <a:solidFill>
                <a:srgbClr val="A0C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8" name="Freeform 456"/>
              <p:cNvSpPr/>
              <p:nvPr/>
            </p:nvSpPr>
            <p:spPr bwMode="auto">
              <a:xfrm>
                <a:off x="3006" y="1116"/>
                <a:ext cx="109" cy="95"/>
              </a:xfrm>
              <a:custGeom>
                <a:avLst/>
                <a:gdLst>
                  <a:gd name="T0" fmla="*/ 0 w 46"/>
                  <a:gd name="T1" fmla="*/ 27 h 40"/>
                  <a:gd name="T2" fmla="*/ 7 w 46"/>
                  <a:gd name="T3" fmla="*/ 31 h 40"/>
                  <a:gd name="T4" fmla="*/ 17 w 46"/>
                  <a:gd name="T5" fmla="*/ 36 h 40"/>
                  <a:gd name="T6" fmla="*/ 37 w 46"/>
                  <a:gd name="T7" fmla="*/ 34 h 40"/>
                  <a:gd name="T8" fmla="*/ 34 w 46"/>
                  <a:gd name="T9" fmla="*/ 21 h 40"/>
                  <a:gd name="T10" fmla="*/ 29 w 46"/>
                  <a:gd name="T11" fmla="*/ 11 h 40"/>
                  <a:gd name="T12" fmla="*/ 27 w 46"/>
                  <a:gd name="T13" fmla="*/ 6 h 40"/>
                  <a:gd name="T14" fmla="*/ 29 w 46"/>
                  <a:gd name="T15" fmla="*/ 0 h 40"/>
                  <a:gd name="T16" fmla="*/ 40 w 46"/>
                  <a:gd name="T17" fmla="*/ 11 h 40"/>
                  <a:gd name="T18" fmla="*/ 41 w 46"/>
                  <a:gd name="T19" fmla="*/ 15 h 40"/>
                  <a:gd name="T20" fmla="*/ 43 w 46"/>
                  <a:gd name="T21" fmla="*/ 29 h 40"/>
                  <a:gd name="T22" fmla="*/ 31 w 46"/>
                  <a:gd name="T23" fmla="*/ 38 h 40"/>
                  <a:gd name="T24" fmla="*/ 23 w 46"/>
                  <a:gd name="T25" fmla="*/ 38 h 40"/>
                  <a:gd name="T26" fmla="*/ 0 w 46"/>
                  <a:gd name="T27" fmla="*/ 2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40">
                    <a:moveTo>
                      <a:pt x="0" y="27"/>
                    </a:moveTo>
                    <a:cubicBezTo>
                      <a:pt x="3" y="26"/>
                      <a:pt x="5" y="28"/>
                      <a:pt x="7" y="31"/>
                    </a:cubicBezTo>
                    <a:cubicBezTo>
                      <a:pt x="9" y="35"/>
                      <a:pt x="13" y="36"/>
                      <a:pt x="17" y="36"/>
                    </a:cubicBezTo>
                    <a:cubicBezTo>
                      <a:pt x="24" y="36"/>
                      <a:pt x="30" y="38"/>
                      <a:pt x="37" y="34"/>
                    </a:cubicBezTo>
                    <a:cubicBezTo>
                      <a:pt x="30" y="29"/>
                      <a:pt x="30" y="28"/>
                      <a:pt x="34" y="21"/>
                    </a:cubicBezTo>
                    <a:cubicBezTo>
                      <a:pt x="39" y="14"/>
                      <a:pt x="38" y="12"/>
                      <a:pt x="29" y="11"/>
                    </a:cubicBezTo>
                    <a:cubicBezTo>
                      <a:pt x="26" y="10"/>
                      <a:pt x="24" y="7"/>
                      <a:pt x="27" y="6"/>
                    </a:cubicBezTo>
                    <a:cubicBezTo>
                      <a:pt x="31" y="4"/>
                      <a:pt x="28" y="2"/>
                      <a:pt x="29" y="0"/>
                    </a:cubicBezTo>
                    <a:cubicBezTo>
                      <a:pt x="35" y="1"/>
                      <a:pt x="38" y="5"/>
                      <a:pt x="40" y="11"/>
                    </a:cubicBezTo>
                    <a:cubicBezTo>
                      <a:pt x="41" y="12"/>
                      <a:pt x="40" y="14"/>
                      <a:pt x="41" y="15"/>
                    </a:cubicBezTo>
                    <a:cubicBezTo>
                      <a:pt x="46" y="19"/>
                      <a:pt x="45" y="24"/>
                      <a:pt x="43" y="29"/>
                    </a:cubicBezTo>
                    <a:cubicBezTo>
                      <a:pt x="40" y="37"/>
                      <a:pt x="40" y="37"/>
                      <a:pt x="31" y="38"/>
                    </a:cubicBezTo>
                    <a:cubicBezTo>
                      <a:pt x="28" y="38"/>
                      <a:pt x="26" y="38"/>
                      <a:pt x="23" y="38"/>
                    </a:cubicBezTo>
                    <a:cubicBezTo>
                      <a:pt x="13" y="40"/>
                      <a:pt x="5" y="37"/>
                      <a:pt x="0" y="27"/>
                    </a:cubicBezTo>
                    <a:close/>
                  </a:path>
                </a:pathLst>
              </a:custGeom>
              <a:solidFill>
                <a:srgbClr val="A9C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69" name="Freeform 457"/>
              <p:cNvSpPr/>
              <p:nvPr/>
            </p:nvSpPr>
            <p:spPr bwMode="auto">
              <a:xfrm>
                <a:off x="2867" y="1166"/>
                <a:ext cx="57" cy="81"/>
              </a:xfrm>
              <a:custGeom>
                <a:avLst/>
                <a:gdLst>
                  <a:gd name="T0" fmla="*/ 0 w 24"/>
                  <a:gd name="T1" fmla="*/ 34 h 34"/>
                  <a:gd name="T2" fmla="*/ 2 w 24"/>
                  <a:gd name="T3" fmla="*/ 23 h 34"/>
                  <a:gd name="T4" fmla="*/ 13 w 24"/>
                  <a:gd name="T5" fmla="*/ 11 h 34"/>
                  <a:gd name="T6" fmla="*/ 18 w 24"/>
                  <a:gd name="T7" fmla="*/ 0 h 34"/>
                  <a:gd name="T8" fmla="*/ 23 w 24"/>
                  <a:gd name="T9" fmla="*/ 11 h 34"/>
                  <a:gd name="T10" fmla="*/ 12 w 24"/>
                  <a:gd name="T11" fmla="*/ 29 h 34"/>
                  <a:gd name="T12" fmla="*/ 0 w 24"/>
                  <a:gd name="T13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34">
                    <a:moveTo>
                      <a:pt x="0" y="34"/>
                    </a:moveTo>
                    <a:cubicBezTo>
                      <a:pt x="0" y="31"/>
                      <a:pt x="2" y="27"/>
                      <a:pt x="2" y="23"/>
                    </a:cubicBezTo>
                    <a:cubicBezTo>
                      <a:pt x="3" y="17"/>
                      <a:pt x="5" y="12"/>
                      <a:pt x="13" y="11"/>
                    </a:cubicBezTo>
                    <a:cubicBezTo>
                      <a:pt x="19" y="10"/>
                      <a:pt x="19" y="5"/>
                      <a:pt x="18" y="0"/>
                    </a:cubicBezTo>
                    <a:cubicBezTo>
                      <a:pt x="24" y="2"/>
                      <a:pt x="24" y="6"/>
                      <a:pt x="23" y="11"/>
                    </a:cubicBezTo>
                    <a:cubicBezTo>
                      <a:pt x="22" y="19"/>
                      <a:pt x="19" y="25"/>
                      <a:pt x="12" y="29"/>
                    </a:cubicBezTo>
                    <a:cubicBezTo>
                      <a:pt x="8" y="31"/>
                      <a:pt x="5" y="33"/>
                      <a:pt x="0" y="34"/>
                    </a:cubicBezTo>
                    <a:close/>
                  </a:path>
                </a:pathLst>
              </a:custGeom>
              <a:solidFill>
                <a:srgbClr val="D7F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0" name="Freeform 458"/>
              <p:cNvSpPr/>
              <p:nvPr/>
            </p:nvSpPr>
            <p:spPr bwMode="auto">
              <a:xfrm>
                <a:off x="2759" y="1281"/>
                <a:ext cx="91" cy="123"/>
              </a:xfrm>
              <a:custGeom>
                <a:avLst/>
                <a:gdLst>
                  <a:gd name="T0" fmla="*/ 3 w 38"/>
                  <a:gd name="T1" fmla="*/ 34 h 52"/>
                  <a:gd name="T2" fmla="*/ 0 w 38"/>
                  <a:gd name="T3" fmla="*/ 26 h 52"/>
                  <a:gd name="T4" fmla="*/ 11 w 38"/>
                  <a:gd name="T5" fmla="*/ 23 h 52"/>
                  <a:gd name="T6" fmla="*/ 35 w 38"/>
                  <a:gd name="T7" fmla="*/ 4 h 52"/>
                  <a:gd name="T8" fmla="*/ 38 w 38"/>
                  <a:gd name="T9" fmla="*/ 0 h 52"/>
                  <a:gd name="T10" fmla="*/ 37 w 38"/>
                  <a:gd name="T11" fmla="*/ 10 h 52"/>
                  <a:gd name="T12" fmla="*/ 29 w 38"/>
                  <a:gd name="T13" fmla="*/ 21 h 52"/>
                  <a:gd name="T14" fmla="*/ 11 w 38"/>
                  <a:gd name="T15" fmla="*/ 48 h 52"/>
                  <a:gd name="T16" fmla="*/ 11 w 38"/>
                  <a:gd name="T17" fmla="*/ 52 h 52"/>
                  <a:gd name="T18" fmla="*/ 3 w 38"/>
                  <a:gd name="T19" fmla="*/ 3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" h="52">
                    <a:moveTo>
                      <a:pt x="3" y="34"/>
                    </a:moveTo>
                    <a:cubicBezTo>
                      <a:pt x="2" y="32"/>
                      <a:pt x="1" y="29"/>
                      <a:pt x="0" y="26"/>
                    </a:cubicBezTo>
                    <a:cubicBezTo>
                      <a:pt x="3" y="24"/>
                      <a:pt x="7" y="24"/>
                      <a:pt x="11" y="23"/>
                    </a:cubicBezTo>
                    <a:cubicBezTo>
                      <a:pt x="23" y="22"/>
                      <a:pt x="30" y="14"/>
                      <a:pt x="35" y="4"/>
                    </a:cubicBezTo>
                    <a:cubicBezTo>
                      <a:pt x="35" y="2"/>
                      <a:pt x="37" y="1"/>
                      <a:pt x="38" y="0"/>
                    </a:cubicBezTo>
                    <a:cubicBezTo>
                      <a:pt x="38" y="3"/>
                      <a:pt x="37" y="6"/>
                      <a:pt x="37" y="10"/>
                    </a:cubicBezTo>
                    <a:cubicBezTo>
                      <a:pt x="37" y="15"/>
                      <a:pt x="34" y="18"/>
                      <a:pt x="29" y="21"/>
                    </a:cubicBezTo>
                    <a:cubicBezTo>
                      <a:pt x="20" y="27"/>
                      <a:pt x="11" y="35"/>
                      <a:pt x="11" y="48"/>
                    </a:cubicBezTo>
                    <a:cubicBezTo>
                      <a:pt x="11" y="49"/>
                      <a:pt x="11" y="50"/>
                      <a:pt x="11" y="52"/>
                    </a:cubicBezTo>
                    <a:cubicBezTo>
                      <a:pt x="3" y="48"/>
                      <a:pt x="6" y="40"/>
                      <a:pt x="3" y="34"/>
                    </a:cubicBezTo>
                    <a:close/>
                  </a:path>
                </a:pathLst>
              </a:custGeom>
              <a:solidFill>
                <a:srgbClr val="D7F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1" name="Freeform 459"/>
              <p:cNvSpPr/>
              <p:nvPr/>
            </p:nvSpPr>
            <p:spPr bwMode="auto">
              <a:xfrm>
                <a:off x="2781" y="1304"/>
                <a:ext cx="69" cy="91"/>
              </a:xfrm>
              <a:custGeom>
                <a:avLst/>
                <a:gdLst>
                  <a:gd name="T0" fmla="*/ 2 w 29"/>
                  <a:gd name="T1" fmla="*/ 38 h 38"/>
                  <a:gd name="T2" fmla="*/ 18 w 29"/>
                  <a:gd name="T3" fmla="*/ 11 h 38"/>
                  <a:gd name="T4" fmla="*/ 28 w 29"/>
                  <a:gd name="T5" fmla="*/ 0 h 38"/>
                  <a:gd name="T6" fmla="*/ 29 w 29"/>
                  <a:gd name="T7" fmla="*/ 5 h 38"/>
                  <a:gd name="T8" fmla="*/ 24 w 29"/>
                  <a:gd name="T9" fmla="*/ 12 h 38"/>
                  <a:gd name="T10" fmla="*/ 6 w 29"/>
                  <a:gd name="T11" fmla="*/ 27 h 38"/>
                  <a:gd name="T12" fmla="*/ 4 w 29"/>
                  <a:gd name="T13" fmla="*/ 38 h 38"/>
                  <a:gd name="T14" fmla="*/ 2 w 29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8">
                    <a:moveTo>
                      <a:pt x="2" y="38"/>
                    </a:moveTo>
                    <a:cubicBezTo>
                      <a:pt x="0" y="25"/>
                      <a:pt x="8" y="17"/>
                      <a:pt x="18" y="11"/>
                    </a:cubicBezTo>
                    <a:cubicBezTo>
                      <a:pt x="22" y="8"/>
                      <a:pt x="27" y="5"/>
                      <a:pt x="28" y="0"/>
                    </a:cubicBezTo>
                    <a:cubicBezTo>
                      <a:pt x="29" y="1"/>
                      <a:pt x="28" y="3"/>
                      <a:pt x="29" y="5"/>
                    </a:cubicBezTo>
                    <a:cubicBezTo>
                      <a:pt x="29" y="9"/>
                      <a:pt x="28" y="10"/>
                      <a:pt x="24" y="12"/>
                    </a:cubicBezTo>
                    <a:cubicBezTo>
                      <a:pt x="16" y="14"/>
                      <a:pt x="12" y="21"/>
                      <a:pt x="6" y="27"/>
                    </a:cubicBezTo>
                    <a:cubicBezTo>
                      <a:pt x="4" y="30"/>
                      <a:pt x="4" y="34"/>
                      <a:pt x="4" y="38"/>
                    </a:cubicBezTo>
                    <a:cubicBezTo>
                      <a:pt x="3" y="38"/>
                      <a:pt x="2" y="38"/>
                      <a:pt x="2" y="38"/>
                    </a:cubicBezTo>
                    <a:close/>
                  </a:path>
                </a:pathLst>
              </a:custGeom>
              <a:solidFill>
                <a:srgbClr val="F4FC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2" name="Freeform 460"/>
              <p:cNvSpPr/>
              <p:nvPr/>
            </p:nvSpPr>
            <p:spPr bwMode="auto">
              <a:xfrm>
                <a:off x="3020" y="1321"/>
                <a:ext cx="40" cy="50"/>
              </a:xfrm>
              <a:custGeom>
                <a:avLst/>
                <a:gdLst>
                  <a:gd name="T0" fmla="*/ 9 w 17"/>
                  <a:gd name="T1" fmla="*/ 21 h 21"/>
                  <a:gd name="T2" fmla="*/ 5 w 17"/>
                  <a:gd name="T3" fmla="*/ 21 h 21"/>
                  <a:gd name="T4" fmla="*/ 0 w 17"/>
                  <a:gd name="T5" fmla="*/ 19 h 21"/>
                  <a:gd name="T6" fmla="*/ 0 w 17"/>
                  <a:gd name="T7" fmla="*/ 19 h 21"/>
                  <a:gd name="T8" fmla="*/ 5 w 17"/>
                  <a:gd name="T9" fmla="*/ 0 h 21"/>
                  <a:gd name="T10" fmla="*/ 10 w 17"/>
                  <a:gd name="T11" fmla="*/ 12 h 21"/>
                  <a:gd name="T12" fmla="*/ 17 w 17"/>
                  <a:gd name="T13" fmla="*/ 19 h 21"/>
                  <a:gd name="T14" fmla="*/ 15 w 17"/>
                  <a:gd name="T15" fmla="*/ 19 h 21"/>
                  <a:gd name="T16" fmla="*/ 9 w 17"/>
                  <a:gd name="T1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21">
                    <a:moveTo>
                      <a:pt x="9" y="21"/>
                    </a:moveTo>
                    <a:cubicBezTo>
                      <a:pt x="8" y="21"/>
                      <a:pt x="7" y="21"/>
                      <a:pt x="5" y="21"/>
                    </a:cubicBezTo>
                    <a:cubicBezTo>
                      <a:pt x="4" y="19"/>
                      <a:pt x="1" y="21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13"/>
                      <a:pt x="2" y="6"/>
                      <a:pt x="5" y="0"/>
                    </a:cubicBezTo>
                    <a:cubicBezTo>
                      <a:pt x="5" y="5"/>
                      <a:pt x="6" y="9"/>
                      <a:pt x="10" y="12"/>
                    </a:cubicBezTo>
                    <a:cubicBezTo>
                      <a:pt x="13" y="14"/>
                      <a:pt x="15" y="16"/>
                      <a:pt x="17" y="19"/>
                    </a:cubicBezTo>
                    <a:cubicBezTo>
                      <a:pt x="16" y="19"/>
                      <a:pt x="16" y="19"/>
                      <a:pt x="15" y="19"/>
                    </a:cubicBezTo>
                    <a:cubicBezTo>
                      <a:pt x="13" y="21"/>
                      <a:pt x="11" y="19"/>
                      <a:pt x="9" y="21"/>
                    </a:cubicBezTo>
                    <a:close/>
                  </a:path>
                </a:pathLst>
              </a:custGeom>
              <a:solidFill>
                <a:srgbClr val="BED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3" name="Freeform 461"/>
              <p:cNvSpPr/>
              <p:nvPr/>
            </p:nvSpPr>
            <p:spPr bwMode="auto">
              <a:xfrm>
                <a:off x="2896" y="1192"/>
                <a:ext cx="26" cy="43"/>
              </a:xfrm>
              <a:custGeom>
                <a:avLst/>
                <a:gdLst>
                  <a:gd name="T0" fmla="*/ 0 w 11"/>
                  <a:gd name="T1" fmla="*/ 18 h 18"/>
                  <a:gd name="T2" fmla="*/ 11 w 11"/>
                  <a:gd name="T3" fmla="*/ 0 h 18"/>
                  <a:gd name="T4" fmla="*/ 11 w 11"/>
                  <a:gd name="T5" fmla="*/ 6 h 18"/>
                  <a:gd name="T6" fmla="*/ 4 w 11"/>
                  <a:gd name="T7" fmla="*/ 18 h 18"/>
                  <a:gd name="T8" fmla="*/ 0 w 11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0" y="18"/>
                    </a:moveTo>
                    <a:cubicBezTo>
                      <a:pt x="4" y="12"/>
                      <a:pt x="9" y="7"/>
                      <a:pt x="11" y="0"/>
                    </a:cubicBezTo>
                    <a:cubicBezTo>
                      <a:pt x="11" y="2"/>
                      <a:pt x="11" y="4"/>
                      <a:pt x="11" y="6"/>
                    </a:cubicBezTo>
                    <a:cubicBezTo>
                      <a:pt x="10" y="10"/>
                      <a:pt x="8" y="15"/>
                      <a:pt x="4" y="18"/>
                    </a:cubicBezTo>
                    <a:cubicBezTo>
                      <a:pt x="2" y="18"/>
                      <a:pt x="1" y="18"/>
                      <a:pt x="0" y="18"/>
                    </a:cubicBezTo>
                    <a:close/>
                  </a:path>
                </a:pathLst>
              </a:custGeom>
              <a:solidFill>
                <a:srgbClr val="E3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4" name="Freeform 462"/>
              <p:cNvSpPr/>
              <p:nvPr/>
            </p:nvSpPr>
            <p:spPr bwMode="auto">
              <a:xfrm>
                <a:off x="2812" y="1416"/>
                <a:ext cx="50" cy="17"/>
              </a:xfrm>
              <a:custGeom>
                <a:avLst/>
                <a:gdLst>
                  <a:gd name="T0" fmla="*/ 21 w 21"/>
                  <a:gd name="T1" fmla="*/ 4 h 7"/>
                  <a:gd name="T2" fmla="*/ 5 w 21"/>
                  <a:gd name="T3" fmla="*/ 6 h 7"/>
                  <a:gd name="T4" fmla="*/ 0 w 21"/>
                  <a:gd name="T5" fmla="*/ 2 h 7"/>
                  <a:gd name="T6" fmla="*/ 21 w 21"/>
                  <a:gd name="T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7">
                    <a:moveTo>
                      <a:pt x="21" y="4"/>
                    </a:moveTo>
                    <a:cubicBezTo>
                      <a:pt x="16" y="5"/>
                      <a:pt x="10" y="4"/>
                      <a:pt x="5" y="6"/>
                    </a:cubicBezTo>
                    <a:cubicBezTo>
                      <a:pt x="2" y="7"/>
                      <a:pt x="1" y="5"/>
                      <a:pt x="0" y="2"/>
                    </a:cubicBezTo>
                    <a:cubicBezTo>
                      <a:pt x="7" y="3"/>
                      <a:pt x="15" y="0"/>
                      <a:pt x="21" y="4"/>
                    </a:cubicBezTo>
                    <a:close/>
                  </a:path>
                </a:pathLst>
              </a:custGeom>
              <a:solidFill>
                <a:srgbClr val="EEFB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5" name="Freeform 463"/>
              <p:cNvSpPr/>
              <p:nvPr/>
            </p:nvSpPr>
            <p:spPr bwMode="auto">
              <a:xfrm>
                <a:off x="2881" y="1116"/>
                <a:ext cx="15" cy="22"/>
              </a:xfrm>
              <a:custGeom>
                <a:avLst/>
                <a:gdLst>
                  <a:gd name="T0" fmla="*/ 6 w 6"/>
                  <a:gd name="T1" fmla="*/ 9 h 9"/>
                  <a:gd name="T2" fmla="*/ 0 w 6"/>
                  <a:gd name="T3" fmla="*/ 2 h 9"/>
                  <a:gd name="T4" fmla="*/ 2 w 6"/>
                  <a:gd name="T5" fmla="*/ 0 h 9"/>
                  <a:gd name="T6" fmla="*/ 6 w 6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9">
                    <a:moveTo>
                      <a:pt x="6" y="9"/>
                    </a:moveTo>
                    <a:cubicBezTo>
                      <a:pt x="1" y="9"/>
                      <a:pt x="0" y="6"/>
                      <a:pt x="0" y="2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1" y="4"/>
                      <a:pt x="4" y="6"/>
                      <a:pt x="6" y="9"/>
                    </a:cubicBezTo>
                    <a:close/>
                  </a:path>
                </a:pathLst>
              </a:custGeom>
              <a:solidFill>
                <a:srgbClr val="C2F5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6" name="Freeform 464"/>
              <p:cNvSpPr/>
              <p:nvPr/>
            </p:nvSpPr>
            <p:spPr bwMode="auto">
              <a:xfrm>
                <a:off x="2862" y="1247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1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D7F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7" name="Freeform 465"/>
              <p:cNvSpPr/>
              <p:nvPr/>
            </p:nvSpPr>
            <p:spPr bwMode="auto">
              <a:xfrm>
                <a:off x="2833" y="2191"/>
                <a:ext cx="254" cy="78"/>
              </a:xfrm>
              <a:custGeom>
                <a:avLst/>
                <a:gdLst>
                  <a:gd name="T0" fmla="*/ 76 w 106"/>
                  <a:gd name="T1" fmla="*/ 33 h 33"/>
                  <a:gd name="T2" fmla="*/ 60 w 106"/>
                  <a:gd name="T3" fmla="*/ 33 h 33"/>
                  <a:gd name="T4" fmla="*/ 16 w 106"/>
                  <a:gd name="T5" fmla="*/ 23 h 33"/>
                  <a:gd name="T6" fmla="*/ 0 w 106"/>
                  <a:gd name="T7" fmla="*/ 14 h 33"/>
                  <a:gd name="T8" fmla="*/ 21 w 106"/>
                  <a:gd name="T9" fmla="*/ 14 h 33"/>
                  <a:gd name="T10" fmla="*/ 54 w 106"/>
                  <a:gd name="T11" fmla="*/ 6 h 33"/>
                  <a:gd name="T12" fmla="*/ 64 w 106"/>
                  <a:gd name="T13" fmla="*/ 4 h 33"/>
                  <a:gd name="T14" fmla="*/ 101 w 106"/>
                  <a:gd name="T15" fmla="*/ 10 h 33"/>
                  <a:gd name="T16" fmla="*/ 101 w 106"/>
                  <a:gd name="T17" fmla="*/ 19 h 33"/>
                  <a:gd name="T18" fmla="*/ 76 w 106"/>
                  <a:gd name="T1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33">
                    <a:moveTo>
                      <a:pt x="76" y="33"/>
                    </a:moveTo>
                    <a:cubicBezTo>
                      <a:pt x="71" y="33"/>
                      <a:pt x="66" y="33"/>
                      <a:pt x="60" y="33"/>
                    </a:cubicBezTo>
                    <a:cubicBezTo>
                      <a:pt x="46" y="28"/>
                      <a:pt x="31" y="25"/>
                      <a:pt x="16" y="23"/>
                    </a:cubicBezTo>
                    <a:cubicBezTo>
                      <a:pt x="10" y="22"/>
                      <a:pt x="4" y="21"/>
                      <a:pt x="0" y="14"/>
                    </a:cubicBezTo>
                    <a:cubicBezTo>
                      <a:pt x="7" y="13"/>
                      <a:pt x="14" y="14"/>
                      <a:pt x="21" y="14"/>
                    </a:cubicBezTo>
                    <a:cubicBezTo>
                      <a:pt x="32" y="13"/>
                      <a:pt x="44" y="10"/>
                      <a:pt x="54" y="6"/>
                    </a:cubicBezTo>
                    <a:cubicBezTo>
                      <a:pt x="57" y="4"/>
                      <a:pt x="61" y="4"/>
                      <a:pt x="64" y="4"/>
                    </a:cubicBezTo>
                    <a:cubicBezTo>
                      <a:pt x="77" y="0"/>
                      <a:pt x="89" y="4"/>
                      <a:pt x="101" y="10"/>
                    </a:cubicBezTo>
                    <a:cubicBezTo>
                      <a:pt x="106" y="13"/>
                      <a:pt x="106" y="15"/>
                      <a:pt x="101" y="19"/>
                    </a:cubicBezTo>
                    <a:cubicBezTo>
                      <a:pt x="93" y="25"/>
                      <a:pt x="86" y="30"/>
                      <a:pt x="76" y="33"/>
                    </a:cubicBezTo>
                    <a:close/>
                  </a:path>
                </a:pathLst>
              </a:custGeom>
              <a:solidFill>
                <a:srgbClr val="FFCD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8" name="Freeform 466"/>
              <p:cNvSpPr/>
              <p:nvPr/>
            </p:nvSpPr>
            <p:spPr bwMode="auto">
              <a:xfrm>
                <a:off x="2986" y="2188"/>
                <a:ext cx="149" cy="81"/>
              </a:xfrm>
              <a:custGeom>
                <a:avLst/>
                <a:gdLst>
                  <a:gd name="T0" fmla="*/ 12 w 62"/>
                  <a:gd name="T1" fmla="*/ 34 h 34"/>
                  <a:gd name="T2" fmla="*/ 15 w 62"/>
                  <a:gd name="T3" fmla="*/ 29 h 34"/>
                  <a:gd name="T4" fmla="*/ 18 w 62"/>
                  <a:gd name="T5" fmla="*/ 27 h 34"/>
                  <a:gd name="T6" fmla="*/ 27 w 62"/>
                  <a:gd name="T7" fmla="*/ 24 h 34"/>
                  <a:gd name="T8" fmla="*/ 40 w 62"/>
                  <a:gd name="T9" fmla="*/ 16 h 34"/>
                  <a:gd name="T10" fmla="*/ 4 w 62"/>
                  <a:gd name="T11" fmla="*/ 6 h 34"/>
                  <a:gd name="T12" fmla="*/ 0 w 62"/>
                  <a:gd name="T13" fmla="*/ 5 h 34"/>
                  <a:gd name="T14" fmla="*/ 18 w 62"/>
                  <a:gd name="T15" fmla="*/ 1 h 34"/>
                  <a:gd name="T16" fmla="*/ 45 w 62"/>
                  <a:gd name="T17" fmla="*/ 1 h 34"/>
                  <a:gd name="T18" fmla="*/ 59 w 62"/>
                  <a:gd name="T19" fmla="*/ 9 h 34"/>
                  <a:gd name="T20" fmla="*/ 61 w 62"/>
                  <a:gd name="T21" fmla="*/ 19 h 34"/>
                  <a:gd name="T22" fmla="*/ 58 w 62"/>
                  <a:gd name="T23" fmla="*/ 28 h 34"/>
                  <a:gd name="T24" fmla="*/ 58 w 62"/>
                  <a:gd name="T25" fmla="*/ 30 h 34"/>
                  <a:gd name="T26" fmla="*/ 12 w 62"/>
                  <a:gd name="T2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34">
                    <a:moveTo>
                      <a:pt x="12" y="34"/>
                    </a:moveTo>
                    <a:cubicBezTo>
                      <a:pt x="11" y="31"/>
                      <a:pt x="18" y="33"/>
                      <a:pt x="15" y="29"/>
                    </a:cubicBezTo>
                    <a:cubicBezTo>
                      <a:pt x="15" y="28"/>
                      <a:pt x="17" y="27"/>
                      <a:pt x="18" y="27"/>
                    </a:cubicBezTo>
                    <a:cubicBezTo>
                      <a:pt x="23" y="31"/>
                      <a:pt x="25" y="28"/>
                      <a:pt x="27" y="24"/>
                    </a:cubicBezTo>
                    <a:cubicBezTo>
                      <a:pt x="30" y="20"/>
                      <a:pt x="34" y="18"/>
                      <a:pt x="40" y="16"/>
                    </a:cubicBezTo>
                    <a:cubicBezTo>
                      <a:pt x="28" y="12"/>
                      <a:pt x="18" y="1"/>
                      <a:pt x="4" y="6"/>
                    </a:cubicBezTo>
                    <a:cubicBezTo>
                      <a:pt x="3" y="6"/>
                      <a:pt x="1" y="5"/>
                      <a:pt x="0" y="5"/>
                    </a:cubicBezTo>
                    <a:cubicBezTo>
                      <a:pt x="6" y="1"/>
                      <a:pt x="12" y="2"/>
                      <a:pt x="18" y="1"/>
                    </a:cubicBezTo>
                    <a:cubicBezTo>
                      <a:pt x="27" y="0"/>
                      <a:pt x="36" y="1"/>
                      <a:pt x="45" y="1"/>
                    </a:cubicBezTo>
                    <a:cubicBezTo>
                      <a:pt x="51" y="1"/>
                      <a:pt x="56" y="4"/>
                      <a:pt x="59" y="9"/>
                    </a:cubicBezTo>
                    <a:cubicBezTo>
                      <a:pt x="61" y="12"/>
                      <a:pt x="62" y="15"/>
                      <a:pt x="61" y="19"/>
                    </a:cubicBezTo>
                    <a:cubicBezTo>
                      <a:pt x="59" y="22"/>
                      <a:pt x="59" y="25"/>
                      <a:pt x="58" y="28"/>
                    </a:cubicBezTo>
                    <a:cubicBezTo>
                      <a:pt x="58" y="28"/>
                      <a:pt x="58" y="29"/>
                      <a:pt x="58" y="30"/>
                    </a:cubicBezTo>
                    <a:cubicBezTo>
                      <a:pt x="43" y="33"/>
                      <a:pt x="27" y="34"/>
                      <a:pt x="12" y="34"/>
                    </a:cubicBezTo>
                    <a:close/>
                  </a:path>
                </a:pathLst>
              </a:custGeom>
              <a:solidFill>
                <a:srgbClr val="FFD0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79" name="Freeform 467"/>
              <p:cNvSpPr/>
              <p:nvPr/>
            </p:nvSpPr>
            <p:spPr bwMode="auto">
              <a:xfrm>
                <a:off x="2896" y="2157"/>
                <a:ext cx="71" cy="22"/>
              </a:xfrm>
              <a:custGeom>
                <a:avLst/>
                <a:gdLst>
                  <a:gd name="T0" fmla="*/ 0 w 30"/>
                  <a:gd name="T1" fmla="*/ 2 h 9"/>
                  <a:gd name="T2" fmla="*/ 23 w 30"/>
                  <a:gd name="T3" fmla="*/ 2 h 9"/>
                  <a:gd name="T4" fmla="*/ 30 w 30"/>
                  <a:gd name="T5" fmla="*/ 4 h 9"/>
                  <a:gd name="T6" fmla="*/ 15 w 30"/>
                  <a:gd name="T7" fmla="*/ 6 h 9"/>
                  <a:gd name="T8" fmla="*/ 0 w 30"/>
                  <a:gd name="T9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9">
                    <a:moveTo>
                      <a:pt x="0" y="2"/>
                    </a:moveTo>
                    <a:cubicBezTo>
                      <a:pt x="8" y="3"/>
                      <a:pt x="15" y="0"/>
                      <a:pt x="23" y="2"/>
                    </a:cubicBezTo>
                    <a:cubicBezTo>
                      <a:pt x="26" y="2"/>
                      <a:pt x="29" y="2"/>
                      <a:pt x="30" y="4"/>
                    </a:cubicBezTo>
                    <a:cubicBezTo>
                      <a:pt x="25" y="4"/>
                      <a:pt x="20" y="5"/>
                      <a:pt x="15" y="6"/>
                    </a:cubicBezTo>
                    <a:cubicBezTo>
                      <a:pt x="10" y="7"/>
                      <a:pt x="4" y="9"/>
                      <a:pt x="0" y="2"/>
                    </a:cubicBezTo>
                    <a:close/>
                  </a:path>
                </a:pathLst>
              </a:custGeom>
              <a:solidFill>
                <a:srgbClr val="FFD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0" name="Freeform 468"/>
              <p:cNvSpPr/>
              <p:nvPr/>
            </p:nvSpPr>
            <p:spPr bwMode="auto">
              <a:xfrm>
                <a:off x="2568" y="1733"/>
                <a:ext cx="392" cy="210"/>
              </a:xfrm>
              <a:custGeom>
                <a:avLst/>
                <a:gdLst>
                  <a:gd name="T0" fmla="*/ 154 w 164"/>
                  <a:gd name="T1" fmla="*/ 88 h 88"/>
                  <a:gd name="T2" fmla="*/ 152 w 164"/>
                  <a:gd name="T3" fmla="*/ 88 h 88"/>
                  <a:gd name="T4" fmla="*/ 144 w 164"/>
                  <a:gd name="T5" fmla="*/ 86 h 88"/>
                  <a:gd name="T6" fmla="*/ 141 w 164"/>
                  <a:gd name="T7" fmla="*/ 86 h 88"/>
                  <a:gd name="T8" fmla="*/ 131 w 164"/>
                  <a:gd name="T9" fmla="*/ 84 h 88"/>
                  <a:gd name="T10" fmla="*/ 99 w 164"/>
                  <a:gd name="T11" fmla="*/ 74 h 88"/>
                  <a:gd name="T12" fmla="*/ 47 w 164"/>
                  <a:gd name="T13" fmla="*/ 42 h 88"/>
                  <a:gd name="T14" fmla="*/ 27 w 164"/>
                  <a:gd name="T15" fmla="*/ 27 h 88"/>
                  <a:gd name="T16" fmla="*/ 0 w 164"/>
                  <a:gd name="T17" fmla="*/ 0 h 88"/>
                  <a:gd name="T18" fmla="*/ 13 w 164"/>
                  <a:gd name="T19" fmla="*/ 8 h 88"/>
                  <a:gd name="T20" fmla="*/ 22 w 164"/>
                  <a:gd name="T21" fmla="*/ 13 h 88"/>
                  <a:gd name="T22" fmla="*/ 64 w 164"/>
                  <a:gd name="T23" fmla="*/ 46 h 88"/>
                  <a:gd name="T24" fmla="*/ 89 w 164"/>
                  <a:gd name="T25" fmla="*/ 58 h 88"/>
                  <a:gd name="T26" fmla="*/ 143 w 164"/>
                  <a:gd name="T27" fmla="*/ 77 h 88"/>
                  <a:gd name="T28" fmla="*/ 152 w 164"/>
                  <a:gd name="T29" fmla="*/ 82 h 88"/>
                  <a:gd name="T30" fmla="*/ 154 w 164"/>
                  <a:gd name="T31" fmla="*/ 77 h 88"/>
                  <a:gd name="T32" fmla="*/ 162 w 164"/>
                  <a:gd name="T33" fmla="*/ 77 h 88"/>
                  <a:gd name="T34" fmla="*/ 154 w 164"/>
                  <a:gd name="T3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4" h="88">
                    <a:moveTo>
                      <a:pt x="154" y="88"/>
                    </a:moveTo>
                    <a:cubicBezTo>
                      <a:pt x="153" y="88"/>
                      <a:pt x="153" y="88"/>
                      <a:pt x="152" y="88"/>
                    </a:cubicBezTo>
                    <a:cubicBezTo>
                      <a:pt x="150" y="86"/>
                      <a:pt x="147" y="88"/>
                      <a:pt x="144" y="86"/>
                    </a:cubicBezTo>
                    <a:cubicBezTo>
                      <a:pt x="143" y="86"/>
                      <a:pt x="142" y="86"/>
                      <a:pt x="141" y="86"/>
                    </a:cubicBezTo>
                    <a:cubicBezTo>
                      <a:pt x="138" y="84"/>
                      <a:pt x="134" y="87"/>
                      <a:pt x="131" y="84"/>
                    </a:cubicBezTo>
                    <a:cubicBezTo>
                      <a:pt x="120" y="83"/>
                      <a:pt x="110" y="78"/>
                      <a:pt x="99" y="74"/>
                    </a:cubicBezTo>
                    <a:cubicBezTo>
                      <a:pt x="80" y="67"/>
                      <a:pt x="63" y="55"/>
                      <a:pt x="47" y="42"/>
                    </a:cubicBezTo>
                    <a:cubicBezTo>
                      <a:pt x="41" y="37"/>
                      <a:pt x="34" y="32"/>
                      <a:pt x="27" y="27"/>
                    </a:cubicBezTo>
                    <a:cubicBezTo>
                      <a:pt x="20" y="16"/>
                      <a:pt x="8" y="10"/>
                      <a:pt x="0" y="0"/>
                    </a:cubicBezTo>
                    <a:cubicBezTo>
                      <a:pt x="4" y="1"/>
                      <a:pt x="8" y="3"/>
                      <a:pt x="13" y="8"/>
                    </a:cubicBezTo>
                    <a:cubicBezTo>
                      <a:pt x="16" y="10"/>
                      <a:pt x="18" y="13"/>
                      <a:pt x="22" y="13"/>
                    </a:cubicBezTo>
                    <a:cubicBezTo>
                      <a:pt x="35" y="26"/>
                      <a:pt x="50" y="35"/>
                      <a:pt x="64" y="46"/>
                    </a:cubicBezTo>
                    <a:cubicBezTo>
                      <a:pt x="72" y="52"/>
                      <a:pt x="81" y="55"/>
                      <a:pt x="89" y="58"/>
                    </a:cubicBezTo>
                    <a:cubicBezTo>
                      <a:pt x="107" y="65"/>
                      <a:pt x="124" y="72"/>
                      <a:pt x="143" y="77"/>
                    </a:cubicBezTo>
                    <a:cubicBezTo>
                      <a:pt x="145" y="80"/>
                      <a:pt x="152" y="75"/>
                      <a:pt x="152" y="82"/>
                    </a:cubicBezTo>
                    <a:cubicBezTo>
                      <a:pt x="154" y="80"/>
                      <a:pt x="152" y="78"/>
                      <a:pt x="154" y="77"/>
                    </a:cubicBezTo>
                    <a:cubicBezTo>
                      <a:pt x="157" y="77"/>
                      <a:pt x="159" y="77"/>
                      <a:pt x="162" y="77"/>
                    </a:cubicBezTo>
                    <a:cubicBezTo>
                      <a:pt x="164" y="84"/>
                      <a:pt x="159" y="86"/>
                      <a:pt x="154" y="88"/>
                    </a:cubicBezTo>
                    <a:close/>
                  </a:path>
                </a:pathLst>
              </a:custGeom>
              <a:solidFill>
                <a:srgbClr val="FFCA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1" name="Freeform 469"/>
              <p:cNvSpPr/>
              <p:nvPr/>
            </p:nvSpPr>
            <p:spPr bwMode="auto">
              <a:xfrm>
                <a:off x="2497" y="1111"/>
                <a:ext cx="78" cy="139"/>
              </a:xfrm>
              <a:custGeom>
                <a:avLst/>
                <a:gdLst>
                  <a:gd name="T0" fmla="*/ 17 w 33"/>
                  <a:gd name="T1" fmla="*/ 15 h 58"/>
                  <a:gd name="T2" fmla="*/ 19 w 33"/>
                  <a:gd name="T3" fmla="*/ 11 h 58"/>
                  <a:gd name="T4" fmla="*/ 21 w 33"/>
                  <a:gd name="T5" fmla="*/ 9 h 58"/>
                  <a:gd name="T6" fmla="*/ 21 w 33"/>
                  <a:gd name="T7" fmla="*/ 9 h 58"/>
                  <a:gd name="T8" fmla="*/ 23 w 33"/>
                  <a:gd name="T9" fmla="*/ 7 h 58"/>
                  <a:gd name="T10" fmla="*/ 27 w 33"/>
                  <a:gd name="T11" fmla="*/ 2 h 58"/>
                  <a:gd name="T12" fmla="*/ 29 w 33"/>
                  <a:gd name="T13" fmla="*/ 0 h 58"/>
                  <a:gd name="T14" fmla="*/ 31 w 33"/>
                  <a:gd name="T15" fmla="*/ 2 h 58"/>
                  <a:gd name="T16" fmla="*/ 30 w 33"/>
                  <a:gd name="T17" fmla="*/ 15 h 58"/>
                  <a:gd name="T18" fmla="*/ 26 w 33"/>
                  <a:gd name="T19" fmla="*/ 28 h 58"/>
                  <a:gd name="T20" fmla="*/ 27 w 33"/>
                  <a:gd name="T21" fmla="*/ 33 h 58"/>
                  <a:gd name="T22" fmla="*/ 25 w 33"/>
                  <a:gd name="T23" fmla="*/ 40 h 58"/>
                  <a:gd name="T24" fmla="*/ 21 w 33"/>
                  <a:gd name="T25" fmla="*/ 44 h 58"/>
                  <a:gd name="T26" fmla="*/ 13 w 33"/>
                  <a:gd name="T27" fmla="*/ 53 h 58"/>
                  <a:gd name="T28" fmla="*/ 0 w 33"/>
                  <a:gd name="T29" fmla="*/ 52 h 58"/>
                  <a:gd name="T30" fmla="*/ 0 w 33"/>
                  <a:gd name="T31" fmla="*/ 46 h 58"/>
                  <a:gd name="T32" fmla="*/ 2 w 33"/>
                  <a:gd name="T33" fmla="*/ 44 h 58"/>
                  <a:gd name="T34" fmla="*/ 10 w 33"/>
                  <a:gd name="T35" fmla="*/ 27 h 58"/>
                  <a:gd name="T36" fmla="*/ 11 w 33"/>
                  <a:gd name="T37" fmla="*/ 25 h 58"/>
                  <a:gd name="T38" fmla="*/ 11 w 33"/>
                  <a:gd name="T39" fmla="*/ 23 h 58"/>
                  <a:gd name="T40" fmla="*/ 13 w 33"/>
                  <a:gd name="T41" fmla="*/ 21 h 58"/>
                  <a:gd name="T42" fmla="*/ 15 w 33"/>
                  <a:gd name="T43" fmla="*/ 17 h 58"/>
                  <a:gd name="T44" fmla="*/ 17 w 33"/>
                  <a:gd name="T45" fmla="*/ 1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58">
                    <a:moveTo>
                      <a:pt x="17" y="15"/>
                    </a:moveTo>
                    <a:cubicBezTo>
                      <a:pt x="18" y="14"/>
                      <a:pt x="18" y="13"/>
                      <a:pt x="19" y="11"/>
                    </a:cubicBezTo>
                    <a:cubicBezTo>
                      <a:pt x="20" y="11"/>
                      <a:pt x="20" y="10"/>
                      <a:pt x="21" y="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2" y="9"/>
                      <a:pt x="22" y="8"/>
                      <a:pt x="23" y="7"/>
                    </a:cubicBezTo>
                    <a:cubicBezTo>
                      <a:pt x="24" y="6"/>
                      <a:pt x="25" y="4"/>
                      <a:pt x="27" y="2"/>
                    </a:cubicBezTo>
                    <a:cubicBezTo>
                      <a:pt x="27" y="1"/>
                      <a:pt x="28" y="0"/>
                      <a:pt x="29" y="0"/>
                    </a:cubicBezTo>
                    <a:cubicBezTo>
                      <a:pt x="30" y="0"/>
                      <a:pt x="33" y="1"/>
                      <a:pt x="31" y="2"/>
                    </a:cubicBezTo>
                    <a:cubicBezTo>
                      <a:pt x="27" y="6"/>
                      <a:pt x="29" y="10"/>
                      <a:pt x="30" y="15"/>
                    </a:cubicBezTo>
                    <a:cubicBezTo>
                      <a:pt x="31" y="20"/>
                      <a:pt x="31" y="24"/>
                      <a:pt x="26" y="28"/>
                    </a:cubicBezTo>
                    <a:cubicBezTo>
                      <a:pt x="25" y="29"/>
                      <a:pt x="26" y="31"/>
                      <a:pt x="27" y="33"/>
                    </a:cubicBezTo>
                    <a:cubicBezTo>
                      <a:pt x="26" y="35"/>
                      <a:pt x="25" y="38"/>
                      <a:pt x="25" y="40"/>
                    </a:cubicBezTo>
                    <a:cubicBezTo>
                      <a:pt x="24" y="41"/>
                      <a:pt x="22" y="43"/>
                      <a:pt x="21" y="44"/>
                    </a:cubicBezTo>
                    <a:cubicBezTo>
                      <a:pt x="18" y="46"/>
                      <a:pt x="16" y="50"/>
                      <a:pt x="13" y="53"/>
                    </a:cubicBezTo>
                    <a:cubicBezTo>
                      <a:pt x="8" y="57"/>
                      <a:pt x="4" y="58"/>
                      <a:pt x="0" y="52"/>
                    </a:cubicBezTo>
                    <a:cubicBezTo>
                      <a:pt x="0" y="50"/>
                      <a:pt x="0" y="48"/>
                      <a:pt x="0" y="46"/>
                    </a:cubicBezTo>
                    <a:cubicBezTo>
                      <a:pt x="1" y="45"/>
                      <a:pt x="1" y="45"/>
                      <a:pt x="2" y="44"/>
                    </a:cubicBezTo>
                    <a:cubicBezTo>
                      <a:pt x="4" y="38"/>
                      <a:pt x="7" y="32"/>
                      <a:pt x="10" y="27"/>
                    </a:cubicBezTo>
                    <a:cubicBezTo>
                      <a:pt x="10" y="26"/>
                      <a:pt x="11" y="25"/>
                      <a:pt x="11" y="25"/>
                    </a:cubicBezTo>
                    <a:cubicBezTo>
                      <a:pt x="11" y="24"/>
                      <a:pt x="11" y="23"/>
                      <a:pt x="11" y="23"/>
                    </a:cubicBezTo>
                    <a:cubicBezTo>
                      <a:pt x="12" y="22"/>
                      <a:pt x="13" y="22"/>
                      <a:pt x="13" y="21"/>
                    </a:cubicBezTo>
                    <a:cubicBezTo>
                      <a:pt x="14" y="20"/>
                      <a:pt x="15" y="18"/>
                      <a:pt x="15" y="17"/>
                    </a:cubicBezTo>
                    <a:cubicBezTo>
                      <a:pt x="16" y="17"/>
                      <a:pt x="16" y="16"/>
                      <a:pt x="17" y="15"/>
                    </a:cubicBezTo>
                    <a:close/>
                  </a:path>
                </a:pathLst>
              </a:custGeom>
              <a:solidFill>
                <a:srgbClr val="FFB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2" name="Freeform 470"/>
              <p:cNvSpPr/>
              <p:nvPr/>
            </p:nvSpPr>
            <p:spPr bwMode="auto">
              <a:xfrm>
                <a:off x="2458" y="1216"/>
                <a:ext cx="89" cy="117"/>
              </a:xfrm>
              <a:custGeom>
                <a:avLst/>
                <a:gdLst>
                  <a:gd name="T0" fmla="*/ 16 w 37"/>
                  <a:gd name="T1" fmla="*/ 8 h 49"/>
                  <a:gd name="T2" fmla="*/ 29 w 37"/>
                  <a:gd name="T3" fmla="*/ 4 h 49"/>
                  <a:gd name="T4" fmla="*/ 37 w 37"/>
                  <a:gd name="T5" fmla="*/ 0 h 49"/>
                  <a:gd name="T6" fmla="*/ 24 w 37"/>
                  <a:gd name="T7" fmla="*/ 30 h 49"/>
                  <a:gd name="T8" fmla="*/ 18 w 37"/>
                  <a:gd name="T9" fmla="*/ 44 h 49"/>
                  <a:gd name="T10" fmla="*/ 7 w 37"/>
                  <a:gd name="T11" fmla="*/ 47 h 49"/>
                  <a:gd name="T12" fmla="*/ 0 w 37"/>
                  <a:gd name="T13" fmla="*/ 49 h 49"/>
                  <a:gd name="T14" fmla="*/ 13 w 37"/>
                  <a:gd name="T15" fmla="*/ 22 h 49"/>
                  <a:gd name="T16" fmla="*/ 17 w 37"/>
                  <a:gd name="T17" fmla="*/ 13 h 49"/>
                  <a:gd name="T18" fmla="*/ 14 w 37"/>
                  <a:gd name="T19" fmla="*/ 10 h 49"/>
                  <a:gd name="T20" fmla="*/ 16 w 37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9">
                    <a:moveTo>
                      <a:pt x="16" y="8"/>
                    </a:moveTo>
                    <a:cubicBezTo>
                      <a:pt x="22" y="11"/>
                      <a:pt x="25" y="10"/>
                      <a:pt x="29" y="4"/>
                    </a:cubicBezTo>
                    <a:cubicBezTo>
                      <a:pt x="31" y="2"/>
                      <a:pt x="34" y="0"/>
                      <a:pt x="37" y="0"/>
                    </a:cubicBezTo>
                    <a:cubicBezTo>
                      <a:pt x="34" y="11"/>
                      <a:pt x="27" y="20"/>
                      <a:pt x="24" y="30"/>
                    </a:cubicBezTo>
                    <a:cubicBezTo>
                      <a:pt x="22" y="35"/>
                      <a:pt x="22" y="41"/>
                      <a:pt x="18" y="44"/>
                    </a:cubicBezTo>
                    <a:cubicBezTo>
                      <a:pt x="13" y="41"/>
                      <a:pt x="11" y="47"/>
                      <a:pt x="7" y="47"/>
                    </a:cubicBezTo>
                    <a:cubicBezTo>
                      <a:pt x="5" y="47"/>
                      <a:pt x="3" y="48"/>
                      <a:pt x="0" y="49"/>
                    </a:cubicBezTo>
                    <a:cubicBezTo>
                      <a:pt x="4" y="39"/>
                      <a:pt x="4" y="29"/>
                      <a:pt x="13" y="22"/>
                    </a:cubicBezTo>
                    <a:cubicBezTo>
                      <a:pt x="16" y="20"/>
                      <a:pt x="16" y="16"/>
                      <a:pt x="17" y="13"/>
                    </a:cubicBezTo>
                    <a:cubicBezTo>
                      <a:pt x="17" y="11"/>
                      <a:pt x="15" y="10"/>
                      <a:pt x="14" y="10"/>
                    </a:cubicBezTo>
                    <a:cubicBezTo>
                      <a:pt x="15" y="9"/>
                      <a:pt x="15" y="8"/>
                      <a:pt x="16" y="8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3" name="Freeform 471"/>
              <p:cNvSpPr/>
              <p:nvPr/>
            </p:nvSpPr>
            <p:spPr bwMode="auto">
              <a:xfrm>
                <a:off x="2463" y="1547"/>
                <a:ext cx="36" cy="65"/>
              </a:xfrm>
              <a:custGeom>
                <a:avLst/>
                <a:gdLst>
                  <a:gd name="T0" fmla="*/ 0 w 15"/>
                  <a:gd name="T1" fmla="*/ 7 h 27"/>
                  <a:gd name="T2" fmla="*/ 8 w 15"/>
                  <a:gd name="T3" fmla="*/ 0 h 27"/>
                  <a:gd name="T4" fmla="*/ 12 w 15"/>
                  <a:gd name="T5" fmla="*/ 11 h 27"/>
                  <a:gd name="T6" fmla="*/ 14 w 15"/>
                  <a:gd name="T7" fmla="*/ 24 h 27"/>
                  <a:gd name="T8" fmla="*/ 6 w 15"/>
                  <a:gd name="T9" fmla="*/ 22 h 27"/>
                  <a:gd name="T10" fmla="*/ 0 w 15"/>
                  <a:gd name="T11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27">
                    <a:moveTo>
                      <a:pt x="0" y="7"/>
                    </a:moveTo>
                    <a:cubicBezTo>
                      <a:pt x="2" y="4"/>
                      <a:pt x="5" y="2"/>
                      <a:pt x="8" y="0"/>
                    </a:cubicBezTo>
                    <a:cubicBezTo>
                      <a:pt x="12" y="3"/>
                      <a:pt x="8" y="8"/>
                      <a:pt x="12" y="11"/>
                    </a:cubicBezTo>
                    <a:cubicBezTo>
                      <a:pt x="15" y="15"/>
                      <a:pt x="14" y="20"/>
                      <a:pt x="14" y="24"/>
                    </a:cubicBezTo>
                    <a:cubicBezTo>
                      <a:pt x="10" y="27"/>
                      <a:pt x="8" y="25"/>
                      <a:pt x="6" y="22"/>
                    </a:cubicBezTo>
                    <a:cubicBezTo>
                      <a:pt x="4" y="17"/>
                      <a:pt x="1" y="12"/>
                      <a:pt x="0" y="7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4" name="Freeform 472"/>
              <p:cNvSpPr/>
              <p:nvPr/>
            </p:nvSpPr>
            <p:spPr bwMode="auto">
              <a:xfrm>
                <a:off x="2477" y="1600"/>
                <a:ext cx="27" cy="31"/>
              </a:xfrm>
              <a:custGeom>
                <a:avLst/>
                <a:gdLst>
                  <a:gd name="T0" fmla="*/ 0 w 11"/>
                  <a:gd name="T1" fmla="*/ 0 h 13"/>
                  <a:gd name="T2" fmla="*/ 8 w 11"/>
                  <a:gd name="T3" fmla="*/ 2 h 13"/>
                  <a:gd name="T4" fmla="*/ 8 w 11"/>
                  <a:gd name="T5" fmla="*/ 13 h 13"/>
                  <a:gd name="T6" fmla="*/ 0 w 11"/>
                  <a:gd name="T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3">
                    <a:moveTo>
                      <a:pt x="0" y="0"/>
                    </a:moveTo>
                    <a:cubicBezTo>
                      <a:pt x="3" y="2"/>
                      <a:pt x="5" y="2"/>
                      <a:pt x="8" y="2"/>
                    </a:cubicBezTo>
                    <a:cubicBezTo>
                      <a:pt x="9" y="6"/>
                      <a:pt x="11" y="9"/>
                      <a:pt x="8" y="13"/>
                    </a:cubicBezTo>
                    <a:cubicBezTo>
                      <a:pt x="4" y="10"/>
                      <a:pt x="1" y="6"/>
                      <a:pt x="0" y="0"/>
                    </a:cubicBezTo>
                    <a:close/>
                  </a:path>
                </a:pathLst>
              </a:custGeom>
              <a:solidFill>
                <a:srgbClr val="FFCF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5" name="Freeform 473"/>
              <p:cNvSpPr/>
              <p:nvPr/>
            </p:nvSpPr>
            <p:spPr bwMode="auto">
              <a:xfrm>
                <a:off x="2571" y="1700"/>
                <a:ext cx="16" cy="19"/>
              </a:xfrm>
              <a:custGeom>
                <a:avLst/>
                <a:gdLst>
                  <a:gd name="T0" fmla="*/ 2 w 7"/>
                  <a:gd name="T1" fmla="*/ 0 h 8"/>
                  <a:gd name="T2" fmla="*/ 7 w 7"/>
                  <a:gd name="T3" fmla="*/ 8 h 8"/>
                  <a:gd name="T4" fmla="*/ 2 w 7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3" y="3"/>
                      <a:pt x="5" y="6"/>
                      <a:pt x="7" y="8"/>
                    </a:cubicBezTo>
                    <a:cubicBezTo>
                      <a:pt x="0" y="7"/>
                      <a:pt x="0" y="7"/>
                      <a:pt x="2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6" name="Freeform 474"/>
              <p:cNvSpPr/>
              <p:nvPr/>
            </p:nvSpPr>
            <p:spPr bwMode="auto">
              <a:xfrm>
                <a:off x="2587" y="1724"/>
                <a:ext cx="15" cy="14"/>
              </a:xfrm>
              <a:custGeom>
                <a:avLst/>
                <a:gdLst>
                  <a:gd name="T0" fmla="*/ 2 w 6"/>
                  <a:gd name="T1" fmla="*/ 0 h 6"/>
                  <a:gd name="T2" fmla="*/ 6 w 6"/>
                  <a:gd name="T3" fmla="*/ 6 h 6"/>
                  <a:gd name="T4" fmla="*/ 2 w 6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cubicBezTo>
                      <a:pt x="5" y="1"/>
                      <a:pt x="6" y="3"/>
                      <a:pt x="6" y="6"/>
                    </a:cubicBezTo>
                    <a:cubicBezTo>
                      <a:pt x="4" y="4"/>
                      <a:pt x="0" y="5"/>
                      <a:pt x="2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7" name="Freeform 475"/>
              <p:cNvSpPr/>
              <p:nvPr/>
            </p:nvSpPr>
            <p:spPr bwMode="auto">
              <a:xfrm>
                <a:off x="2616" y="1752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0"/>
                      <a:pt x="1" y="1"/>
                      <a:pt x="2" y="2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8" name="Freeform 476"/>
              <p:cNvSpPr/>
              <p:nvPr/>
            </p:nvSpPr>
            <p:spPr bwMode="auto">
              <a:xfrm>
                <a:off x="2611" y="1747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89" name="Freeform 477"/>
              <p:cNvSpPr/>
              <p:nvPr/>
            </p:nvSpPr>
            <p:spPr bwMode="auto">
              <a:xfrm>
                <a:off x="2606" y="1743"/>
                <a:ext cx="5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0" name="Freeform 478"/>
              <p:cNvSpPr/>
              <p:nvPr/>
            </p:nvSpPr>
            <p:spPr bwMode="auto">
              <a:xfrm>
                <a:off x="2602" y="1738"/>
                <a:ext cx="4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0"/>
                      <a:pt x="1" y="1"/>
                      <a:pt x="2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1" name="Freeform 479"/>
              <p:cNvSpPr/>
              <p:nvPr/>
            </p:nvSpPr>
            <p:spPr bwMode="auto">
              <a:xfrm>
                <a:off x="2587" y="1719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1" y="1"/>
                      <a:pt x="1" y="1"/>
                      <a:pt x="2" y="2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FE3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2" name="Freeform 480"/>
              <p:cNvSpPr/>
              <p:nvPr/>
            </p:nvSpPr>
            <p:spPr bwMode="auto">
              <a:xfrm>
                <a:off x="2936" y="1869"/>
                <a:ext cx="270" cy="81"/>
              </a:xfrm>
              <a:custGeom>
                <a:avLst/>
                <a:gdLst>
                  <a:gd name="T0" fmla="*/ 0 w 113"/>
                  <a:gd name="T1" fmla="*/ 31 h 34"/>
                  <a:gd name="T2" fmla="*/ 8 w 113"/>
                  <a:gd name="T3" fmla="*/ 20 h 34"/>
                  <a:gd name="T4" fmla="*/ 18 w 113"/>
                  <a:gd name="T5" fmla="*/ 18 h 34"/>
                  <a:gd name="T6" fmla="*/ 60 w 113"/>
                  <a:gd name="T7" fmla="*/ 12 h 34"/>
                  <a:gd name="T8" fmla="*/ 79 w 113"/>
                  <a:gd name="T9" fmla="*/ 5 h 34"/>
                  <a:gd name="T10" fmla="*/ 106 w 113"/>
                  <a:gd name="T11" fmla="*/ 1 h 34"/>
                  <a:gd name="T12" fmla="*/ 110 w 113"/>
                  <a:gd name="T13" fmla="*/ 9 h 34"/>
                  <a:gd name="T14" fmla="*/ 93 w 113"/>
                  <a:gd name="T15" fmla="*/ 20 h 34"/>
                  <a:gd name="T16" fmla="*/ 54 w 113"/>
                  <a:gd name="T17" fmla="*/ 31 h 34"/>
                  <a:gd name="T18" fmla="*/ 42 w 113"/>
                  <a:gd name="T19" fmla="*/ 33 h 34"/>
                  <a:gd name="T20" fmla="*/ 39 w 113"/>
                  <a:gd name="T21" fmla="*/ 33 h 34"/>
                  <a:gd name="T22" fmla="*/ 37 w 113"/>
                  <a:gd name="T23" fmla="*/ 33 h 34"/>
                  <a:gd name="T24" fmla="*/ 37 w 113"/>
                  <a:gd name="T25" fmla="*/ 33 h 34"/>
                  <a:gd name="T26" fmla="*/ 31 w 113"/>
                  <a:gd name="T27" fmla="*/ 33 h 34"/>
                  <a:gd name="T28" fmla="*/ 27 w 113"/>
                  <a:gd name="T29" fmla="*/ 33 h 34"/>
                  <a:gd name="T30" fmla="*/ 0 w 113"/>
                  <a:gd name="T31" fmla="*/ 3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3" h="34">
                    <a:moveTo>
                      <a:pt x="0" y="31"/>
                    </a:moveTo>
                    <a:cubicBezTo>
                      <a:pt x="3" y="28"/>
                      <a:pt x="7" y="25"/>
                      <a:pt x="8" y="20"/>
                    </a:cubicBezTo>
                    <a:cubicBezTo>
                      <a:pt x="11" y="19"/>
                      <a:pt x="14" y="18"/>
                      <a:pt x="18" y="18"/>
                    </a:cubicBezTo>
                    <a:cubicBezTo>
                      <a:pt x="32" y="18"/>
                      <a:pt x="46" y="15"/>
                      <a:pt x="60" y="12"/>
                    </a:cubicBezTo>
                    <a:cubicBezTo>
                      <a:pt x="67" y="11"/>
                      <a:pt x="73" y="8"/>
                      <a:pt x="79" y="5"/>
                    </a:cubicBezTo>
                    <a:cubicBezTo>
                      <a:pt x="88" y="0"/>
                      <a:pt x="97" y="0"/>
                      <a:pt x="106" y="1"/>
                    </a:cubicBezTo>
                    <a:cubicBezTo>
                      <a:pt x="112" y="1"/>
                      <a:pt x="113" y="5"/>
                      <a:pt x="110" y="9"/>
                    </a:cubicBezTo>
                    <a:cubicBezTo>
                      <a:pt x="105" y="14"/>
                      <a:pt x="99" y="18"/>
                      <a:pt x="93" y="20"/>
                    </a:cubicBezTo>
                    <a:cubicBezTo>
                      <a:pt x="80" y="24"/>
                      <a:pt x="67" y="27"/>
                      <a:pt x="54" y="31"/>
                    </a:cubicBezTo>
                    <a:cubicBezTo>
                      <a:pt x="50" y="34"/>
                      <a:pt x="46" y="31"/>
                      <a:pt x="42" y="33"/>
                    </a:cubicBezTo>
                    <a:cubicBezTo>
                      <a:pt x="41" y="33"/>
                      <a:pt x="40" y="33"/>
                      <a:pt x="39" y="33"/>
                    </a:cubicBezTo>
                    <a:cubicBezTo>
                      <a:pt x="38" y="32"/>
                      <a:pt x="37" y="32"/>
                      <a:pt x="37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5" y="34"/>
                      <a:pt x="33" y="34"/>
                      <a:pt x="31" y="33"/>
                    </a:cubicBezTo>
                    <a:cubicBezTo>
                      <a:pt x="30" y="33"/>
                      <a:pt x="28" y="33"/>
                      <a:pt x="27" y="33"/>
                    </a:cubicBezTo>
                    <a:cubicBezTo>
                      <a:pt x="18" y="33"/>
                      <a:pt x="9" y="34"/>
                      <a:pt x="0" y="31"/>
                    </a:cubicBezTo>
                    <a:close/>
                  </a:path>
                </a:pathLst>
              </a:custGeom>
              <a:solidFill>
                <a:srgbClr val="FFC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3" name="Freeform 481"/>
              <p:cNvSpPr/>
              <p:nvPr/>
            </p:nvSpPr>
            <p:spPr bwMode="auto">
              <a:xfrm>
                <a:off x="3111" y="1759"/>
                <a:ext cx="52" cy="86"/>
              </a:xfrm>
              <a:custGeom>
                <a:avLst/>
                <a:gdLst>
                  <a:gd name="T0" fmla="*/ 15 w 22"/>
                  <a:gd name="T1" fmla="*/ 35 h 36"/>
                  <a:gd name="T2" fmla="*/ 0 w 22"/>
                  <a:gd name="T3" fmla="*/ 8 h 36"/>
                  <a:gd name="T4" fmla="*/ 9 w 22"/>
                  <a:gd name="T5" fmla="*/ 1 h 36"/>
                  <a:gd name="T6" fmla="*/ 11 w 22"/>
                  <a:gd name="T7" fmla="*/ 4 h 36"/>
                  <a:gd name="T8" fmla="*/ 15 w 22"/>
                  <a:gd name="T9" fmla="*/ 10 h 36"/>
                  <a:gd name="T10" fmla="*/ 17 w 22"/>
                  <a:gd name="T11" fmla="*/ 14 h 36"/>
                  <a:gd name="T12" fmla="*/ 19 w 22"/>
                  <a:gd name="T13" fmla="*/ 18 h 36"/>
                  <a:gd name="T14" fmla="*/ 21 w 22"/>
                  <a:gd name="T15" fmla="*/ 22 h 36"/>
                  <a:gd name="T16" fmla="*/ 21 w 22"/>
                  <a:gd name="T17" fmla="*/ 25 h 36"/>
                  <a:gd name="T18" fmla="*/ 20 w 22"/>
                  <a:gd name="T19" fmla="*/ 31 h 36"/>
                  <a:gd name="T20" fmla="*/ 15 w 22"/>
                  <a:gd name="T21" fmla="*/ 3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36">
                    <a:moveTo>
                      <a:pt x="15" y="35"/>
                    </a:moveTo>
                    <a:cubicBezTo>
                      <a:pt x="11" y="26"/>
                      <a:pt x="7" y="16"/>
                      <a:pt x="0" y="8"/>
                    </a:cubicBezTo>
                    <a:cubicBezTo>
                      <a:pt x="1" y="0"/>
                      <a:pt x="1" y="0"/>
                      <a:pt x="9" y="1"/>
                    </a:cubicBezTo>
                    <a:cubicBezTo>
                      <a:pt x="10" y="2"/>
                      <a:pt x="10" y="4"/>
                      <a:pt x="11" y="4"/>
                    </a:cubicBezTo>
                    <a:cubicBezTo>
                      <a:pt x="12" y="7"/>
                      <a:pt x="13" y="9"/>
                      <a:pt x="15" y="10"/>
                    </a:cubicBezTo>
                    <a:cubicBezTo>
                      <a:pt x="15" y="12"/>
                      <a:pt x="16" y="13"/>
                      <a:pt x="17" y="14"/>
                    </a:cubicBezTo>
                    <a:cubicBezTo>
                      <a:pt x="17" y="16"/>
                      <a:pt x="18" y="17"/>
                      <a:pt x="19" y="18"/>
                    </a:cubicBezTo>
                    <a:cubicBezTo>
                      <a:pt x="19" y="19"/>
                      <a:pt x="20" y="21"/>
                      <a:pt x="21" y="22"/>
                    </a:cubicBezTo>
                    <a:cubicBezTo>
                      <a:pt x="21" y="23"/>
                      <a:pt x="21" y="24"/>
                      <a:pt x="21" y="25"/>
                    </a:cubicBezTo>
                    <a:cubicBezTo>
                      <a:pt x="21" y="27"/>
                      <a:pt x="19" y="28"/>
                      <a:pt x="20" y="31"/>
                    </a:cubicBezTo>
                    <a:cubicBezTo>
                      <a:pt x="22" y="36"/>
                      <a:pt x="18" y="35"/>
                      <a:pt x="15" y="35"/>
                    </a:cubicBezTo>
                    <a:close/>
                  </a:path>
                </a:pathLst>
              </a:custGeom>
              <a:solidFill>
                <a:srgbClr val="FFC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4" name="Freeform 482"/>
              <p:cNvSpPr/>
              <p:nvPr/>
            </p:nvSpPr>
            <p:spPr bwMode="auto">
              <a:xfrm>
                <a:off x="2910" y="1917"/>
                <a:ext cx="31" cy="16"/>
              </a:xfrm>
              <a:custGeom>
                <a:avLst/>
                <a:gdLst>
                  <a:gd name="T0" fmla="*/ 11 w 13"/>
                  <a:gd name="T1" fmla="*/ 0 h 7"/>
                  <a:gd name="T2" fmla="*/ 11 w 13"/>
                  <a:gd name="T3" fmla="*/ 6 h 7"/>
                  <a:gd name="T4" fmla="*/ 8 w 13"/>
                  <a:gd name="T5" fmla="*/ 4 h 7"/>
                  <a:gd name="T6" fmla="*/ 5 w 13"/>
                  <a:gd name="T7" fmla="*/ 3 h 7"/>
                  <a:gd name="T8" fmla="*/ 0 w 13"/>
                  <a:gd name="T9" fmla="*/ 0 h 7"/>
                  <a:gd name="T10" fmla="*/ 11 w 13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7">
                    <a:moveTo>
                      <a:pt x="11" y="0"/>
                    </a:moveTo>
                    <a:cubicBezTo>
                      <a:pt x="11" y="2"/>
                      <a:pt x="13" y="4"/>
                      <a:pt x="11" y="6"/>
                    </a:cubicBezTo>
                    <a:cubicBezTo>
                      <a:pt x="10" y="7"/>
                      <a:pt x="9" y="7"/>
                      <a:pt x="8" y="4"/>
                    </a:cubicBezTo>
                    <a:cubicBezTo>
                      <a:pt x="7" y="2"/>
                      <a:pt x="6" y="3"/>
                      <a:pt x="5" y="3"/>
                    </a:cubicBezTo>
                    <a:cubicBezTo>
                      <a:pt x="2" y="4"/>
                      <a:pt x="1" y="2"/>
                      <a:pt x="0" y="0"/>
                    </a:cubicBezTo>
                    <a:cubicBezTo>
                      <a:pt x="3" y="0"/>
                      <a:pt x="7" y="0"/>
                      <a:pt x="11" y="0"/>
                    </a:cubicBezTo>
                    <a:close/>
                  </a:path>
                </a:pathLst>
              </a:custGeom>
              <a:solidFill>
                <a:srgbClr val="FFC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5" name="Freeform 483"/>
              <p:cNvSpPr/>
              <p:nvPr/>
            </p:nvSpPr>
            <p:spPr bwMode="auto">
              <a:xfrm>
                <a:off x="3156" y="1843"/>
                <a:ext cx="19" cy="12"/>
              </a:xfrm>
              <a:custGeom>
                <a:avLst/>
                <a:gdLst>
                  <a:gd name="T0" fmla="*/ 0 w 8"/>
                  <a:gd name="T1" fmla="*/ 5 h 5"/>
                  <a:gd name="T2" fmla="*/ 8 w 8"/>
                  <a:gd name="T3" fmla="*/ 0 h 5"/>
                  <a:gd name="T4" fmla="*/ 0 w 8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0" y="5"/>
                    </a:moveTo>
                    <a:cubicBezTo>
                      <a:pt x="1" y="1"/>
                      <a:pt x="4" y="2"/>
                      <a:pt x="8" y="0"/>
                    </a:cubicBezTo>
                    <a:cubicBezTo>
                      <a:pt x="5" y="5"/>
                      <a:pt x="5" y="5"/>
                      <a:pt x="0" y="5"/>
                    </a:cubicBezTo>
                    <a:close/>
                  </a:path>
                </a:pathLst>
              </a:custGeom>
              <a:solidFill>
                <a:srgbClr val="FFD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6" name="Freeform 484"/>
              <p:cNvSpPr/>
              <p:nvPr/>
            </p:nvSpPr>
            <p:spPr bwMode="auto">
              <a:xfrm>
                <a:off x="3037" y="1940"/>
                <a:ext cx="28" cy="12"/>
              </a:xfrm>
              <a:custGeom>
                <a:avLst/>
                <a:gdLst>
                  <a:gd name="T0" fmla="*/ 0 w 12"/>
                  <a:gd name="T1" fmla="*/ 3 h 5"/>
                  <a:gd name="T2" fmla="*/ 12 w 12"/>
                  <a:gd name="T3" fmla="*/ 1 h 5"/>
                  <a:gd name="T4" fmla="*/ 0 w 12"/>
                  <a:gd name="T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5">
                    <a:moveTo>
                      <a:pt x="0" y="3"/>
                    </a:moveTo>
                    <a:cubicBezTo>
                      <a:pt x="4" y="0"/>
                      <a:pt x="8" y="2"/>
                      <a:pt x="12" y="1"/>
                    </a:cubicBezTo>
                    <a:cubicBezTo>
                      <a:pt x="8" y="5"/>
                      <a:pt x="4" y="3"/>
                      <a:pt x="0" y="3"/>
                    </a:cubicBezTo>
                    <a:close/>
                  </a:path>
                </a:pathLst>
              </a:custGeom>
              <a:solidFill>
                <a:srgbClr val="FFE1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7" name="Freeform 485"/>
              <p:cNvSpPr/>
              <p:nvPr/>
            </p:nvSpPr>
            <p:spPr bwMode="auto">
              <a:xfrm>
                <a:off x="3010" y="1948"/>
                <a:ext cx="15" cy="7"/>
              </a:xfrm>
              <a:custGeom>
                <a:avLst/>
                <a:gdLst>
                  <a:gd name="T0" fmla="*/ 0 w 6"/>
                  <a:gd name="T1" fmla="*/ 0 h 3"/>
                  <a:gd name="T2" fmla="*/ 6 w 6"/>
                  <a:gd name="T3" fmla="*/ 0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  <a:cubicBezTo>
                      <a:pt x="4" y="3"/>
                      <a:pt x="2" y="3"/>
                      <a:pt x="0" y="0"/>
                    </a:cubicBezTo>
                    <a:close/>
                  </a:path>
                </a:pathLst>
              </a:custGeom>
              <a:solidFill>
                <a:srgbClr val="FFE1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8" name="Freeform 486"/>
              <p:cNvSpPr/>
              <p:nvPr/>
            </p:nvSpPr>
            <p:spPr bwMode="auto">
              <a:xfrm>
                <a:off x="3025" y="1945"/>
                <a:ext cx="4" cy="3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0"/>
                      <a:pt x="1" y="0"/>
                      <a:pt x="2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E1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99" name="Freeform 487"/>
              <p:cNvSpPr/>
              <p:nvPr/>
            </p:nvSpPr>
            <p:spPr bwMode="auto">
              <a:xfrm>
                <a:off x="3077" y="1221"/>
                <a:ext cx="218" cy="312"/>
              </a:xfrm>
              <a:custGeom>
                <a:avLst/>
                <a:gdLst>
                  <a:gd name="T0" fmla="*/ 91 w 91"/>
                  <a:gd name="T1" fmla="*/ 44 h 131"/>
                  <a:gd name="T2" fmla="*/ 91 w 91"/>
                  <a:gd name="T3" fmla="*/ 46 h 131"/>
                  <a:gd name="T4" fmla="*/ 75 w 91"/>
                  <a:gd name="T5" fmla="*/ 80 h 131"/>
                  <a:gd name="T6" fmla="*/ 72 w 91"/>
                  <a:gd name="T7" fmla="*/ 82 h 131"/>
                  <a:gd name="T8" fmla="*/ 66 w 91"/>
                  <a:gd name="T9" fmla="*/ 92 h 131"/>
                  <a:gd name="T10" fmla="*/ 68 w 91"/>
                  <a:gd name="T11" fmla="*/ 102 h 131"/>
                  <a:gd name="T12" fmla="*/ 72 w 91"/>
                  <a:gd name="T13" fmla="*/ 115 h 131"/>
                  <a:gd name="T14" fmla="*/ 67 w 91"/>
                  <a:gd name="T15" fmla="*/ 128 h 131"/>
                  <a:gd name="T16" fmla="*/ 52 w 91"/>
                  <a:gd name="T17" fmla="*/ 120 h 131"/>
                  <a:gd name="T18" fmla="*/ 49 w 91"/>
                  <a:gd name="T19" fmla="*/ 98 h 131"/>
                  <a:gd name="T20" fmla="*/ 38 w 91"/>
                  <a:gd name="T21" fmla="*/ 92 h 131"/>
                  <a:gd name="T22" fmla="*/ 30 w 91"/>
                  <a:gd name="T23" fmla="*/ 96 h 131"/>
                  <a:gd name="T24" fmla="*/ 16 w 91"/>
                  <a:gd name="T25" fmla="*/ 96 h 131"/>
                  <a:gd name="T26" fmla="*/ 19 w 91"/>
                  <a:gd name="T27" fmla="*/ 82 h 131"/>
                  <a:gd name="T28" fmla="*/ 28 w 91"/>
                  <a:gd name="T29" fmla="*/ 79 h 131"/>
                  <a:gd name="T30" fmla="*/ 42 w 91"/>
                  <a:gd name="T31" fmla="*/ 75 h 131"/>
                  <a:gd name="T32" fmla="*/ 46 w 91"/>
                  <a:gd name="T33" fmla="*/ 70 h 131"/>
                  <a:gd name="T34" fmla="*/ 42 w 91"/>
                  <a:gd name="T35" fmla="*/ 66 h 131"/>
                  <a:gd name="T36" fmla="*/ 31 w 91"/>
                  <a:gd name="T37" fmla="*/ 63 h 131"/>
                  <a:gd name="T38" fmla="*/ 27 w 91"/>
                  <a:gd name="T39" fmla="*/ 57 h 131"/>
                  <a:gd name="T40" fmla="*/ 22 w 91"/>
                  <a:gd name="T41" fmla="*/ 43 h 131"/>
                  <a:gd name="T42" fmla="*/ 14 w 91"/>
                  <a:gd name="T43" fmla="*/ 41 h 131"/>
                  <a:gd name="T44" fmla="*/ 7 w 91"/>
                  <a:gd name="T45" fmla="*/ 42 h 131"/>
                  <a:gd name="T46" fmla="*/ 1 w 91"/>
                  <a:gd name="T47" fmla="*/ 36 h 131"/>
                  <a:gd name="T48" fmla="*/ 6 w 91"/>
                  <a:gd name="T49" fmla="*/ 23 h 131"/>
                  <a:gd name="T50" fmla="*/ 39 w 91"/>
                  <a:gd name="T51" fmla="*/ 3 h 131"/>
                  <a:gd name="T52" fmla="*/ 62 w 91"/>
                  <a:gd name="T53" fmla="*/ 5 h 131"/>
                  <a:gd name="T54" fmla="*/ 67 w 91"/>
                  <a:gd name="T55" fmla="*/ 17 h 131"/>
                  <a:gd name="T56" fmla="*/ 72 w 91"/>
                  <a:gd name="T57" fmla="*/ 25 h 131"/>
                  <a:gd name="T58" fmla="*/ 79 w 91"/>
                  <a:gd name="T59" fmla="*/ 36 h 131"/>
                  <a:gd name="T60" fmla="*/ 86 w 91"/>
                  <a:gd name="T61" fmla="*/ 44 h 131"/>
                  <a:gd name="T62" fmla="*/ 91 w 91"/>
                  <a:gd name="T63" fmla="*/ 4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1" h="131">
                    <a:moveTo>
                      <a:pt x="91" y="44"/>
                    </a:moveTo>
                    <a:cubicBezTo>
                      <a:pt x="91" y="45"/>
                      <a:pt x="91" y="45"/>
                      <a:pt x="91" y="46"/>
                    </a:cubicBezTo>
                    <a:cubicBezTo>
                      <a:pt x="88" y="58"/>
                      <a:pt x="82" y="69"/>
                      <a:pt x="75" y="80"/>
                    </a:cubicBezTo>
                    <a:cubicBezTo>
                      <a:pt x="74" y="81"/>
                      <a:pt x="73" y="82"/>
                      <a:pt x="72" y="82"/>
                    </a:cubicBezTo>
                    <a:cubicBezTo>
                      <a:pt x="64" y="83"/>
                      <a:pt x="65" y="88"/>
                      <a:pt x="66" y="92"/>
                    </a:cubicBezTo>
                    <a:cubicBezTo>
                      <a:pt x="67" y="96"/>
                      <a:pt x="68" y="99"/>
                      <a:pt x="68" y="102"/>
                    </a:cubicBezTo>
                    <a:cubicBezTo>
                      <a:pt x="71" y="106"/>
                      <a:pt x="71" y="111"/>
                      <a:pt x="72" y="115"/>
                    </a:cubicBezTo>
                    <a:cubicBezTo>
                      <a:pt x="72" y="120"/>
                      <a:pt x="73" y="126"/>
                      <a:pt x="67" y="128"/>
                    </a:cubicBezTo>
                    <a:cubicBezTo>
                      <a:pt x="60" y="131"/>
                      <a:pt x="54" y="127"/>
                      <a:pt x="52" y="120"/>
                    </a:cubicBezTo>
                    <a:cubicBezTo>
                      <a:pt x="51" y="112"/>
                      <a:pt x="50" y="105"/>
                      <a:pt x="49" y="98"/>
                    </a:cubicBezTo>
                    <a:cubicBezTo>
                      <a:pt x="49" y="89"/>
                      <a:pt x="46" y="87"/>
                      <a:pt x="38" y="92"/>
                    </a:cubicBezTo>
                    <a:cubicBezTo>
                      <a:pt x="35" y="93"/>
                      <a:pt x="33" y="95"/>
                      <a:pt x="30" y="96"/>
                    </a:cubicBezTo>
                    <a:cubicBezTo>
                      <a:pt x="26" y="98"/>
                      <a:pt x="20" y="100"/>
                      <a:pt x="16" y="96"/>
                    </a:cubicBezTo>
                    <a:cubicBezTo>
                      <a:pt x="12" y="91"/>
                      <a:pt x="16" y="86"/>
                      <a:pt x="19" y="82"/>
                    </a:cubicBezTo>
                    <a:cubicBezTo>
                      <a:pt x="22" y="80"/>
                      <a:pt x="24" y="78"/>
                      <a:pt x="28" y="79"/>
                    </a:cubicBezTo>
                    <a:cubicBezTo>
                      <a:pt x="33" y="79"/>
                      <a:pt x="38" y="77"/>
                      <a:pt x="42" y="75"/>
                    </a:cubicBezTo>
                    <a:cubicBezTo>
                      <a:pt x="44" y="74"/>
                      <a:pt x="46" y="73"/>
                      <a:pt x="46" y="70"/>
                    </a:cubicBezTo>
                    <a:cubicBezTo>
                      <a:pt x="47" y="67"/>
                      <a:pt x="44" y="67"/>
                      <a:pt x="42" y="66"/>
                    </a:cubicBezTo>
                    <a:cubicBezTo>
                      <a:pt x="38" y="65"/>
                      <a:pt x="35" y="63"/>
                      <a:pt x="31" y="63"/>
                    </a:cubicBezTo>
                    <a:cubicBezTo>
                      <a:pt x="27" y="63"/>
                      <a:pt x="25" y="61"/>
                      <a:pt x="27" y="57"/>
                    </a:cubicBezTo>
                    <a:cubicBezTo>
                      <a:pt x="29" y="50"/>
                      <a:pt x="28" y="46"/>
                      <a:pt x="22" y="43"/>
                    </a:cubicBezTo>
                    <a:cubicBezTo>
                      <a:pt x="19" y="41"/>
                      <a:pt x="17" y="40"/>
                      <a:pt x="14" y="41"/>
                    </a:cubicBezTo>
                    <a:cubicBezTo>
                      <a:pt x="12" y="42"/>
                      <a:pt x="9" y="42"/>
                      <a:pt x="7" y="42"/>
                    </a:cubicBezTo>
                    <a:cubicBezTo>
                      <a:pt x="3" y="42"/>
                      <a:pt x="1" y="40"/>
                      <a:pt x="1" y="36"/>
                    </a:cubicBezTo>
                    <a:cubicBezTo>
                      <a:pt x="0" y="31"/>
                      <a:pt x="2" y="26"/>
                      <a:pt x="6" y="23"/>
                    </a:cubicBezTo>
                    <a:cubicBezTo>
                      <a:pt x="15" y="13"/>
                      <a:pt x="27" y="7"/>
                      <a:pt x="39" y="3"/>
                    </a:cubicBezTo>
                    <a:cubicBezTo>
                      <a:pt x="46" y="0"/>
                      <a:pt x="55" y="3"/>
                      <a:pt x="62" y="5"/>
                    </a:cubicBezTo>
                    <a:cubicBezTo>
                      <a:pt x="68" y="7"/>
                      <a:pt x="67" y="13"/>
                      <a:pt x="67" y="17"/>
                    </a:cubicBezTo>
                    <a:cubicBezTo>
                      <a:pt x="66" y="23"/>
                      <a:pt x="67" y="24"/>
                      <a:pt x="72" y="25"/>
                    </a:cubicBezTo>
                    <a:cubicBezTo>
                      <a:pt x="78" y="26"/>
                      <a:pt x="80" y="29"/>
                      <a:pt x="79" y="36"/>
                    </a:cubicBezTo>
                    <a:cubicBezTo>
                      <a:pt x="78" y="44"/>
                      <a:pt x="78" y="44"/>
                      <a:pt x="86" y="44"/>
                    </a:cubicBezTo>
                    <a:cubicBezTo>
                      <a:pt x="87" y="44"/>
                      <a:pt x="89" y="44"/>
                      <a:pt x="91" y="44"/>
                    </a:cubicBezTo>
                    <a:close/>
                  </a:path>
                </a:pathLst>
              </a:custGeom>
              <a:solidFill>
                <a:srgbClr val="BAF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0" name="Freeform 488"/>
              <p:cNvSpPr/>
              <p:nvPr/>
            </p:nvSpPr>
            <p:spPr bwMode="auto">
              <a:xfrm>
                <a:off x="3022" y="1359"/>
                <a:ext cx="122" cy="91"/>
              </a:xfrm>
              <a:custGeom>
                <a:avLst/>
                <a:gdLst>
                  <a:gd name="T0" fmla="*/ 6 w 51"/>
                  <a:gd name="T1" fmla="*/ 19 h 38"/>
                  <a:gd name="T2" fmla="*/ 11 w 51"/>
                  <a:gd name="T3" fmla="*/ 13 h 38"/>
                  <a:gd name="T4" fmla="*/ 16 w 51"/>
                  <a:gd name="T5" fmla="*/ 3 h 38"/>
                  <a:gd name="T6" fmla="*/ 27 w 51"/>
                  <a:gd name="T7" fmla="*/ 1 h 38"/>
                  <a:gd name="T8" fmla="*/ 34 w 51"/>
                  <a:gd name="T9" fmla="*/ 1 h 38"/>
                  <a:gd name="T10" fmla="*/ 45 w 51"/>
                  <a:gd name="T11" fmla="*/ 7 h 38"/>
                  <a:gd name="T12" fmla="*/ 45 w 51"/>
                  <a:gd name="T13" fmla="*/ 7 h 38"/>
                  <a:gd name="T14" fmla="*/ 44 w 51"/>
                  <a:gd name="T15" fmla="*/ 24 h 38"/>
                  <a:gd name="T16" fmla="*/ 22 w 51"/>
                  <a:gd name="T17" fmla="*/ 38 h 38"/>
                  <a:gd name="T18" fmla="*/ 11 w 51"/>
                  <a:gd name="T19" fmla="*/ 30 h 38"/>
                  <a:gd name="T20" fmla="*/ 4 w 51"/>
                  <a:gd name="T21" fmla="*/ 28 h 38"/>
                  <a:gd name="T22" fmla="*/ 7 w 51"/>
                  <a:gd name="T23" fmla="*/ 20 h 38"/>
                  <a:gd name="T24" fmla="*/ 7 w 51"/>
                  <a:gd name="T25" fmla="*/ 19 h 38"/>
                  <a:gd name="T26" fmla="*/ 6 w 51"/>
                  <a:gd name="T27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38">
                    <a:moveTo>
                      <a:pt x="6" y="19"/>
                    </a:moveTo>
                    <a:cubicBezTo>
                      <a:pt x="6" y="15"/>
                      <a:pt x="7" y="13"/>
                      <a:pt x="11" y="13"/>
                    </a:cubicBezTo>
                    <a:cubicBezTo>
                      <a:pt x="18" y="12"/>
                      <a:pt x="18" y="11"/>
                      <a:pt x="16" y="3"/>
                    </a:cubicBezTo>
                    <a:cubicBezTo>
                      <a:pt x="20" y="3"/>
                      <a:pt x="23" y="1"/>
                      <a:pt x="27" y="1"/>
                    </a:cubicBezTo>
                    <a:cubicBezTo>
                      <a:pt x="30" y="0"/>
                      <a:pt x="32" y="1"/>
                      <a:pt x="34" y="1"/>
                    </a:cubicBezTo>
                    <a:cubicBezTo>
                      <a:pt x="38" y="3"/>
                      <a:pt x="42" y="4"/>
                      <a:pt x="45" y="7"/>
                    </a:cubicBezTo>
                    <a:cubicBezTo>
                      <a:pt x="45" y="7"/>
                      <a:pt x="45" y="7"/>
                      <a:pt x="45" y="7"/>
                    </a:cubicBezTo>
                    <a:cubicBezTo>
                      <a:pt x="51" y="13"/>
                      <a:pt x="47" y="19"/>
                      <a:pt x="44" y="24"/>
                    </a:cubicBezTo>
                    <a:cubicBezTo>
                      <a:pt x="38" y="31"/>
                      <a:pt x="30" y="35"/>
                      <a:pt x="22" y="38"/>
                    </a:cubicBezTo>
                    <a:cubicBezTo>
                      <a:pt x="20" y="33"/>
                      <a:pt x="18" y="28"/>
                      <a:pt x="11" y="30"/>
                    </a:cubicBezTo>
                    <a:cubicBezTo>
                      <a:pt x="8" y="31"/>
                      <a:pt x="6" y="30"/>
                      <a:pt x="4" y="28"/>
                    </a:cubicBezTo>
                    <a:cubicBezTo>
                      <a:pt x="0" y="24"/>
                      <a:pt x="0" y="24"/>
                      <a:pt x="7" y="20"/>
                    </a:cubicBezTo>
                    <a:cubicBezTo>
                      <a:pt x="7" y="20"/>
                      <a:pt x="7" y="20"/>
                      <a:pt x="7" y="19"/>
                    </a:cubicBezTo>
                    <a:cubicBezTo>
                      <a:pt x="7" y="19"/>
                      <a:pt x="7" y="19"/>
                      <a:pt x="6" y="19"/>
                    </a:cubicBezTo>
                    <a:close/>
                  </a:path>
                </a:pathLst>
              </a:custGeom>
              <a:solidFill>
                <a:srgbClr val="BED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1" name="Freeform 489"/>
              <p:cNvSpPr/>
              <p:nvPr/>
            </p:nvSpPr>
            <p:spPr bwMode="auto">
              <a:xfrm>
                <a:off x="3060" y="1238"/>
                <a:ext cx="51" cy="43"/>
              </a:xfrm>
              <a:custGeom>
                <a:avLst/>
                <a:gdLst>
                  <a:gd name="T0" fmla="*/ 0 w 21"/>
                  <a:gd name="T1" fmla="*/ 18 h 18"/>
                  <a:gd name="T2" fmla="*/ 21 w 21"/>
                  <a:gd name="T3" fmla="*/ 0 h 18"/>
                  <a:gd name="T4" fmla="*/ 19 w 21"/>
                  <a:gd name="T5" fmla="*/ 5 h 18"/>
                  <a:gd name="T6" fmla="*/ 0 w 21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8">
                    <a:moveTo>
                      <a:pt x="0" y="18"/>
                    </a:moveTo>
                    <a:cubicBezTo>
                      <a:pt x="5" y="10"/>
                      <a:pt x="13" y="5"/>
                      <a:pt x="21" y="0"/>
                    </a:cubicBezTo>
                    <a:cubicBezTo>
                      <a:pt x="21" y="2"/>
                      <a:pt x="21" y="4"/>
                      <a:pt x="19" y="5"/>
                    </a:cubicBezTo>
                    <a:cubicBezTo>
                      <a:pt x="13" y="10"/>
                      <a:pt x="7" y="15"/>
                      <a:pt x="0" y="18"/>
                    </a:cubicBezTo>
                    <a:close/>
                  </a:path>
                </a:pathLst>
              </a:custGeom>
              <a:solidFill>
                <a:srgbClr val="F3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2" name="Freeform 490"/>
              <p:cNvSpPr/>
              <p:nvPr/>
            </p:nvSpPr>
            <p:spPr bwMode="auto">
              <a:xfrm>
                <a:off x="3125" y="1376"/>
                <a:ext cx="19" cy="43"/>
              </a:xfrm>
              <a:custGeom>
                <a:avLst/>
                <a:gdLst>
                  <a:gd name="T0" fmla="*/ 0 w 8"/>
                  <a:gd name="T1" fmla="*/ 17 h 18"/>
                  <a:gd name="T2" fmla="*/ 2 w 8"/>
                  <a:gd name="T3" fmla="*/ 0 h 18"/>
                  <a:gd name="T4" fmla="*/ 6 w 8"/>
                  <a:gd name="T5" fmla="*/ 4 h 18"/>
                  <a:gd name="T6" fmla="*/ 8 w 8"/>
                  <a:gd name="T7" fmla="*/ 14 h 18"/>
                  <a:gd name="T8" fmla="*/ 2 w 8"/>
                  <a:gd name="T9" fmla="*/ 18 h 18"/>
                  <a:gd name="T10" fmla="*/ 0 w 8"/>
                  <a:gd name="T11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8">
                    <a:moveTo>
                      <a:pt x="0" y="17"/>
                    </a:moveTo>
                    <a:cubicBezTo>
                      <a:pt x="1" y="12"/>
                      <a:pt x="6" y="7"/>
                      <a:pt x="2" y="0"/>
                    </a:cubicBezTo>
                    <a:cubicBezTo>
                      <a:pt x="4" y="0"/>
                      <a:pt x="6" y="2"/>
                      <a:pt x="6" y="4"/>
                    </a:cubicBezTo>
                    <a:cubicBezTo>
                      <a:pt x="5" y="8"/>
                      <a:pt x="6" y="11"/>
                      <a:pt x="8" y="14"/>
                    </a:cubicBezTo>
                    <a:cubicBezTo>
                      <a:pt x="6" y="15"/>
                      <a:pt x="4" y="16"/>
                      <a:pt x="2" y="18"/>
                    </a:cubicBezTo>
                    <a:cubicBezTo>
                      <a:pt x="1" y="18"/>
                      <a:pt x="0" y="18"/>
                      <a:pt x="0" y="17"/>
                    </a:cubicBezTo>
                    <a:close/>
                  </a:path>
                </a:pathLst>
              </a:custGeom>
              <a:solidFill>
                <a:srgbClr val="F5FC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3" name="Freeform 491"/>
              <p:cNvSpPr/>
              <p:nvPr/>
            </p:nvSpPr>
            <p:spPr bwMode="auto">
              <a:xfrm>
                <a:off x="3106" y="1362"/>
                <a:ext cx="24" cy="14"/>
              </a:xfrm>
              <a:custGeom>
                <a:avLst/>
                <a:gdLst>
                  <a:gd name="T0" fmla="*/ 10 w 10"/>
                  <a:gd name="T1" fmla="*/ 6 h 6"/>
                  <a:gd name="T2" fmla="*/ 0 w 10"/>
                  <a:gd name="T3" fmla="*/ 0 h 6"/>
                  <a:gd name="T4" fmla="*/ 2 w 10"/>
                  <a:gd name="T5" fmla="*/ 0 h 6"/>
                  <a:gd name="T6" fmla="*/ 10 w 10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10" y="6"/>
                    </a:moveTo>
                    <a:cubicBezTo>
                      <a:pt x="6" y="6"/>
                      <a:pt x="3" y="3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" y="1"/>
                      <a:pt x="9" y="2"/>
                      <a:pt x="10" y="6"/>
                    </a:cubicBezTo>
                    <a:close/>
                  </a:path>
                </a:pathLst>
              </a:custGeom>
              <a:solidFill>
                <a:srgbClr val="ECF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4" name="Freeform 492"/>
              <p:cNvSpPr/>
              <p:nvPr/>
            </p:nvSpPr>
            <p:spPr bwMode="auto">
              <a:xfrm>
                <a:off x="3087" y="1354"/>
                <a:ext cx="24" cy="8"/>
              </a:xfrm>
              <a:custGeom>
                <a:avLst/>
                <a:gdLst>
                  <a:gd name="T0" fmla="*/ 10 w 10"/>
                  <a:gd name="T1" fmla="*/ 3 h 3"/>
                  <a:gd name="T2" fmla="*/ 8 w 10"/>
                  <a:gd name="T3" fmla="*/ 3 h 3"/>
                  <a:gd name="T4" fmla="*/ 0 w 10"/>
                  <a:gd name="T5" fmla="*/ 3 h 3"/>
                  <a:gd name="T6" fmla="*/ 10 w 10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3">
                    <a:moveTo>
                      <a:pt x="10" y="3"/>
                    </a:moveTo>
                    <a:cubicBezTo>
                      <a:pt x="9" y="3"/>
                      <a:pt x="9" y="3"/>
                      <a:pt x="8" y="3"/>
                    </a:cubicBezTo>
                    <a:cubicBezTo>
                      <a:pt x="6" y="3"/>
                      <a:pt x="3" y="3"/>
                      <a:pt x="0" y="3"/>
                    </a:cubicBezTo>
                    <a:cubicBezTo>
                      <a:pt x="4" y="0"/>
                      <a:pt x="7" y="1"/>
                      <a:pt x="10" y="3"/>
                    </a:cubicBezTo>
                    <a:close/>
                  </a:path>
                </a:pathLst>
              </a:custGeom>
              <a:solidFill>
                <a:srgbClr val="F6FE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5" name="Freeform 493"/>
              <p:cNvSpPr/>
              <p:nvPr/>
            </p:nvSpPr>
            <p:spPr bwMode="auto">
              <a:xfrm>
                <a:off x="3010" y="1450"/>
                <a:ext cx="191" cy="121"/>
              </a:xfrm>
              <a:custGeom>
                <a:avLst/>
                <a:gdLst>
                  <a:gd name="T0" fmla="*/ 15 w 80"/>
                  <a:gd name="T1" fmla="*/ 21 h 51"/>
                  <a:gd name="T2" fmla="*/ 15 w 80"/>
                  <a:gd name="T3" fmla="*/ 9 h 51"/>
                  <a:gd name="T4" fmla="*/ 23 w 80"/>
                  <a:gd name="T5" fmla="*/ 5 h 51"/>
                  <a:gd name="T6" fmla="*/ 29 w 80"/>
                  <a:gd name="T7" fmla="*/ 10 h 51"/>
                  <a:gd name="T8" fmla="*/ 41 w 80"/>
                  <a:gd name="T9" fmla="*/ 10 h 51"/>
                  <a:gd name="T10" fmla="*/ 71 w 80"/>
                  <a:gd name="T11" fmla="*/ 6 h 51"/>
                  <a:gd name="T12" fmla="*/ 73 w 80"/>
                  <a:gd name="T13" fmla="*/ 8 h 51"/>
                  <a:gd name="T14" fmla="*/ 77 w 80"/>
                  <a:gd name="T15" fmla="*/ 34 h 51"/>
                  <a:gd name="T16" fmla="*/ 75 w 80"/>
                  <a:gd name="T17" fmla="*/ 36 h 51"/>
                  <a:gd name="T18" fmla="*/ 66 w 80"/>
                  <a:gd name="T19" fmla="*/ 34 h 51"/>
                  <a:gd name="T20" fmla="*/ 65 w 80"/>
                  <a:gd name="T21" fmla="*/ 44 h 51"/>
                  <a:gd name="T22" fmla="*/ 64 w 80"/>
                  <a:gd name="T23" fmla="*/ 48 h 51"/>
                  <a:gd name="T24" fmla="*/ 57 w 80"/>
                  <a:gd name="T25" fmla="*/ 47 h 51"/>
                  <a:gd name="T26" fmla="*/ 48 w 80"/>
                  <a:gd name="T27" fmla="*/ 44 h 51"/>
                  <a:gd name="T28" fmla="*/ 41 w 80"/>
                  <a:gd name="T29" fmla="*/ 45 h 51"/>
                  <a:gd name="T30" fmla="*/ 17 w 80"/>
                  <a:gd name="T31" fmla="*/ 47 h 51"/>
                  <a:gd name="T32" fmla="*/ 4 w 80"/>
                  <a:gd name="T33" fmla="*/ 49 h 51"/>
                  <a:gd name="T34" fmla="*/ 1 w 80"/>
                  <a:gd name="T35" fmla="*/ 49 h 51"/>
                  <a:gd name="T36" fmla="*/ 0 w 80"/>
                  <a:gd name="T37" fmla="*/ 36 h 51"/>
                  <a:gd name="T38" fmla="*/ 0 w 80"/>
                  <a:gd name="T39" fmla="*/ 34 h 51"/>
                  <a:gd name="T40" fmla="*/ 8 w 80"/>
                  <a:gd name="T41" fmla="*/ 34 h 51"/>
                  <a:gd name="T42" fmla="*/ 15 w 80"/>
                  <a:gd name="T43" fmla="*/ 31 h 51"/>
                  <a:gd name="T44" fmla="*/ 15 w 80"/>
                  <a:gd name="T45" fmla="*/ 2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0" h="51">
                    <a:moveTo>
                      <a:pt x="15" y="21"/>
                    </a:moveTo>
                    <a:cubicBezTo>
                      <a:pt x="20" y="14"/>
                      <a:pt x="20" y="14"/>
                      <a:pt x="15" y="9"/>
                    </a:cubicBezTo>
                    <a:cubicBezTo>
                      <a:pt x="16" y="6"/>
                      <a:pt x="19" y="4"/>
                      <a:pt x="23" y="5"/>
                    </a:cubicBezTo>
                    <a:cubicBezTo>
                      <a:pt x="25" y="6"/>
                      <a:pt x="27" y="8"/>
                      <a:pt x="29" y="10"/>
                    </a:cubicBezTo>
                    <a:cubicBezTo>
                      <a:pt x="33" y="15"/>
                      <a:pt x="37" y="13"/>
                      <a:pt x="41" y="10"/>
                    </a:cubicBezTo>
                    <a:cubicBezTo>
                      <a:pt x="50" y="5"/>
                      <a:pt x="60" y="0"/>
                      <a:pt x="71" y="6"/>
                    </a:cubicBezTo>
                    <a:cubicBezTo>
                      <a:pt x="72" y="7"/>
                      <a:pt x="72" y="8"/>
                      <a:pt x="73" y="8"/>
                    </a:cubicBezTo>
                    <a:cubicBezTo>
                      <a:pt x="77" y="17"/>
                      <a:pt x="80" y="25"/>
                      <a:pt x="77" y="34"/>
                    </a:cubicBezTo>
                    <a:cubicBezTo>
                      <a:pt x="76" y="35"/>
                      <a:pt x="75" y="36"/>
                      <a:pt x="75" y="36"/>
                    </a:cubicBezTo>
                    <a:cubicBezTo>
                      <a:pt x="71" y="38"/>
                      <a:pt x="69" y="34"/>
                      <a:pt x="66" y="34"/>
                    </a:cubicBezTo>
                    <a:cubicBezTo>
                      <a:pt x="63" y="37"/>
                      <a:pt x="68" y="41"/>
                      <a:pt x="65" y="44"/>
                    </a:cubicBezTo>
                    <a:cubicBezTo>
                      <a:pt x="65" y="46"/>
                      <a:pt x="66" y="48"/>
                      <a:pt x="64" y="48"/>
                    </a:cubicBezTo>
                    <a:cubicBezTo>
                      <a:pt x="62" y="49"/>
                      <a:pt x="57" y="48"/>
                      <a:pt x="57" y="47"/>
                    </a:cubicBezTo>
                    <a:cubicBezTo>
                      <a:pt x="56" y="40"/>
                      <a:pt x="51" y="45"/>
                      <a:pt x="48" y="44"/>
                    </a:cubicBezTo>
                    <a:cubicBezTo>
                      <a:pt x="46" y="46"/>
                      <a:pt x="43" y="46"/>
                      <a:pt x="41" y="45"/>
                    </a:cubicBezTo>
                    <a:cubicBezTo>
                      <a:pt x="33" y="44"/>
                      <a:pt x="25" y="45"/>
                      <a:pt x="17" y="47"/>
                    </a:cubicBezTo>
                    <a:cubicBezTo>
                      <a:pt x="13" y="46"/>
                      <a:pt x="8" y="44"/>
                      <a:pt x="4" y="49"/>
                    </a:cubicBezTo>
                    <a:cubicBezTo>
                      <a:pt x="3" y="50"/>
                      <a:pt x="2" y="51"/>
                      <a:pt x="1" y="49"/>
                    </a:cubicBezTo>
                    <a:cubicBezTo>
                      <a:pt x="0" y="45"/>
                      <a:pt x="2" y="40"/>
                      <a:pt x="0" y="36"/>
                    </a:cubicBezTo>
                    <a:cubicBezTo>
                      <a:pt x="0" y="36"/>
                      <a:pt x="0" y="35"/>
                      <a:pt x="0" y="34"/>
                    </a:cubicBezTo>
                    <a:cubicBezTo>
                      <a:pt x="3" y="34"/>
                      <a:pt x="5" y="34"/>
                      <a:pt x="8" y="34"/>
                    </a:cubicBezTo>
                    <a:cubicBezTo>
                      <a:pt x="11" y="35"/>
                      <a:pt x="14" y="34"/>
                      <a:pt x="15" y="31"/>
                    </a:cubicBezTo>
                    <a:cubicBezTo>
                      <a:pt x="14" y="27"/>
                      <a:pt x="14" y="24"/>
                      <a:pt x="15" y="21"/>
                    </a:cubicBezTo>
                    <a:close/>
                  </a:path>
                </a:pathLst>
              </a:custGeom>
              <a:solidFill>
                <a:srgbClr val="BFD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6" name="Freeform 494"/>
              <p:cNvSpPr/>
              <p:nvPr/>
            </p:nvSpPr>
            <p:spPr bwMode="auto">
              <a:xfrm>
                <a:off x="3063" y="1416"/>
                <a:ext cx="201" cy="143"/>
              </a:xfrm>
              <a:custGeom>
                <a:avLst/>
                <a:gdLst>
                  <a:gd name="T0" fmla="*/ 5 w 84"/>
                  <a:gd name="T1" fmla="*/ 25 h 60"/>
                  <a:gd name="T2" fmla="*/ 1 w 84"/>
                  <a:gd name="T3" fmla="*/ 20 h 60"/>
                  <a:gd name="T4" fmla="*/ 2 w 84"/>
                  <a:gd name="T5" fmla="*/ 15 h 60"/>
                  <a:gd name="T6" fmla="*/ 4 w 84"/>
                  <a:gd name="T7" fmla="*/ 14 h 60"/>
                  <a:gd name="T8" fmla="*/ 5 w 84"/>
                  <a:gd name="T9" fmla="*/ 14 h 60"/>
                  <a:gd name="T10" fmla="*/ 26 w 84"/>
                  <a:gd name="T11" fmla="*/ 0 h 60"/>
                  <a:gd name="T12" fmla="*/ 28 w 84"/>
                  <a:gd name="T13" fmla="*/ 1 h 60"/>
                  <a:gd name="T14" fmla="*/ 26 w 84"/>
                  <a:gd name="T15" fmla="*/ 3 h 60"/>
                  <a:gd name="T16" fmla="*/ 23 w 84"/>
                  <a:gd name="T17" fmla="*/ 12 h 60"/>
                  <a:gd name="T18" fmla="*/ 34 w 84"/>
                  <a:gd name="T19" fmla="*/ 12 h 60"/>
                  <a:gd name="T20" fmla="*/ 43 w 84"/>
                  <a:gd name="T21" fmla="*/ 7 h 60"/>
                  <a:gd name="T22" fmla="*/ 58 w 84"/>
                  <a:gd name="T23" fmla="*/ 13 h 60"/>
                  <a:gd name="T24" fmla="*/ 60 w 84"/>
                  <a:gd name="T25" fmla="*/ 36 h 60"/>
                  <a:gd name="T26" fmla="*/ 66 w 84"/>
                  <a:gd name="T27" fmla="*/ 45 h 60"/>
                  <a:gd name="T28" fmla="*/ 76 w 84"/>
                  <a:gd name="T29" fmla="*/ 37 h 60"/>
                  <a:gd name="T30" fmla="*/ 76 w 84"/>
                  <a:gd name="T31" fmla="*/ 33 h 60"/>
                  <a:gd name="T32" fmla="*/ 80 w 84"/>
                  <a:gd name="T33" fmla="*/ 54 h 60"/>
                  <a:gd name="T34" fmla="*/ 75 w 84"/>
                  <a:gd name="T35" fmla="*/ 56 h 60"/>
                  <a:gd name="T36" fmla="*/ 57 w 84"/>
                  <a:gd name="T37" fmla="*/ 46 h 60"/>
                  <a:gd name="T38" fmla="*/ 49 w 84"/>
                  <a:gd name="T39" fmla="*/ 22 h 60"/>
                  <a:gd name="T40" fmla="*/ 49 w 84"/>
                  <a:gd name="T41" fmla="*/ 22 h 60"/>
                  <a:gd name="T42" fmla="*/ 22 w 84"/>
                  <a:gd name="T43" fmla="*/ 23 h 60"/>
                  <a:gd name="T44" fmla="*/ 5 w 84"/>
                  <a:gd name="T45" fmla="*/ 2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4" h="60">
                    <a:moveTo>
                      <a:pt x="5" y="25"/>
                    </a:moveTo>
                    <a:cubicBezTo>
                      <a:pt x="2" y="24"/>
                      <a:pt x="2" y="22"/>
                      <a:pt x="1" y="20"/>
                    </a:cubicBezTo>
                    <a:cubicBezTo>
                      <a:pt x="0" y="18"/>
                      <a:pt x="1" y="17"/>
                      <a:pt x="2" y="15"/>
                    </a:cubicBezTo>
                    <a:cubicBezTo>
                      <a:pt x="2" y="15"/>
                      <a:pt x="3" y="14"/>
                      <a:pt x="4" y="14"/>
                    </a:cubicBezTo>
                    <a:cubicBezTo>
                      <a:pt x="4" y="14"/>
                      <a:pt x="4" y="14"/>
                      <a:pt x="5" y="14"/>
                    </a:cubicBezTo>
                    <a:cubicBezTo>
                      <a:pt x="11" y="8"/>
                      <a:pt x="19" y="5"/>
                      <a:pt x="26" y="0"/>
                    </a:cubicBezTo>
                    <a:cubicBezTo>
                      <a:pt x="26" y="1"/>
                      <a:pt x="27" y="1"/>
                      <a:pt x="28" y="1"/>
                    </a:cubicBezTo>
                    <a:cubicBezTo>
                      <a:pt x="27" y="1"/>
                      <a:pt x="27" y="2"/>
                      <a:pt x="26" y="3"/>
                    </a:cubicBezTo>
                    <a:cubicBezTo>
                      <a:pt x="24" y="6"/>
                      <a:pt x="21" y="9"/>
                      <a:pt x="23" y="12"/>
                    </a:cubicBezTo>
                    <a:cubicBezTo>
                      <a:pt x="26" y="16"/>
                      <a:pt x="31" y="14"/>
                      <a:pt x="34" y="12"/>
                    </a:cubicBezTo>
                    <a:cubicBezTo>
                      <a:pt x="38" y="11"/>
                      <a:pt x="41" y="9"/>
                      <a:pt x="43" y="7"/>
                    </a:cubicBezTo>
                    <a:cubicBezTo>
                      <a:pt x="52" y="0"/>
                      <a:pt x="57" y="2"/>
                      <a:pt x="58" y="13"/>
                    </a:cubicBezTo>
                    <a:cubicBezTo>
                      <a:pt x="58" y="21"/>
                      <a:pt x="60" y="28"/>
                      <a:pt x="60" y="36"/>
                    </a:cubicBezTo>
                    <a:cubicBezTo>
                      <a:pt x="61" y="40"/>
                      <a:pt x="61" y="44"/>
                      <a:pt x="66" y="45"/>
                    </a:cubicBezTo>
                    <a:cubicBezTo>
                      <a:pt x="73" y="46"/>
                      <a:pt x="75" y="44"/>
                      <a:pt x="76" y="37"/>
                    </a:cubicBezTo>
                    <a:cubicBezTo>
                      <a:pt x="76" y="36"/>
                      <a:pt x="76" y="34"/>
                      <a:pt x="76" y="33"/>
                    </a:cubicBezTo>
                    <a:cubicBezTo>
                      <a:pt x="83" y="36"/>
                      <a:pt x="84" y="44"/>
                      <a:pt x="80" y="54"/>
                    </a:cubicBezTo>
                    <a:cubicBezTo>
                      <a:pt x="78" y="55"/>
                      <a:pt x="77" y="55"/>
                      <a:pt x="75" y="56"/>
                    </a:cubicBezTo>
                    <a:cubicBezTo>
                      <a:pt x="64" y="60"/>
                      <a:pt x="60" y="57"/>
                      <a:pt x="57" y="46"/>
                    </a:cubicBezTo>
                    <a:cubicBezTo>
                      <a:pt x="55" y="37"/>
                      <a:pt x="55" y="29"/>
                      <a:pt x="49" y="22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1" y="16"/>
                      <a:pt x="32" y="16"/>
                      <a:pt x="22" y="23"/>
                    </a:cubicBezTo>
                    <a:cubicBezTo>
                      <a:pt x="16" y="27"/>
                      <a:pt x="11" y="29"/>
                      <a:pt x="5" y="25"/>
                    </a:cubicBezTo>
                    <a:close/>
                  </a:path>
                </a:pathLst>
              </a:custGeom>
              <a:solidFill>
                <a:srgbClr val="DAFF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7" name="Freeform 495"/>
              <p:cNvSpPr/>
              <p:nvPr/>
            </p:nvSpPr>
            <p:spPr bwMode="auto">
              <a:xfrm>
                <a:off x="3060" y="1571"/>
                <a:ext cx="137" cy="48"/>
              </a:xfrm>
              <a:custGeom>
                <a:avLst/>
                <a:gdLst>
                  <a:gd name="T0" fmla="*/ 11 w 57"/>
                  <a:gd name="T1" fmla="*/ 18 h 20"/>
                  <a:gd name="T2" fmla="*/ 10 w 57"/>
                  <a:gd name="T3" fmla="*/ 18 h 20"/>
                  <a:gd name="T4" fmla="*/ 10 w 57"/>
                  <a:gd name="T5" fmla="*/ 18 h 20"/>
                  <a:gd name="T6" fmla="*/ 6 w 57"/>
                  <a:gd name="T7" fmla="*/ 6 h 20"/>
                  <a:gd name="T8" fmla="*/ 14 w 57"/>
                  <a:gd name="T9" fmla="*/ 1 h 20"/>
                  <a:gd name="T10" fmla="*/ 23 w 57"/>
                  <a:gd name="T11" fmla="*/ 3 h 20"/>
                  <a:gd name="T12" fmla="*/ 29 w 57"/>
                  <a:gd name="T13" fmla="*/ 5 h 20"/>
                  <a:gd name="T14" fmla="*/ 34 w 57"/>
                  <a:gd name="T15" fmla="*/ 6 h 20"/>
                  <a:gd name="T16" fmla="*/ 52 w 57"/>
                  <a:gd name="T17" fmla="*/ 1 h 20"/>
                  <a:gd name="T18" fmla="*/ 57 w 57"/>
                  <a:gd name="T19" fmla="*/ 4 h 20"/>
                  <a:gd name="T20" fmla="*/ 46 w 57"/>
                  <a:gd name="T21" fmla="*/ 16 h 20"/>
                  <a:gd name="T22" fmla="*/ 27 w 57"/>
                  <a:gd name="T23" fmla="*/ 18 h 20"/>
                  <a:gd name="T24" fmla="*/ 11 w 57"/>
                  <a:gd name="T25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7" h="20">
                    <a:moveTo>
                      <a:pt x="11" y="18"/>
                    </a:move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" y="15"/>
                      <a:pt x="0" y="12"/>
                      <a:pt x="6" y="6"/>
                    </a:cubicBezTo>
                    <a:cubicBezTo>
                      <a:pt x="9" y="4"/>
                      <a:pt x="11" y="2"/>
                      <a:pt x="14" y="1"/>
                    </a:cubicBezTo>
                    <a:cubicBezTo>
                      <a:pt x="17" y="0"/>
                      <a:pt x="20" y="0"/>
                      <a:pt x="23" y="3"/>
                    </a:cubicBezTo>
                    <a:cubicBezTo>
                      <a:pt x="25" y="3"/>
                      <a:pt x="27" y="4"/>
                      <a:pt x="29" y="5"/>
                    </a:cubicBezTo>
                    <a:cubicBezTo>
                      <a:pt x="30" y="7"/>
                      <a:pt x="32" y="9"/>
                      <a:pt x="34" y="6"/>
                    </a:cubicBezTo>
                    <a:cubicBezTo>
                      <a:pt x="39" y="1"/>
                      <a:pt x="46" y="3"/>
                      <a:pt x="52" y="1"/>
                    </a:cubicBezTo>
                    <a:cubicBezTo>
                      <a:pt x="53" y="1"/>
                      <a:pt x="55" y="3"/>
                      <a:pt x="57" y="4"/>
                    </a:cubicBezTo>
                    <a:cubicBezTo>
                      <a:pt x="54" y="9"/>
                      <a:pt x="46" y="9"/>
                      <a:pt x="46" y="16"/>
                    </a:cubicBezTo>
                    <a:cubicBezTo>
                      <a:pt x="40" y="20"/>
                      <a:pt x="33" y="20"/>
                      <a:pt x="27" y="18"/>
                    </a:cubicBezTo>
                    <a:cubicBezTo>
                      <a:pt x="22" y="14"/>
                      <a:pt x="17" y="17"/>
                      <a:pt x="11" y="18"/>
                    </a:cubicBezTo>
                    <a:close/>
                  </a:path>
                </a:pathLst>
              </a:custGeom>
              <a:solidFill>
                <a:srgbClr val="BFD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8" name="Freeform 496"/>
              <p:cNvSpPr/>
              <p:nvPr/>
            </p:nvSpPr>
            <p:spPr bwMode="auto">
              <a:xfrm>
                <a:off x="3017" y="1547"/>
                <a:ext cx="108" cy="74"/>
              </a:xfrm>
              <a:custGeom>
                <a:avLst/>
                <a:gdLst>
                  <a:gd name="T0" fmla="*/ 41 w 45"/>
                  <a:gd name="T1" fmla="*/ 13 h 31"/>
                  <a:gd name="T2" fmla="*/ 31 w 45"/>
                  <a:gd name="T3" fmla="*/ 13 h 31"/>
                  <a:gd name="T4" fmla="*/ 20 w 45"/>
                  <a:gd name="T5" fmla="*/ 26 h 31"/>
                  <a:gd name="T6" fmla="*/ 16 w 45"/>
                  <a:gd name="T7" fmla="*/ 31 h 31"/>
                  <a:gd name="T8" fmla="*/ 1 w 45"/>
                  <a:gd name="T9" fmla="*/ 27 h 31"/>
                  <a:gd name="T10" fmla="*/ 0 w 45"/>
                  <a:gd name="T11" fmla="*/ 25 h 31"/>
                  <a:gd name="T12" fmla="*/ 10 w 45"/>
                  <a:gd name="T13" fmla="*/ 20 h 31"/>
                  <a:gd name="T14" fmla="*/ 4 w 45"/>
                  <a:gd name="T15" fmla="*/ 15 h 31"/>
                  <a:gd name="T16" fmla="*/ 12 w 45"/>
                  <a:gd name="T17" fmla="*/ 5 h 31"/>
                  <a:gd name="T18" fmla="*/ 45 w 45"/>
                  <a:gd name="T19" fmla="*/ 3 h 31"/>
                  <a:gd name="T20" fmla="*/ 45 w 45"/>
                  <a:gd name="T21" fmla="*/ 9 h 31"/>
                  <a:gd name="T22" fmla="*/ 45 w 45"/>
                  <a:gd name="T23" fmla="*/ 9 h 31"/>
                  <a:gd name="T24" fmla="*/ 41 w 45"/>
                  <a:gd name="T25" fmla="*/ 1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31">
                    <a:moveTo>
                      <a:pt x="41" y="13"/>
                    </a:moveTo>
                    <a:cubicBezTo>
                      <a:pt x="38" y="13"/>
                      <a:pt x="35" y="13"/>
                      <a:pt x="31" y="13"/>
                    </a:cubicBezTo>
                    <a:cubicBezTo>
                      <a:pt x="25" y="15"/>
                      <a:pt x="20" y="19"/>
                      <a:pt x="20" y="26"/>
                    </a:cubicBezTo>
                    <a:cubicBezTo>
                      <a:pt x="20" y="28"/>
                      <a:pt x="19" y="30"/>
                      <a:pt x="16" y="31"/>
                    </a:cubicBezTo>
                    <a:cubicBezTo>
                      <a:pt x="11" y="29"/>
                      <a:pt x="6" y="29"/>
                      <a:pt x="1" y="27"/>
                    </a:cubicBezTo>
                    <a:cubicBezTo>
                      <a:pt x="0" y="26"/>
                      <a:pt x="0" y="26"/>
                      <a:pt x="0" y="25"/>
                    </a:cubicBezTo>
                    <a:cubicBezTo>
                      <a:pt x="2" y="21"/>
                      <a:pt x="6" y="22"/>
                      <a:pt x="10" y="20"/>
                    </a:cubicBezTo>
                    <a:cubicBezTo>
                      <a:pt x="8" y="19"/>
                      <a:pt x="6" y="17"/>
                      <a:pt x="4" y="15"/>
                    </a:cubicBezTo>
                    <a:cubicBezTo>
                      <a:pt x="4" y="9"/>
                      <a:pt x="8" y="7"/>
                      <a:pt x="12" y="5"/>
                    </a:cubicBezTo>
                    <a:cubicBezTo>
                      <a:pt x="23" y="0"/>
                      <a:pt x="34" y="0"/>
                      <a:pt x="45" y="3"/>
                    </a:cubicBezTo>
                    <a:cubicBezTo>
                      <a:pt x="45" y="5"/>
                      <a:pt x="45" y="7"/>
                      <a:pt x="45" y="9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3" y="10"/>
                      <a:pt x="42" y="11"/>
                      <a:pt x="41" y="13"/>
                    </a:cubicBezTo>
                    <a:close/>
                  </a:path>
                </a:pathLst>
              </a:custGeom>
              <a:solidFill>
                <a:srgbClr val="A4C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09" name="Freeform 497"/>
              <p:cNvSpPr/>
              <p:nvPr/>
            </p:nvSpPr>
            <p:spPr bwMode="auto">
              <a:xfrm>
                <a:off x="3256" y="1443"/>
                <a:ext cx="48" cy="50"/>
              </a:xfrm>
              <a:custGeom>
                <a:avLst/>
                <a:gdLst>
                  <a:gd name="T0" fmla="*/ 9 w 20"/>
                  <a:gd name="T1" fmla="*/ 21 h 21"/>
                  <a:gd name="T2" fmla="*/ 5 w 20"/>
                  <a:gd name="T3" fmla="*/ 4 h 21"/>
                  <a:gd name="T4" fmla="*/ 9 w 20"/>
                  <a:gd name="T5" fmla="*/ 1 h 21"/>
                  <a:gd name="T6" fmla="*/ 18 w 20"/>
                  <a:gd name="T7" fmla="*/ 3 h 21"/>
                  <a:gd name="T8" fmla="*/ 16 w 20"/>
                  <a:gd name="T9" fmla="*/ 15 h 21"/>
                  <a:gd name="T10" fmla="*/ 9 w 20"/>
                  <a:gd name="T1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21">
                    <a:moveTo>
                      <a:pt x="9" y="21"/>
                    </a:moveTo>
                    <a:cubicBezTo>
                      <a:pt x="0" y="14"/>
                      <a:pt x="0" y="10"/>
                      <a:pt x="5" y="4"/>
                    </a:cubicBezTo>
                    <a:cubicBezTo>
                      <a:pt x="6" y="2"/>
                      <a:pt x="7" y="1"/>
                      <a:pt x="9" y="1"/>
                    </a:cubicBezTo>
                    <a:cubicBezTo>
                      <a:pt x="12" y="1"/>
                      <a:pt x="17" y="0"/>
                      <a:pt x="18" y="3"/>
                    </a:cubicBezTo>
                    <a:cubicBezTo>
                      <a:pt x="20" y="7"/>
                      <a:pt x="18" y="12"/>
                      <a:pt x="16" y="15"/>
                    </a:cubicBezTo>
                    <a:cubicBezTo>
                      <a:pt x="14" y="17"/>
                      <a:pt x="12" y="19"/>
                      <a:pt x="9" y="21"/>
                    </a:cubicBezTo>
                    <a:close/>
                  </a:path>
                </a:pathLst>
              </a:custGeom>
              <a:solidFill>
                <a:srgbClr val="A3C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0" name="Freeform 498"/>
              <p:cNvSpPr/>
              <p:nvPr/>
            </p:nvSpPr>
            <p:spPr bwMode="auto">
              <a:xfrm>
                <a:off x="3180" y="1469"/>
                <a:ext cx="62" cy="97"/>
              </a:xfrm>
              <a:custGeom>
                <a:avLst/>
                <a:gdLst>
                  <a:gd name="T0" fmla="*/ 0 w 26"/>
                  <a:gd name="T1" fmla="*/ 0 h 41"/>
                  <a:gd name="T2" fmla="*/ 9 w 26"/>
                  <a:gd name="T3" fmla="*/ 16 h 41"/>
                  <a:gd name="T4" fmla="*/ 10 w 26"/>
                  <a:gd name="T5" fmla="*/ 21 h 41"/>
                  <a:gd name="T6" fmla="*/ 26 w 26"/>
                  <a:gd name="T7" fmla="*/ 34 h 41"/>
                  <a:gd name="T8" fmla="*/ 21 w 26"/>
                  <a:gd name="T9" fmla="*/ 38 h 41"/>
                  <a:gd name="T10" fmla="*/ 11 w 26"/>
                  <a:gd name="T11" fmla="*/ 36 h 41"/>
                  <a:gd name="T12" fmla="*/ 6 w 26"/>
                  <a:gd name="T13" fmla="*/ 26 h 41"/>
                  <a:gd name="T14" fmla="*/ 0 w 26"/>
                  <a:gd name="T1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41">
                    <a:moveTo>
                      <a:pt x="0" y="0"/>
                    </a:moveTo>
                    <a:cubicBezTo>
                      <a:pt x="6" y="4"/>
                      <a:pt x="8" y="10"/>
                      <a:pt x="9" y="16"/>
                    </a:cubicBezTo>
                    <a:cubicBezTo>
                      <a:pt x="10" y="18"/>
                      <a:pt x="10" y="20"/>
                      <a:pt x="10" y="21"/>
                    </a:cubicBezTo>
                    <a:cubicBezTo>
                      <a:pt x="13" y="35"/>
                      <a:pt x="14" y="34"/>
                      <a:pt x="26" y="34"/>
                    </a:cubicBezTo>
                    <a:cubicBezTo>
                      <a:pt x="25" y="36"/>
                      <a:pt x="23" y="37"/>
                      <a:pt x="21" y="38"/>
                    </a:cubicBezTo>
                    <a:cubicBezTo>
                      <a:pt x="17" y="41"/>
                      <a:pt x="14" y="40"/>
                      <a:pt x="11" y="36"/>
                    </a:cubicBezTo>
                    <a:cubicBezTo>
                      <a:pt x="9" y="33"/>
                      <a:pt x="7" y="30"/>
                      <a:pt x="6" y="26"/>
                    </a:cubicBezTo>
                    <a:cubicBezTo>
                      <a:pt x="5" y="17"/>
                      <a:pt x="3" y="8"/>
                      <a:pt x="0" y="0"/>
                    </a:cubicBezTo>
                    <a:close/>
                  </a:path>
                </a:pathLst>
              </a:custGeom>
              <a:solidFill>
                <a:srgbClr val="F8FC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1" name="Freeform 499"/>
              <p:cNvSpPr/>
              <p:nvPr/>
            </p:nvSpPr>
            <p:spPr bwMode="auto">
              <a:xfrm>
                <a:off x="3156" y="1516"/>
                <a:ext cx="43" cy="53"/>
              </a:xfrm>
              <a:custGeom>
                <a:avLst/>
                <a:gdLst>
                  <a:gd name="T0" fmla="*/ 4 w 18"/>
                  <a:gd name="T1" fmla="*/ 16 h 22"/>
                  <a:gd name="T2" fmla="*/ 1 w 18"/>
                  <a:gd name="T3" fmla="*/ 7 h 22"/>
                  <a:gd name="T4" fmla="*/ 1 w 18"/>
                  <a:gd name="T5" fmla="*/ 2 h 22"/>
                  <a:gd name="T6" fmla="*/ 7 w 18"/>
                  <a:gd name="T7" fmla="*/ 3 h 22"/>
                  <a:gd name="T8" fmla="*/ 14 w 18"/>
                  <a:gd name="T9" fmla="*/ 8 h 22"/>
                  <a:gd name="T10" fmla="*/ 14 w 18"/>
                  <a:gd name="T11" fmla="*/ 9 h 22"/>
                  <a:gd name="T12" fmla="*/ 14 w 18"/>
                  <a:gd name="T13" fmla="*/ 19 h 22"/>
                  <a:gd name="T14" fmla="*/ 4 w 18"/>
                  <a:gd name="T15" fmla="*/ 1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22">
                    <a:moveTo>
                      <a:pt x="4" y="16"/>
                    </a:moveTo>
                    <a:cubicBezTo>
                      <a:pt x="3" y="13"/>
                      <a:pt x="2" y="10"/>
                      <a:pt x="1" y="7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3" y="0"/>
                      <a:pt x="5" y="2"/>
                      <a:pt x="7" y="3"/>
                    </a:cubicBezTo>
                    <a:cubicBezTo>
                      <a:pt x="9" y="5"/>
                      <a:pt x="11" y="7"/>
                      <a:pt x="14" y="8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3"/>
                      <a:pt x="18" y="16"/>
                      <a:pt x="14" y="19"/>
                    </a:cubicBezTo>
                    <a:cubicBezTo>
                      <a:pt x="10" y="22"/>
                      <a:pt x="7" y="18"/>
                      <a:pt x="4" y="16"/>
                    </a:cubicBezTo>
                    <a:close/>
                  </a:path>
                </a:pathLst>
              </a:custGeom>
              <a:solidFill>
                <a:srgbClr val="A8C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2" name="Freeform 500"/>
              <p:cNvSpPr/>
              <p:nvPr/>
            </p:nvSpPr>
            <p:spPr bwMode="auto">
              <a:xfrm>
                <a:off x="3237" y="1464"/>
                <a:ext cx="29" cy="81"/>
              </a:xfrm>
              <a:custGeom>
                <a:avLst/>
                <a:gdLst>
                  <a:gd name="T0" fmla="*/ 7 w 12"/>
                  <a:gd name="T1" fmla="*/ 34 h 34"/>
                  <a:gd name="T2" fmla="*/ 6 w 12"/>
                  <a:gd name="T3" fmla="*/ 18 h 34"/>
                  <a:gd name="T4" fmla="*/ 3 w 12"/>
                  <a:gd name="T5" fmla="*/ 13 h 34"/>
                  <a:gd name="T6" fmla="*/ 1 w 12"/>
                  <a:gd name="T7" fmla="*/ 0 h 34"/>
                  <a:gd name="T8" fmla="*/ 3 w 12"/>
                  <a:gd name="T9" fmla="*/ 0 h 34"/>
                  <a:gd name="T10" fmla="*/ 9 w 12"/>
                  <a:gd name="T11" fmla="*/ 32 h 34"/>
                  <a:gd name="T12" fmla="*/ 7 w 12"/>
                  <a:gd name="T13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4">
                    <a:moveTo>
                      <a:pt x="7" y="34"/>
                    </a:moveTo>
                    <a:cubicBezTo>
                      <a:pt x="8" y="29"/>
                      <a:pt x="7" y="23"/>
                      <a:pt x="6" y="18"/>
                    </a:cubicBezTo>
                    <a:cubicBezTo>
                      <a:pt x="6" y="16"/>
                      <a:pt x="5" y="14"/>
                      <a:pt x="3" y="13"/>
                    </a:cubicBezTo>
                    <a:cubicBezTo>
                      <a:pt x="1" y="9"/>
                      <a:pt x="0" y="4"/>
                      <a:pt x="1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0" y="9"/>
                      <a:pt x="12" y="20"/>
                      <a:pt x="9" y="32"/>
                    </a:cubicBezTo>
                    <a:cubicBezTo>
                      <a:pt x="9" y="33"/>
                      <a:pt x="8" y="33"/>
                      <a:pt x="7" y="34"/>
                    </a:cubicBezTo>
                    <a:close/>
                  </a:path>
                </a:pathLst>
              </a:custGeom>
              <a:solidFill>
                <a:srgbClr val="EDF8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3" name="Freeform 501"/>
              <p:cNvSpPr/>
              <p:nvPr/>
            </p:nvSpPr>
            <p:spPr bwMode="auto">
              <a:xfrm>
                <a:off x="3125" y="1569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BFD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4" name="Freeform 502"/>
              <p:cNvSpPr/>
              <p:nvPr/>
            </p:nvSpPr>
            <p:spPr bwMode="auto">
              <a:xfrm>
                <a:off x="3130" y="1581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0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FD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5" name="Freeform 503"/>
              <p:cNvSpPr/>
              <p:nvPr/>
            </p:nvSpPr>
            <p:spPr bwMode="auto">
              <a:xfrm>
                <a:off x="2881" y="1931"/>
                <a:ext cx="24" cy="12"/>
              </a:xfrm>
              <a:custGeom>
                <a:avLst/>
                <a:gdLst>
                  <a:gd name="T0" fmla="*/ 0 w 10"/>
                  <a:gd name="T1" fmla="*/ 1 h 5"/>
                  <a:gd name="T2" fmla="*/ 10 w 10"/>
                  <a:gd name="T3" fmla="*/ 3 h 5"/>
                  <a:gd name="T4" fmla="*/ 0 w 10"/>
                  <a:gd name="T5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1"/>
                    </a:moveTo>
                    <a:cubicBezTo>
                      <a:pt x="3" y="2"/>
                      <a:pt x="7" y="0"/>
                      <a:pt x="10" y="3"/>
                    </a:cubicBezTo>
                    <a:cubicBezTo>
                      <a:pt x="6" y="3"/>
                      <a:pt x="3" y="5"/>
                      <a:pt x="0" y="1"/>
                    </a:cubicBezTo>
                    <a:close/>
                  </a:path>
                </a:pathLst>
              </a:custGeom>
              <a:solidFill>
                <a:srgbClr val="FFC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6" name="Freeform 504"/>
              <p:cNvSpPr/>
              <p:nvPr/>
            </p:nvSpPr>
            <p:spPr bwMode="auto">
              <a:xfrm>
                <a:off x="2912" y="1936"/>
                <a:ext cx="19" cy="9"/>
              </a:xfrm>
              <a:custGeom>
                <a:avLst/>
                <a:gdLst>
                  <a:gd name="T0" fmla="*/ 0 w 8"/>
                  <a:gd name="T1" fmla="*/ 1 h 4"/>
                  <a:gd name="T2" fmla="*/ 8 w 8"/>
                  <a:gd name="T3" fmla="*/ 3 h 4"/>
                  <a:gd name="T4" fmla="*/ 0 w 8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0" y="1"/>
                    </a:moveTo>
                    <a:cubicBezTo>
                      <a:pt x="3" y="2"/>
                      <a:pt x="6" y="0"/>
                      <a:pt x="8" y="3"/>
                    </a:cubicBezTo>
                    <a:cubicBezTo>
                      <a:pt x="6" y="3"/>
                      <a:pt x="3" y="4"/>
                      <a:pt x="0" y="1"/>
                    </a:cubicBezTo>
                    <a:close/>
                  </a:path>
                </a:pathLst>
              </a:custGeom>
              <a:solidFill>
                <a:srgbClr val="FFC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7" name="Freeform 505"/>
              <p:cNvSpPr/>
              <p:nvPr/>
            </p:nvSpPr>
            <p:spPr bwMode="auto">
              <a:xfrm>
                <a:off x="2621" y="1490"/>
                <a:ext cx="509" cy="305"/>
              </a:xfrm>
              <a:custGeom>
                <a:avLst/>
                <a:gdLst>
                  <a:gd name="T0" fmla="*/ 203 w 213"/>
                  <a:gd name="T1" fmla="*/ 113 h 128"/>
                  <a:gd name="T2" fmla="*/ 189 w 213"/>
                  <a:gd name="T3" fmla="*/ 118 h 128"/>
                  <a:gd name="T4" fmla="*/ 142 w 213"/>
                  <a:gd name="T5" fmla="*/ 127 h 128"/>
                  <a:gd name="T6" fmla="*/ 103 w 213"/>
                  <a:gd name="T7" fmla="*/ 120 h 128"/>
                  <a:gd name="T8" fmla="*/ 56 w 213"/>
                  <a:gd name="T9" fmla="*/ 99 h 128"/>
                  <a:gd name="T10" fmla="*/ 42 w 213"/>
                  <a:gd name="T11" fmla="*/ 87 h 128"/>
                  <a:gd name="T12" fmla="*/ 18 w 213"/>
                  <a:gd name="T13" fmla="*/ 58 h 128"/>
                  <a:gd name="T14" fmla="*/ 9 w 213"/>
                  <a:gd name="T15" fmla="*/ 41 h 128"/>
                  <a:gd name="T16" fmla="*/ 12 w 213"/>
                  <a:gd name="T17" fmla="*/ 39 h 128"/>
                  <a:gd name="T18" fmla="*/ 9 w 213"/>
                  <a:gd name="T19" fmla="*/ 41 h 128"/>
                  <a:gd name="T20" fmla="*/ 3 w 213"/>
                  <a:gd name="T21" fmla="*/ 25 h 128"/>
                  <a:gd name="T22" fmla="*/ 3 w 213"/>
                  <a:gd name="T23" fmla="*/ 25 h 128"/>
                  <a:gd name="T24" fmla="*/ 0 w 213"/>
                  <a:gd name="T25" fmla="*/ 10 h 128"/>
                  <a:gd name="T26" fmla="*/ 16 w 213"/>
                  <a:gd name="T27" fmla="*/ 24 h 128"/>
                  <a:gd name="T28" fmla="*/ 11 w 213"/>
                  <a:gd name="T29" fmla="*/ 27 h 128"/>
                  <a:gd name="T30" fmla="*/ 15 w 213"/>
                  <a:gd name="T31" fmla="*/ 25 h 128"/>
                  <a:gd name="T32" fmla="*/ 18 w 213"/>
                  <a:gd name="T33" fmla="*/ 24 h 128"/>
                  <a:gd name="T34" fmla="*/ 25 w 213"/>
                  <a:gd name="T35" fmla="*/ 25 h 128"/>
                  <a:gd name="T36" fmla="*/ 31 w 213"/>
                  <a:gd name="T37" fmla="*/ 5 h 128"/>
                  <a:gd name="T38" fmla="*/ 34 w 213"/>
                  <a:gd name="T39" fmla="*/ 0 h 128"/>
                  <a:gd name="T40" fmla="*/ 34 w 213"/>
                  <a:gd name="T41" fmla="*/ 2 h 128"/>
                  <a:gd name="T42" fmla="*/ 44 w 213"/>
                  <a:gd name="T43" fmla="*/ 4 h 128"/>
                  <a:gd name="T44" fmla="*/ 46 w 213"/>
                  <a:gd name="T45" fmla="*/ 4 h 128"/>
                  <a:gd name="T46" fmla="*/ 55 w 213"/>
                  <a:gd name="T47" fmla="*/ 20 h 128"/>
                  <a:gd name="T48" fmla="*/ 41 w 213"/>
                  <a:gd name="T49" fmla="*/ 42 h 128"/>
                  <a:gd name="T50" fmla="*/ 44 w 213"/>
                  <a:gd name="T51" fmla="*/ 63 h 128"/>
                  <a:gd name="T52" fmla="*/ 49 w 213"/>
                  <a:gd name="T53" fmla="*/ 65 h 128"/>
                  <a:gd name="T54" fmla="*/ 65 w 213"/>
                  <a:gd name="T55" fmla="*/ 67 h 128"/>
                  <a:gd name="T56" fmla="*/ 84 w 213"/>
                  <a:gd name="T57" fmla="*/ 67 h 128"/>
                  <a:gd name="T58" fmla="*/ 90 w 213"/>
                  <a:gd name="T59" fmla="*/ 69 h 128"/>
                  <a:gd name="T60" fmla="*/ 100 w 213"/>
                  <a:gd name="T61" fmla="*/ 93 h 128"/>
                  <a:gd name="T62" fmla="*/ 101 w 213"/>
                  <a:gd name="T63" fmla="*/ 98 h 128"/>
                  <a:gd name="T64" fmla="*/ 130 w 213"/>
                  <a:gd name="T65" fmla="*/ 106 h 128"/>
                  <a:gd name="T66" fmla="*/ 137 w 213"/>
                  <a:gd name="T67" fmla="*/ 104 h 128"/>
                  <a:gd name="T68" fmla="*/ 144 w 213"/>
                  <a:gd name="T69" fmla="*/ 110 h 128"/>
                  <a:gd name="T70" fmla="*/ 150 w 213"/>
                  <a:gd name="T71" fmla="*/ 117 h 128"/>
                  <a:gd name="T72" fmla="*/ 156 w 213"/>
                  <a:gd name="T73" fmla="*/ 113 h 128"/>
                  <a:gd name="T74" fmla="*/ 156 w 213"/>
                  <a:gd name="T75" fmla="*/ 96 h 128"/>
                  <a:gd name="T76" fmla="*/ 157 w 213"/>
                  <a:gd name="T77" fmla="*/ 93 h 128"/>
                  <a:gd name="T78" fmla="*/ 160 w 213"/>
                  <a:gd name="T79" fmla="*/ 91 h 128"/>
                  <a:gd name="T80" fmla="*/ 163 w 213"/>
                  <a:gd name="T81" fmla="*/ 89 h 128"/>
                  <a:gd name="T82" fmla="*/ 175 w 213"/>
                  <a:gd name="T83" fmla="*/ 86 h 128"/>
                  <a:gd name="T84" fmla="*/ 180 w 213"/>
                  <a:gd name="T85" fmla="*/ 86 h 128"/>
                  <a:gd name="T86" fmla="*/ 185 w 213"/>
                  <a:gd name="T87" fmla="*/ 95 h 128"/>
                  <a:gd name="T88" fmla="*/ 192 w 213"/>
                  <a:gd name="T89" fmla="*/ 92 h 128"/>
                  <a:gd name="T90" fmla="*/ 193 w 213"/>
                  <a:gd name="T91" fmla="*/ 94 h 128"/>
                  <a:gd name="T92" fmla="*/ 199 w 213"/>
                  <a:gd name="T93" fmla="*/ 102 h 128"/>
                  <a:gd name="T94" fmla="*/ 213 w 213"/>
                  <a:gd name="T95" fmla="*/ 106 h 128"/>
                  <a:gd name="T96" fmla="*/ 213 w 213"/>
                  <a:gd name="T97" fmla="*/ 109 h 128"/>
                  <a:gd name="T98" fmla="*/ 203 w 213"/>
                  <a:gd name="T99" fmla="*/ 11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13" h="128">
                    <a:moveTo>
                      <a:pt x="203" y="113"/>
                    </a:moveTo>
                    <a:cubicBezTo>
                      <a:pt x="198" y="114"/>
                      <a:pt x="193" y="116"/>
                      <a:pt x="189" y="118"/>
                    </a:cubicBezTo>
                    <a:cubicBezTo>
                      <a:pt x="174" y="124"/>
                      <a:pt x="159" y="128"/>
                      <a:pt x="142" y="127"/>
                    </a:cubicBezTo>
                    <a:cubicBezTo>
                      <a:pt x="129" y="125"/>
                      <a:pt x="116" y="123"/>
                      <a:pt x="103" y="120"/>
                    </a:cubicBezTo>
                    <a:cubicBezTo>
                      <a:pt x="86" y="116"/>
                      <a:pt x="70" y="108"/>
                      <a:pt x="56" y="99"/>
                    </a:cubicBezTo>
                    <a:cubicBezTo>
                      <a:pt x="51" y="96"/>
                      <a:pt x="46" y="91"/>
                      <a:pt x="42" y="87"/>
                    </a:cubicBezTo>
                    <a:cubicBezTo>
                      <a:pt x="34" y="77"/>
                      <a:pt x="25" y="69"/>
                      <a:pt x="18" y="58"/>
                    </a:cubicBezTo>
                    <a:cubicBezTo>
                      <a:pt x="15" y="52"/>
                      <a:pt x="11" y="47"/>
                      <a:pt x="9" y="41"/>
                    </a:cubicBezTo>
                    <a:cubicBezTo>
                      <a:pt x="10" y="40"/>
                      <a:pt x="11" y="40"/>
                      <a:pt x="12" y="39"/>
                    </a:cubicBezTo>
                    <a:cubicBezTo>
                      <a:pt x="11" y="39"/>
                      <a:pt x="10" y="40"/>
                      <a:pt x="9" y="41"/>
                    </a:cubicBezTo>
                    <a:cubicBezTo>
                      <a:pt x="5" y="36"/>
                      <a:pt x="3" y="31"/>
                      <a:pt x="3" y="25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1" y="20"/>
                      <a:pt x="0" y="15"/>
                      <a:pt x="0" y="10"/>
                    </a:cubicBezTo>
                    <a:cubicBezTo>
                      <a:pt x="5" y="14"/>
                      <a:pt x="12" y="18"/>
                      <a:pt x="16" y="24"/>
                    </a:cubicBezTo>
                    <a:cubicBezTo>
                      <a:pt x="15" y="26"/>
                      <a:pt x="13" y="26"/>
                      <a:pt x="11" y="27"/>
                    </a:cubicBezTo>
                    <a:cubicBezTo>
                      <a:pt x="13" y="28"/>
                      <a:pt x="14" y="26"/>
                      <a:pt x="15" y="25"/>
                    </a:cubicBezTo>
                    <a:cubicBezTo>
                      <a:pt x="16" y="24"/>
                      <a:pt x="17" y="24"/>
                      <a:pt x="18" y="24"/>
                    </a:cubicBezTo>
                    <a:cubicBezTo>
                      <a:pt x="20" y="25"/>
                      <a:pt x="22" y="28"/>
                      <a:pt x="25" y="25"/>
                    </a:cubicBezTo>
                    <a:cubicBezTo>
                      <a:pt x="29" y="19"/>
                      <a:pt x="34" y="13"/>
                      <a:pt x="31" y="5"/>
                    </a:cubicBezTo>
                    <a:cubicBezTo>
                      <a:pt x="30" y="3"/>
                      <a:pt x="31" y="0"/>
                      <a:pt x="34" y="0"/>
                    </a:cubicBezTo>
                    <a:cubicBezTo>
                      <a:pt x="34" y="1"/>
                      <a:pt x="34" y="1"/>
                      <a:pt x="34" y="2"/>
                    </a:cubicBezTo>
                    <a:cubicBezTo>
                      <a:pt x="37" y="5"/>
                      <a:pt x="41" y="4"/>
                      <a:pt x="44" y="4"/>
                    </a:cubicBezTo>
                    <a:cubicBezTo>
                      <a:pt x="45" y="4"/>
                      <a:pt x="45" y="4"/>
                      <a:pt x="46" y="4"/>
                    </a:cubicBezTo>
                    <a:cubicBezTo>
                      <a:pt x="58" y="4"/>
                      <a:pt x="61" y="9"/>
                      <a:pt x="55" y="20"/>
                    </a:cubicBezTo>
                    <a:cubicBezTo>
                      <a:pt x="51" y="27"/>
                      <a:pt x="46" y="35"/>
                      <a:pt x="41" y="42"/>
                    </a:cubicBezTo>
                    <a:cubicBezTo>
                      <a:pt x="37" y="51"/>
                      <a:pt x="38" y="57"/>
                      <a:pt x="44" y="63"/>
                    </a:cubicBezTo>
                    <a:cubicBezTo>
                      <a:pt x="46" y="64"/>
                      <a:pt x="47" y="65"/>
                      <a:pt x="49" y="65"/>
                    </a:cubicBezTo>
                    <a:cubicBezTo>
                      <a:pt x="55" y="65"/>
                      <a:pt x="60" y="67"/>
                      <a:pt x="65" y="67"/>
                    </a:cubicBezTo>
                    <a:cubicBezTo>
                      <a:pt x="71" y="66"/>
                      <a:pt x="78" y="66"/>
                      <a:pt x="84" y="67"/>
                    </a:cubicBezTo>
                    <a:cubicBezTo>
                      <a:pt x="86" y="67"/>
                      <a:pt x="88" y="68"/>
                      <a:pt x="90" y="69"/>
                    </a:cubicBezTo>
                    <a:cubicBezTo>
                      <a:pt x="98" y="75"/>
                      <a:pt x="97" y="84"/>
                      <a:pt x="100" y="93"/>
                    </a:cubicBezTo>
                    <a:cubicBezTo>
                      <a:pt x="100" y="94"/>
                      <a:pt x="101" y="96"/>
                      <a:pt x="101" y="98"/>
                    </a:cubicBezTo>
                    <a:cubicBezTo>
                      <a:pt x="107" y="111"/>
                      <a:pt x="119" y="114"/>
                      <a:pt x="130" y="106"/>
                    </a:cubicBezTo>
                    <a:cubicBezTo>
                      <a:pt x="132" y="105"/>
                      <a:pt x="134" y="105"/>
                      <a:pt x="137" y="104"/>
                    </a:cubicBezTo>
                    <a:cubicBezTo>
                      <a:pt x="142" y="102"/>
                      <a:pt x="144" y="105"/>
                      <a:pt x="144" y="110"/>
                    </a:cubicBezTo>
                    <a:cubicBezTo>
                      <a:pt x="143" y="115"/>
                      <a:pt x="145" y="116"/>
                      <a:pt x="150" y="117"/>
                    </a:cubicBezTo>
                    <a:cubicBezTo>
                      <a:pt x="158" y="119"/>
                      <a:pt x="155" y="116"/>
                      <a:pt x="156" y="113"/>
                    </a:cubicBezTo>
                    <a:cubicBezTo>
                      <a:pt x="158" y="107"/>
                      <a:pt x="161" y="101"/>
                      <a:pt x="156" y="96"/>
                    </a:cubicBezTo>
                    <a:cubicBezTo>
                      <a:pt x="156" y="95"/>
                      <a:pt x="157" y="94"/>
                      <a:pt x="157" y="93"/>
                    </a:cubicBezTo>
                    <a:cubicBezTo>
                      <a:pt x="158" y="92"/>
                      <a:pt x="159" y="92"/>
                      <a:pt x="160" y="91"/>
                    </a:cubicBezTo>
                    <a:cubicBezTo>
                      <a:pt x="161" y="90"/>
                      <a:pt x="162" y="89"/>
                      <a:pt x="163" y="89"/>
                    </a:cubicBezTo>
                    <a:cubicBezTo>
                      <a:pt x="166" y="81"/>
                      <a:pt x="166" y="81"/>
                      <a:pt x="175" y="86"/>
                    </a:cubicBezTo>
                    <a:cubicBezTo>
                      <a:pt x="177" y="87"/>
                      <a:pt x="178" y="86"/>
                      <a:pt x="180" y="86"/>
                    </a:cubicBezTo>
                    <a:cubicBezTo>
                      <a:pt x="186" y="87"/>
                      <a:pt x="189" y="89"/>
                      <a:pt x="185" y="95"/>
                    </a:cubicBezTo>
                    <a:cubicBezTo>
                      <a:pt x="189" y="98"/>
                      <a:pt x="188" y="91"/>
                      <a:pt x="192" y="92"/>
                    </a:cubicBezTo>
                    <a:cubicBezTo>
                      <a:pt x="192" y="93"/>
                      <a:pt x="193" y="94"/>
                      <a:pt x="193" y="94"/>
                    </a:cubicBezTo>
                    <a:cubicBezTo>
                      <a:pt x="193" y="98"/>
                      <a:pt x="195" y="101"/>
                      <a:pt x="199" y="102"/>
                    </a:cubicBezTo>
                    <a:cubicBezTo>
                      <a:pt x="204" y="103"/>
                      <a:pt x="208" y="106"/>
                      <a:pt x="213" y="106"/>
                    </a:cubicBezTo>
                    <a:cubicBezTo>
                      <a:pt x="213" y="107"/>
                      <a:pt x="213" y="108"/>
                      <a:pt x="213" y="109"/>
                    </a:cubicBezTo>
                    <a:cubicBezTo>
                      <a:pt x="210" y="112"/>
                      <a:pt x="206" y="111"/>
                      <a:pt x="203" y="113"/>
                    </a:cubicBezTo>
                    <a:close/>
                  </a:path>
                </a:pathLst>
              </a:custGeom>
              <a:solidFill>
                <a:srgbClr val="BDD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8" name="Freeform 506"/>
              <p:cNvSpPr/>
              <p:nvPr/>
            </p:nvSpPr>
            <p:spPr bwMode="auto">
              <a:xfrm>
                <a:off x="3103" y="1619"/>
                <a:ext cx="127" cy="95"/>
              </a:xfrm>
              <a:custGeom>
                <a:avLst/>
                <a:gdLst>
                  <a:gd name="T0" fmla="*/ 39 w 53"/>
                  <a:gd name="T1" fmla="*/ 32 h 40"/>
                  <a:gd name="T2" fmla="*/ 38 w 53"/>
                  <a:gd name="T3" fmla="*/ 33 h 40"/>
                  <a:gd name="T4" fmla="*/ 36 w 53"/>
                  <a:gd name="T5" fmla="*/ 35 h 40"/>
                  <a:gd name="T6" fmla="*/ 36 w 53"/>
                  <a:gd name="T7" fmla="*/ 35 h 40"/>
                  <a:gd name="T8" fmla="*/ 19 w 53"/>
                  <a:gd name="T9" fmla="*/ 37 h 40"/>
                  <a:gd name="T10" fmla="*/ 7 w 53"/>
                  <a:gd name="T11" fmla="*/ 38 h 40"/>
                  <a:gd name="T12" fmla="*/ 3 w 53"/>
                  <a:gd name="T13" fmla="*/ 33 h 40"/>
                  <a:gd name="T14" fmla="*/ 3 w 53"/>
                  <a:gd name="T15" fmla="*/ 25 h 40"/>
                  <a:gd name="T16" fmla="*/ 5 w 53"/>
                  <a:gd name="T17" fmla="*/ 16 h 40"/>
                  <a:gd name="T18" fmla="*/ 5 w 53"/>
                  <a:gd name="T19" fmla="*/ 4 h 40"/>
                  <a:gd name="T20" fmla="*/ 19 w 53"/>
                  <a:gd name="T21" fmla="*/ 10 h 40"/>
                  <a:gd name="T22" fmla="*/ 24 w 53"/>
                  <a:gd name="T23" fmla="*/ 16 h 40"/>
                  <a:gd name="T24" fmla="*/ 34 w 53"/>
                  <a:gd name="T25" fmla="*/ 4 h 40"/>
                  <a:gd name="T26" fmla="*/ 39 w 53"/>
                  <a:gd name="T27" fmla="*/ 0 h 40"/>
                  <a:gd name="T28" fmla="*/ 51 w 53"/>
                  <a:gd name="T29" fmla="*/ 7 h 40"/>
                  <a:gd name="T30" fmla="*/ 50 w 53"/>
                  <a:gd name="T31" fmla="*/ 18 h 40"/>
                  <a:gd name="T32" fmla="*/ 49 w 53"/>
                  <a:gd name="T33" fmla="*/ 21 h 40"/>
                  <a:gd name="T34" fmla="*/ 45 w 53"/>
                  <a:gd name="T35" fmla="*/ 27 h 40"/>
                  <a:gd name="T36" fmla="*/ 43 w 53"/>
                  <a:gd name="T37" fmla="*/ 29 h 40"/>
                  <a:gd name="T38" fmla="*/ 41 w 53"/>
                  <a:gd name="T39" fmla="*/ 31 h 40"/>
                  <a:gd name="T40" fmla="*/ 39 w 53"/>
                  <a:gd name="T41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3" h="40">
                    <a:moveTo>
                      <a:pt x="39" y="32"/>
                    </a:moveTo>
                    <a:cubicBezTo>
                      <a:pt x="39" y="33"/>
                      <a:pt x="38" y="33"/>
                      <a:pt x="38" y="33"/>
                    </a:cubicBezTo>
                    <a:cubicBezTo>
                      <a:pt x="37" y="33"/>
                      <a:pt x="36" y="34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0" y="35"/>
                      <a:pt x="25" y="34"/>
                      <a:pt x="19" y="37"/>
                    </a:cubicBezTo>
                    <a:cubicBezTo>
                      <a:pt x="16" y="40"/>
                      <a:pt x="11" y="38"/>
                      <a:pt x="7" y="38"/>
                    </a:cubicBezTo>
                    <a:cubicBezTo>
                      <a:pt x="5" y="38"/>
                      <a:pt x="3" y="36"/>
                      <a:pt x="3" y="33"/>
                    </a:cubicBezTo>
                    <a:cubicBezTo>
                      <a:pt x="3" y="31"/>
                      <a:pt x="3" y="28"/>
                      <a:pt x="3" y="25"/>
                    </a:cubicBezTo>
                    <a:cubicBezTo>
                      <a:pt x="9" y="23"/>
                      <a:pt x="7" y="20"/>
                      <a:pt x="5" y="16"/>
                    </a:cubicBezTo>
                    <a:cubicBezTo>
                      <a:pt x="3" y="12"/>
                      <a:pt x="0" y="8"/>
                      <a:pt x="5" y="4"/>
                    </a:cubicBezTo>
                    <a:cubicBezTo>
                      <a:pt x="10" y="6"/>
                      <a:pt x="13" y="10"/>
                      <a:pt x="19" y="10"/>
                    </a:cubicBezTo>
                    <a:cubicBezTo>
                      <a:pt x="23" y="10"/>
                      <a:pt x="21" y="14"/>
                      <a:pt x="24" y="16"/>
                    </a:cubicBezTo>
                    <a:cubicBezTo>
                      <a:pt x="28" y="13"/>
                      <a:pt x="32" y="9"/>
                      <a:pt x="34" y="4"/>
                    </a:cubicBezTo>
                    <a:cubicBezTo>
                      <a:pt x="35" y="1"/>
                      <a:pt x="37" y="0"/>
                      <a:pt x="39" y="0"/>
                    </a:cubicBezTo>
                    <a:cubicBezTo>
                      <a:pt x="44" y="0"/>
                      <a:pt x="48" y="3"/>
                      <a:pt x="51" y="7"/>
                    </a:cubicBezTo>
                    <a:cubicBezTo>
                      <a:pt x="53" y="11"/>
                      <a:pt x="53" y="14"/>
                      <a:pt x="50" y="18"/>
                    </a:cubicBezTo>
                    <a:cubicBezTo>
                      <a:pt x="49" y="18"/>
                      <a:pt x="50" y="20"/>
                      <a:pt x="49" y="21"/>
                    </a:cubicBezTo>
                    <a:cubicBezTo>
                      <a:pt x="48" y="23"/>
                      <a:pt x="47" y="25"/>
                      <a:pt x="45" y="27"/>
                    </a:cubicBezTo>
                    <a:cubicBezTo>
                      <a:pt x="45" y="27"/>
                      <a:pt x="44" y="28"/>
                      <a:pt x="43" y="29"/>
                    </a:cubicBezTo>
                    <a:cubicBezTo>
                      <a:pt x="43" y="29"/>
                      <a:pt x="42" y="30"/>
                      <a:pt x="41" y="31"/>
                    </a:cubicBezTo>
                    <a:cubicBezTo>
                      <a:pt x="41" y="31"/>
                      <a:pt x="40" y="32"/>
                      <a:pt x="39" y="32"/>
                    </a:cubicBezTo>
                    <a:close/>
                  </a:path>
                </a:pathLst>
              </a:custGeom>
              <a:solidFill>
                <a:srgbClr val="BDFF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19" name="Freeform 507"/>
              <p:cNvSpPr/>
              <p:nvPr/>
            </p:nvSpPr>
            <p:spPr bwMode="auto">
              <a:xfrm>
                <a:off x="2996" y="1576"/>
                <a:ext cx="96" cy="152"/>
              </a:xfrm>
              <a:custGeom>
                <a:avLst/>
                <a:gdLst>
                  <a:gd name="T0" fmla="*/ 35 w 40"/>
                  <a:gd name="T1" fmla="*/ 56 h 64"/>
                  <a:gd name="T2" fmla="*/ 33 w 40"/>
                  <a:gd name="T3" fmla="*/ 61 h 64"/>
                  <a:gd name="T4" fmla="*/ 25 w 40"/>
                  <a:gd name="T5" fmla="*/ 62 h 64"/>
                  <a:gd name="T6" fmla="*/ 27 w 40"/>
                  <a:gd name="T7" fmla="*/ 56 h 64"/>
                  <a:gd name="T8" fmla="*/ 27 w 40"/>
                  <a:gd name="T9" fmla="*/ 53 h 64"/>
                  <a:gd name="T10" fmla="*/ 22 w 40"/>
                  <a:gd name="T11" fmla="*/ 52 h 64"/>
                  <a:gd name="T12" fmla="*/ 16 w 40"/>
                  <a:gd name="T13" fmla="*/ 49 h 64"/>
                  <a:gd name="T14" fmla="*/ 10 w 40"/>
                  <a:gd name="T15" fmla="*/ 46 h 64"/>
                  <a:gd name="T16" fmla="*/ 12 w 40"/>
                  <a:gd name="T17" fmla="*/ 54 h 64"/>
                  <a:gd name="T18" fmla="*/ 6 w 40"/>
                  <a:gd name="T19" fmla="*/ 54 h 64"/>
                  <a:gd name="T20" fmla="*/ 11 w 40"/>
                  <a:gd name="T21" fmla="*/ 29 h 64"/>
                  <a:gd name="T22" fmla="*/ 25 w 40"/>
                  <a:gd name="T23" fmla="*/ 18 h 64"/>
                  <a:gd name="T24" fmla="*/ 28 w 40"/>
                  <a:gd name="T25" fmla="*/ 11 h 64"/>
                  <a:gd name="T26" fmla="*/ 40 w 40"/>
                  <a:gd name="T27" fmla="*/ 1 h 64"/>
                  <a:gd name="T28" fmla="*/ 33 w 40"/>
                  <a:gd name="T29" fmla="*/ 7 h 64"/>
                  <a:gd name="T30" fmla="*/ 35 w 40"/>
                  <a:gd name="T31" fmla="*/ 14 h 64"/>
                  <a:gd name="T32" fmla="*/ 37 w 40"/>
                  <a:gd name="T33" fmla="*/ 16 h 64"/>
                  <a:gd name="T34" fmla="*/ 31 w 40"/>
                  <a:gd name="T35" fmla="*/ 20 h 64"/>
                  <a:gd name="T36" fmla="*/ 23 w 40"/>
                  <a:gd name="T37" fmla="*/ 35 h 64"/>
                  <a:gd name="T38" fmla="*/ 35 w 40"/>
                  <a:gd name="T39" fmla="*/ 45 h 64"/>
                  <a:gd name="T40" fmla="*/ 36 w 40"/>
                  <a:gd name="T41" fmla="*/ 53 h 64"/>
                  <a:gd name="T42" fmla="*/ 35 w 40"/>
                  <a:gd name="T43" fmla="*/ 5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0" h="64">
                    <a:moveTo>
                      <a:pt x="35" y="56"/>
                    </a:moveTo>
                    <a:cubicBezTo>
                      <a:pt x="32" y="57"/>
                      <a:pt x="34" y="60"/>
                      <a:pt x="33" y="61"/>
                    </a:cubicBezTo>
                    <a:cubicBezTo>
                      <a:pt x="31" y="63"/>
                      <a:pt x="28" y="64"/>
                      <a:pt x="25" y="62"/>
                    </a:cubicBezTo>
                    <a:cubicBezTo>
                      <a:pt x="23" y="60"/>
                      <a:pt x="26" y="58"/>
                      <a:pt x="27" y="56"/>
                    </a:cubicBezTo>
                    <a:cubicBezTo>
                      <a:pt x="27" y="56"/>
                      <a:pt x="28" y="55"/>
                      <a:pt x="27" y="53"/>
                    </a:cubicBezTo>
                    <a:cubicBezTo>
                      <a:pt x="26" y="52"/>
                      <a:pt x="24" y="52"/>
                      <a:pt x="22" y="52"/>
                    </a:cubicBezTo>
                    <a:cubicBezTo>
                      <a:pt x="20" y="52"/>
                      <a:pt x="16" y="55"/>
                      <a:pt x="16" y="49"/>
                    </a:cubicBezTo>
                    <a:cubicBezTo>
                      <a:pt x="16" y="46"/>
                      <a:pt x="11" y="49"/>
                      <a:pt x="10" y="46"/>
                    </a:cubicBezTo>
                    <a:cubicBezTo>
                      <a:pt x="8" y="51"/>
                      <a:pt x="15" y="50"/>
                      <a:pt x="12" y="54"/>
                    </a:cubicBezTo>
                    <a:cubicBezTo>
                      <a:pt x="10" y="57"/>
                      <a:pt x="8" y="55"/>
                      <a:pt x="6" y="54"/>
                    </a:cubicBezTo>
                    <a:cubicBezTo>
                      <a:pt x="0" y="46"/>
                      <a:pt x="2" y="34"/>
                      <a:pt x="11" y="29"/>
                    </a:cubicBezTo>
                    <a:cubicBezTo>
                      <a:pt x="17" y="26"/>
                      <a:pt x="21" y="23"/>
                      <a:pt x="25" y="18"/>
                    </a:cubicBezTo>
                    <a:cubicBezTo>
                      <a:pt x="28" y="16"/>
                      <a:pt x="26" y="13"/>
                      <a:pt x="28" y="11"/>
                    </a:cubicBezTo>
                    <a:cubicBezTo>
                      <a:pt x="30" y="6"/>
                      <a:pt x="33" y="0"/>
                      <a:pt x="40" y="1"/>
                    </a:cubicBezTo>
                    <a:cubicBezTo>
                      <a:pt x="38" y="3"/>
                      <a:pt x="36" y="5"/>
                      <a:pt x="33" y="7"/>
                    </a:cubicBezTo>
                    <a:cubicBezTo>
                      <a:pt x="30" y="11"/>
                      <a:pt x="30" y="11"/>
                      <a:pt x="35" y="14"/>
                    </a:cubicBezTo>
                    <a:cubicBezTo>
                      <a:pt x="36" y="14"/>
                      <a:pt x="36" y="15"/>
                      <a:pt x="37" y="16"/>
                    </a:cubicBezTo>
                    <a:cubicBezTo>
                      <a:pt x="35" y="17"/>
                      <a:pt x="33" y="19"/>
                      <a:pt x="31" y="20"/>
                    </a:cubicBezTo>
                    <a:cubicBezTo>
                      <a:pt x="29" y="25"/>
                      <a:pt x="23" y="29"/>
                      <a:pt x="23" y="35"/>
                    </a:cubicBezTo>
                    <a:cubicBezTo>
                      <a:pt x="23" y="43"/>
                      <a:pt x="30" y="42"/>
                      <a:pt x="35" y="45"/>
                    </a:cubicBezTo>
                    <a:cubicBezTo>
                      <a:pt x="37" y="47"/>
                      <a:pt x="34" y="50"/>
                      <a:pt x="36" y="53"/>
                    </a:cubicBezTo>
                    <a:cubicBezTo>
                      <a:pt x="36" y="54"/>
                      <a:pt x="35" y="55"/>
                      <a:pt x="35" y="56"/>
                    </a:cubicBezTo>
                    <a:close/>
                  </a:path>
                </a:pathLst>
              </a:custGeom>
              <a:solidFill>
                <a:srgbClr val="B9D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0" name="Freeform 508"/>
              <p:cNvSpPr/>
              <p:nvPr/>
            </p:nvSpPr>
            <p:spPr bwMode="auto">
              <a:xfrm>
                <a:off x="3070" y="1624"/>
                <a:ext cx="60" cy="62"/>
              </a:xfrm>
              <a:custGeom>
                <a:avLst/>
                <a:gdLst>
                  <a:gd name="T0" fmla="*/ 19 w 25"/>
                  <a:gd name="T1" fmla="*/ 2 h 26"/>
                  <a:gd name="T2" fmla="*/ 21 w 25"/>
                  <a:gd name="T3" fmla="*/ 12 h 26"/>
                  <a:gd name="T4" fmla="*/ 23 w 25"/>
                  <a:gd name="T5" fmla="*/ 25 h 26"/>
                  <a:gd name="T6" fmla="*/ 17 w 25"/>
                  <a:gd name="T7" fmla="*/ 23 h 26"/>
                  <a:gd name="T8" fmla="*/ 9 w 25"/>
                  <a:gd name="T9" fmla="*/ 17 h 26"/>
                  <a:gd name="T10" fmla="*/ 4 w 25"/>
                  <a:gd name="T11" fmla="*/ 11 h 26"/>
                  <a:gd name="T12" fmla="*/ 2 w 25"/>
                  <a:gd name="T13" fmla="*/ 6 h 26"/>
                  <a:gd name="T14" fmla="*/ 15 w 25"/>
                  <a:gd name="T15" fmla="*/ 0 h 26"/>
                  <a:gd name="T16" fmla="*/ 19 w 25"/>
                  <a:gd name="T1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26">
                    <a:moveTo>
                      <a:pt x="19" y="2"/>
                    </a:moveTo>
                    <a:cubicBezTo>
                      <a:pt x="18" y="6"/>
                      <a:pt x="18" y="9"/>
                      <a:pt x="21" y="12"/>
                    </a:cubicBezTo>
                    <a:cubicBezTo>
                      <a:pt x="25" y="16"/>
                      <a:pt x="24" y="21"/>
                      <a:pt x="23" y="25"/>
                    </a:cubicBezTo>
                    <a:cubicBezTo>
                      <a:pt x="20" y="26"/>
                      <a:pt x="19" y="23"/>
                      <a:pt x="17" y="23"/>
                    </a:cubicBezTo>
                    <a:cubicBezTo>
                      <a:pt x="13" y="23"/>
                      <a:pt x="9" y="22"/>
                      <a:pt x="9" y="17"/>
                    </a:cubicBezTo>
                    <a:cubicBezTo>
                      <a:pt x="10" y="13"/>
                      <a:pt x="8" y="11"/>
                      <a:pt x="4" y="11"/>
                    </a:cubicBezTo>
                    <a:cubicBezTo>
                      <a:pt x="0" y="11"/>
                      <a:pt x="0" y="9"/>
                      <a:pt x="2" y="6"/>
                    </a:cubicBezTo>
                    <a:cubicBezTo>
                      <a:pt x="4" y="1"/>
                      <a:pt x="10" y="0"/>
                      <a:pt x="15" y="0"/>
                    </a:cubicBezTo>
                    <a:cubicBezTo>
                      <a:pt x="16" y="1"/>
                      <a:pt x="18" y="1"/>
                      <a:pt x="19" y="2"/>
                    </a:cubicBezTo>
                    <a:close/>
                  </a:path>
                </a:pathLst>
              </a:custGeom>
              <a:solidFill>
                <a:srgbClr val="B6F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1" name="Freeform 509"/>
              <p:cNvSpPr/>
              <p:nvPr/>
            </p:nvSpPr>
            <p:spPr bwMode="auto">
              <a:xfrm>
                <a:off x="3046" y="1624"/>
                <a:ext cx="24" cy="35"/>
              </a:xfrm>
              <a:custGeom>
                <a:avLst/>
                <a:gdLst>
                  <a:gd name="T0" fmla="*/ 2 w 10"/>
                  <a:gd name="T1" fmla="*/ 15 h 15"/>
                  <a:gd name="T2" fmla="*/ 1 w 10"/>
                  <a:gd name="T3" fmla="*/ 11 h 15"/>
                  <a:gd name="T4" fmla="*/ 10 w 10"/>
                  <a:gd name="T5" fmla="*/ 0 h 15"/>
                  <a:gd name="T6" fmla="*/ 7 w 10"/>
                  <a:gd name="T7" fmla="*/ 7 h 15"/>
                  <a:gd name="T8" fmla="*/ 2 w 10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5">
                    <a:moveTo>
                      <a:pt x="2" y="15"/>
                    </a:moveTo>
                    <a:cubicBezTo>
                      <a:pt x="1" y="14"/>
                      <a:pt x="0" y="13"/>
                      <a:pt x="1" y="11"/>
                    </a:cubicBezTo>
                    <a:cubicBezTo>
                      <a:pt x="4" y="7"/>
                      <a:pt x="6" y="3"/>
                      <a:pt x="10" y="0"/>
                    </a:cubicBezTo>
                    <a:cubicBezTo>
                      <a:pt x="10" y="3"/>
                      <a:pt x="9" y="5"/>
                      <a:pt x="7" y="7"/>
                    </a:cubicBezTo>
                    <a:cubicBezTo>
                      <a:pt x="5" y="10"/>
                      <a:pt x="4" y="12"/>
                      <a:pt x="2" y="15"/>
                    </a:cubicBezTo>
                    <a:close/>
                  </a:path>
                </a:pathLst>
              </a:custGeom>
              <a:solidFill>
                <a:srgbClr val="EDF7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2" name="Freeform 510"/>
              <p:cNvSpPr/>
              <p:nvPr/>
            </p:nvSpPr>
            <p:spPr bwMode="auto">
              <a:xfrm>
                <a:off x="3087" y="1597"/>
                <a:ext cx="38" cy="17"/>
              </a:xfrm>
              <a:custGeom>
                <a:avLst/>
                <a:gdLst>
                  <a:gd name="T0" fmla="*/ 0 w 16"/>
                  <a:gd name="T1" fmla="*/ 7 h 7"/>
                  <a:gd name="T2" fmla="*/ 16 w 16"/>
                  <a:gd name="T3" fmla="*/ 7 h 7"/>
                  <a:gd name="T4" fmla="*/ 0 w 16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" h="7">
                    <a:moveTo>
                      <a:pt x="0" y="7"/>
                    </a:moveTo>
                    <a:cubicBezTo>
                      <a:pt x="6" y="5"/>
                      <a:pt x="11" y="0"/>
                      <a:pt x="16" y="7"/>
                    </a:cubicBezTo>
                    <a:cubicBezTo>
                      <a:pt x="11" y="7"/>
                      <a:pt x="6" y="7"/>
                      <a:pt x="0" y="7"/>
                    </a:cubicBezTo>
                    <a:close/>
                  </a:path>
                </a:pathLst>
              </a:custGeom>
              <a:solidFill>
                <a:srgbClr val="E9F6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3" name="Freeform 511"/>
              <p:cNvSpPr/>
              <p:nvPr/>
            </p:nvSpPr>
            <p:spPr bwMode="auto">
              <a:xfrm>
                <a:off x="3077" y="1683"/>
                <a:ext cx="17" cy="19"/>
              </a:xfrm>
              <a:custGeom>
                <a:avLst/>
                <a:gdLst>
                  <a:gd name="T0" fmla="*/ 2 w 7"/>
                  <a:gd name="T1" fmla="*/ 8 h 8"/>
                  <a:gd name="T2" fmla="*/ 1 w 7"/>
                  <a:gd name="T3" fmla="*/ 0 h 8"/>
                  <a:gd name="T4" fmla="*/ 2 w 7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2" y="8"/>
                    </a:moveTo>
                    <a:cubicBezTo>
                      <a:pt x="0" y="5"/>
                      <a:pt x="1" y="2"/>
                      <a:pt x="1" y="0"/>
                    </a:cubicBezTo>
                    <a:cubicBezTo>
                      <a:pt x="7" y="1"/>
                      <a:pt x="2" y="5"/>
                      <a:pt x="2" y="8"/>
                    </a:cubicBezTo>
                    <a:close/>
                  </a:path>
                </a:pathLst>
              </a:custGeom>
              <a:solidFill>
                <a:srgbClr val="AFDE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4" name="Freeform 512"/>
              <p:cNvSpPr/>
              <p:nvPr/>
            </p:nvSpPr>
            <p:spPr bwMode="auto">
              <a:xfrm>
                <a:off x="3106" y="1624"/>
                <a:ext cx="9" cy="4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0 h 2"/>
                  <a:gd name="T4" fmla="*/ 4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2" y="2"/>
                      <a:pt x="1" y="1"/>
                      <a:pt x="0" y="0"/>
                    </a:cubicBezTo>
                    <a:cubicBezTo>
                      <a:pt x="2" y="0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BDFF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5" name="Freeform 513"/>
              <p:cNvSpPr/>
              <p:nvPr/>
            </p:nvSpPr>
            <p:spPr bwMode="auto">
              <a:xfrm>
                <a:off x="2602" y="990"/>
                <a:ext cx="136" cy="117"/>
              </a:xfrm>
              <a:custGeom>
                <a:avLst/>
                <a:gdLst>
                  <a:gd name="T0" fmla="*/ 8 w 57"/>
                  <a:gd name="T1" fmla="*/ 49 h 49"/>
                  <a:gd name="T2" fmla="*/ 4 w 57"/>
                  <a:gd name="T3" fmla="*/ 42 h 49"/>
                  <a:gd name="T4" fmla="*/ 7 w 57"/>
                  <a:gd name="T5" fmla="*/ 28 h 49"/>
                  <a:gd name="T6" fmla="*/ 35 w 57"/>
                  <a:gd name="T7" fmla="*/ 7 h 49"/>
                  <a:gd name="T8" fmla="*/ 57 w 57"/>
                  <a:gd name="T9" fmla="*/ 2 h 49"/>
                  <a:gd name="T10" fmla="*/ 51 w 57"/>
                  <a:gd name="T11" fmla="*/ 13 h 49"/>
                  <a:gd name="T12" fmla="*/ 23 w 57"/>
                  <a:gd name="T13" fmla="*/ 35 h 49"/>
                  <a:gd name="T14" fmla="*/ 8 w 57"/>
                  <a:gd name="T15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49">
                    <a:moveTo>
                      <a:pt x="8" y="49"/>
                    </a:moveTo>
                    <a:cubicBezTo>
                      <a:pt x="2" y="49"/>
                      <a:pt x="5" y="44"/>
                      <a:pt x="4" y="42"/>
                    </a:cubicBezTo>
                    <a:cubicBezTo>
                      <a:pt x="0" y="34"/>
                      <a:pt x="0" y="33"/>
                      <a:pt x="7" y="28"/>
                    </a:cubicBezTo>
                    <a:cubicBezTo>
                      <a:pt x="16" y="21"/>
                      <a:pt x="26" y="15"/>
                      <a:pt x="35" y="7"/>
                    </a:cubicBezTo>
                    <a:cubicBezTo>
                      <a:pt x="41" y="0"/>
                      <a:pt x="49" y="4"/>
                      <a:pt x="57" y="2"/>
                    </a:cubicBezTo>
                    <a:cubicBezTo>
                      <a:pt x="56" y="7"/>
                      <a:pt x="55" y="11"/>
                      <a:pt x="51" y="13"/>
                    </a:cubicBezTo>
                    <a:cubicBezTo>
                      <a:pt x="41" y="20"/>
                      <a:pt x="33" y="28"/>
                      <a:pt x="23" y="35"/>
                    </a:cubicBezTo>
                    <a:cubicBezTo>
                      <a:pt x="18" y="39"/>
                      <a:pt x="14" y="46"/>
                      <a:pt x="8" y="49"/>
                    </a:cubicBezTo>
                    <a:close/>
                  </a:path>
                </a:pathLst>
              </a:custGeom>
              <a:solidFill>
                <a:srgbClr val="FFC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6" name="Freeform 514"/>
              <p:cNvSpPr/>
              <p:nvPr/>
            </p:nvSpPr>
            <p:spPr bwMode="auto">
              <a:xfrm>
                <a:off x="2731" y="1050"/>
                <a:ext cx="55" cy="76"/>
              </a:xfrm>
              <a:custGeom>
                <a:avLst/>
                <a:gdLst>
                  <a:gd name="T0" fmla="*/ 9 w 23"/>
                  <a:gd name="T1" fmla="*/ 22 h 32"/>
                  <a:gd name="T2" fmla="*/ 0 w 23"/>
                  <a:gd name="T3" fmla="*/ 5 h 32"/>
                  <a:gd name="T4" fmla="*/ 7 w 23"/>
                  <a:gd name="T5" fmla="*/ 3 h 32"/>
                  <a:gd name="T6" fmla="*/ 13 w 23"/>
                  <a:gd name="T7" fmla="*/ 9 h 32"/>
                  <a:gd name="T8" fmla="*/ 15 w 23"/>
                  <a:gd name="T9" fmla="*/ 10 h 32"/>
                  <a:gd name="T10" fmla="*/ 17 w 23"/>
                  <a:gd name="T11" fmla="*/ 14 h 32"/>
                  <a:gd name="T12" fmla="*/ 19 w 23"/>
                  <a:gd name="T13" fmla="*/ 18 h 32"/>
                  <a:gd name="T14" fmla="*/ 21 w 23"/>
                  <a:gd name="T15" fmla="*/ 22 h 32"/>
                  <a:gd name="T16" fmla="*/ 21 w 23"/>
                  <a:gd name="T17" fmla="*/ 24 h 32"/>
                  <a:gd name="T18" fmla="*/ 23 w 23"/>
                  <a:gd name="T19" fmla="*/ 28 h 32"/>
                  <a:gd name="T20" fmla="*/ 23 w 23"/>
                  <a:gd name="T21" fmla="*/ 30 h 32"/>
                  <a:gd name="T22" fmla="*/ 11 w 23"/>
                  <a:gd name="T23" fmla="*/ 26 h 32"/>
                  <a:gd name="T24" fmla="*/ 11 w 23"/>
                  <a:gd name="T25" fmla="*/ 26 h 32"/>
                  <a:gd name="T26" fmla="*/ 9 w 23"/>
                  <a:gd name="T2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" h="32">
                    <a:moveTo>
                      <a:pt x="9" y="22"/>
                    </a:moveTo>
                    <a:cubicBezTo>
                      <a:pt x="6" y="16"/>
                      <a:pt x="3" y="11"/>
                      <a:pt x="0" y="5"/>
                    </a:cubicBezTo>
                    <a:cubicBezTo>
                      <a:pt x="1" y="0"/>
                      <a:pt x="4" y="0"/>
                      <a:pt x="7" y="3"/>
                    </a:cubicBezTo>
                    <a:cubicBezTo>
                      <a:pt x="9" y="5"/>
                      <a:pt x="10" y="7"/>
                      <a:pt x="13" y="9"/>
                    </a:cubicBezTo>
                    <a:cubicBezTo>
                      <a:pt x="14" y="9"/>
                      <a:pt x="14" y="10"/>
                      <a:pt x="15" y="10"/>
                    </a:cubicBezTo>
                    <a:cubicBezTo>
                      <a:pt x="15" y="12"/>
                      <a:pt x="15" y="13"/>
                      <a:pt x="17" y="14"/>
                    </a:cubicBezTo>
                    <a:cubicBezTo>
                      <a:pt x="17" y="16"/>
                      <a:pt x="17" y="17"/>
                      <a:pt x="19" y="18"/>
                    </a:cubicBezTo>
                    <a:cubicBezTo>
                      <a:pt x="19" y="20"/>
                      <a:pt x="19" y="21"/>
                      <a:pt x="21" y="22"/>
                    </a:cubicBezTo>
                    <a:cubicBezTo>
                      <a:pt x="21" y="23"/>
                      <a:pt x="21" y="23"/>
                      <a:pt x="21" y="24"/>
                    </a:cubicBezTo>
                    <a:cubicBezTo>
                      <a:pt x="21" y="25"/>
                      <a:pt x="21" y="27"/>
                      <a:pt x="23" y="28"/>
                    </a:cubicBezTo>
                    <a:cubicBezTo>
                      <a:pt x="23" y="28"/>
                      <a:pt x="23" y="29"/>
                      <a:pt x="23" y="30"/>
                    </a:cubicBezTo>
                    <a:cubicBezTo>
                      <a:pt x="18" y="32"/>
                      <a:pt x="15" y="27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0" y="25"/>
                      <a:pt x="11" y="23"/>
                      <a:pt x="9" y="22"/>
                    </a:cubicBezTo>
                    <a:close/>
                  </a:path>
                </a:pathLst>
              </a:custGeom>
              <a:solidFill>
                <a:srgbClr val="FFC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7" name="Freeform 515"/>
              <p:cNvSpPr/>
              <p:nvPr/>
            </p:nvSpPr>
            <p:spPr bwMode="auto">
              <a:xfrm>
                <a:off x="2614" y="1128"/>
                <a:ext cx="188" cy="300"/>
              </a:xfrm>
              <a:custGeom>
                <a:avLst/>
                <a:gdLst>
                  <a:gd name="T0" fmla="*/ 3 w 79"/>
                  <a:gd name="T1" fmla="*/ 100 h 126"/>
                  <a:gd name="T2" fmla="*/ 2 w 79"/>
                  <a:gd name="T3" fmla="*/ 93 h 126"/>
                  <a:gd name="T4" fmla="*/ 14 w 79"/>
                  <a:gd name="T5" fmla="*/ 65 h 126"/>
                  <a:gd name="T6" fmla="*/ 42 w 79"/>
                  <a:gd name="T7" fmla="*/ 25 h 126"/>
                  <a:gd name="T8" fmla="*/ 70 w 79"/>
                  <a:gd name="T9" fmla="*/ 4 h 126"/>
                  <a:gd name="T10" fmla="*/ 74 w 79"/>
                  <a:gd name="T11" fmla="*/ 1 h 126"/>
                  <a:gd name="T12" fmla="*/ 79 w 79"/>
                  <a:gd name="T13" fmla="*/ 0 h 126"/>
                  <a:gd name="T14" fmla="*/ 79 w 79"/>
                  <a:gd name="T15" fmla="*/ 12 h 126"/>
                  <a:gd name="T16" fmla="*/ 43 w 79"/>
                  <a:gd name="T17" fmla="*/ 39 h 126"/>
                  <a:gd name="T18" fmla="*/ 18 w 79"/>
                  <a:gd name="T19" fmla="*/ 80 h 126"/>
                  <a:gd name="T20" fmla="*/ 21 w 79"/>
                  <a:gd name="T21" fmla="*/ 96 h 126"/>
                  <a:gd name="T22" fmla="*/ 33 w 79"/>
                  <a:gd name="T23" fmla="*/ 102 h 126"/>
                  <a:gd name="T24" fmla="*/ 45 w 79"/>
                  <a:gd name="T25" fmla="*/ 108 h 126"/>
                  <a:gd name="T26" fmla="*/ 51 w 79"/>
                  <a:gd name="T27" fmla="*/ 121 h 126"/>
                  <a:gd name="T28" fmla="*/ 41 w 79"/>
                  <a:gd name="T29" fmla="*/ 125 h 126"/>
                  <a:gd name="T30" fmla="*/ 38 w 79"/>
                  <a:gd name="T31" fmla="*/ 124 h 126"/>
                  <a:gd name="T32" fmla="*/ 38 w 79"/>
                  <a:gd name="T33" fmla="*/ 114 h 126"/>
                  <a:gd name="T34" fmla="*/ 16 w 79"/>
                  <a:gd name="T35" fmla="*/ 113 h 126"/>
                  <a:gd name="T36" fmla="*/ 7 w 79"/>
                  <a:gd name="T37" fmla="*/ 111 h 126"/>
                  <a:gd name="T38" fmla="*/ 3 w 79"/>
                  <a:gd name="T39" fmla="*/ 10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9" h="126">
                    <a:moveTo>
                      <a:pt x="3" y="100"/>
                    </a:moveTo>
                    <a:cubicBezTo>
                      <a:pt x="1" y="98"/>
                      <a:pt x="0" y="95"/>
                      <a:pt x="2" y="93"/>
                    </a:cubicBezTo>
                    <a:cubicBezTo>
                      <a:pt x="9" y="85"/>
                      <a:pt x="9" y="74"/>
                      <a:pt x="14" y="65"/>
                    </a:cubicBezTo>
                    <a:cubicBezTo>
                      <a:pt x="21" y="50"/>
                      <a:pt x="30" y="36"/>
                      <a:pt x="42" y="25"/>
                    </a:cubicBezTo>
                    <a:cubicBezTo>
                      <a:pt x="51" y="17"/>
                      <a:pt x="61" y="11"/>
                      <a:pt x="70" y="4"/>
                    </a:cubicBezTo>
                    <a:cubicBezTo>
                      <a:pt x="72" y="4"/>
                      <a:pt x="73" y="2"/>
                      <a:pt x="74" y="1"/>
                    </a:cubicBezTo>
                    <a:cubicBezTo>
                      <a:pt x="76" y="1"/>
                      <a:pt x="78" y="0"/>
                      <a:pt x="79" y="0"/>
                    </a:cubicBezTo>
                    <a:cubicBezTo>
                      <a:pt x="74" y="6"/>
                      <a:pt x="74" y="6"/>
                      <a:pt x="79" y="12"/>
                    </a:cubicBezTo>
                    <a:cubicBezTo>
                      <a:pt x="66" y="20"/>
                      <a:pt x="52" y="26"/>
                      <a:pt x="43" y="39"/>
                    </a:cubicBezTo>
                    <a:cubicBezTo>
                      <a:pt x="29" y="49"/>
                      <a:pt x="22" y="64"/>
                      <a:pt x="18" y="80"/>
                    </a:cubicBezTo>
                    <a:cubicBezTo>
                      <a:pt x="17" y="86"/>
                      <a:pt x="17" y="91"/>
                      <a:pt x="21" y="96"/>
                    </a:cubicBezTo>
                    <a:cubicBezTo>
                      <a:pt x="24" y="100"/>
                      <a:pt x="28" y="104"/>
                      <a:pt x="33" y="102"/>
                    </a:cubicBezTo>
                    <a:cubicBezTo>
                      <a:pt x="40" y="99"/>
                      <a:pt x="42" y="103"/>
                      <a:pt x="45" y="108"/>
                    </a:cubicBezTo>
                    <a:cubicBezTo>
                      <a:pt x="48" y="112"/>
                      <a:pt x="52" y="115"/>
                      <a:pt x="51" y="121"/>
                    </a:cubicBezTo>
                    <a:cubicBezTo>
                      <a:pt x="46" y="120"/>
                      <a:pt x="43" y="121"/>
                      <a:pt x="41" y="125"/>
                    </a:cubicBezTo>
                    <a:cubicBezTo>
                      <a:pt x="40" y="126"/>
                      <a:pt x="39" y="125"/>
                      <a:pt x="38" y="124"/>
                    </a:cubicBezTo>
                    <a:cubicBezTo>
                      <a:pt x="34" y="121"/>
                      <a:pt x="30" y="118"/>
                      <a:pt x="38" y="114"/>
                    </a:cubicBezTo>
                    <a:cubicBezTo>
                      <a:pt x="31" y="110"/>
                      <a:pt x="24" y="110"/>
                      <a:pt x="16" y="113"/>
                    </a:cubicBezTo>
                    <a:cubicBezTo>
                      <a:pt x="13" y="114"/>
                      <a:pt x="10" y="113"/>
                      <a:pt x="7" y="111"/>
                    </a:cubicBezTo>
                    <a:cubicBezTo>
                      <a:pt x="4" y="108"/>
                      <a:pt x="3" y="105"/>
                      <a:pt x="3" y="100"/>
                    </a:cubicBezTo>
                    <a:close/>
                  </a:path>
                </a:pathLst>
              </a:custGeom>
              <a:solidFill>
                <a:srgbClr val="D5FF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8" name="Freeform 516"/>
              <p:cNvSpPr/>
              <p:nvPr/>
            </p:nvSpPr>
            <p:spPr bwMode="auto">
              <a:xfrm>
                <a:off x="3190" y="169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1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D9F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29" name="Freeform 517"/>
              <p:cNvSpPr/>
              <p:nvPr/>
            </p:nvSpPr>
            <p:spPr bwMode="auto">
              <a:xfrm>
                <a:off x="2456" y="1347"/>
                <a:ext cx="29" cy="24"/>
              </a:xfrm>
              <a:custGeom>
                <a:avLst/>
                <a:gdLst>
                  <a:gd name="T0" fmla="*/ 9 w 12"/>
                  <a:gd name="T1" fmla="*/ 1 h 10"/>
                  <a:gd name="T2" fmla="*/ 10 w 12"/>
                  <a:gd name="T3" fmla="*/ 5 h 10"/>
                  <a:gd name="T4" fmla="*/ 3 w 12"/>
                  <a:gd name="T5" fmla="*/ 9 h 10"/>
                  <a:gd name="T6" fmla="*/ 0 w 12"/>
                  <a:gd name="T7" fmla="*/ 3 h 10"/>
                  <a:gd name="T8" fmla="*/ 4 w 12"/>
                  <a:gd name="T9" fmla="*/ 0 h 10"/>
                  <a:gd name="T10" fmla="*/ 9 w 12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0">
                    <a:moveTo>
                      <a:pt x="9" y="1"/>
                    </a:moveTo>
                    <a:cubicBezTo>
                      <a:pt x="9" y="2"/>
                      <a:pt x="12" y="5"/>
                      <a:pt x="10" y="5"/>
                    </a:cubicBezTo>
                    <a:cubicBezTo>
                      <a:pt x="6" y="5"/>
                      <a:pt x="6" y="10"/>
                      <a:pt x="3" y="9"/>
                    </a:cubicBezTo>
                    <a:cubicBezTo>
                      <a:pt x="0" y="8"/>
                      <a:pt x="1" y="5"/>
                      <a:pt x="0" y="3"/>
                    </a:cubicBezTo>
                    <a:cubicBezTo>
                      <a:pt x="0" y="1"/>
                      <a:pt x="1" y="0"/>
                      <a:pt x="4" y="0"/>
                    </a:cubicBezTo>
                    <a:cubicBezTo>
                      <a:pt x="5" y="0"/>
                      <a:pt x="7" y="0"/>
                      <a:pt x="9" y="1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0" name="Freeform 518"/>
              <p:cNvSpPr/>
              <p:nvPr/>
            </p:nvSpPr>
            <p:spPr bwMode="auto">
              <a:xfrm>
                <a:off x="2461" y="1533"/>
                <a:ext cx="12" cy="7"/>
              </a:xfrm>
              <a:custGeom>
                <a:avLst/>
                <a:gdLst>
                  <a:gd name="T0" fmla="*/ 5 w 5"/>
                  <a:gd name="T1" fmla="*/ 1 h 3"/>
                  <a:gd name="T2" fmla="*/ 2 w 5"/>
                  <a:gd name="T3" fmla="*/ 3 h 3"/>
                  <a:gd name="T4" fmla="*/ 0 w 5"/>
                  <a:gd name="T5" fmla="*/ 2 h 3"/>
                  <a:gd name="T6" fmla="*/ 3 w 5"/>
                  <a:gd name="T7" fmla="*/ 1 h 3"/>
                  <a:gd name="T8" fmla="*/ 5 w 5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">
                    <a:moveTo>
                      <a:pt x="5" y="1"/>
                    </a:moveTo>
                    <a:cubicBezTo>
                      <a:pt x="5" y="2"/>
                      <a:pt x="4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3" y="1"/>
                      <a:pt x="4" y="1"/>
                      <a:pt x="5" y="1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1" name="Freeform 519"/>
              <p:cNvSpPr/>
              <p:nvPr/>
            </p:nvSpPr>
            <p:spPr bwMode="auto">
              <a:xfrm>
                <a:off x="2487" y="1238"/>
                <a:ext cx="7" cy="7"/>
              </a:xfrm>
              <a:custGeom>
                <a:avLst/>
                <a:gdLst>
                  <a:gd name="T0" fmla="*/ 2 w 3"/>
                  <a:gd name="T1" fmla="*/ 1 h 3"/>
                  <a:gd name="T2" fmla="*/ 1 w 3"/>
                  <a:gd name="T3" fmla="*/ 3 h 3"/>
                  <a:gd name="T4" fmla="*/ 1 w 3"/>
                  <a:gd name="T5" fmla="*/ 2 h 3"/>
                  <a:gd name="T6" fmla="*/ 2 w 3"/>
                  <a:gd name="T7" fmla="*/ 1 h 3"/>
                  <a:gd name="T8" fmla="*/ 2 w 3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2" y="2"/>
                      <a:pt x="1" y="3"/>
                      <a:pt x="1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2" y="0"/>
                      <a:pt x="2" y="1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2" name="Freeform 520"/>
              <p:cNvSpPr/>
              <p:nvPr/>
            </p:nvSpPr>
            <p:spPr bwMode="auto">
              <a:xfrm>
                <a:off x="2477" y="1343"/>
                <a:ext cx="8" cy="7"/>
              </a:xfrm>
              <a:custGeom>
                <a:avLst/>
                <a:gdLst>
                  <a:gd name="T0" fmla="*/ 0 w 3"/>
                  <a:gd name="T1" fmla="*/ 3 h 3"/>
                  <a:gd name="T2" fmla="*/ 1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0" y="2"/>
                      <a:pt x="1" y="1"/>
                      <a:pt x="1" y="0"/>
                    </a:cubicBezTo>
                    <a:cubicBezTo>
                      <a:pt x="3" y="2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3" name="Freeform 521"/>
              <p:cNvSpPr/>
              <p:nvPr/>
            </p:nvSpPr>
            <p:spPr bwMode="auto">
              <a:xfrm>
                <a:off x="2473" y="1533"/>
                <a:ext cx="7" cy="5"/>
              </a:xfrm>
              <a:custGeom>
                <a:avLst/>
                <a:gdLst>
                  <a:gd name="T0" fmla="*/ 0 w 3"/>
                  <a:gd name="T1" fmla="*/ 1 h 2"/>
                  <a:gd name="T2" fmla="*/ 2 w 3"/>
                  <a:gd name="T3" fmla="*/ 0 h 2"/>
                  <a:gd name="T4" fmla="*/ 0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3" y="2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4" name="Freeform 522"/>
              <p:cNvSpPr/>
              <p:nvPr/>
            </p:nvSpPr>
            <p:spPr bwMode="auto">
              <a:xfrm>
                <a:off x="2497" y="1216"/>
                <a:ext cx="4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5" name="Freeform 523"/>
              <p:cNvSpPr/>
              <p:nvPr/>
            </p:nvSpPr>
            <p:spPr bwMode="auto">
              <a:xfrm>
                <a:off x="2561" y="1111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6" name="Freeform 524"/>
              <p:cNvSpPr/>
              <p:nvPr/>
            </p:nvSpPr>
            <p:spPr bwMode="auto">
              <a:xfrm>
                <a:off x="2547" y="1128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7" name="Freeform 525"/>
              <p:cNvSpPr/>
              <p:nvPr/>
            </p:nvSpPr>
            <p:spPr bwMode="auto">
              <a:xfrm>
                <a:off x="2542" y="1133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2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8" name="Freeform 526"/>
              <p:cNvSpPr/>
              <p:nvPr/>
            </p:nvSpPr>
            <p:spPr bwMode="auto">
              <a:xfrm>
                <a:off x="2532" y="1147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39" name="Freeform 527"/>
              <p:cNvSpPr/>
              <p:nvPr/>
            </p:nvSpPr>
            <p:spPr bwMode="auto">
              <a:xfrm>
                <a:off x="2523" y="1161"/>
                <a:ext cx="5" cy="5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0" name="Freeform 528"/>
              <p:cNvSpPr/>
              <p:nvPr/>
            </p:nvSpPr>
            <p:spPr bwMode="auto">
              <a:xfrm>
                <a:off x="2520" y="1171"/>
                <a:ext cx="3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1" name="Freeform 529"/>
              <p:cNvSpPr/>
              <p:nvPr/>
            </p:nvSpPr>
            <p:spPr bwMode="auto">
              <a:xfrm>
                <a:off x="2767" y="1543"/>
                <a:ext cx="172" cy="188"/>
              </a:xfrm>
              <a:custGeom>
                <a:avLst/>
                <a:gdLst>
                  <a:gd name="T0" fmla="*/ 38 w 72"/>
                  <a:gd name="T1" fmla="*/ 7 h 79"/>
                  <a:gd name="T2" fmla="*/ 56 w 72"/>
                  <a:gd name="T3" fmla="*/ 1 h 79"/>
                  <a:gd name="T4" fmla="*/ 58 w 72"/>
                  <a:gd name="T5" fmla="*/ 18 h 79"/>
                  <a:gd name="T6" fmla="*/ 61 w 72"/>
                  <a:gd name="T7" fmla="*/ 18 h 79"/>
                  <a:gd name="T8" fmla="*/ 72 w 72"/>
                  <a:gd name="T9" fmla="*/ 24 h 79"/>
                  <a:gd name="T10" fmla="*/ 65 w 72"/>
                  <a:gd name="T11" fmla="*/ 40 h 79"/>
                  <a:gd name="T12" fmla="*/ 65 w 72"/>
                  <a:gd name="T13" fmla="*/ 42 h 79"/>
                  <a:gd name="T14" fmla="*/ 67 w 72"/>
                  <a:gd name="T15" fmla="*/ 53 h 79"/>
                  <a:gd name="T16" fmla="*/ 68 w 72"/>
                  <a:gd name="T17" fmla="*/ 69 h 79"/>
                  <a:gd name="T18" fmla="*/ 60 w 72"/>
                  <a:gd name="T19" fmla="*/ 78 h 79"/>
                  <a:gd name="T20" fmla="*/ 48 w 72"/>
                  <a:gd name="T21" fmla="*/ 69 h 79"/>
                  <a:gd name="T22" fmla="*/ 44 w 72"/>
                  <a:gd name="T23" fmla="*/ 38 h 79"/>
                  <a:gd name="T24" fmla="*/ 36 w 72"/>
                  <a:gd name="T25" fmla="*/ 30 h 79"/>
                  <a:gd name="T26" fmla="*/ 35 w 72"/>
                  <a:gd name="T27" fmla="*/ 30 h 79"/>
                  <a:gd name="T28" fmla="*/ 23 w 72"/>
                  <a:gd name="T29" fmla="*/ 24 h 79"/>
                  <a:gd name="T30" fmla="*/ 18 w 72"/>
                  <a:gd name="T31" fmla="*/ 30 h 79"/>
                  <a:gd name="T32" fmla="*/ 10 w 72"/>
                  <a:gd name="T33" fmla="*/ 36 h 79"/>
                  <a:gd name="T34" fmla="*/ 0 w 72"/>
                  <a:gd name="T35" fmla="*/ 27 h 79"/>
                  <a:gd name="T36" fmla="*/ 3 w 72"/>
                  <a:gd name="T37" fmla="*/ 15 h 79"/>
                  <a:gd name="T38" fmla="*/ 13 w 72"/>
                  <a:gd name="T39" fmla="*/ 10 h 79"/>
                  <a:gd name="T40" fmla="*/ 17 w 72"/>
                  <a:gd name="T41" fmla="*/ 9 h 79"/>
                  <a:gd name="T42" fmla="*/ 37 w 72"/>
                  <a:gd name="T43" fmla="*/ 9 h 79"/>
                  <a:gd name="T44" fmla="*/ 38 w 72"/>
                  <a:gd name="T45" fmla="*/ 9 h 79"/>
                  <a:gd name="T46" fmla="*/ 44 w 72"/>
                  <a:gd name="T47" fmla="*/ 11 h 79"/>
                  <a:gd name="T48" fmla="*/ 44 w 72"/>
                  <a:gd name="T49" fmla="*/ 12 h 79"/>
                  <a:gd name="T50" fmla="*/ 44 w 72"/>
                  <a:gd name="T51" fmla="*/ 11 h 79"/>
                  <a:gd name="T52" fmla="*/ 39 w 72"/>
                  <a:gd name="T53" fmla="*/ 8 h 79"/>
                  <a:gd name="T54" fmla="*/ 38 w 72"/>
                  <a:gd name="T55" fmla="*/ 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2" h="79">
                    <a:moveTo>
                      <a:pt x="38" y="7"/>
                    </a:moveTo>
                    <a:cubicBezTo>
                      <a:pt x="43" y="0"/>
                      <a:pt x="49" y="1"/>
                      <a:pt x="56" y="1"/>
                    </a:cubicBezTo>
                    <a:cubicBezTo>
                      <a:pt x="50" y="7"/>
                      <a:pt x="59" y="12"/>
                      <a:pt x="58" y="18"/>
                    </a:cubicBezTo>
                    <a:cubicBezTo>
                      <a:pt x="58" y="19"/>
                      <a:pt x="60" y="19"/>
                      <a:pt x="61" y="18"/>
                    </a:cubicBezTo>
                    <a:cubicBezTo>
                      <a:pt x="68" y="14"/>
                      <a:pt x="70" y="19"/>
                      <a:pt x="72" y="24"/>
                    </a:cubicBezTo>
                    <a:cubicBezTo>
                      <a:pt x="72" y="30"/>
                      <a:pt x="65" y="33"/>
                      <a:pt x="65" y="40"/>
                    </a:cubicBezTo>
                    <a:cubicBezTo>
                      <a:pt x="65" y="40"/>
                      <a:pt x="65" y="41"/>
                      <a:pt x="65" y="42"/>
                    </a:cubicBezTo>
                    <a:cubicBezTo>
                      <a:pt x="68" y="45"/>
                      <a:pt x="65" y="50"/>
                      <a:pt x="67" y="53"/>
                    </a:cubicBezTo>
                    <a:cubicBezTo>
                      <a:pt x="67" y="58"/>
                      <a:pt x="67" y="64"/>
                      <a:pt x="68" y="69"/>
                    </a:cubicBezTo>
                    <a:cubicBezTo>
                      <a:pt x="68" y="75"/>
                      <a:pt x="66" y="77"/>
                      <a:pt x="60" y="78"/>
                    </a:cubicBezTo>
                    <a:cubicBezTo>
                      <a:pt x="51" y="79"/>
                      <a:pt x="50" y="78"/>
                      <a:pt x="48" y="69"/>
                    </a:cubicBezTo>
                    <a:cubicBezTo>
                      <a:pt x="46" y="59"/>
                      <a:pt x="44" y="49"/>
                      <a:pt x="44" y="38"/>
                    </a:cubicBezTo>
                    <a:cubicBezTo>
                      <a:pt x="44" y="30"/>
                      <a:pt x="44" y="30"/>
                      <a:pt x="36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27" y="30"/>
                      <a:pt x="27" y="30"/>
                      <a:pt x="23" y="24"/>
                    </a:cubicBezTo>
                    <a:cubicBezTo>
                      <a:pt x="19" y="24"/>
                      <a:pt x="19" y="28"/>
                      <a:pt x="18" y="30"/>
                    </a:cubicBezTo>
                    <a:cubicBezTo>
                      <a:pt x="16" y="33"/>
                      <a:pt x="14" y="35"/>
                      <a:pt x="10" y="36"/>
                    </a:cubicBezTo>
                    <a:cubicBezTo>
                      <a:pt x="2" y="37"/>
                      <a:pt x="0" y="35"/>
                      <a:pt x="0" y="27"/>
                    </a:cubicBezTo>
                    <a:cubicBezTo>
                      <a:pt x="0" y="23"/>
                      <a:pt x="1" y="19"/>
                      <a:pt x="3" y="15"/>
                    </a:cubicBezTo>
                    <a:cubicBezTo>
                      <a:pt x="5" y="11"/>
                      <a:pt x="9" y="9"/>
                      <a:pt x="13" y="10"/>
                    </a:cubicBezTo>
                    <a:cubicBezTo>
                      <a:pt x="14" y="10"/>
                      <a:pt x="16" y="9"/>
                      <a:pt x="17" y="9"/>
                    </a:cubicBezTo>
                    <a:cubicBezTo>
                      <a:pt x="23" y="2"/>
                      <a:pt x="30" y="4"/>
                      <a:pt x="37" y="9"/>
                    </a:cubicBezTo>
                    <a:cubicBezTo>
                      <a:pt x="37" y="9"/>
                      <a:pt x="37" y="9"/>
                      <a:pt x="38" y="9"/>
                    </a:cubicBezTo>
                    <a:cubicBezTo>
                      <a:pt x="40" y="10"/>
                      <a:pt x="42" y="9"/>
                      <a:pt x="44" y="11"/>
                    </a:cubicBezTo>
                    <a:cubicBezTo>
                      <a:pt x="45" y="11"/>
                      <a:pt x="45" y="12"/>
                      <a:pt x="44" y="12"/>
                    </a:cubicBezTo>
                    <a:cubicBezTo>
                      <a:pt x="46" y="12"/>
                      <a:pt x="44" y="11"/>
                      <a:pt x="44" y="11"/>
                    </a:cubicBezTo>
                    <a:cubicBezTo>
                      <a:pt x="43" y="8"/>
                      <a:pt x="41" y="9"/>
                      <a:pt x="39" y="8"/>
                    </a:cubicBezTo>
                    <a:cubicBezTo>
                      <a:pt x="39" y="7"/>
                      <a:pt x="39" y="7"/>
                      <a:pt x="38" y="7"/>
                    </a:cubicBezTo>
                    <a:close/>
                  </a:path>
                </a:pathLst>
              </a:custGeom>
              <a:solidFill>
                <a:srgbClr val="BAF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2" name="Freeform 530"/>
              <p:cNvSpPr/>
              <p:nvPr/>
            </p:nvSpPr>
            <p:spPr bwMode="auto">
              <a:xfrm>
                <a:off x="2597" y="1366"/>
                <a:ext cx="127" cy="189"/>
              </a:xfrm>
              <a:custGeom>
                <a:avLst/>
                <a:gdLst>
                  <a:gd name="T0" fmla="*/ 10 w 53"/>
                  <a:gd name="T1" fmla="*/ 0 h 79"/>
                  <a:gd name="T2" fmla="*/ 15 w 53"/>
                  <a:gd name="T3" fmla="*/ 10 h 79"/>
                  <a:gd name="T4" fmla="*/ 19 w 53"/>
                  <a:gd name="T5" fmla="*/ 14 h 79"/>
                  <a:gd name="T6" fmla="*/ 31 w 53"/>
                  <a:gd name="T7" fmla="*/ 22 h 79"/>
                  <a:gd name="T8" fmla="*/ 41 w 53"/>
                  <a:gd name="T9" fmla="*/ 21 h 79"/>
                  <a:gd name="T10" fmla="*/ 46 w 53"/>
                  <a:gd name="T11" fmla="*/ 23 h 79"/>
                  <a:gd name="T12" fmla="*/ 48 w 53"/>
                  <a:gd name="T13" fmla="*/ 25 h 79"/>
                  <a:gd name="T14" fmla="*/ 52 w 53"/>
                  <a:gd name="T15" fmla="*/ 31 h 79"/>
                  <a:gd name="T16" fmla="*/ 50 w 53"/>
                  <a:gd name="T17" fmla="*/ 37 h 79"/>
                  <a:gd name="T18" fmla="*/ 44 w 53"/>
                  <a:gd name="T19" fmla="*/ 52 h 79"/>
                  <a:gd name="T20" fmla="*/ 43 w 53"/>
                  <a:gd name="T21" fmla="*/ 60 h 79"/>
                  <a:gd name="T22" fmla="*/ 39 w 53"/>
                  <a:gd name="T23" fmla="*/ 73 h 79"/>
                  <a:gd name="T24" fmla="*/ 37 w 53"/>
                  <a:gd name="T25" fmla="*/ 79 h 79"/>
                  <a:gd name="T26" fmla="*/ 34 w 53"/>
                  <a:gd name="T27" fmla="*/ 70 h 79"/>
                  <a:gd name="T28" fmla="*/ 32 w 53"/>
                  <a:gd name="T29" fmla="*/ 62 h 79"/>
                  <a:gd name="T30" fmla="*/ 19 w 53"/>
                  <a:gd name="T31" fmla="*/ 30 h 79"/>
                  <a:gd name="T32" fmla="*/ 21 w 53"/>
                  <a:gd name="T33" fmla="*/ 55 h 79"/>
                  <a:gd name="T34" fmla="*/ 27 w 53"/>
                  <a:gd name="T35" fmla="*/ 77 h 79"/>
                  <a:gd name="T36" fmla="*/ 25 w 53"/>
                  <a:gd name="T37" fmla="*/ 77 h 79"/>
                  <a:gd name="T38" fmla="*/ 25 w 53"/>
                  <a:gd name="T39" fmla="*/ 77 h 79"/>
                  <a:gd name="T40" fmla="*/ 23 w 53"/>
                  <a:gd name="T41" fmla="*/ 74 h 79"/>
                  <a:gd name="T42" fmla="*/ 10 w 53"/>
                  <a:gd name="T43" fmla="*/ 62 h 79"/>
                  <a:gd name="T44" fmla="*/ 0 w 53"/>
                  <a:gd name="T45" fmla="*/ 17 h 79"/>
                  <a:gd name="T46" fmla="*/ 1 w 53"/>
                  <a:gd name="T47" fmla="*/ 7 h 79"/>
                  <a:gd name="T48" fmla="*/ 10 w 53"/>
                  <a:gd name="T49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3" h="79">
                    <a:moveTo>
                      <a:pt x="10" y="0"/>
                    </a:moveTo>
                    <a:cubicBezTo>
                      <a:pt x="13" y="2"/>
                      <a:pt x="13" y="7"/>
                      <a:pt x="15" y="10"/>
                    </a:cubicBezTo>
                    <a:cubicBezTo>
                      <a:pt x="16" y="11"/>
                      <a:pt x="18" y="13"/>
                      <a:pt x="19" y="14"/>
                    </a:cubicBezTo>
                    <a:cubicBezTo>
                      <a:pt x="21" y="20"/>
                      <a:pt x="24" y="24"/>
                      <a:pt x="31" y="22"/>
                    </a:cubicBezTo>
                    <a:cubicBezTo>
                      <a:pt x="34" y="20"/>
                      <a:pt x="38" y="21"/>
                      <a:pt x="41" y="21"/>
                    </a:cubicBezTo>
                    <a:cubicBezTo>
                      <a:pt x="43" y="22"/>
                      <a:pt x="45" y="22"/>
                      <a:pt x="46" y="23"/>
                    </a:cubicBezTo>
                    <a:cubicBezTo>
                      <a:pt x="47" y="24"/>
                      <a:pt x="47" y="25"/>
                      <a:pt x="48" y="25"/>
                    </a:cubicBezTo>
                    <a:cubicBezTo>
                      <a:pt x="49" y="27"/>
                      <a:pt x="51" y="29"/>
                      <a:pt x="52" y="31"/>
                    </a:cubicBezTo>
                    <a:cubicBezTo>
                      <a:pt x="53" y="34"/>
                      <a:pt x="51" y="35"/>
                      <a:pt x="50" y="37"/>
                    </a:cubicBezTo>
                    <a:cubicBezTo>
                      <a:pt x="45" y="41"/>
                      <a:pt x="46" y="47"/>
                      <a:pt x="44" y="52"/>
                    </a:cubicBezTo>
                    <a:cubicBezTo>
                      <a:pt x="41" y="55"/>
                      <a:pt x="43" y="57"/>
                      <a:pt x="43" y="60"/>
                    </a:cubicBezTo>
                    <a:cubicBezTo>
                      <a:pt x="44" y="65"/>
                      <a:pt x="47" y="71"/>
                      <a:pt x="39" y="73"/>
                    </a:cubicBezTo>
                    <a:cubicBezTo>
                      <a:pt x="38" y="74"/>
                      <a:pt x="39" y="78"/>
                      <a:pt x="37" y="79"/>
                    </a:cubicBezTo>
                    <a:cubicBezTo>
                      <a:pt x="34" y="77"/>
                      <a:pt x="34" y="73"/>
                      <a:pt x="34" y="70"/>
                    </a:cubicBezTo>
                    <a:cubicBezTo>
                      <a:pt x="34" y="67"/>
                      <a:pt x="34" y="64"/>
                      <a:pt x="32" y="62"/>
                    </a:cubicBezTo>
                    <a:cubicBezTo>
                      <a:pt x="24" y="53"/>
                      <a:pt x="21" y="43"/>
                      <a:pt x="19" y="30"/>
                    </a:cubicBezTo>
                    <a:cubicBezTo>
                      <a:pt x="14" y="39"/>
                      <a:pt x="14" y="48"/>
                      <a:pt x="21" y="55"/>
                    </a:cubicBezTo>
                    <a:cubicBezTo>
                      <a:pt x="28" y="61"/>
                      <a:pt x="30" y="69"/>
                      <a:pt x="27" y="77"/>
                    </a:cubicBezTo>
                    <a:cubicBezTo>
                      <a:pt x="26" y="77"/>
                      <a:pt x="26" y="77"/>
                      <a:pt x="25" y="77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5" y="76"/>
                      <a:pt x="25" y="74"/>
                      <a:pt x="23" y="74"/>
                    </a:cubicBezTo>
                    <a:cubicBezTo>
                      <a:pt x="16" y="73"/>
                      <a:pt x="13" y="68"/>
                      <a:pt x="10" y="62"/>
                    </a:cubicBezTo>
                    <a:cubicBezTo>
                      <a:pt x="7" y="47"/>
                      <a:pt x="3" y="32"/>
                      <a:pt x="0" y="17"/>
                    </a:cubicBezTo>
                    <a:cubicBezTo>
                      <a:pt x="0" y="13"/>
                      <a:pt x="0" y="10"/>
                      <a:pt x="1" y="7"/>
                    </a:cubicBezTo>
                    <a:cubicBezTo>
                      <a:pt x="2" y="3"/>
                      <a:pt x="5" y="0"/>
                      <a:pt x="10" y="0"/>
                    </a:cubicBezTo>
                    <a:close/>
                  </a:path>
                </a:pathLst>
              </a:custGeom>
              <a:solidFill>
                <a:srgbClr val="B9D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3" name="Freeform 531"/>
              <p:cNvSpPr/>
              <p:nvPr/>
            </p:nvSpPr>
            <p:spPr bwMode="auto">
              <a:xfrm>
                <a:off x="2879" y="1516"/>
                <a:ext cx="100" cy="89"/>
              </a:xfrm>
              <a:custGeom>
                <a:avLst/>
                <a:gdLst>
                  <a:gd name="T0" fmla="*/ 24 w 42"/>
                  <a:gd name="T1" fmla="*/ 35 h 37"/>
                  <a:gd name="T2" fmla="*/ 19 w 42"/>
                  <a:gd name="T3" fmla="*/ 28 h 37"/>
                  <a:gd name="T4" fmla="*/ 8 w 42"/>
                  <a:gd name="T5" fmla="*/ 32 h 37"/>
                  <a:gd name="T6" fmla="*/ 7 w 42"/>
                  <a:gd name="T7" fmla="*/ 27 h 37"/>
                  <a:gd name="T8" fmla="*/ 6 w 42"/>
                  <a:gd name="T9" fmla="*/ 23 h 37"/>
                  <a:gd name="T10" fmla="*/ 7 w 42"/>
                  <a:gd name="T11" fmla="*/ 14 h 37"/>
                  <a:gd name="T12" fmla="*/ 9 w 42"/>
                  <a:gd name="T13" fmla="*/ 12 h 37"/>
                  <a:gd name="T14" fmla="*/ 16 w 42"/>
                  <a:gd name="T15" fmla="*/ 3 h 37"/>
                  <a:gd name="T16" fmla="*/ 39 w 42"/>
                  <a:gd name="T17" fmla="*/ 9 h 37"/>
                  <a:gd name="T18" fmla="*/ 33 w 42"/>
                  <a:gd name="T19" fmla="*/ 33 h 37"/>
                  <a:gd name="T20" fmla="*/ 24 w 42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" h="37">
                    <a:moveTo>
                      <a:pt x="24" y="35"/>
                    </a:moveTo>
                    <a:cubicBezTo>
                      <a:pt x="21" y="34"/>
                      <a:pt x="21" y="31"/>
                      <a:pt x="19" y="28"/>
                    </a:cubicBezTo>
                    <a:cubicBezTo>
                      <a:pt x="16" y="32"/>
                      <a:pt x="13" y="36"/>
                      <a:pt x="8" y="32"/>
                    </a:cubicBezTo>
                    <a:cubicBezTo>
                      <a:pt x="7" y="30"/>
                      <a:pt x="5" y="29"/>
                      <a:pt x="7" y="27"/>
                    </a:cubicBezTo>
                    <a:cubicBezTo>
                      <a:pt x="10" y="25"/>
                      <a:pt x="9" y="25"/>
                      <a:pt x="6" y="23"/>
                    </a:cubicBezTo>
                    <a:cubicBezTo>
                      <a:pt x="0" y="19"/>
                      <a:pt x="0" y="17"/>
                      <a:pt x="7" y="14"/>
                    </a:cubicBezTo>
                    <a:cubicBezTo>
                      <a:pt x="7" y="13"/>
                      <a:pt x="8" y="13"/>
                      <a:pt x="9" y="12"/>
                    </a:cubicBezTo>
                    <a:cubicBezTo>
                      <a:pt x="9" y="7"/>
                      <a:pt x="13" y="5"/>
                      <a:pt x="16" y="3"/>
                    </a:cubicBezTo>
                    <a:cubicBezTo>
                      <a:pt x="31" y="0"/>
                      <a:pt x="35" y="2"/>
                      <a:pt x="39" y="9"/>
                    </a:cubicBezTo>
                    <a:cubicBezTo>
                      <a:pt x="42" y="17"/>
                      <a:pt x="39" y="27"/>
                      <a:pt x="33" y="33"/>
                    </a:cubicBezTo>
                    <a:cubicBezTo>
                      <a:pt x="30" y="35"/>
                      <a:pt x="28" y="37"/>
                      <a:pt x="24" y="35"/>
                    </a:cubicBezTo>
                    <a:close/>
                  </a:path>
                </a:pathLst>
              </a:custGeom>
              <a:solidFill>
                <a:srgbClr val="B6FF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4" name="Freeform 532"/>
              <p:cNvSpPr/>
              <p:nvPr/>
            </p:nvSpPr>
            <p:spPr bwMode="auto">
              <a:xfrm>
                <a:off x="2915" y="1514"/>
                <a:ext cx="93" cy="129"/>
              </a:xfrm>
              <a:custGeom>
                <a:avLst/>
                <a:gdLst>
                  <a:gd name="T0" fmla="*/ 9 w 39"/>
                  <a:gd name="T1" fmla="*/ 36 h 54"/>
                  <a:gd name="T2" fmla="*/ 22 w 39"/>
                  <a:gd name="T3" fmla="*/ 22 h 54"/>
                  <a:gd name="T4" fmla="*/ 8 w 39"/>
                  <a:gd name="T5" fmla="*/ 4 h 54"/>
                  <a:gd name="T6" fmla="*/ 1 w 39"/>
                  <a:gd name="T7" fmla="*/ 4 h 54"/>
                  <a:gd name="T8" fmla="*/ 20 w 39"/>
                  <a:gd name="T9" fmla="*/ 1 h 54"/>
                  <a:gd name="T10" fmla="*/ 21 w 39"/>
                  <a:gd name="T11" fmla="*/ 1 h 54"/>
                  <a:gd name="T12" fmla="*/ 32 w 39"/>
                  <a:gd name="T13" fmla="*/ 6 h 54"/>
                  <a:gd name="T14" fmla="*/ 36 w 39"/>
                  <a:gd name="T15" fmla="*/ 10 h 54"/>
                  <a:gd name="T16" fmla="*/ 38 w 39"/>
                  <a:gd name="T17" fmla="*/ 21 h 54"/>
                  <a:gd name="T18" fmla="*/ 38 w 39"/>
                  <a:gd name="T19" fmla="*/ 27 h 54"/>
                  <a:gd name="T20" fmla="*/ 31 w 39"/>
                  <a:gd name="T21" fmla="*/ 36 h 54"/>
                  <a:gd name="T22" fmla="*/ 15 w 39"/>
                  <a:gd name="T23" fmla="*/ 54 h 54"/>
                  <a:gd name="T24" fmla="*/ 13 w 39"/>
                  <a:gd name="T25" fmla="*/ 54 h 54"/>
                  <a:gd name="T26" fmla="*/ 3 w 39"/>
                  <a:gd name="T27" fmla="*/ 52 h 54"/>
                  <a:gd name="T28" fmla="*/ 4 w 39"/>
                  <a:gd name="T29" fmla="*/ 43 h 54"/>
                  <a:gd name="T30" fmla="*/ 9 w 39"/>
                  <a:gd name="T31" fmla="*/ 3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" h="54">
                    <a:moveTo>
                      <a:pt x="9" y="36"/>
                    </a:moveTo>
                    <a:cubicBezTo>
                      <a:pt x="17" y="35"/>
                      <a:pt x="20" y="28"/>
                      <a:pt x="22" y="22"/>
                    </a:cubicBezTo>
                    <a:cubicBezTo>
                      <a:pt x="25" y="12"/>
                      <a:pt x="19" y="1"/>
                      <a:pt x="8" y="4"/>
                    </a:cubicBezTo>
                    <a:cubicBezTo>
                      <a:pt x="6" y="4"/>
                      <a:pt x="4" y="4"/>
                      <a:pt x="1" y="4"/>
                    </a:cubicBezTo>
                    <a:cubicBezTo>
                      <a:pt x="7" y="0"/>
                      <a:pt x="14" y="3"/>
                      <a:pt x="20" y="1"/>
                    </a:cubicBezTo>
                    <a:cubicBezTo>
                      <a:pt x="20" y="0"/>
                      <a:pt x="21" y="1"/>
                      <a:pt x="21" y="1"/>
                    </a:cubicBezTo>
                    <a:cubicBezTo>
                      <a:pt x="23" y="8"/>
                      <a:pt x="26" y="8"/>
                      <a:pt x="32" y="6"/>
                    </a:cubicBezTo>
                    <a:cubicBezTo>
                      <a:pt x="34" y="6"/>
                      <a:pt x="35" y="8"/>
                      <a:pt x="36" y="10"/>
                    </a:cubicBezTo>
                    <a:cubicBezTo>
                      <a:pt x="37" y="13"/>
                      <a:pt x="38" y="17"/>
                      <a:pt x="38" y="21"/>
                    </a:cubicBezTo>
                    <a:cubicBezTo>
                      <a:pt x="39" y="23"/>
                      <a:pt x="38" y="25"/>
                      <a:pt x="38" y="27"/>
                    </a:cubicBezTo>
                    <a:cubicBezTo>
                      <a:pt x="36" y="31"/>
                      <a:pt x="34" y="33"/>
                      <a:pt x="31" y="36"/>
                    </a:cubicBezTo>
                    <a:cubicBezTo>
                      <a:pt x="24" y="40"/>
                      <a:pt x="19" y="46"/>
                      <a:pt x="15" y="54"/>
                    </a:cubicBezTo>
                    <a:cubicBezTo>
                      <a:pt x="15" y="54"/>
                      <a:pt x="14" y="54"/>
                      <a:pt x="13" y="54"/>
                    </a:cubicBezTo>
                    <a:cubicBezTo>
                      <a:pt x="10" y="54"/>
                      <a:pt x="7" y="52"/>
                      <a:pt x="3" y="52"/>
                    </a:cubicBezTo>
                    <a:cubicBezTo>
                      <a:pt x="0" y="48"/>
                      <a:pt x="1" y="45"/>
                      <a:pt x="4" y="43"/>
                    </a:cubicBezTo>
                    <a:cubicBezTo>
                      <a:pt x="6" y="40"/>
                      <a:pt x="7" y="38"/>
                      <a:pt x="9" y="36"/>
                    </a:cubicBezTo>
                    <a:close/>
                  </a:path>
                </a:pathLst>
              </a:custGeom>
              <a:solidFill>
                <a:srgbClr val="D5FF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5" name="Freeform 533"/>
              <p:cNvSpPr/>
              <p:nvPr/>
            </p:nvSpPr>
            <p:spPr bwMode="auto">
              <a:xfrm>
                <a:off x="2745" y="1440"/>
                <a:ext cx="96" cy="91"/>
              </a:xfrm>
              <a:custGeom>
                <a:avLst/>
                <a:gdLst>
                  <a:gd name="T0" fmla="*/ 21 w 40"/>
                  <a:gd name="T1" fmla="*/ 0 h 38"/>
                  <a:gd name="T2" fmla="*/ 25 w 40"/>
                  <a:gd name="T3" fmla="*/ 0 h 38"/>
                  <a:gd name="T4" fmla="*/ 36 w 40"/>
                  <a:gd name="T5" fmla="*/ 16 h 38"/>
                  <a:gd name="T6" fmla="*/ 34 w 40"/>
                  <a:gd name="T7" fmla="*/ 30 h 38"/>
                  <a:gd name="T8" fmla="*/ 26 w 40"/>
                  <a:gd name="T9" fmla="*/ 38 h 38"/>
                  <a:gd name="T10" fmla="*/ 21 w 40"/>
                  <a:gd name="T11" fmla="*/ 28 h 38"/>
                  <a:gd name="T12" fmla="*/ 21 w 40"/>
                  <a:gd name="T13" fmla="*/ 18 h 38"/>
                  <a:gd name="T14" fmla="*/ 9 w 40"/>
                  <a:gd name="T15" fmla="*/ 16 h 38"/>
                  <a:gd name="T16" fmla="*/ 3 w 40"/>
                  <a:gd name="T17" fmla="*/ 4 h 38"/>
                  <a:gd name="T18" fmla="*/ 5 w 40"/>
                  <a:gd name="T19" fmla="*/ 4 h 38"/>
                  <a:gd name="T20" fmla="*/ 21 w 40"/>
                  <a:gd name="T2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38">
                    <a:moveTo>
                      <a:pt x="21" y="0"/>
                    </a:moveTo>
                    <a:cubicBezTo>
                      <a:pt x="22" y="0"/>
                      <a:pt x="23" y="0"/>
                      <a:pt x="25" y="0"/>
                    </a:cubicBezTo>
                    <a:cubicBezTo>
                      <a:pt x="40" y="3"/>
                      <a:pt x="39" y="3"/>
                      <a:pt x="36" y="16"/>
                    </a:cubicBezTo>
                    <a:cubicBezTo>
                      <a:pt x="35" y="20"/>
                      <a:pt x="35" y="25"/>
                      <a:pt x="34" y="30"/>
                    </a:cubicBezTo>
                    <a:cubicBezTo>
                      <a:pt x="33" y="34"/>
                      <a:pt x="32" y="38"/>
                      <a:pt x="26" y="38"/>
                    </a:cubicBezTo>
                    <a:cubicBezTo>
                      <a:pt x="22" y="38"/>
                      <a:pt x="21" y="35"/>
                      <a:pt x="21" y="28"/>
                    </a:cubicBezTo>
                    <a:cubicBezTo>
                      <a:pt x="21" y="25"/>
                      <a:pt x="21" y="21"/>
                      <a:pt x="21" y="18"/>
                    </a:cubicBezTo>
                    <a:cubicBezTo>
                      <a:pt x="17" y="17"/>
                      <a:pt x="13" y="17"/>
                      <a:pt x="9" y="16"/>
                    </a:cubicBezTo>
                    <a:cubicBezTo>
                      <a:pt x="1" y="13"/>
                      <a:pt x="0" y="13"/>
                      <a:pt x="3" y="4"/>
                    </a:cubicBezTo>
                    <a:cubicBezTo>
                      <a:pt x="4" y="4"/>
                      <a:pt x="4" y="4"/>
                      <a:pt x="5" y="4"/>
                    </a:cubicBezTo>
                    <a:cubicBezTo>
                      <a:pt x="10" y="4"/>
                      <a:pt x="16" y="4"/>
                      <a:pt x="21" y="0"/>
                    </a:cubicBezTo>
                    <a:close/>
                  </a:path>
                </a:pathLst>
              </a:custGeom>
              <a:solidFill>
                <a:srgbClr val="B9FF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6" name="Freeform 534"/>
              <p:cNvSpPr/>
              <p:nvPr/>
            </p:nvSpPr>
            <p:spPr bwMode="auto">
              <a:xfrm>
                <a:off x="2946" y="1547"/>
                <a:ext cx="100" cy="165"/>
              </a:xfrm>
              <a:custGeom>
                <a:avLst/>
                <a:gdLst>
                  <a:gd name="T0" fmla="*/ 0 w 42"/>
                  <a:gd name="T1" fmla="*/ 40 h 69"/>
                  <a:gd name="T2" fmla="*/ 2 w 42"/>
                  <a:gd name="T3" fmla="*/ 39 h 69"/>
                  <a:gd name="T4" fmla="*/ 17 w 42"/>
                  <a:gd name="T5" fmla="*/ 20 h 69"/>
                  <a:gd name="T6" fmla="*/ 23 w 42"/>
                  <a:gd name="T7" fmla="*/ 13 h 69"/>
                  <a:gd name="T8" fmla="*/ 29 w 42"/>
                  <a:gd name="T9" fmla="*/ 9 h 69"/>
                  <a:gd name="T10" fmla="*/ 36 w 42"/>
                  <a:gd name="T11" fmla="*/ 1 h 69"/>
                  <a:gd name="T12" fmla="*/ 42 w 42"/>
                  <a:gd name="T13" fmla="*/ 5 h 69"/>
                  <a:gd name="T14" fmla="*/ 35 w 42"/>
                  <a:gd name="T15" fmla="*/ 15 h 69"/>
                  <a:gd name="T16" fmla="*/ 35 w 42"/>
                  <a:gd name="T17" fmla="*/ 16 h 69"/>
                  <a:gd name="T18" fmla="*/ 33 w 42"/>
                  <a:gd name="T19" fmla="*/ 20 h 69"/>
                  <a:gd name="T20" fmla="*/ 31 w 42"/>
                  <a:gd name="T21" fmla="*/ 24 h 69"/>
                  <a:gd name="T22" fmla="*/ 31 w 42"/>
                  <a:gd name="T23" fmla="*/ 26 h 69"/>
                  <a:gd name="T24" fmla="*/ 25 w 42"/>
                  <a:gd name="T25" fmla="*/ 35 h 69"/>
                  <a:gd name="T26" fmla="*/ 16 w 42"/>
                  <a:gd name="T27" fmla="*/ 57 h 69"/>
                  <a:gd name="T28" fmla="*/ 17 w 42"/>
                  <a:gd name="T29" fmla="*/ 66 h 69"/>
                  <a:gd name="T30" fmla="*/ 15 w 42"/>
                  <a:gd name="T31" fmla="*/ 69 h 69"/>
                  <a:gd name="T32" fmla="*/ 4 w 42"/>
                  <a:gd name="T33" fmla="*/ 59 h 69"/>
                  <a:gd name="T34" fmla="*/ 2 w 42"/>
                  <a:gd name="T35" fmla="*/ 49 h 69"/>
                  <a:gd name="T36" fmla="*/ 0 w 42"/>
                  <a:gd name="T37" fmla="*/ 4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69">
                    <a:moveTo>
                      <a:pt x="0" y="40"/>
                    </a:moveTo>
                    <a:cubicBezTo>
                      <a:pt x="1" y="40"/>
                      <a:pt x="1" y="39"/>
                      <a:pt x="2" y="39"/>
                    </a:cubicBezTo>
                    <a:cubicBezTo>
                      <a:pt x="7" y="33"/>
                      <a:pt x="13" y="27"/>
                      <a:pt x="17" y="20"/>
                    </a:cubicBezTo>
                    <a:cubicBezTo>
                      <a:pt x="19" y="18"/>
                      <a:pt x="21" y="15"/>
                      <a:pt x="23" y="13"/>
                    </a:cubicBezTo>
                    <a:cubicBezTo>
                      <a:pt x="25" y="11"/>
                      <a:pt x="25" y="8"/>
                      <a:pt x="29" y="9"/>
                    </a:cubicBezTo>
                    <a:cubicBezTo>
                      <a:pt x="31" y="6"/>
                      <a:pt x="32" y="2"/>
                      <a:pt x="36" y="1"/>
                    </a:cubicBezTo>
                    <a:cubicBezTo>
                      <a:pt x="40" y="0"/>
                      <a:pt x="41" y="2"/>
                      <a:pt x="42" y="5"/>
                    </a:cubicBezTo>
                    <a:cubicBezTo>
                      <a:pt x="40" y="8"/>
                      <a:pt x="37" y="11"/>
                      <a:pt x="35" y="15"/>
                    </a:cubicBezTo>
                    <a:cubicBezTo>
                      <a:pt x="35" y="15"/>
                      <a:pt x="35" y="15"/>
                      <a:pt x="35" y="16"/>
                    </a:cubicBezTo>
                    <a:cubicBezTo>
                      <a:pt x="34" y="17"/>
                      <a:pt x="34" y="19"/>
                      <a:pt x="33" y="20"/>
                    </a:cubicBezTo>
                    <a:cubicBezTo>
                      <a:pt x="33" y="22"/>
                      <a:pt x="32" y="23"/>
                      <a:pt x="31" y="24"/>
                    </a:cubicBezTo>
                    <a:cubicBezTo>
                      <a:pt x="31" y="25"/>
                      <a:pt x="31" y="25"/>
                      <a:pt x="31" y="26"/>
                    </a:cubicBezTo>
                    <a:cubicBezTo>
                      <a:pt x="31" y="30"/>
                      <a:pt x="28" y="34"/>
                      <a:pt x="25" y="35"/>
                    </a:cubicBezTo>
                    <a:cubicBezTo>
                      <a:pt x="15" y="40"/>
                      <a:pt x="15" y="48"/>
                      <a:pt x="16" y="57"/>
                    </a:cubicBezTo>
                    <a:cubicBezTo>
                      <a:pt x="17" y="60"/>
                      <a:pt x="18" y="63"/>
                      <a:pt x="17" y="66"/>
                    </a:cubicBezTo>
                    <a:cubicBezTo>
                      <a:pt x="17" y="67"/>
                      <a:pt x="16" y="68"/>
                      <a:pt x="15" y="69"/>
                    </a:cubicBezTo>
                    <a:cubicBezTo>
                      <a:pt x="4" y="69"/>
                      <a:pt x="5" y="69"/>
                      <a:pt x="4" y="59"/>
                    </a:cubicBezTo>
                    <a:cubicBezTo>
                      <a:pt x="4" y="56"/>
                      <a:pt x="4" y="52"/>
                      <a:pt x="2" y="49"/>
                    </a:cubicBezTo>
                    <a:cubicBezTo>
                      <a:pt x="1" y="46"/>
                      <a:pt x="1" y="43"/>
                      <a:pt x="0" y="40"/>
                    </a:cubicBezTo>
                    <a:close/>
                  </a:path>
                </a:pathLst>
              </a:custGeom>
              <a:solidFill>
                <a:srgbClr val="B7D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447" name="Freeform 535"/>
              <p:cNvSpPr/>
              <p:nvPr/>
            </p:nvSpPr>
            <p:spPr bwMode="auto">
              <a:xfrm>
                <a:off x="2931" y="1705"/>
                <a:ext cx="79" cy="83"/>
              </a:xfrm>
              <a:custGeom>
                <a:avLst/>
                <a:gdLst>
                  <a:gd name="T0" fmla="*/ 27 w 33"/>
                  <a:gd name="T1" fmla="*/ 4 h 35"/>
                  <a:gd name="T2" fmla="*/ 33 w 33"/>
                  <a:gd name="T3" fmla="*/ 12 h 35"/>
                  <a:gd name="T4" fmla="*/ 30 w 33"/>
                  <a:gd name="T5" fmla="*/ 28 h 35"/>
                  <a:gd name="T6" fmla="*/ 28 w 33"/>
                  <a:gd name="T7" fmla="*/ 33 h 35"/>
                  <a:gd name="T8" fmla="*/ 27 w 33"/>
                  <a:gd name="T9" fmla="*/ 35 h 35"/>
                  <a:gd name="T10" fmla="*/ 24 w 33"/>
                  <a:gd name="T11" fmla="*/ 33 h 35"/>
                  <a:gd name="T12" fmla="*/ 18 w 33"/>
                  <a:gd name="T13" fmla="*/ 30 h 35"/>
                  <a:gd name="T14" fmla="*/ 10 w 33"/>
                  <a:gd name="T15" fmla="*/ 28 h 35"/>
                  <a:gd name="T16" fmla="*/ 11 w 33"/>
                  <a:gd name="T17" fmla="*/ 16 h 35"/>
                  <a:gd name="T18" fmla="*/ 0 w 33"/>
                  <a:gd name="T19" fmla="*/ 16 h 35"/>
                  <a:gd name="T20" fmla="*/ 0 w 33"/>
                  <a:gd name="T21" fmla="*/ 14 h 35"/>
                  <a:gd name="T22" fmla="*/ 2 w 33"/>
                  <a:gd name="T23" fmla="*/ 12 h 35"/>
                  <a:gd name="T24" fmla="*/ 2 w 33"/>
                  <a:gd name="T25" fmla="*/ 12 h 35"/>
                  <a:gd name="T26" fmla="*/ 4 w 33"/>
                  <a:gd name="T27" fmla="*/ 10 h 35"/>
                  <a:gd name="T28" fmla="*/ 4 w 33"/>
                  <a:gd name="T29" fmla="*/ 10 h 35"/>
                  <a:gd name="T30" fmla="*/ 21 w 33"/>
                  <a:gd name="T31" fmla="*/ 2 h 35"/>
                  <a:gd name="T32" fmla="*/ 21 w 33"/>
                  <a:gd name="T33" fmla="*/ 2 h 35"/>
                  <a:gd name="T34" fmla="*/ 27 w 33"/>
                  <a:gd name="T3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3" h="35">
                    <a:moveTo>
                      <a:pt x="27" y="4"/>
                    </a:moveTo>
                    <a:cubicBezTo>
                      <a:pt x="28" y="8"/>
                      <a:pt x="31" y="10"/>
                      <a:pt x="33" y="12"/>
                    </a:cubicBezTo>
                    <a:cubicBezTo>
                      <a:pt x="31" y="17"/>
                      <a:pt x="25" y="21"/>
                      <a:pt x="30" y="28"/>
                    </a:cubicBezTo>
                    <a:cubicBezTo>
                      <a:pt x="27" y="29"/>
                      <a:pt x="26" y="31"/>
                      <a:pt x="28" y="33"/>
                    </a:cubicBezTo>
                    <a:cubicBezTo>
                      <a:pt x="28" y="34"/>
                      <a:pt x="27" y="34"/>
                      <a:pt x="27" y="35"/>
                    </a:cubicBezTo>
                    <a:cubicBezTo>
                      <a:pt x="25" y="35"/>
                      <a:pt x="24" y="34"/>
                      <a:pt x="24" y="33"/>
                    </a:cubicBezTo>
                    <a:cubicBezTo>
                      <a:pt x="23" y="29"/>
                      <a:pt x="23" y="28"/>
                      <a:pt x="18" y="30"/>
                    </a:cubicBezTo>
                    <a:cubicBezTo>
                      <a:pt x="17" y="31"/>
                      <a:pt x="13" y="28"/>
                      <a:pt x="10" y="28"/>
                    </a:cubicBezTo>
                    <a:cubicBezTo>
                      <a:pt x="9" y="24"/>
                      <a:pt x="14" y="20"/>
                      <a:pt x="11" y="16"/>
                    </a:cubicBezTo>
                    <a:cubicBezTo>
                      <a:pt x="8" y="14"/>
                      <a:pt x="4" y="21"/>
                      <a:pt x="0" y="16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1" y="13"/>
                      <a:pt x="2" y="13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3" y="11"/>
                      <a:pt x="3" y="11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8" y="4"/>
                      <a:pt x="15" y="3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3" y="2"/>
                      <a:pt x="26" y="0"/>
                      <a:pt x="27" y="4"/>
                    </a:cubicBezTo>
                    <a:close/>
                  </a:path>
                </a:pathLst>
              </a:custGeom>
              <a:solidFill>
                <a:srgbClr val="B7D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ea typeface="Inter" panose="02000503000000020004" charset="0"/>
                  <a:cs typeface="Inter" panose="02000503000000020004" charset="0"/>
                </a:endParaRPr>
              </a:p>
            </p:txBody>
          </p:sp>
        </p:grpSp>
        <p:sp>
          <p:nvSpPr>
            <p:cNvPr id="169" name="Freeform 537"/>
            <p:cNvSpPr/>
            <p:nvPr/>
          </p:nvSpPr>
          <p:spPr bwMode="auto">
            <a:xfrm>
              <a:off x="2721" y="1362"/>
              <a:ext cx="74" cy="88"/>
            </a:xfrm>
            <a:custGeom>
              <a:avLst/>
              <a:gdLst>
                <a:gd name="T0" fmla="*/ 6 w 31"/>
                <a:gd name="T1" fmla="*/ 23 h 37"/>
                <a:gd name="T2" fmla="*/ 0 w 31"/>
                <a:gd name="T3" fmla="*/ 10 h 37"/>
                <a:gd name="T4" fmla="*/ 10 w 31"/>
                <a:gd name="T5" fmla="*/ 14 h 37"/>
                <a:gd name="T6" fmla="*/ 10 w 31"/>
                <a:gd name="T7" fmla="*/ 14 h 37"/>
                <a:gd name="T8" fmla="*/ 19 w 31"/>
                <a:gd name="T9" fmla="*/ 21 h 37"/>
                <a:gd name="T10" fmla="*/ 19 w 31"/>
                <a:gd name="T11" fmla="*/ 0 h 37"/>
                <a:gd name="T12" fmla="*/ 27 w 31"/>
                <a:gd name="T13" fmla="*/ 18 h 37"/>
                <a:gd name="T14" fmla="*/ 31 w 31"/>
                <a:gd name="T15" fmla="*/ 31 h 37"/>
                <a:gd name="T16" fmla="*/ 13 w 31"/>
                <a:gd name="T17" fmla="*/ 37 h 37"/>
                <a:gd name="T18" fmla="*/ 13 w 31"/>
                <a:gd name="T19" fmla="*/ 37 h 37"/>
                <a:gd name="T20" fmla="*/ 6 w 31"/>
                <a:gd name="T21" fmla="*/ 2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37">
                  <a:moveTo>
                    <a:pt x="6" y="23"/>
                  </a:moveTo>
                  <a:cubicBezTo>
                    <a:pt x="4" y="19"/>
                    <a:pt x="1" y="15"/>
                    <a:pt x="0" y="10"/>
                  </a:cubicBezTo>
                  <a:cubicBezTo>
                    <a:pt x="4" y="10"/>
                    <a:pt x="5" y="15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8"/>
                    <a:pt x="12" y="21"/>
                    <a:pt x="19" y="21"/>
                  </a:cubicBezTo>
                  <a:cubicBezTo>
                    <a:pt x="14" y="14"/>
                    <a:pt x="17" y="7"/>
                    <a:pt x="19" y="0"/>
                  </a:cubicBezTo>
                  <a:cubicBezTo>
                    <a:pt x="24" y="5"/>
                    <a:pt x="23" y="12"/>
                    <a:pt x="27" y="18"/>
                  </a:cubicBezTo>
                  <a:cubicBezTo>
                    <a:pt x="28" y="22"/>
                    <a:pt x="29" y="27"/>
                    <a:pt x="31" y="31"/>
                  </a:cubicBezTo>
                  <a:cubicBezTo>
                    <a:pt x="25" y="32"/>
                    <a:pt x="19" y="35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2"/>
                    <a:pt x="11" y="26"/>
                    <a:pt x="6" y="23"/>
                  </a:cubicBezTo>
                  <a:close/>
                </a:path>
              </a:pathLst>
            </a:custGeom>
            <a:solidFill>
              <a:srgbClr val="B9FF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0" name="Freeform 538"/>
            <p:cNvSpPr/>
            <p:nvPr/>
          </p:nvSpPr>
          <p:spPr bwMode="auto">
            <a:xfrm>
              <a:off x="2939" y="1664"/>
              <a:ext cx="43" cy="64"/>
            </a:xfrm>
            <a:custGeom>
              <a:avLst/>
              <a:gdLst>
                <a:gd name="T0" fmla="*/ 18 w 18"/>
                <a:gd name="T1" fmla="*/ 19 h 27"/>
                <a:gd name="T2" fmla="*/ 1 w 18"/>
                <a:gd name="T3" fmla="*/ 27 h 27"/>
                <a:gd name="T4" fmla="*/ 5 w 18"/>
                <a:gd name="T5" fmla="*/ 5 h 27"/>
                <a:gd name="T6" fmla="*/ 5 w 18"/>
                <a:gd name="T7" fmla="*/ 0 h 27"/>
                <a:gd name="T8" fmla="*/ 10 w 18"/>
                <a:gd name="T9" fmla="*/ 11 h 27"/>
                <a:gd name="T10" fmla="*/ 15 w 18"/>
                <a:gd name="T11" fmla="*/ 18 h 27"/>
                <a:gd name="T12" fmla="*/ 18 w 18"/>
                <a:gd name="T13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7">
                  <a:moveTo>
                    <a:pt x="18" y="19"/>
                  </a:moveTo>
                  <a:cubicBezTo>
                    <a:pt x="13" y="22"/>
                    <a:pt x="7" y="24"/>
                    <a:pt x="1" y="27"/>
                  </a:cubicBezTo>
                  <a:cubicBezTo>
                    <a:pt x="1" y="19"/>
                    <a:pt x="0" y="12"/>
                    <a:pt x="5" y="5"/>
                  </a:cubicBezTo>
                  <a:cubicBezTo>
                    <a:pt x="5" y="4"/>
                    <a:pt x="5" y="2"/>
                    <a:pt x="5" y="0"/>
                  </a:cubicBezTo>
                  <a:cubicBezTo>
                    <a:pt x="9" y="3"/>
                    <a:pt x="11" y="7"/>
                    <a:pt x="10" y="11"/>
                  </a:cubicBezTo>
                  <a:cubicBezTo>
                    <a:pt x="8" y="17"/>
                    <a:pt x="9" y="19"/>
                    <a:pt x="15" y="18"/>
                  </a:cubicBezTo>
                  <a:cubicBezTo>
                    <a:pt x="16" y="18"/>
                    <a:pt x="17" y="19"/>
                    <a:pt x="18" y="19"/>
                  </a:cubicBezTo>
                  <a:close/>
                </a:path>
              </a:pathLst>
            </a:custGeom>
            <a:solidFill>
              <a:srgbClr val="BDD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1" name="Freeform 539"/>
            <p:cNvSpPr/>
            <p:nvPr/>
          </p:nvSpPr>
          <p:spPr bwMode="auto">
            <a:xfrm>
              <a:off x="2752" y="1431"/>
              <a:ext cx="43" cy="26"/>
            </a:xfrm>
            <a:custGeom>
              <a:avLst/>
              <a:gdLst>
                <a:gd name="T0" fmla="*/ 0 w 18"/>
                <a:gd name="T1" fmla="*/ 8 h 11"/>
                <a:gd name="T2" fmla="*/ 18 w 18"/>
                <a:gd name="T3" fmla="*/ 2 h 11"/>
                <a:gd name="T4" fmla="*/ 18 w 18"/>
                <a:gd name="T5" fmla="*/ 4 h 11"/>
                <a:gd name="T6" fmla="*/ 14 w 18"/>
                <a:gd name="T7" fmla="*/ 9 h 11"/>
                <a:gd name="T8" fmla="*/ 0 w 18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0" y="8"/>
                  </a:moveTo>
                  <a:cubicBezTo>
                    <a:pt x="5" y="2"/>
                    <a:pt x="10" y="0"/>
                    <a:pt x="18" y="2"/>
                  </a:cubicBezTo>
                  <a:cubicBezTo>
                    <a:pt x="18" y="3"/>
                    <a:pt x="18" y="3"/>
                    <a:pt x="18" y="4"/>
                  </a:cubicBezTo>
                  <a:cubicBezTo>
                    <a:pt x="17" y="7"/>
                    <a:pt x="17" y="9"/>
                    <a:pt x="14" y="9"/>
                  </a:cubicBezTo>
                  <a:cubicBezTo>
                    <a:pt x="9" y="10"/>
                    <a:pt x="5" y="11"/>
                    <a:pt x="0" y="8"/>
                  </a:cubicBezTo>
                  <a:close/>
                </a:path>
              </a:pathLst>
            </a:custGeom>
            <a:solidFill>
              <a:srgbClr val="A1F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2" name="Freeform 540"/>
            <p:cNvSpPr/>
            <p:nvPr/>
          </p:nvSpPr>
          <p:spPr bwMode="auto">
            <a:xfrm>
              <a:off x="2836" y="1655"/>
              <a:ext cx="24" cy="57"/>
            </a:xfrm>
            <a:custGeom>
              <a:avLst/>
              <a:gdLst>
                <a:gd name="T0" fmla="*/ 10 w 10"/>
                <a:gd name="T1" fmla="*/ 24 h 24"/>
                <a:gd name="T2" fmla="*/ 0 w 10"/>
                <a:gd name="T3" fmla="*/ 0 h 24"/>
                <a:gd name="T4" fmla="*/ 7 w 10"/>
                <a:gd name="T5" fmla="*/ 6 h 24"/>
                <a:gd name="T6" fmla="*/ 10 w 10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4">
                  <a:moveTo>
                    <a:pt x="10" y="24"/>
                  </a:moveTo>
                  <a:cubicBezTo>
                    <a:pt x="6" y="16"/>
                    <a:pt x="5" y="7"/>
                    <a:pt x="0" y="0"/>
                  </a:cubicBezTo>
                  <a:cubicBezTo>
                    <a:pt x="4" y="0"/>
                    <a:pt x="6" y="2"/>
                    <a:pt x="7" y="6"/>
                  </a:cubicBezTo>
                  <a:cubicBezTo>
                    <a:pt x="9" y="12"/>
                    <a:pt x="10" y="17"/>
                    <a:pt x="10" y="24"/>
                  </a:cubicBezTo>
                  <a:close/>
                </a:path>
              </a:pathLst>
            </a:custGeom>
            <a:solidFill>
              <a:srgbClr val="F6FC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3" name="Freeform 541"/>
            <p:cNvSpPr/>
            <p:nvPr/>
          </p:nvSpPr>
          <p:spPr bwMode="auto">
            <a:xfrm>
              <a:off x="3001" y="1535"/>
              <a:ext cx="19" cy="43"/>
            </a:xfrm>
            <a:custGeom>
              <a:avLst/>
              <a:gdLst>
                <a:gd name="T0" fmla="*/ 6 w 8"/>
                <a:gd name="T1" fmla="*/ 14 h 18"/>
                <a:gd name="T2" fmla="*/ 0 w 8"/>
                <a:gd name="T3" fmla="*/ 18 h 18"/>
                <a:gd name="T4" fmla="*/ 2 w 8"/>
                <a:gd name="T5" fmla="*/ 12 h 18"/>
                <a:gd name="T6" fmla="*/ 4 w 8"/>
                <a:gd name="T7" fmla="*/ 0 h 18"/>
                <a:gd name="T8" fmla="*/ 6 w 8"/>
                <a:gd name="T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8">
                  <a:moveTo>
                    <a:pt x="6" y="14"/>
                  </a:moveTo>
                  <a:cubicBezTo>
                    <a:pt x="4" y="15"/>
                    <a:pt x="2" y="16"/>
                    <a:pt x="0" y="18"/>
                  </a:cubicBezTo>
                  <a:cubicBezTo>
                    <a:pt x="0" y="16"/>
                    <a:pt x="1" y="14"/>
                    <a:pt x="2" y="12"/>
                  </a:cubicBezTo>
                  <a:cubicBezTo>
                    <a:pt x="5" y="8"/>
                    <a:pt x="3" y="4"/>
                    <a:pt x="4" y="0"/>
                  </a:cubicBezTo>
                  <a:cubicBezTo>
                    <a:pt x="8" y="4"/>
                    <a:pt x="5" y="9"/>
                    <a:pt x="6" y="14"/>
                  </a:cubicBezTo>
                  <a:close/>
                </a:path>
              </a:pathLst>
            </a:custGeom>
            <a:solidFill>
              <a:srgbClr val="F5FC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4" name="Freeform 542"/>
            <p:cNvSpPr/>
            <p:nvPr/>
          </p:nvSpPr>
          <p:spPr bwMode="auto">
            <a:xfrm>
              <a:off x="2776" y="1643"/>
              <a:ext cx="46" cy="7"/>
            </a:xfrm>
            <a:custGeom>
              <a:avLst/>
              <a:gdLst>
                <a:gd name="T0" fmla="*/ 19 w 19"/>
                <a:gd name="T1" fmla="*/ 3 h 3"/>
                <a:gd name="T2" fmla="*/ 0 w 19"/>
                <a:gd name="T3" fmla="*/ 3 h 3"/>
                <a:gd name="T4" fmla="*/ 19 w 19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3">
                  <a:moveTo>
                    <a:pt x="19" y="3"/>
                  </a:moveTo>
                  <a:cubicBezTo>
                    <a:pt x="13" y="3"/>
                    <a:pt x="6" y="3"/>
                    <a:pt x="0" y="3"/>
                  </a:cubicBezTo>
                  <a:cubicBezTo>
                    <a:pt x="6" y="0"/>
                    <a:pt x="13" y="0"/>
                    <a:pt x="19" y="3"/>
                  </a:cubicBezTo>
                  <a:close/>
                </a:path>
              </a:pathLst>
            </a:custGeom>
            <a:solidFill>
              <a:srgbClr val="ACD8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5" name="Freeform 543"/>
            <p:cNvSpPr/>
            <p:nvPr/>
          </p:nvSpPr>
          <p:spPr bwMode="auto">
            <a:xfrm>
              <a:off x="2702" y="1493"/>
              <a:ext cx="24" cy="14"/>
            </a:xfrm>
            <a:custGeom>
              <a:avLst/>
              <a:gdLst>
                <a:gd name="T0" fmla="*/ 10 w 10"/>
                <a:gd name="T1" fmla="*/ 3 h 6"/>
                <a:gd name="T2" fmla="*/ 0 w 10"/>
                <a:gd name="T3" fmla="*/ 1 h 6"/>
                <a:gd name="T4" fmla="*/ 10 w 10"/>
                <a:gd name="T5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6">
                  <a:moveTo>
                    <a:pt x="10" y="3"/>
                  </a:moveTo>
                  <a:cubicBezTo>
                    <a:pt x="4" y="6"/>
                    <a:pt x="3" y="6"/>
                    <a:pt x="0" y="1"/>
                  </a:cubicBezTo>
                  <a:cubicBezTo>
                    <a:pt x="4" y="2"/>
                    <a:pt x="7" y="0"/>
                    <a:pt x="10" y="3"/>
                  </a:cubicBezTo>
                  <a:close/>
                </a:path>
              </a:pathLst>
            </a:custGeom>
            <a:solidFill>
              <a:srgbClr val="F2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6" name="Freeform 544"/>
            <p:cNvSpPr/>
            <p:nvPr/>
          </p:nvSpPr>
          <p:spPr bwMode="auto">
            <a:xfrm>
              <a:off x="2920" y="1643"/>
              <a:ext cx="11" cy="26"/>
            </a:xfrm>
            <a:custGeom>
              <a:avLst/>
              <a:gdLst>
                <a:gd name="T0" fmla="*/ 3 w 5"/>
                <a:gd name="T1" fmla="*/ 11 h 11"/>
                <a:gd name="T2" fmla="*/ 1 w 5"/>
                <a:gd name="T3" fmla="*/ 0 h 11"/>
                <a:gd name="T4" fmla="*/ 3 w 5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1">
                  <a:moveTo>
                    <a:pt x="3" y="11"/>
                  </a:moveTo>
                  <a:cubicBezTo>
                    <a:pt x="0" y="8"/>
                    <a:pt x="2" y="3"/>
                    <a:pt x="1" y="0"/>
                  </a:cubicBezTo>
                  <a:cubicBezTo>
                    <a:pt x="5" y="3"/>
                    <a:pt x="3" y="7"/>
                    <a:pt x="3" y="11"/>
                  </a:cubicBezTo>
                  <a:close/>
                </a:path>
              </a:pathLst>
            </a:custGeom>
            <a:solidFill>
              <a:srgbClr val="D5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7" name="Freeform 545"/>
            <p:cNvSpPr/>
            <p:nvPr/>
          </p:nvSpPr>
          <p:spPr bwMode="auto">
            <a:xfrm>
              <a:off x="2845" y="1519"/>
              <a:ext cx="27" cy="7"/>
            </a:xfrm>
            <a:custGeom>
              <a:avLst/>
              <a:gdLst>
                <a:gd name="T0" fmla="*/ 0 w 11"/>
                <a:gd name="T1" fmla="*/ 0 h 3"/>
                <a:gd name="T2" fmla="*/ 11 w 11"/>
                <a:gd name="T3" fmla="*/ 0 h 3"/>
                <a:gd name="T4" fmla="*/ 0 w 11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cubicBezTo>
                    <a:pt x="4" y="0"/>
                    <a:pt x="8" y="0"/>
                    <a:pt x="11" y="0"/>
                  </a:cubicBezTo>
                  <a:cubicBezTo>
                    <a:pt x="8" y="3"/>
                    <a:pt x="4" y="3"/>
                    <a:pt x="0" y="0"/>
                  </a:cubicBezTo>
                  <a:close/>
                </a:path>
              </a:pathLst>
            </a:custGeom>
            <a:solidFill>
              <a:srgbClr val="A4D6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8" name="Freeform 546"/>
            <p:cNvSpPr/>
            <p:nvPr/>
          </p:nvSpPr>
          <p:spPr bwMode="auto">
            <a:xfrm>
              <a:off x="2977" y="1514"/>
              <a:ext cx="19" cy="10"/>
            </a:xfrm>
            <a:custGeom>
              <a:avLst/>
              <a:gdLst>
                <a:gd name="T0" fmla="*/ 0 w 8"/>
                <a:gd name="T1" fmla="*/ 0 h 4"/>
                <a:gd name="T2" fmla="*/ 8 w 8"/>
                <a:gd name="T3" fmla="*/ 4 h 4"/>
                <a:gd name="T4" fmla="*/ 0 w 8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cubicBezTo>
                    <a:pt x="3" y="0"/>
                    <a:pt x="6" y="1"/>
                    <a:pt x="8" y="4"/>
                  </a:cubicBezTo>
                  <a:cubicBezTo>
                    <a:pt x="5" y="4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E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79" name="Freeform 547"/>
            <p:cNvSpPr/>
            <p:nvPr/>
          </p:nvSpPr>
          <p:spPr bwMode="auto">
            <a:xfrm>
              <a:off x="2716" y="1440"/>
              <a:ext cx="12" cy="14"/>
            </a:xfrm>
            <a:custGeom>
              <a:avLst/>
              <a:gdLst>
                <a:gd name="T0" fmla="*/ 0 w 5"/>
                <a:gd name="T1" fmla="*/ 6 h 6"/>
                <a:gd name="T2" fmla="*/ 2 w 5"/>
                <a:gd name="T3" fmla="*/ 0 h 6"/>
                <a:gd name="T4" fmla="*/ 0 w 5"/>
                <a:gd name="T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6">
                  <a:moveTo>
                    <a:pt x="0" y="6"/>
                  </a:moveTo>
                  <a:cubicBezTo>
                    <a:pt x="1" y="4"/>
                    <a:pt x="1" y="2"/>
                    <a:pt x="2" y="0"/>
                  </a:cubicBezTo>
                  <a:cubicBezTo>
                    <a:pt x="5" y="3"/>
                    <a:pt x="2" y="4"/>
                    <a:pt x="0" y="6"/>
                  </a:cubicBezTo>
                  <a:close/>
                </a:path>
              </a:pathLst>
            </a:custGeom>
            <a:solidFill>
              <a:srgbClr val="EC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0" name="Freeform 548"/>
            <p:cNvSpPr/>
            <p:nvPr/>
          </p:nvSpPr>
          <p:spPr bwMode="auto">
            <a:xfrm>
              <a:off x="2855" y="1559"/>
              <a:ext cx="5" cy="5"/>
            </a:xfrm>
            <a:custGeom>
              <a:avLst/>
              <a:gdLst>
                <a:gd name="T0" fmla="*/ 0 w 2"/>
                <a:gd name="T1" fmla="*/ 2 h 2"/>
                <a:gd name="T2" fmla="*/ 1 w 2"/>
                <a:gd name="T3" fmla="*/ 0 h 2"/>
                <a:gd name="T4" fmla="*/ 2 w 2"/>
                <a:gd name="T5" fmla="*/ 0 h 2"/>
                <a:gd name="T6" fmla="*/ 0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BAFF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1" name="Freeform 549"/>
            <p:cNvSpPr/>
            <p:nvPr/>
          </p:nvSpPr>
          <p:spPr bwMode="auto">
            <a:xfrm>
              <a:off x="2931" y="1733"/>
              <a:ext cx="5" cy="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BDD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2" name="Freeform 550"/>
            <p:cNvSpPr/>
            <p:nvPr/>
          </p:nvSpPr>
          <p:spPr bwMode="auto">
            <a:xfrm>
              <a:off x="2936" y="1728"/>
              <a:ext cx="5" cy="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BDD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3" name="Freeform 551"/>
            <p:cNvSpPr/>
            <p:nvPr/>
          </p:nvSpPr>
          <p:spPr bwMode="auto">
            <a:xfrm>
              <a:off x="2693" y="1290"/>
              <a:ext cx="19" cy="50"/>
            </a:xfrm>
            <a:custGeom>
              <a:avLst/>
              <a:gdLst>
                <a:gd name="T0" fmla="*/ 6 w 8"/>
                <a:gd name="T1" fmla="*/ 2 h 21"/>
                <a:gd name="T2" fmla="*/ 7 w 8"/>
                <a:gd name="T3" fmla="*/ 16 h 21"/>
                <a:gd name="T4" fmla="*/ 4 w 8"/>
                <a:gd name="T5" fmla="*/ 21 h 21"/>
                <a:gd name="T6" fmla="*/ 0 w 8"/>
                <a:gd name="T7" fmla="*/ 16 h 21"/>
                <a:gd name="T8" fmla="*/ 6 w 8"/>
                <a:gd name="T9" fmla="*/ 0 h 21"/>
                <a:gd name="T10" fmla="*/ 7 w 8"/>
                <a:gd name="T11" fmla="*/ 1 h 21"/>
                <a:gd name="T12" fmla="*/ 6 w 8"/>
                <a:gd name="T13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1">
                  <a:moveTo>
                    <a:pt x="6" y="2"/>
                  </a:moveTo>
                  <a:cubicBezTo>
                    <a:pt x="6" y="6"/>
                    <a:pt x="5" y="11"/>
                    <a:pt x="7" y="16"/>
                  </a:cubicBezTo>
                  <a:cubicBezTo>
                    <a:pt x="7" y="18"/>
                    <a:pt x="8" y="20"/>
                    <a:pt x="4" y="21"/>
                  </a:cubicBezTo>
                  <a:cubicBezTo>
                    <a:pt x="1" y="21"/>
                    <a:pt x="1" y="19"/>
                    <a:pt x="0" y="16"/>
                  </a:cubicBezTo>
                  <a:cubicBezTo>
                    <a:pt x="0" y="10"/>
                    <a:pt x="2" y="4"/>
                    <a:pt x="6" y="0"/>
                  </a:cubicBezTo>
                  <a:cubicBezTo>
                    <a:pt x="7" y="0"/>
                    <a:pt x="7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lose/>
                </a:path>
              </a:pathLst>
            </a:custGeom>
            <a:solidFill>
              <a:srgbClr val="CDFF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4" name="Freeform 552"/>
            <p:cNvSpPr/>
            <p:nvPr/>
          </p:nvSpPr>
          <p:spPr bwMode="auto">
            <a:xfrm>
              <a:off x="2719" y="1238"/>
              <a:ext cx="26" cy="24"/>
            </a:xfrm>
            <a:custGeom>
              <a:avLst/>
              <a:gdLst>
                <a:gd name="T0" fmla="*/ 5 w 11"/>
                <a:gd name="T1" fmla="*/ 2 h 10"/>
                <a:gd name="T2" fmla="*/ 11 w 11"/>
                <a:gd name="T3" fmla="*/ 1 h 10"/>
                <a:gd name="T4" fmla="*/ 3 w 11"/>
                <a:gd name="T5" fmla="*/ 10 h 10"/>
                <a:gd name="T6" fmla="*/ 5 w 11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0">
                  <a:moveTo>
                    <a:pt x="5" y="2"/>
                  </a:moveTo>
                  <a:cubicBezTo>
                    <a:pt x="7" y="2"/>
                    <a:pt x="8" y="0"/>
                    <a:pt x="11" y="1"/>
                  </a:cubicBezTo>
                  <a:cubicBezTo>
                    <a:pt x="8" y="4"/>
                    <a:pt x="7" y="8"/>
                    <a:pt x="3" y="10"/>
                  </a:cubicBezTo>
                  <a:cubicBezTo>
                    <a:pt x="0" y="6"/>
                    <a:pt x="4" y="5"/>
                    <a:pt x="5" y="2"/>
                  </a:cubicBezTo>
                  <a:close/>
                </a:path>
              </a:pathLst>
            </a:custGeom>
            <a:solidFill>
              <a:srgbClr val="C3FF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5" name="Freeform 553"/>
            <p:cNvSpPr/>
            <p:nvPr/>
          </p:nvSpPr>
          <p:spPr bwMode="auto">
            <a:xfrm>
              <a:off x="2707" y="1278"/>
              <a:ext cx="9" cy="17"/>
            </a:xfrm>
            <a:custGeom>
              <a:avLst/>
              <a:gdLst>
                <a:gd name="T0" fmla="*/ 0 w 4"/>
                <a:gd name="T1" fmla="*/ 7 h 7"/>
                <a:gd name="T2" fmla="*/ 0 w 4"/>
                <a:gd name="T3" fmla="*/ 5 h 7"/>
                <a:gd name="T4" fmla="*/ 1 w 4"/>
                <a:gd name="T5" fmla="*/ 2 h 7"/>
                <a:gd name="T6" fmla="*/ 2 w 4"/>
                <a:gd name="T7" fmla="*/ 0 h 7"/>
                <a:gd name="T8" fmla="*/ 3 w 4"/>
                <a:gd name="T9" fmla="*/ 3 h 7"/>
                <a:gd name="T10" fmla="*/ 0 w 4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4" y="1"/>
                    <a:pt x="3" y="2"/>
                    <a:pt x="3" y="3"/>
                  </a:cubicBezTo>
                  <a:cubicBezTo>
                    <a:pt x="2" y="4"/>
                    <a:pt x="1" y="5"/>
                    <a:pt x="0" y="7"/>
                  </a:cubicBezTo>
                  <a:close/>
                </a:path>
              </a:pathLst>
            </a:custGeom>
            <a:solidFill>
              <a:srgbClr val="C9F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6" name="Freeform 554"/>
            <p:cNvSpPr/>
            <p:nvPr/>
          </p:nvSpPr>
          <p:spPr bwMode="auto">
            <a:xfrm>
              <a:off x="2745" y="1393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9FF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7" name="Freeform 555"/>
            <p:cNvSpPr/>
            <p:nvPr/>
          </p:nvSpPr>
          <p:spPr bwMode="auto">
            <a:xfrm>
              <a:off x="2869" y="1185"/>
              <a:ext cx="5" cy="7"/>
            </a:xfrm>
            <a:custGeom>
              <a:avLst/>
              <a:gdLst>
                <a:gd name="T0" fmla="*/ 2 w 2"/>
                <a:gd name="T1" fmla="*/ 2 h 3"/>
                <a:gd name="T2" fmla="*/ 1 w 2"/>
                <a:gd name="T3" fmla="*/ 3 h 3"/>
                <a:gd name="T4" fmla="*/ 0 w 2"/>
                <a:gd name="T5" fmla="*/ 1 h 3"/>
                <a:gd name="T6" fmla="*/ 2 w 2"/>
                <a:gd name="T7" fmla="*/ 0 h 3"/>
                <a:gd name="T8" fmla="*/ 2 w 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1" y="3"/>
                    <a:pt x="1" y="3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B4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8" name="Freeform 556"/>
            <p:cNvSpPr/>
            <p:nvPr/>
          </p:nvSpPr>
          <p:spPr bwMode="auto">
            <a:xfrm>
              <a:off x="2798" y="1219"/>
              <a:ext cx="2" cy="2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0 w 2"/>
                <a:gd name="T5" fmla="*/ 0 h 2"/>
                <a:gd name="T6" fmla="*/ 2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B4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89" name="Freeform 557"/>
            <p:cNvSpPr/>
            <p:nvPr/>
          </p:nvSpPr>
          <p:spPr bwMode="auto">
            <a:xfrm>
              <a:off x="2970" y="1421"/>
              <a:ext cx="110" cy="57"/>
            </a:xfrm>
            <a:custGeom>
              <a:avLst/>
              <a:gdLst>
                <a:gd name="T0" fmla="*/ 42 w 46"/>
                <a:gd name="T1" fmla="*/ 14 h 24"/>
                <a:gd name="T2" fmla="*/ 40 w 46"/>
                <a:gd name="T3" fmla="*/ 18 h 24"/>
                <a:gd name="T4" fmla="*/ 32 w 46"/>
                <a:gd name="T5" fmla="*/ 21 h 24"/>
                <a:gd name="T6" fmla="*/ 4 w 46"/>
                <a:gd name="T7" fmla="*/ 19 h 24"/>
                <a:gd name="T8" fmla="*/ 0 w 46"/>
                <a:gd name="T9" fmla="*/ 15 h 24"/>
                <a:gd name="T10" fmla="*/ 4 w 46"/>
                <a:gd name="T11" fmla="*/ 11 h 24"/>
                <a:gd name="T12" fmla="*/ 9 w 46"/>
                <a:gd name="T13" fmla="*/ 10 h 24"/>
                <a:gd name="T14" fmla="*/ 26 w 46"/>
                <a:gd name="T15" fmla="*/ 2 h 24"/>
                <a:gd name="T16" fmla="*/ 34 w 46"/>
                <a:gd name="T17" fmla="*/ 2 h 24"/>
                <a:gd name="T18" fmla="*/ 44 w 46"/>
                <a:gd name="T19" fmla="*/ 12 h 24"/>
                <a:gd name="T20" fmla="*/ 44 w 46"/>
                <a:gd name="T21" fmla="*/ 12 h 24"/>
                <a:gd name="T22" fmla="*/ 42 w 46"/>
                <a:gd name="T23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" h="24">
                  <a:moveTo>
                    <a:pt x="42" y="14"/>
                  </a:moveTo>
                  <a:cubicBezTo>
                    <a:pt x="41" y="15"/>
                    <a:pt x="40" y="16"/>
                    <a:pt x="40" y="18"/>
                  </a:cubicBezTo>
                  <a:cubicBezTo>
                    <a:pt x="37" y="17"/>
                    <a:pt x="35" y="20"/>
                    <a:pt x="32" y="21"/>
                  </a:cubicBezTo>
                  <a:cubicBezTo>
                    <a:pt x="22" y="24"/>
                    <a:pt x="13" y="22"/>
                    <a:pt x="4" y="19"/>
                  </a:cubicBezTo>
                  <a:cubicBezTo>
                    <a:pt x="2" y="18"/>
                    <a:pt x="0" y="17"/>
                    <a:pt x="0" y="15"/>
                  </a:cubicBezTo>
                  <a:cubicBezTo>
                    <a:pt x="0" y="12"/>
                    <a:pt x="2" y="12"/>
                    <a:pt x="4" y="11"/>
                  </a:cubicBezTo>
                  <a:cubicBezTo>
                    <a:pt x="6" y="11"/>
                    <a:pt x="7" y="10"/>
                    <a:pt x="9" y="10"/>
                  </a:cubicBezTo>
                  <a:cubicBezTo>
                    <a:pt x="16" y="11"/>
                    <a:pt x="22" y="8"/>
                    <a:pt x="26" y="2"/>
                  </a:cubicBezTo>
                  <a:cubicBezTo>
                    <a:pt x="29" y="2"/>
                    <a:pt x="32" y="2"/>
                    <a:pt x="34" y="2"/>
                  </a:cubicBezTo>
                  <a:cubicBezTo>
                    <a:pt x="44" y="0"/>
                    <a:pt x="46" y="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2" y="13"/>
                    <a:pt x="42" y="14"/>
                  </a:cubicBezTo>
                  <a:close/>
                </a:path>
              </a:pathLst>
            </a:custGeom>
            <a:solidFill>
              <a:srgbClr val="A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0" name="Freeform 558"/>
            <p:cNvSpPr/>
            <p:nvPr/>
          </p:nvSpPr>
          <p:spPr bwMode="auto">
            <a:xfrm>
              <a:off x="3013" y="1500"/>
              <a:ext cx="38" cy="26"/>
            </a:xfrm>
            <a:custGeom>
              <a:avLst/>
              <a:gdLst>
                <a:gd name="T0" fmla="*/ 14 w 16"/>
                <a:gd name="T1" fmla="*/ 0 h 11"/>
                <a:gd name="T2" fmla="*/ 14 w 16"/>
                <a:gd name="T3" fmla="*/ 10 h 11"/>
                <a:gd name="T4" fmla="*/ 2 w 16"/>
                <a:gd name="T5" fmla="*/ 7 h 11"/>
                <a:gd name="T6" fmla="*/ 0 w 16"/>
                <a:gd name="T7" fmla="*/ 3 h 11"/>
                <a:gd name="T8" fmla="*/ 4 w 16"/>
                <a:gd name="T9" fmla="*/ 0 h 11"/>
                <a:gd name="T10" fmla="*/ 14 w 16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1">
                  <a:moveTo>
                    <a:pt x="14" y="0"/>
                  </a:moveTo>
                  <a:cubicBezTo>
                    <a:pt x="16" y="3"/>
                    <a:pt x="16" y="6"/>
                    <a:pt x="14" y="10"/>
                  </a:cubicBezTo>
                  <a:cubicBezTo>
                    <a:pt x="10" y="11"/>
                    <a:pt x="6" y="10"/>
                    <a:pt x="2" y="7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7" y="0"/>
                    <a:pt x="11" y="0"/>
                    <a:pt x="14" y="0"/>
                  </a:cubicBezTo>
                  <a:close/>
                </a:path>
              </a:pathLst>
            </a:custGeom>
            <a:solidFill>
              <a:srgbClr val="A4C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1" name="Freeform 559"/>
            <p:cNvSpPr/>
            <p:nvPr/>
          </p:nvSpPr>
          <p:spPr bwMode="auto">
            <a:xfrm>
              <a:off x="2996" y="1426"/>
              <a:ext cx="5" cy="5"/>
            </a:xfrm>
            <a:custGeom>
              <a:avLst/>
              <a:gdLst>
                <a:gd name="T0" fmla="*/ 1 w 2"/>
                <a:gd name="T1" fmla="*/ 0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BED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2" name="Freeform 560"/>
            <p:cNvSpPr/>
            <p:nvPr/>
          </p:nvSpPr>
          <p:spPr bwMode="auto">
            <a:xfrm>
              <a:off x="2881" y="1454"/>
              <a:ext cx="5" cy="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1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B8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3" name="Freeform 561"/>
            <p:cNvSpPr/>
            <p:nvPr/>
          </p:nvSpPr>
          <p:spPr bwMode="auto">
            <a:xfrm>
              <a:off x="3041" y="1366"/>
              <a:ext cx="15" cy="7"/>
            </a:xfrm>
            <a:custGeom>
              <a:avLst/>
              <a:gdLst>
                <a:gd name="T0" fmla="*/ 0 w 6"/>
                <a:gd name="T1" fmla="*/ 2 h 3"/>
                <a:gd name="T2" fmla="*/ 6 w 6"/>
                <a:gd name="T3" fmla="*/ 0 h 3"/>
                <a:gd name="T4" fmla="*/ 0 w 6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5" y="3"/>
                    <a:pt x="2" y="2"/>
                    <a:pt x="0" y="2"/>
                  </a:cubicBezTo>
                  <a:close/>
                </a:path>
              </a:pathLst>
            </a:custGeom>
            <a:solidFill>
              <a:srgbClr val="B8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4" name="Freeform 562"/>
            <p:cNvSpPr/>
            <p:nvPr/>
          </p:nvSpPr>
          <p:spPr bwMode="auto">
            <a:xfrm>
              <a:off x="3020" y="1366"/>
              <a:ext cx="12" cy="7"/>
            </a:xfrm>
            <a:custGeom>
              <a:avLst/>
              <a:gdLst>
                <a:gd name="T0" fmla="*/ 0 w 5"/>
                <a:gd name="T1" fmla="*/ 0 h 3"/>
                <a:gd name="T2" fmla="*/ 5 w 5"/>
                <a:gd name="T3" fmla="*/ 2 h 3"/>
                <a:gd name="T4" fmla="*/ 0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2" y="0"/>
                    <a:pt x="4" y="0"/>
                    <a:pt x="5" y="2"/>
                  </a:cubicBezTo>
                  <a:cubicBezTo>
                    <a:pt x="3" y="2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B8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5" name="Freeform 563"/>
            <p:cNvSpPr/>
            <p:nvPr/>
          </p:nvSpPr>
          <p:spPr bwMode="auto">
            <a:xfrm>
              <a:off x="3053" y="2250"/>
              <a:ext cx="15" cy="10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1 w 6"/>
                <a:gd name="T5" fmla="*/ 3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3"/>
                    <a:pt x="3" y="4"/>
                  </a:cubicBezTo>
                  <a:cubicBezTo>
                    <a:pt x="2" y="4"/>
                    <a:pt x="1" y="3"/>
                    <a:pt x="1" y="3"/>
                  </a:cubicBezTo>
                  <a:cubicBezTo>
                    <a:pt x="0" y="1"/>
                    <a:pt x="2" y="1"/>
                    <a:pt x="3" y="0"/>
                  </a:cubicBezTo>
                  <a:cubicBezTo>
                    <a:pt x="4" y="0"/>
                    <a:pt x="5" y="0"/>
                    <a:pt x="6" y="2"/>
                  </a:cubicBezTo>
                  <a:close/>
                </a:path>
              </a:pathLst>
            </a:custGeom>
            <a:solidFill>
              <a:srgbClr val="FFC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6" name="Freeform 564"/>
            <p:cNvSpPr/>
            <p:nvPr/>
          </p:nvSpPr>
          <p:spPr bwMode="auto">
            <a:xfrm>
              <a:off x="2752" y="1102"/>
              <a:ext cx="5" cy="9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0 w 2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2" y="1"/>
                    <a:pt x="2" y="2"/>
                    <a:pt x="2" y="4"/>
                  </a:cubicBezTo>
                  <a:cubicBezTo>
                    <a:pt x="1" y="3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FDD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7" name="Freeform 565"/>
            <p:cNvSpPr/>
            <p:nvPr/>
          </p:nvSpPr>
          <p:spPr bwMode="auto">
            <a:xfrm>
              <a:off x="2898" y="1924"/>
              <a:ext cx="10" cy="5"/>
            </a:xfrm>
            <a:custGeom>
              <a:avLst/>
              <a:gdLst>
                <a:gd name="T0" fmla="*/ 2 w 4"/>
                <a:gd name="T1" fmla="*/ 0 h 2"/>
                <a:gd name="T2" fmla="*/ 3 w 4"/>
                <a:gd name="T3" fmla="*/ 2 h 2"/>
                <a:gd name="T4" fmla="*/ 2 w 4"/>
                <a:gd name="T5" fmla="*/ 2 h 2"/>
                <a:gd name="T6" fmla="*/ 0 w 4"/>
                <a:gd name="T7" fmla="*/ 2 h 2"/>
                <a:gd name="T8" fmla="*/ 2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3" y="0"/>
                    <a:pt x="4" y="0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FCD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8" name="Freeform 566"/>
            <p:cNvSpPr/>
            <p:nvPr/>
          </p:nvSpPr>
          <p:spPr bwMode="auto">
            <a:xfrm>
              <a:off x="3163" y="1247"/>
              <a:ext cx="24" cy="12"/>
            </a:xfrm>
            <a:custGeom>
              <a:avLst/>
              <a:gdLst>
                <a:gd name="T0" fmla="*/ 0 w 10"/>
                <a:gd name="T1" fmla="*/ 3 h 5"/>
                <a:gd name="T2" fmla="*/ 8 w 10"/>
                <a:gd name="T3" fmla="*/ 1 h 5"/>
                <a:gd name="T4" fmla="*/ 10 w 10"/>
                <a:gd name="T5" fmla="*/ 3 h 5"/>
                <a:gd name="T6" fmla="*/ 7 w 10"/>
                <a:gd name="T7" fmla="*/ 5 h 5"/>
                <a:gd name="T8" fmla="*/ 0 w 10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0" y="3"/>
                  </a:moveTo>
                  <a:cubicBezTo>
                    <a:pt x="2" y="0"/>
                    <a:pt x="5" y="0"/>
                    <a:pt x="8" y="1"/>
                  </a:cubicBezTo>
                  <a:cubicBezTo>
                    <a:pt x="9" y="1"/>
                    <a:pt x="10" y="2"/>
                    <a:pt x="10" y="3"/>
                  </a:cubicBezTo>
                  <a:cubicBezTo>
                    <a:pt x="10" y="4"/>
                    <a:pt x="9" y="5"/>
                    <a:pt x="7" y="5"/>
                  </a:cubicBezTo>
                  <a:cubicBezTo>
                    <a:pt x="5" y="5"/>
                    <a:pt x="3" y="5"/>
                    <a:pt x="0" y="3"/>
                  </a:cubicBezTo>
                  <a:close/>
                </a:path>
              </a:pathLst>
            </a:custGeom>
            <a:solidFill>
              <a:srgbClr val="D5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99" name="Freeform 567"/>
            <p:cNvSpPr/>
            <p:nvPr/>
          </p:nvSpPr>
          <p:spPr bwMode="auto">
            <a:xfrm>
              <a:off x="3075" y="1450"/>
              <a:ext cx="105" cy="40"/>
            </a:xfrm>
            <a:custGeom>
              <a:avLst/>
              <a:gdLst>
                <a:gd name="T0" fmla="*/ 0 w 44"/>
                <a:gd name="T1" fmla="*/ 11 h 17"/>
                <a:gd name="T2" fmla="*/ 21 w 44"/>
                <a:gd name="T3" fmla="*/ 5 h 17"/>
                <a:gd name="T4" fmla="*/ 40 w 44"/>
                <a:gd name="T5" fmla="*/ 2 h 17"/>
                <a:gd name="T6" fmla="*/ 44 w 44"/>
                <a:gd name="T7" fmla="*/ 8 h 17"/>
                <a:gd name="T8" fmla="*/ 15 w 44"/>
                <a:gd name="T9" fmla="*/ 12 h 17"/>
                <a:gd name="T10" fmla="*/ 0 w 44"/>
                <a:gd name="T11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7">
                  <a:moveTo>
                    <a:pt x="0" y="11"/>
                  </a:moveTo>
                  <a:cubicBezTo>
                    <a:pt x="8" y="12"/>
                    <a:pt x="15" y="10"/>
                    <a:pt x="21" y="5"/>
                  </a:cubicBezTo>
                  <a:cubicBezTo>
                    <a:pt x="26" y="0"/>
                    <a:pt x="33" y="2"/>
                    <a:pt x="40" y="2"/>
                  </a:cubicBezTo>
                  <a:cubicBezTo>
                    <a:pt x="43" y="2"/>
                    <a:pt x="44" y="5"/>
                    <a:pt x="44" y="8"/>
                  </a:cubicBezTo>
                  <a:cubicBezTo>
                    <a:pt x="33" y="4"/>
                    <a:pt x="24" y="6"/>
                    <a:pt x="15" y="12"/>
                  </a:cubicBezTo>
                  <a:cubicBezTo>
                    <a:pt x="7" y="17"/>
                    <a:pt x="7" y="17"/>
                    <a:pt x="0" y="11"/>
                  </a:cubicBezTo>
                  <a:close/>
                </a:path>
              </a:pathLst>
            </a:custGeom>
            <a:solidFill>
              <a:srgbClr val="F8FC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0" name="Freeform 568"/>
            <p:cNvSpPr/>
            <p:nvPr/>
          </p:nvSpPr>
          <p:spPr bwMode="auto">
            <a:xfrm>
              <a:off x="3070" y="1450"/>
              <a:ext cx="5" cy="4"/>
            </a:xfrm>
            <a:custGeom>
              <a:avLst/>
              <a:gdLst>
                <a:gd name="T0" fmla="*/ 0 w 2"/>
                <a:gd name="T1" fmla="*/ 2 h 2"/>
                <a:gd name="T2" fmla="*/ 2 w 2"/>
                <a:gd name="T3" fmla="*/ 0 h 2"/>
                <a:gd name="T4" fmla="*/ 0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1" y="1"/>
                    <a:pt x="2" y="0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BED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1" name="Freeform 569"/>
            <p:cNvSpPr/>
            <p:nvPr/>
          </p:nvSpPr>
          <p:spPr bwMode="auto">
            <a:xfrm>
              <a:off x="2977" y="1602"/>
              <a:ext cx="79" cy="112"/>
            </a:xfrm>
            <a:custGeom>
              <a:avLst/>
              <a:gdLst>
                <a:gd name="T0" fmla="*/ 8 w 33"/>
                <a:gd name="T1" fmla="*/ 47 h 47"/>
                <a:gd name="T2" fmla="*/ 2 w 33"/>
                <a:gd name="T3" fmla="*/ 45 h 47"/>
                <a:gd name="T4" fmla="*/ 0 w 33"/>
                <a:gd name="T5" fmla="*/ 23 h 47"/>
                <a:gd name="T6" fmla="*/ 6 w 33"/>
                <a:gd name="T7" fmla="*/ 13 h 47"/>
                <a:gd name="T8" fmla="*/ 18 w 33"/>
                <a:gd name="T9" fmla="*/ 3 h 47"/>
                <a:gd name="T10" fmla="*/ 33 w 33"/>
                <a:gd name="T11" fmla="*/ 7 h 47"/>
                <a:gd name="T12" fmla="*/ 24 w 33"/>
                <a:gd name="T13" fmla="*/ 19 h 47"/>
                <a:gd name="T14" fmla="*/ 14 w 33"/>
                <a:gd name="T15" fmla="*/ 32 h 47"/>
                <a:gd name="T16" fmla="*/ 14 w 33"/>
                <a:gd name="T17" fmla="*/ 43 h 47"/>
                <a:gd name="T18" fmla="*/ 12 w 33"/>
                <a:gd name="T19" fmla="*/ 45 h 47"/>
                <a:gd name="T20" fmla="*/ 10 w 33"/>
                <a:gd name="T21" fmla="*/ 47 h 47"/>
                <a:gd name="T22" fmla="*/ 9 w 33"/>
                <a:gd name="T23" fmla="*/ 47 h 47"/>
                <a:gd name="T24" fmla="*/ 8 w 33"/>
                <a:gd name="T2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47">
                  <a:moveTo>
                    <a:pt x="8" y="47"/>
                  </a:moveTo>
                  <a:cubicBezTo>
                    <a:pt x="7" y="45"/>
                    <a:pt x="4" y="47"/>
                    <a:pt x="2" y="45"/>
                  </a:cubicBezTo>
                  <a:cubicBezTo>
                    <a:pt x="2" y="38"/>
                    <a:pt x="0" y="30"/>
                    <a:pt x="0" y="23"/>
                  </a:cubicBezTo>
                  <a:cubicBezTo>
                    <a:pt x="1" y="18"/>
                    <a:pt x="2" y="14"/>
                    <a:pt x="6" y="13"/>
                  </a:cubicBezTo>
                  <a:cubicBezTo>
                    <a:pt x="12" y="12"/>
                    <a:pt x="14" y="7"/>
                    <a:pt x="18" y="3"/>
                  </a:cubicBezTo>
                  <a:cubicBezTo>
                    <a:pt x="23" y="4"/>
                    <a:pt x="29" y="0"/>
                    <a:pt x="33" y="7"/>
                  </a:cubicBezTo>
                  <a:cubicBezTo>
                    <a:pt x="33" y="13"/>
                    <a:pt x="29" y="17"/>
                    <a:pt x="24" y="19"/>
                  </a:cubicBezTo>
                  <a:cubicBezTo>
                    <a:pt x="17" y="21"/>
                    <a:pt x="13" y="25"/>
                    <a:pt x="14" y="32"/>
                  </a:cubicBezTo>
                  <a:cubicBezTo>
                    <a:pt x="14" y="36"/>
                    <a:pt x="11" y="40"/>
                    <a:pt x="14" y="43"/>
                  </a:cubicBezTo>
                  <a:cubicBezTo>
                    <a:pt x="13" y="44"/>
                    <a:pt x="13" y="45"/>
                    <a:pt x="12" y="45"/>
                  </a:cubicBezTo>
                  <a:cubicBezTo>
                    <a:pt x="11" y="46"/>
                    <a:pt x="11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8" y="47"/>
                  </a:lnTo>
                  <a:close/>
                </a:path>
              </a:pathLst>
            </a:custGeom>
            <a:solidFill>
              <a:srgbClr val="9EC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2" name="Freeform 570"/>
            <p:cNvSpPr/>
            <p:nvPr/>
          </p:nvSpPr>
          <p:spPr bwMode="auto">
            <a:xfrm>
              <a:off x="3017" y="1583"/>
              <a:ext cx="39" cy="24"/>
            </a:xfrm>
            <a:custGeom>
              <a:avLst/>
              <a:gdLst>
                <a:gd name="T0" fmla="*/ 1 w 16"/>
                <a:gd name="T1" fmla="*/ 9 h 10"/>
                <a:gd name="T2" fmla="*/ 3 w 16"/>
                <a:gd name="T3" fmla="*/ 3 h 10"/>
                <a:gd name="T4" fmla="*/ 5 w 16"/>
                <a:gd name="T5" fmla="*/ 0 h 10"/>
                <a:gd name="T6" fmla="*/ 5 w 16"/>
                <a:gd name="T7" fmla="*/ 0 h 10"/>
                <a:gd name="T8" fmla="*/ 16 w 16"/>
                <a:gd name="T9" fmla="*/ 4 h 10"/>
                <a:gd name="T10" fmla="*/ 1 w 16"/>
                <a:gd name="T11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0">
                  <a:moveTo>
                    <a:pt x="1" y="9"/>
                  </a:moveTo>
                  <a:cubicBezTo>
                    <a:pt x="1" y="7"/>
                    <a:pt x="0" y="5"/>
                    <a:pt x="3" y="3"/>
                  </a:cubicBezTo>
                  <a:cubicBezTo>
                    <a:pt x="4" y="2"/>
                    <a:pt x="3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0"/>
                    <a:pt x="11" y="4"/>
                    <a:pt x="16" y="4"/>
                  </a:cubicBezTo>
                  <a:cubicBezTo>
                    <a:pt x="11" y="10"/>
                    <a:pt x="6" y="9"/>
                    <a:pt x="1" y="9"/>
                  </a:cubicBezTo>
                  <a:close/>
                </a:path>
              </a:pathLst>
            </a:custGeom>
            <a:solidFill>
              <a:srgbClr val="9EC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3" name="Freeform 571"/>
            <p:cNvSpPr/>
            <p:nvPr/>
          </p:nvSpPr>
          <p:spPr bwMode="auto">
            <a:xfrm>
              <a:off x="2623" y="1426"/>
              <a:ext cx="62" cy="138"/>
            </a:xfrm>
            <a:custGeom>
              <a:avLst/>
              <a:gdLst>
                <a:gd name="T0" fmla="*/ 16 w 26"/>
                <a:gd name="T1" fmla="*/ 52 h 58"/>
                <a:gd name="T2" fmla="*/ 14 w 26"/>
                <a:gd name="T3" fmla="*/ 38 h 58"/>
                <a:gd name="T4" fmla="*/ 9 w 26"/>
                <a:gd name="T5" fmla="*/ 32 h 58"/>
                <a:gd name="T6" fmla="*/ 4 w 26"/>
                <a:gd name="T7" fmla="*/ 3 h 58"/>
                <a:gd name="T8" fmla="*/ 9 w 26"/>
                <a:gd name="T9" fmla="*/ 2 h 58"/>
                <a:gd name="T10" fmla="*/ 12 w 26"/>
                <a:gd name="T11" fmla="*/ 11 h 58"/>
                <a:gd name="T12" fmla="*/ 21 w 26"/>
                <a:gd name="T13" fmla="*/ 31 h 58"/>
                <a:gd name="T14" fmla="*/ 26 w 26"/>
                <a:gd name="T15" fmla="*/ 43 h 58"/>
                <a:gd name="T16" fmla="*/ 26 w 26"/>
                <a:gd name="T17" fmla="*/ 54 h 58"/>
                <a:gd name="T18" fmla="*/ 21 w 26"/>
                <a:gd name="T19" fmla="*/ 57 h 58"/>
                <a:gd name="T20" fmla="*/ 16 w 26"/>
                <a:gd name="T21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58">
                  <a:moveTo>
                    <a:pt x="16" y="52"/>
                  </a:moveTo>
                  <a:cubicBezTo>
                    <a:pt x="16" y="47"/>
                    <a:pt x="13" y="43"/>
                    <a:pt x="14" y="38"/>
                  </a:cubicBezTo>
                  <a:cubicBezTo>
                    <a:pt x="14" y="35"/>
                    <a:pt x="11" y="33"/>
                    <a:pt x="9" y="32"/>
                  </a:cubicBezTo>
                  <a:cubicBezTo>
                    <a:pt x="1" y="27"/>
                    <a:pt x="0" y="10"/>
                    <a:pt x="4" y="3"/>
                  </a:cubicBezTo>
                  <a:cubicBezTo>
                    <a:pt x="5" y="0"/>
                    <a:pt x="7" y="0"/>
                    <a:pt x="9" y="2"/>
                  </a:cubicBezTo>
                  <a:cubicBezTo>
                    <a:pt x="11" y="5"/>
                    <a:pt x="12" y="8"/>
                    <a:pt x="12" y="11"/>
                  </a:cubicBezTo>
                  <a:cubicBezTo>
                    <a:pt x="13" y="19"/>
                    <a:pt x="15" y="26"/>
                    <a:pt x="21" y="31"/>
                  </a:cubicBezTo>
                  <a:cubicBezTo>
                    <a:pt x="24" y="34"/>
                    <a:pt x="26" y="38"/>
                    <a:pt x="26" y="43"/>
                  </a:cubicBezTo>
                  <a:cubicBezTo>
                    <a:pt x="25" y="46"/>
                    <a:pt x="26" y="50"/>
                    <a:pt x="26" y="54"/>
                  </a:cubicBezTo>
                  <a:cubicBezTo>
                    <a:pt x="25" y="57"/>
                    <a:pt x="24" y="58"/>
                    <a:pt x="21" y="57"/>
                  </a:cubicBezTo>
                  <a:cubicBezTo>
                    <a:pt x="19" y="56"/>
                    <a:pt x="18" y="53"/>
                    <a:pt x="16" y="52"/>
                  </a:cubicBezTo>
                  <a:close/>
                </a:path>
              </a:pathLst>
            </a:custGeom>
            <a:solidFill>
              <a:srgbClr val="A4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4" name="Freeform 572"/>
            <p:cNvSpPr/>
            <p:nvPr/>
          </p:nvSpPr>
          <p:spPr bwMode="auto">
            <a:xfrm>
              <a:off x="2738" y="1659"/>
              <a:ext cx="76" cy="50"/>
            </a:xfrm>
            <a:custGeom>
              <a:avLst/>
              <a:gdLst>
                <a:gd name="T0" fmla="*/ 23 w 32"/>
                <a:gd name="T1" fmla="*/ 21 h 21"/>
                <a:gd name="T2" fmla="*/ 2 w 32"/>
                <a:gd name="T3" fmla="*/ 8 h 21"/>
                <a:gd name="T4" fmla="*/ 2 w 32"/>
                <a:gd name="T5" fmla="*/ 2 h 21"/>
                <a:gd name="T6" fmla="*/ 8 w 32"/>
                <a:gd name="T7" fmla="*/ 1 h 21"/>
                <a:gd name="T8" fmla="*/ 30 w 32"/>
                <a:gd name="T9" fmla="*/ 16 h 21"/>
                <a:gd name="T10" fmla="*/ 28 w 32"/>
                <a:gd name="T11" fmla="*/ 21 h 21"/>
                <a:gd name="T12" fmla="*/ 23 w 32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23" y="21"/>
                  </a:moveTo>
                  <a:cubicBezTo>
                    <a:pt x="14" y="21"/>
                    <a:pt x="7" y="17"/>
                    <a:pt x="2" y="8"/>
                  </a:cubicBezTo>
                  <a:cubicBezTo>
                    <a:pt x="1" y="6"/>
                    <a:pt x="0" y="4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6" y="5"/>
                    <a:pt x="23" y="10"/>
                    <a:pt x="30" y="16"/>
                  </a:cubicBezTo>
                  <a:cubicBezTo>
                    <a:pt x="32" y="18"/>
                    <a:pt x="31" y="20"/>
                    <a:pt x="28" y="21"/>
                  </a:cubicBezTo>
                  <a:cubicBezTo>
                    <a:pt x="27" y="21"/>
                    <a:pt x="25" y="21"/>
                    <a:pt x="23" y="21"/>
                  </a:cubicBezTo>
                  <a:close/>
                </a:path>
              </a:pathLst>
            </a:custGeom>
            <a:solidFill>
              <a:srgbClr val="A7C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5" name="Freeform 573"/>
            <p:cNvSpPr/>
            <p:nvPr/>
          </p:nvSpPr>
          <p:spPr bwMode="auto">
            <a:xfrm>
              <a:off x="2635" y="1545"/>
              <a:ext cx="22" cy="21"/>
            </a:xfrm>
            <a:custGeom>
              <a:avLst/>
              <a:gdLst>
                <a:gd name="T0" fmla="*/ 9 w 9"/>
                <a:gd name="T1" fmla="*/ 2 h 9"/>
                <a:gd name="T2" fmla="*/ 1 w 9"/>
                <a:gd name="T3" fmla="*/ 7 h 9"/>
                <a:gd name="T4" fmla="*/ 2 w 9"/>
                <a:gd name="T5" fmla="*/ 4 h 9"/>
                <a:gd name="T6" fmla="*/ 9 w 9"/>
                <a:gd name="T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9">
                  <a:moveTo>
                    <a:pt x="9" y="2"/>
                  </a:moveTo>
                  <a:cubicBezTo>
                    <a:pt x="9" y="6"/>
                    <a:pt x="4" y="9"/>
                    <a:pt x="1" y="7"/>
                  </a:cubicBezTo>
                  <a:cubicBezTo>
                    <a:pt x="0" y="6"/>
                    <a:pt x="0" y="4"/>
                    <a:pt x="2" y="4"/>
                  </a:cubicBezTo>
                  <a:cubicBezTo>
                    <a:pt x="4" y="3"/>
                    <a:pt x="6" y="0"/>
                    <a:pt x="9" y="2"/>
                  </a:cubicBezTo>
                  <a:close/>
                </a:path>
              </a:pathLst>
            </a:custGeom>
            <a:solidFill>
              <a:srgbClr val="B9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6" name="Freeform 574"/>
            <p:cNvSpPr/>
            <p:nvPr/>
          </p:nvSpPr>
          <p:spPr bwMode="auto">
            <a:xfrm>
              <a:off x="2642" y="1571"/>
              <a:ext cx="17" cy="22"/>
            </a:xfrm>
            <a:custGeom>
              <a:avLst/>
              <a:gdLst>
                <a:gd name="T0" fmla="*/ 0 w 7"/>
                <a:gd name="T1" fmla="*/ 7 h 9"/>
                <a:gd name="T2" fmla="*/ 3 w 7"/>
                <a:gd name="T3" fmla="*/ 0 h 9"/>
                <a:gd name="T4" fmla="*/ 5 w 7"/>
                <a:gd name="T5" fmla="*/ 7 h 9"/>
                <a:gd name="T6" fmla="*/ 0 w 7"/>
                <a:gd name="T7" fmla="*/ 7 h 9"/>
                <a:gd name="T8" fmla="*/ 0 w 7"/>
                <a:gd name="T9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0" y="7"/>
                  </a:moveTo>
                  <a:cubicBezTo>
                    <a:pt x="1" y="5"/>
                    <a:pt x="2" y="3"/>
                    <a:pt x="3" y="0"/>
                  </a:cubicBezTo>
                  <a:cubicBezTo>
                    <a:pt x="5" y="2"/>
                    <a:pt x="7" y="4"/>
                    <a:pt x="5" y="7"/>
                  </a:cubicBezTo>
                  <a:cubicBezTo>
                    <a:pt x="4" y="9"/>
                    <a:pt x="2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B9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7" name="Freeform 575"/>
            <p:cNvSpPr/>
            <p:nvPr/>
          </p:nvSpPr>
          <p:spPr bwMode="auto">
            <a:xfrm>
              <a:off x="2628" y="1547"/>
              <a:ext cx="5" cy="3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0"/>
                    <a:pt x="1" y="0"/>
                  </a:cubicBezTo>
                  <a:cubicBezTo>
                    <a:pt x="2" y="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B9D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8" name="Freeform 576"/>
            <p:cNvSpPr/>
            <p:nvPr/>
          </p:nvSpPr>
          <p:spPr bwMode="auto">
            <a:xfrm>
              <a:off x="3001" y="1709"/>
              <a:ext cx="5" cy="5"/>
            </a:xfrm>
            <a:custGeom>
              <a:avLst/>
              <a:gdLst>
                <a:gd name="T0" fmla="*/ 0 w 2"/>
                <a:gd name="T1" fmla="*/ 2 h 2"/>
                <a:gd name="T2" fmla="*/ 2 w 2"/>
                <a:gd name="T3" fmla="*/ 0 h 2"/>
                <a:gd name="T4" fmla="*/ 0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1"/>
                    <a:pt x="2" y="0"/>
                  </a:cubicBezTo>
                  <a:cubicBezTo>
                    <a:pt x="1" y="1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B7D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09" name="Freeform 577"/>
            <p:cNvSpPr/>
            <p:nvPr/>
          </p:nvSpPr>
          <p:spPr bwMode="auto">
            <a:xfrm>
              <a:off x="2633" y="1381"/>
              <a:ext cx="83" cy="45"/>
            </a:xfrm>
            <a:custGeom>
              <a:avLst/>
              <a:gdLst>
                <a:gd name="T0" fmla="*/ 31 w 35"/>
                <a:gd name="T1" fmla="*/ 17 h 19"/>
                <a:gd name="T2" fmla="*/ 25 w 35"/>
                <a:gd name="T3" fmla="*/ 17 h 19"/>
                <a:gd name="T4" fmla="*/ 17 w 35"/>
                <a:gd name="T5" fmla="*/ 17 h 19"/>
                <a:gd name="T6" fmla="*/ 2 w 35"/>
                <a:gd name="T7" fmla="*/ 8 h 19"/>
                <a:gd name="T8" fmla="*/ 0 w 35"/>
                <a:gd name="T9" fmla="*/ 4 h 19"/>
                <a:gd name="T10" fmla="*/ 7 w 35"/>
                <a:gd name="T11" fmla="*/ 5 h 19"/>
                <a:gd name="T12" fmla="*/ 22 w 35"/>
                <a:gd name="T13" fmla="*/ 2 h 19"/>
                <a:gd name="T14" fmla="*/ 32 w 35"/>
                <a:gd name="T15" fmla="*/ 5 h 19"/>
                <a:gd name="T16" fmla="*/ 33 w 35"/>
                <a:gd name="T17" fmla="*/ 10 h 19"/>
                <a:gd name="T18" fmla="*/ 27 w 35"/>
                <a:gd name="T19" fmla="*/ 12 h 19"/>
                <a:gd name="T20" fmla="*/ 31 w 35"/>
                <a:gd name="T21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19">
                  <a:moveTo>
                    <a:pt x="31" y="17"/>
                  </a:moveTo>
                  <a:cubicBezTo>
                    <a:pt x="29" y="17"/>
                    <a:pt x="27" y="17"/>
                    <a:pt x="25" y="17"/>
                  </a:cubicBezTo>
                  <a:cubicBezTo>
                    <a:pt x="23" y="16"/>
                    <a:pt x="20" y="16"/>
                    <a:pt x="17" y="17"/>
                  </a:cubicBezTo>
                  <a:cubicBezTo>
                    <a:pt x="9" y="19"/>
                    <a:pt x="5" y="15"/>
                    <a:pt x="2" y="8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3" y="5"/>
                    <a:pt x="5" y="7"/>
                    <a:pt x="7" y="5"/>
                  </a:cubicBezTo>
                  <a:cubicBezTo>
                    <a:pt x="11" y="0"/>
                    <a:pt x="17" y="3"/>
                    <a:pt x="22" y="2"/>
                  </a:cubicBezTo>
                  <a:cubicBezTo>
                    <a:pt x="24" y="2"/>
                    <a:pt x="29" y="4"/>
                    <a:pt x="32" y="5"/>
                  </a:cubicBezTo>
                  <a:cubicBezTo>
                    <a:pt x="33" y="6"/>
                    <a:pt x="35" y="8"/>
                    <a:pt x="33" y="10"/>
                  </a:cubicBezTo>
                  <a:cubicBezTo>
                    <a:pt x="31" y="11"/>
                    <a:pt x="29" y="11"/>
                    <a:pt x="27" y="12"/>
                  </a:cubicBezTo>
                  <a:cubicBezTo>
                    <a:pt x="28" y="14"/>
                    <a:pt x="32" y="14"/>
                    <a:pt x="31" y="17"/>
                  </a:cubicBezTo>
                  <a:close/>
                </a:path>
              </a:pathLst>
            </a:custGeom>
            <a:solidFill>
              <a:srgbClr val="D8F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0" name="Freeform 578"/>
            <p:cNvSpPr/>
            <p:nvPr/>
          </p:nvSpPr>
          <p:spPr bwMode="auto">
            <a:xfrm>
              <a:off x="2855" y="1555"/>
              <a:ext cx="21" cy="26"/>
            </a:xfrm>
            <a:custGeom>
              <a:avLst/>
              <a:gdLst>
                <a:gd name="T0" fmla="*/ 0 w 9"/>
                <a:gd name="T1" fmla="*/ 4 h 11"/>
                <a:gd name="T2" fmla="*/ 2 w 9"/>
                <a:gd name="T3" fmla="*/ 2 h 11"/>
                <a:gd name="T4" fmla="*/ 4 w 9"/>
                <a:gd name="T5" fmla="*/ 1 h 11"/>
                <a:gd name="T6" fmla="*/ 8 w 9"/>
                <a:gd name="T7" fmla="*/ 2 h 11"/>
                <a:gd name="T8" fmla="*/ 7 w 9"/>
                <a:gd name="T9" fmla="*/ 6 h 11"/>
                <a:gd name="T10" fmla="*/ 7 w 9"/>
                <a:gd name="T11" fmla="*/ 6 h 11"/>
                <a:gd name="T12" fmla="*/ 0 w 9"/>
                <a:gd name="T13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1">
                  <a:moveTo>
                    <a:pt x="0" y="4"/>
                  </a:moveTo>
                  <a:cubicBezTo>
                    <a:pt x="0" y="3"/>
                    <a:pt x="1" y="3"/>
                    <a:pt x="2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6" y="1"/>
                    <a:pt x="7" y="0"/>
                    <a:pt x="8" y="2"/>
                  </a:cubicBezTo>
                  <a:cubicBezTo>
                    <a:pt x="9" y="3"/>
                    <a:pt x="8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5" y="5"/>
                    <a:pt x="1" y="11"/>
                    <a:pt x="0" y="4"/>
                  </a:cubicBezTo>
                  <a:close/>
                </a:path>
              </a:pathLst>
            </a:custGeom>
            <a:solidFill>
              <a:srgbClr val="B6F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1" name="Freeform 579"/>
            <p:cNvSpPr/>
            <p:nvPr/>
          </p:nvSpPr>
          <p:spPr bwMode="auto">
            <a:xfrm>
              <a:off x="2862" y="1569"/>
              <a:ext cx="17" cy="16"/>
            </a:xfrm>
            <a:custGeom>
              <a:avLst/>
              <a:gdLst>
                <a:gd name="T0" fmla="*/ 4 w 7"/>
                <a:gd name="T1" fmla="*/ 0 h 7"/>
                <a:gd name="T2" fmla="*/ 5 w 7"/>
                <a:gd name="T3" fmla="*/ 1 h 7"/>
                <a:gd name="T4" fmla="*/ 5 w 7"/>
                <a:gd name="T5" fmla="*/ 7 h 7"/>
                <a:gd name="T6" fmla="*/ 2 w 7"/>
                <a:gd name="T7" fmla="*/ 7 h 7"/>
                <a:gd name="T8" fmla="*/ 3 w 7"/>
                <a:gd name="T9" fmla="*/ 1 h 7"/>
                <a:gd name="T10" fmla="*/ 4 w 7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5" y="0"/>
                    <a:pt x="5" y="1"/>
                    <a:pt x="5" y="1"/>
                  </a:cubicBezTo>
                  <a:cubicBezTo>
                    <a:pt x="6" y="3"/>
                    <a:pt x="7" y="5"/>
                    <a:pt x="5" y="7"/>
                  </a:cubicBezTo>
                  <a:cubicBezTo>
                    <a:pt x="4" y="7"/>
                    <a:pt x="2" y="7"/>
                    <a:pt x="2" y="7"/>
                  </a:cubicBezTo>
                  <a:cubicBezTo>
                    <a:pt x="0" y="4"/>
                    <a:pt x="3" y="3"/>
                    <a:pt x="3" y="1"/>
                  </a:cubicBezTo>
                  <a:cubicBezTo>
                    <a:pt x="4" y="1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B6F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2" name="Freeform 580"/>
            <p:cNvSpPr/>
            <p:nvPr/>
          </p:nvSpPr>
          <p:spPr bwMode="auto">
            <a:xfrm>
              <a:off x="2638" y="1400"/>
              <a:ext cx="55" cy="28"/>
            </a:xfrm>
            <a:custGeom>
              <a:avLst/>
              <a:gdLst>
                <a:gd name="T0" fmla="*/ 0 w 23"/>
                <a:gd name="T1" fmla="*/ 0 h 12"/>
                <a:gd name="T2" fmla="*/ 17 w 23"/>
                <a:gd name="T3" fmla="*/ 8 h 12"/>
                <a:gd name="T4" fmla="*/ 23 w 23"/>
                <a:gd name="T5" fmla="*/ 9 h 12"/>
                <a:gd name="T6" fmla="*/ 13 w 23"/>
                <a:gd name="T7" fmla="*/ 10 h 12"/>
                <a:gd name="T8" fmla="*/ 0 w 23"/>
                <a:gd name="T9" fmla="*/ 3 h 12"/>
                <a:gd name="T10" fmla="*/ 0 w 2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12">
                  <a:moveTo>
                    <a:pt x="0" y="0"/>
                  </a:moveTo>
                  <a:cubicBezTo>
                    <a:pt x="4" y="6"/>
                    <a:pt x="10" y="9"/>
                    <a:pt x="17" y="8"/>
                  </a:cubicBezTo>
                  <a:cubicBezTo>
                    <a:pt x="19" y="7"/>
                    <a:pt x="22" y="7"/>
                    <a:pt x="23" y="9"/>
                  </a:cubicBezTo>
                  <a:cubicBezTo>
                    <a:pt x="20" y="9"/>
                    <a:pt x="16" y="9"/>
                    <a:pt x="13" y="10"/>
                  </a:cubicBezTo>
                  <a:cubicBezTo>
                    <a:pt x="4" y="12"/>
                    <a:pt x="3" y="11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E7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3" name="Freeform 581"/>
            <p:cNvSpPr/>
            <p:nvPr/>
          </p:nvSpPr>
          <p:spPr bwMode="auto">
            <a:xfrm>
              <a:off x="2951" y="1595"/>
              <a:ext cx="35" cy="45"/>
            </a:xfrm>
            <a:custGeom>
              <a:avLst/>
              <a:gdLst>
                <a:gd name="T0" fmla="*/ 15 w 15"/>
                <a:gd name="T1" fmla="*/ 0 h 19"/>
                <a:gd name="T2" fmla="*/ 0 w 15"/>
                <a:gd name="T3" fmla="*/ 19 h 19"/>
                <a:gd name="T4" fmla="*/ 8 w 15"/>
                <a:gd name="T5" fmla="*/ 5 h 19"/>
                <a:gd name="T6" fmla="*/ 15 w 15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9">
                  <a:moveTo>
                    <a:pt x="15" y="0"/>
                  </a:moveTo>
                  <a:cubicBezTo>
                    <a:pt x="13" y="9"/>
                    <a:pt x="9" y="16"/>
                    <a:pt x="0" y="19"/>
                  </a:cubicBezTo>
                  <a:cubicBezTo>
                    <a:pt x="0" y="13"/>
                    <a:pt x="4" y="9"/>
                    <a:pt x="8" y="5"/>
                  </a:cubicBezTo>
                  <a:cubicBezTo>
                    <a:pt x="10" y="3"/>
                    <a:pt x="13" y="2"/>
                    <a:pt x="15" y="0"/>
                  </a:cubicBezTo>
                  <a:close/>
                </a:path>
              </a:pathLst>
            </a:custGeom>
            <a:solidFill>
              <a:srgbClr val="9F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4" name="Freeform 582"/>
            <p:cNvSpPr/>
            <p:nvPr/>
          </p:nvSpPr>
          <p:spPr bwMode="auto">
            <a:xfrm>
              <a:off x="3025" y="1583"/>
              <a:ext cx="4" cy="7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3 h 3"/>
                <a:gd name="T4" fmla="*/ 2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1"/>
                    <a:pt x="1" y="3"/>
                    <a:pt x="0" y="3"/>
                  </a:cubicBezTo>
                  <a:cubicBezTo>
                    <a:pt x="0" y="2"/>
                    <a:pt x="0" y="0"/>
                    <a:pt x="2" y="0"/>
                  </a:cubicBezTo>
                  <a:close/>
                </a:path>
              </a:pathLst>
            </a:custGeom>
            <a:solidFill>
              <a:srgbClr val="A4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5" name="Oval 583"/>
            <p:cNvSpPr>
              <a:spLocks noChangeArrowheads="1"/>
            </p:cNvSpPr>
            <p:nvPr/>
          </p:nvSpPr>
          <p:spPr bwMode="auto">
            <a:xfrm>
              <a:off x="2611" y="1088"/>
              <a:ext cx="708" cy="705"/>
            </a:xfrm>
            <a:prstGeom prst="ellipse">
              <a:avLst/>
            </a:prstGeom>
            <a:noFill/>
            <a:ln w="11113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6" name="Freeform 584"/>
            <p:cNvSpPr/>
            <p:nvPr/>
          </p:nvSpPr>
          <p:spPr bwMode="auto">
            <a:xfrm>
              <a:off x="2437" y="959"/>
              <a:ext cx="815" cy="1005"/>
            </a:xfrm>
            <a:custGeom>
              <a:avLst/>
              <a:gdLst>
                <a:gd name="T0" fmla="*/ 341 w 341"/>
                <a:gd name="T1" fmla="*/ 386 h 422"/>
                <a:gd name="T2" fmla="*/ 227 w 341"/>
                <a:gd name="T3" fmla="*/ 422 h 422"/>
                <a:gd name="T4" fmla="*/ 221 w 341"/>
                <a:gd name="T5" fmla="*/ 422 h 422"/>
                <a:gd name="T6" fmla="*/ 214 w 341"/>
                <a:gd name="T7" fmla="*/ 422 h 422"/>
                <a:gd name="T8" fmla="*/ 0 w 341"/>
                <a:gd name="T9" fmla="*/ 202 h 422"/>
                <a:gd name="T10" fmla="*/ 132 w 341"/>
                <a:gd name="T11" fmla="*/ 0 h 422"/>
                <a:gd name="T12" fmla="*/ 145 w 341"/>
                <a:gd name="T13" fmla="*/ 24 h 422"/>
                <a:gd name="T14" fmla="*/ 27 w 341"/>
                <a:gd name="T15" fmla="*/ 202 h 422"/>
                <a:gd name="T16" fmla="*/ 221 w 341"/>
                <a:gd name="T17" fmla="*/ 395 h 422"/>
                <a:gd name="T18" fmla="*/ 328 w 341"/>
                <a:gd name="T19" fmla="*/ 362 h 422"/>
                <a:gd name="T20" fmla="*/ 341 w 341"/>
                <a:gd name="T21" fmla="*/ 386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1" h="422">
                  <a:moveTo>
                    <a:pt x="341" y="386"/>
                  </a:moveTo>
                  <a:cubicBezTo>
                    <a:pt x="308" y="408"/>
                    <a:pt x="269" y="421"/>
                    <a:pt x="227" y="422"/>
                  </a:cubicBezTo>
                  <a:cubicBezTo>
                    <a:pt x="225" y="422"/>
                    <a:pt x="223" y="422"/>
                    <a:pt x="221" y="422"/>
                  </a:cubicBezTo>
                  <a:cubicBezTo>
                    <a:pt x="218" y="422"/>
                    <a:pt x="216" y="422"/>
                    <a:pt x="214" y="422"/>
                  </a:cubicBezTo>
                  <a:cubicBezTo>
                    <a:pt x="96" y="419"/>
                    <a:pt x="0" y="321"/>
                    <a:pt x="0" y="202"/>
                  </a:cubicBezTo>
                  <a:cubicBezTo>
                    <a:pt x="0" y="112"/>
                    <a:pt x="54" y="34"/>
                    <a:pt x="132" y="0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76" y="54"/>
                    <a:pt x="27" y="122"/>
                    <a:pt x="27" y="202"/>
                  </a:cubicBezTo>
                  <a:cubicBezTo>
                    <a:pt x="27" y="308"/>
                    <a:pt x="114" y="395"/>
                    <a:pt x="221" y="395"/>
                  </a:cubicBezTo>
                  <a:cubicBezTo>
                    <a:pt x="260" y="395"/>
                    <a:pt x="297" y="383"/>
                    <a:pt x="328" y="362"/>
                  </a:cubicBezTo>
                  <a:lnTo>
                    <a:pt x="341" y="386"/>
                  </a:lnTo>
                  <a:close/>
                </a:path>
              </a:pathLst>
            </a:custGeom>
            <a:noFill/>
            <a:ln w="11113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7" name="Freeform 585"/>
            <p:cNvSpPr/>
            <p:nvPr/>
          </p:nvSpPr>
          <p:spPr bwMode="auto">
            <a:xfrm>
              <a:off x="2776" y="2169"/>
              <a:ext cx="375" cy="95"/>
            </a:xfrm>
            <a:custGeom>
              <a:avLst/>
              <a:gdLst>
                <a:gd name="T0" fmla="*/ 141 w 157"/>
                <a:gd name="T1" fmla="*/ 40 h 40"/>
                <a:gd name="T2" fmla="*/ 16 w 157"/>
                <a:gd name="T3" fmla="*/ 40 h 40"/>
                <a:gd name="T4" fmla="*/ 0 w 157"/>
                <a:gd name="T5" fmla="*/ 24 h 40"/>
                <a:gd name="T6" fmla="*/ 0 w 157"/>
                <a:gd name="T7" fmla="*/ 16 h 40"/>
                <a:gd name="T8" fmla="*/ 16 w 157"/>
                <a:gd name="T9" fmla="*/ 0 h 40"/>
                <a:gd name="T10" fmla="*/ 141 w 157"/>
                <a:gd name="T11" fmla="*/ 0 h 40"/>
                <a:gd name="T12" fmla="*/ 157 w 157"/>
                <a:gd name="T13" fmla="*/ 16 h 40"/>
                <a:gd name="T14" fmla="*/ 157 w 157"/>
                <a:gd name="T15" fmla="*/ 24 h 40"/>
                <a:gd name="T16" fmla="*/ 141 w 157"/>
                <a:gd name="T1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" h="40">
                  <a:moveTo>
                    <a:pt x="141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7" y="40"/>
                    <a:pt x="0" y="33"/>
                    <a:pt x="0" y="2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50" y="0"/>
                    <a:pt x="157" y="7"/>
                    <a:pt x="157" y="16"/>
                  </a:cubicBezTo>
                  <a:cubicBezTo>
                    <a:pt x="157" y="24"/>
                    <a:pt x="157" y="24"/>
                    <a:pt x="157" y="24"/>
                  </a:cubicBezTo>
                  <a:cubicBezTo>
                    <a:pt x="157" y="33"/>
                    <a:pt x="150" y="40"/>
                    <a:pt x="141" y="40"/>
                  </a:cubicBezTo>
                  <a:close/>
                </a:path>
              </a:pathLst>
            </a:custGeom>
            <a:noFill/>
            <a:ln w="11113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8" name="Freeform 586"/>
            <p:cNvSpPr/>
            <p:nvPr/>
          </p:nvSpPr>
          <p:spPr bwMode="auto">
            <a:xfrm>
              <a:off x="2888" y="1964"/>
              <a:ext cx="151" cy="205"/>
            </a:xfrm>
            <a:custGeom>
              <a:avLst/>
              <a:gdLst>
                <a:gd name="T0" fmla="*/ 63 w 63"/>
                <a:gd name="T1" fmla="*/ 86 h 86"/>
                <a:gd name="T2" fmla="*/ 0 w 63"/>
                <a:gd name="T3" fmla="*/ 86 h 86"/>
                <a:gd name="T4" fmla="*/ 25 w 63"/>
                <a:gd name="T5" fmla="*/ 0 h 86"/>
                <a:gd name="T6" fmla="*/ 32 w 63"/>
                <a:gd name="T7" fmla="*/ 0 h 86"/>
                <a:gd name="T8" fmla="*/ 38 w 63"/>
                <a:gd name="T9" fmla="*/ 0 h 86"/>
                <a:gd name="T10" fmla="*/ 63 w 63"/>
                <a:gd name="T11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86">
                  <a:moveTo>
                    <a:pt x="63" y="86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7" y="0"/>
                    <a:pt x="29" y="0"/>
                    <a:pt x="32" y="0"/>
                  </a:cubicBezTo>
                  <a:cubicBezTo>
                    <a:pt x="34" y="0"/>
                    <a:pt x="36" y="0"/>
                    <a:pt x="38" y="0"/>
                  </a:cubicBezTo>
                  <a:lnTo>
                    <a:pt x="63" y="86"/>
                  </a:lnTo>
                  <a:close/>
                </a:path>
              </a:pathLst>
            </a:custGeom>
            <a:noFill/>
            <a:ln w="11113" cap="rnd">
              <a:solidFill>
                <a:srgbClr val="49494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19" name="Freeform 587"/>
            <p:cNvSpPr/>
            <p:nvPr/>
          </p:nvSpPr>
          <p:spPr bwMode="auto">
            <a:xfrm>
              <a:off x="3130" y="1750"/>
              <a:ext cx="55" cy="95"/>
            </a:xfrm>
            <a:custGeom>
              <a:avLst/>
              <a:gdLst>
                <a:gd name="T0" fmla="*/ 21 w 23"/>
                <a:gd name="T1" fmla="*/ 34 h 40"/>
                <a:gd name="T2" fmla="*/ 18 w 23"/>
                <a:gd name="T3" fmla="*/ 29 h 40"/>
                <a:gd name="T4" fmla="*/ 12 w 23"/>
                <a:gd name="T5" fmla="*/ 20 h 40"/>
                <a:gd name="T6" fmla="*/ 7 w 23"/>
                <a:gd name="T7" fmla="*/ 10 h 40"/>
                <a:gd name="T8" fmla="*/ 4 w 23"/>
                <a:gd name="T9" fmla="*/ 5 h 40"/>
                <a:gd name="T10" fmla="*/ 2 w 23"/>
                <a:gd name="T11" fmla="*/ 0 h 40"/>
                <a:gd name="T12" fmla="*/ 1 w 23"/>
                <a:gd name="T13" fmla="*/ 1 h 40"/>
                <a:gd name="T14" fmla="*/ 1 w 23"/>
                <a:gd name="T15" fmla="*/ 5 h 40"/>
                <a:gd name="T16" fmla="*/ 3 w 23"/>
                <a:gd name="T17" fmla="*/ 11 h 40"/>
                <a:gd name="T18" fmla="*/ 8 w 23"/>
                <a:gd name="T19" fmla="*/ 21 h 40"/>
                <a:gd name="T20" fmla="*/ 14 w 23"/>
                <a:gd name="T21" fmla="*/ 31 h 40"/>
                <a:gd name="T22" fmla="*/ 17 w 23"/>
                <a:gd name="T23" fmla="*/ 36 h 40"/>
                <a:gd name="T24" fmla="*/ 21 w 23"/>
                <a:gd name="T25" fmla="*/ 40 h 40"/>
                <a:gd name="T26" fmla="*/ 23 w 23"/>
                <a:gd name="T27" fmla="*/ 39 h 40"/>
                <a:gd name="T28" fmla="*/ 21 w 23"/>
                <a:gd name="T29" fmla="*/ 3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40">
                  <a:moveTo>
                    <a:pt x="21" y="34"/>
                  </a:moveTo>
                  <a:cubicBezTo>
                    <a:pt x="20" y="33"/>
                    <a:pt x="19" y="31"/>
                    <a:pt x="18" y="29"/>
                  </a:cubicBezTo>
                  <a:cubicBezTo>
                    <a:pt x="16" y="26"/>
                    <a:pt x="14" y="23"/>
                    <a:pt x="12" y="20"/>
                  </a:cubicBezTo>
                  <a:cubicBezTo>
                    <a:pt x="10" y="16"/>
                    <a:pt x="8" y="13"/>
                    <a:pt x="7" y="10"/>
                  </a:cubicBezTo>
                  <a:cubicBezTo>
                    <a:pt x="6" y="8"/>
                    <a:pt x="5" y="6"/>
                    <a:pt x="4" y="5"/>
                  </a:cubicBezTo>
                  <a:cubicBezTo>
                    <a:pt x="4" y="3"/>
                    <a:pt x="3" y="1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3"/>
                    <a:pt x="1" y="5"/>
                  </a:cubicBezTo>
                  <a:cubicBezTo>
                    <a:pt x="2" y="7"/>
                    <a:pt x="2" y="9"/>
                    <a:pt x="3" y="11"/>
                  </a:cubicBezTo>
                  <a:cubicBezTo>
                    <a:pt x="5" y="14"/>
                    <a:pt x="6" y="18"/>
                    <a:pt x="8" y="21"/>
                  </a:cubicBezTo>
                  <a:cubicBezTo>
                    <a:pt x="10" y="24"/>
                    <a:pt x="12" y="28"/>
                    <a:pt x="14" y="31"/>
                  </a:cubicBezTo>
                  <a:cubicBezTo>
                    <a:pt x="15" y="33"/>
                    <a:pt x="16" y="35"/>
                    <a:pt x="17" y="36"/>
                  </a:cubicBezTo>
                  <a:cubicBezTo>
                    <a:pt x="18" y="38"/>
                    <a:pt x="19" y="40"/>
                    <a:pt x="21" y="40"/>
                  </a:cubicBezTo>
                  <a:cubicBezTo>
                    <a:pt x="21" y="40"/>
                    <a:pt x="22" y="40"/>
                    <a:pt x="23" y="39"/>
                  </a:cubicBezTo>
                  <a:cubicBezTo>
                    <a:pt x="23" y="37"/>
                    <a:pt x="22" y="36"/>
                    <a:pt x="21" y="34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0" name="Freeform 588"/>
            <p:cNvSpPr/>
            <p:nvPr/>
          </p:nvSpPr>
          <p:spPr bwMode="auto">
            <a:xfrm>
              <a:off x="3103" y="1764"/>
              <a:ext cx="58" cy="100"/>
            </a:xfrm>
            <a:custGeom>
              <a:avLst/>
              <a:gdLst>
                <a:gd name="T0" fmla="*/ 23 w 24"/>
                <a:gd name="T1" fmla="*/ 38 h 42"/>
                <a:gd name="T2" fmla="*/ 12 w 24"/>
                <a:gd name="T3" fmla="*/ 19 h 42"/>
                <a:gd name="T4" fmla="*/ 2 w 24"/>
                <a:gd name="T5" fmla="*/ 1 h 42"/>
                <a:gd name="T6" fmla="*/ 0 w 24"/>
                <a:gd name="T7" fmla="*/ 1 h 42"/>
                <a:gd name="T8" fmla="*/ 9 w 24"/>
                <a:gd name="T9" fmla="*/ 20 h 42"/>
                <a:gd name="T10" fmla="*/ 19 w 24"/>
                <a:gd name="T11" fmla="*/ 40 h 42"/>
                <a:gd name="T12" fmla="*/ 23 w 24"/>
                <a:gd name="T13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42">
                  <a:moveTo>
                    <a:pt x="23" y="38"/>
                  </a:moveTo>
                  <a:cubicBezTo>
                    <a:pt x="19" y="31"/>
                    <a:pt x="16" y="25"/>
                    <a:pt x="12" y="19"/>
                  </a:cubicBezTo>
                  <a:cubicBezTo>
                    <a:pt x="9" y="13"/>
                    <a:pt x="6" y="6"/>
                    <a:pt x="2" y="1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2" y="8"/>
                    <a:pt x="6" y="14"/>
                    <a:pt x="9" y="20"/>
                  </a:cubicBezTo>
                  <a:cubicBezTo>
                    <a:pt x="13" y="27"/>
                    <a:pt x="16" y="33"/>
                    <a:pt x="19" y="40"/>
                  </a:cubicBezTo>
                  <a:cubicBezTo>
                    <a:pt x="21" y="42"/>
                    <a:pt x="24" y="40"/>
                    <a:pt x="23" y="38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1" name="Freeform 589"/>
            <p:cNvSpPr/>
            <p:nvPr/>
          </p:nvSpPr>
          <p:spPr bwMode="auto">
            <a:xfrm>
              <a:off x="2740" y="1030"/>
              <a:ext cx="58" cy="103"/>
            </a:xfrm>
            <a:custGeom>
              <a:avLst/>
              <a:gdLst>
                <a:gd name="T0" fmla="*/ 23 w 24"/>
                <a:gd name="T1" fmla="*/ 41 h 43"/>
                <a:gd name="T2" fmla="*/ 13 w 24"/>
                <a:gd name="T3" fmla="*/ 22 h 43"/>
                <a:gd name="T4" fmla="*/ 4 w 24"/>
                <a:gd name="T5" fmla="*/ 2 h 43"/>
                <a:gd name="T6" fmla="*/ 1 w 24"/>
                <a:gd name="T7" fmla="*/ 4 h 43"/>
                <a:gd name="T8" fmla="*/ 11 w 24"/>
                <a:gd name="T9" fmla="*/ 23 h 43"/>
                <a:gd name="T10" fmla="*/ 22 w 24"/>
                <a:gd name="T11" fmla="*/ 42 h 43"/>
                <a:gd name="T12" fmla="*/ 23 w 24"/>
                <a:gd name="T13" fmla="*/ 4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43">
                  <a:moveTo>
                    <a:pt x="23" y="41"/>
                  </a:moveTo>
                  <a:cubicBezTo>
                    <a:pt x="21" y="34"/>
                    <a:pt x="17" y="28"/>
                    <a:pt x="13" y="22"/>
                  </a:cubicBezTo>
                  <a:cubicBezTo>
                    <a:pt x="10" y="15"/>
                    <a:pt x="7" y="9"/>
                    <a:pt x="4" y="2"/>
                  </a:cubicBezTo>
                  <a:cubicBezTo>
                    <a:pt x="3" y="0"/>
                    <a:pt x="0" y="1"/>
                    <a:pt x="1" y="4"/>
                  </a:cubicBezTo>
                  <a:cubicBezTo>
                    <a:pt x="4" y="10"/>
                    <a:pt x="7" y="17"/>
                    <a:pt x="11" y="23"/>
                  </a:cubicBezTo>
                  <a:cubicBezTo>
                    <a:pt x="14" y="30"/>
                    <a:pt x="17" y="36"/>
                    <a:pt x="22" y="42"/>
                  </a:cubicBezTo>
                  <a:cubicBezTo>
                    <a:pt x="23" y="43"/>
                    <a:pt x="24" y="42"/>
                    <a:pt x="23" y="4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2" name="Freeform 590"/>
            <p:cNvSpPr/>
            <p:nvPr/>
          </p:nvSpPr>
          <p:spPr bwMode="auto">
            <a:xfrm>
              <a:off x="2719" y="1042"/>
              <a:ext cx="60" cy="105"/>
            </a:xfrm>
            <a:custGeom>
              <a:avLst/>
              <a:gdLst>
                <a:gd name="T0" fmla="*/ 24 w 25"/>
                <a:gd name="T1" fmla="*/ 42 h 44"/>
                <a:gd name="T2" fmla="*/ 20 w 25"/>
                <a:gd name="T3" fmla="*/ 31 h 44"/>
                <a:gd name="T4" fmla="*/ 15 w 25"/>
                <a:gd name="T5" fmla="*/ 22 h 44"/>
                <a:gd name="T6" fmla="*/ 5 w 25"/>
                <a:gd name="T7" fmla="*/ 2 h 44"/>
                <a:gd name="T8" fmla="*/ 1 w 25"/>
                <a:gd name="T9" fmla="*/ 5 h 44"/>
                <a:gd name="T10" fmla="*/ 11 w 25"/>
                <a:gd name="T11" fmla="*/ 24 h 44"/>
                <a:gd name="T12" fmla="*/ 16 w 25"/>
                <a:gd name="T13" fmla="*/ 33 h 44"/>
                <a:gd name="T14" fmla="*/ 23 w 25"/>
                <a:gd name="T15" fmla="*/ 43 h 44"/>
                <a:gd name="T16" fmla="*/ 24 w 25"/>
                <a:gd name="T17" fmla="*/ 4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4">
                  <a:moveTo>
                    <a:pt x="24" y="42"/>
                  </a:moveTo>
                  <a:cubicBezTo>
                    <a:pt x="23" y="38"/>
                    <a:pt x="21" y="35"/>
                    <a:pt x="20" y="31"/>
                  </a:cubicBezTo>
                  <a:cubicBezTo>
                    <a:pt x="18" y="28"/>
                    <a:pt x="16" y="25"/>
                    <a:pt x="15" y="22"/>
                  </a:cubicBezTo>
                  <a:cubicBezTo>
                    <a:pt x="12" y="15"/>
                    <a:pt x="8" y="9"/>
                    <a:pt x="5" y="2"/>
                  </a:cubicBezTo>
                  <a:cubicBezTo>
                    <a:pt x="4" y="0"/>
                    <a:pt x="0" y="2"/>
                    <a:pt x="1" y="5"/>
                  </a:cubicBezTo>
                  <a:cubicBezTo>
                    <a:pt x="4" y="11"/>
                    <a:pt x="8" y="18"/>
                    <a:pt x="11" y="24"/>
                  </a:cubicBezTo>
                  <a:cubicBezTo>
                    <a:pt x="13" y="27"/>
                    <a:pt x="14" y="30"/>
                    <a:pt x="16" y="33"/>
                  </a:cubicBezTo>
                  <a:cubicBezTo>
                    <a:pt x="18" y="36"/>
                    <a:pt x="21" y="39"/>
                    <a:pt x="23" y="43"/>
                  </a:cubicBezTo>
                  <a:cubicBezTo>
                    <a:pt x="23" y="44"/>
                    <a:pt x="25" y="43"/>
                    <a:pt x="24" y="4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3" name="Freeform 591"/>
            <p:cNvSpPr/>
            <p:nvPr/>
          </p:nvSpPr>
          <p:spPr bwMode="auto">
            <a:xfrm>
              <a:off x="2616" y="1090"/>
              <a:ext cx="406" cy="684"/>
            </a:xfrm>
            <a:custGeom>
              <a:avLst/>
              <a:gdLst>
                <a:gd name="T0" fmla="*/ 132 w 170"/>
                <a:gd name="T1" fmla="*/ 174 h 287"/>
                <a:gd name="T2" fmla="*/ 111 w 170"/>
                <a:gd name="T3" fmla="*/ 156 h 287"/>
                <a:gd name="T4" fmla="*/ 83 w 170"/>
                <a:gd name="T5" fmla="*/ 139 h 287"/>
                <a:gd name="T6" fmla="*/ 98 w 170"/>
                <a:gd name="T7" fmla="*/ 100 h 287"/>
                <a:gd name="T8" fmla="*/ 117 w 170"/>
                <a:gd name="T9" fmla="*/ 64 h 287"/>
                <a:gd name="T10" fmla="*/ 127 w 170"/>
                <a:gd name="T11" fmla="*/ 28 h 287"/>
                <a:gd name="T12" fmla="*/ 123 w 170"/>
                <a:gd name="T13" fmla="*/ 3 h 287"/>
                <a:gd name="T14" fmla="*/ 114 w 170"/>
                <a:gd name="T15" fmla="*/ 13 h 287"/>
                <a:gd name="T16" fmla="*/ 119 w 170"/>
                <a:gd name="T17" fmla="*/ 59 h 287"/>
                <a:gd name="T18" fmla="*/ 97 w 170"/>
                <a:gd name="T19" fmla="*/ 78 h 287"/>
                <a:gd name="T20" fmla="*/ 78 w 170"/>
                <a:gd name="T21" fmla="*/ 109 h 287"/>
                <a:gd name="T22" fmla="*/ 105 w 170"/>
                <a:gd name="T23" fmla="*/ 142 h 287"/>
                <a:gd name="T24" fmla="*/ 97 w 170"/>
                <a:gd name="T25" fmla="*/ 183 h 287"/>
                <a:gd name="T26" fmla="*/ 127 w 170"/>
                <a:gd name="T27" fmla="*/ 178 h 287"/>
                <a:gd name="T28" fmla="*/ 164 w 170"/>
                <a:gd name="T29" fmla="*/ 201 h 287"/>
                <a:gd name="T30" fmla="*/ 140 w 170"/>
                <a:gd name="T31" fmla="*/ 233 h 287"/>
                <a:gd name="T32" fmla="*/ 128 w 170"/>
                <a:gd name="T33" fmla="*/ 276 h 287"/>
                <a:gd name="T34" fmla="*/ 93 w 170"/>
                <a:gd name="T35" fmla="*/ 233 h 287"/>
                <a:gd name="T36" fmla="*/ 64 w 170"/>
                <a:gd name="T37" fmla="*/ 187 h 287"/>
                <a:gd name="T38" fmla="*/ 48 w 170"/>
                <a:gd name="T39" fmla="*/ 171 h 287"/>
                <a:gd name="T40" fmla="*/ 45 w 170"/>
                <a:gd name="T41" fmla="*/ 158 h 287"/>
                <a:gd name="T42" fmla="*/ 24 w 170"/>
                <a:gd name="T43" fmla="*/ 137 h 287"/>
                <a:gd name="T44" fmla="*/ 15 w 170"/>
                <a:gd name="T45" fmla="*/ 133 h 287"/>
                <a:gd name="T46" fmla="*/ 4 w 170"/>
                <a:gd name="T47" fmla="*/ 110 h 287"/>
                <a:gd name="T48" fmla="*/ 8 w 170"/>
                <a:gd name="T49" fmla="*/ 127 h 287"/>
                <a:gd name="T50" fmla="*/ 23 w 170"/>
                <a:gd name="T51" fmla="*/ 141 h 287"/>
                <a:gd name="T52" fmla="*/ 43 w 170"/>
                <a:gd name="T53" fmla="*/ 151 h 287"/>
                <a:gd name="T54" fmla="*/ 40 w 170"/>
                <a:gd name="T55" fmla="*/ 174 h 287"/>
                <a:gd name="T56" fmla="*/ 53 w 170"/>
                <a:gd name="T57" fmla="*/ 196 h 287"/>
                <a:gd name="T58" fmla="*/ 47 w 170"/>
                <a:gd name="T59" fmla="*/ 232 h 287"/>
                <a:gd name="T60" fmla="*/ 95 w 170"/>
                <a:gd name="T61" fmla="*/ 239 h 287"/>
                <a:gd name="T62" fmla="*/ 140 w 170"/>
                <a:gd name="T63" fmla="*/ 261 h 287"/>
                <a:gd name="T64" fmla="*/ 156 w 170"/>
                <a:gd name="T65" fmla="*/ 216 h 287"/>
                <a:gd name="T66" fmla="*/ 160 w 170"/>
                <a:gd name="T67" fmla="*/ 179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0" h="287">
                  <a:moveTo>
                    <a:pt x="160" y="179"/>
                  </a:moveTo>
                  <a:cubicBezTo>
                    <a:pt x="152" y="173"/>
                    <a:pt x="142" y="172"/>
                    <a:pt x="132" y="174"/>
                  </a:cubicBezTo>
                  <a:cubicBezTo>
                    <a:pt x="121" y="175"/>
                    <a:pt x="110" y="178"/>
                    <a:pt x="99" y="181"/>
                  </a:cubicBezTo>
                  <a:cubicBezTo>
                    <a:pt x="95" y="172"/>
                    <a:pt x="108" y="163"/>
                    <a:pt x="111" y="156"/>
                  </a:cubicBezTo>
                  <a:cubicBezTo>
                    <a:pt x="114" y="151"/>
                    <a:pt x="115" y="143"/>
                    <a:pt x="108" y="140"/>
                  </a:cubicBezTo>
                  <a:cubicBezTo>
                    <a:pt x="100" y="136"/>
                    <a:pt x="91" y="143"/>
                    <a:pt x="83" y="139"/>
                  </a:cubicBezTo>
                  <a:cubicBezTo>
                    <a:pt x="73" y="134"/>
                    <a:pt x="71" y="120"/>
                    <a:pt x="79" y="112"/>
                  </a:cubicBezTo>
                  <a:cubicBezTo>
                    <a:pt x="85" y="107"/>
                    <a:pt x="93" y="105"/>
                    <a:pt x="98" y="100"/>
                  </a:cubicBezTo>
                  <a:cubicBezTo>
                    <a:pt x="104" y="93"/>
                    <a:pt x="99" y="86"/>
                    <a:pt x="100" y="78"/>
                  </a:cubicBezTo>
                  <a:cubicBezTo>
                    <a:pt x="101" y="69"/>
                    <a:pt x="110" y="67"/>
                    <a:pt x="117" y="64"/>
                  </a:cubicBezTo>
                  <a:cubicBezTo>
                    <a:pt x="123" y="61"/>
                    <a:pt x="128" y="58"/>
                    <a:pt x="131" y="51"/>
                  </a:cubicBezTo>
                  <a:cubicBezTo>
                    <a:pt x="134" y="44"/>
                    <a:pt x="132" y="35"/>
                    <a:pt x="127" y="28"/>
                  </a:cubicBezTo>
                  <a:cubicBezTo>
                    <a:pt x="124" y="24"/>
                    <a:pt x="120" y="21"/>
                    <a:pt x="117" y="16"/>
                  </a:cubicBezTo>
                  <a:cubicBezTo>
                    <a:pt x="115" y="12"/>
                    <a:pt x="116" y="3"/>
                    <a:pt x="123" y="3"/>
                  </a:cubicBezTo>
                  <a:cubicBezTo>
                    <a:pt x="124" y="3"/>
                    <a:pt x="124" y="1"/>
                    <a:pt x="123" y="1"/>
                  </a:cubicBezTo>
                  <a:cubicBezTo>
                    <a:pt x="116" y="0"/>
                    <a:pt x="113" y="7"/>
                    <a:pt x="114" y="13"/>
                  </a:cubicBezTo>
                  <a:cubicBezTo>
                    <a:pt x="115" y="22"/>
                    <a:pt x="126" y="27"/>
                    <a:pt x="129" y="36"/>
                  </a:cubicBezTo>
                  <a:cubicBezTo>
                    <a:pt x="132" y="45"/>
                    <a:pt x="128" y="55"/>
                    <a:pt x="119" y="59"/>
                  </a:cubicBezTo>
                  <a:cubicBezTo>
                    <a:pt x="113" y="63"/>
                    <a:pt x="106" y="64"/>
                    <a:pt x="101" y="70"/>
                  </a:cubicBezTo>
                  <a:cubicBezTo>
                    <a:pt x="99" y="72"/>
                    <a:pt x="97" y="75"/>
                    <a:pt x="97" y="78"/>
                  </a:cubicBezTo>
                  <a:cubicBezTo>
                    <a:pt x="97" y="83"/>
                    <a:pt x="100" y="89"/>
                    <a:pt x="98" y="94"/>
                  </a:cubicBezTo>
                  <a:cubicBezTo>
                    <a:pt x="96" y="102"/>
                    <a:pt x="84" y="104"/>
                    <a:pt x="78" y="109"/>
                  </a:cubicBezTo>
                  <a:cubicBezTo>
                    <a:pt x="65" y="120"/>
                    <a:pt x="72" y="143"/>
                    <a:pt x="89" y="143"/>
                  </a:cubicBezTo>
                  <a:cubicBezTo>
                    <a:pt x="95" y="144"/>
                    <a:pt x="100" y="141"/>
                    <a:pt x="105" y="142"/>
                  </a:cubicBezTo>
                  <a:cubicBezTo>
                    <a:pt x="115" y="144"/>
                    <a:pt x="109" y="155"/>
                    <a:pt x="105" y="160"/>
                  </a:cubicBezTo>
                  <a:cubicBezTo>
                    <a:pt x="100" y="166"/>
                    <a:pt x="91" y="174"/>
                    <a:pt x="97" y="183"/>
                  </a:cubicBezTo>
                  <a:cubicBezTo>
                    <a:pt x="97" y="184"/>
                    <a:pt x="98" y="184"/>
                    <a:pt x="98" y="184"/>
                  </a:cubicBezTo>
                  <a:cubicBezTo>
                    <a:pt x="108" y="182"/>
                    <a:pt x="117" y="180"/>
                    <a:pt x="127" y="178"/>
                  </a:cubicBezTo>
                  <a:cubicBezTo>
                    <a:pt x="136" y="176"/>
                    <a:pt x="146" y="175"/>
                    <a:pt x="155" y="179"/>
                  </a:cubicBezTo>
                  <a:cubicBezTo>
                    <a:pt x="162" y="184"/>
                    <a:pt x="168" y="193"/>
                    <a:pt x="164" y="201"/>
                  </a:cubicBezTo>
                  <a:cubicBezTo>
                    <a:pt x="162" y="208"/>
                    <a:pt x="155" y="212"/>
                    <a:pt x="150" y="216"/>
                  </a:cubicBezTo>
                  <a:cubicBezTo>
                    <a:pt x="145" y="221"/>
                    <a:pt x="142" y="226"/>
                    <a:pt x="140" y="233"/>
                  </a:cubicBezTo>
                  <a:cubicBezTo>
                    <a:pt x="139" y="240"/>
                    <a:pt x="139" y="248"/>
                    <a:pt x="138" y="255"/>
                  </a:cubicBezTo>
                  <a:cubicBezTo>
                    <a:pt x="137" y="263"/>
                    <a:pt x="134" y="271"/>
                    <a:pt x="128" y="276"/>
                  </a:cubicBezTo>
                  <a:cubicBezTo>
                    <a:pt x="120" y="281"/>
                    <a:pt x="113" y="277"/>
                    <a:pt x="109" y="270"/>
                  </a:cubicBezTo>
                  <a:cubicBezTo>
                    <a:pt x="102" y="258"/>
                    <a:pt x="105" y="241"/>
                    <a:pt x="93" y="233"/>
                  </a:cubicBezTo>
                  <a:cubicBezTo>
                    <a:pt x="79" y="225"/>
                    <a:pt x="62" y="238"/>
                    <a:pt x="49" y="229"/>
                  </a:cubicBezTo>
                  <a:cubicBezTo>
                    <a:pt x="31" y="218"/>
                    <a:pt x="59" y="197"/>
                    <a:pt x="64" y="187"/>
                  </a:cubicBezTo>
                  <a:cubicBezTo>
                    <a:pt x="66" y="183"/>
                    <a:pt x="67" y="175"/>
                    <a:pt x="63" y="172"/>
                  </a:cubicBezTo>
                  <a:cubicBezTo>
                    <a:pt x="58" y="170"/>
                    <a:pt x="53" y="171"/>
                    <a:pt x="48" y="171"/>
                  </a:cubicBezTo>
                  <a:cubicBezTo>
                    <a:pt x="46" y="171"/>
                    <a:pt x="41" y="172"/>
                    <a:pt x="40" y="170"/>
                  </a:cubicBezTo>
                  <a:cubicBezTo>
                    <a:pt x="37" y="166"/>
                    <a:pt x="43" y="161"/>
                    <a:pt x="45" y="158"/>
                  </a:cubicBezTo>
                  <a:cubicBezTo>
                    <a:pt x="48" y="152"/>
                    <a:pt x="47" y="144"/>
                    <a:pt x="43" y="140"/>
                  </a:cubicBezTo>
                  <a:cubicBezTo>
                    <a:pt x="38" y="134"/>
                    <a:pt x="30" y="134"/>
                    <a:pt x="24" y="137"/>
                  </a:cubicBezTo>
                  <a:cubicBezTo>
                    <a:pt x="23" y="137"/>
                    <a:pt x="22" y="138"/>
                    <a:pt x="21" y="138"/>
                  </a:cubicBezTo>
                  <a:cubicBezTo>
                    <a:pt x="17" y="139"/>
                    <a:pt x="16" y="136"/>
                    <a:pt x="15" y="133"/>
                  </a:cubicBezTo>
                  <a:cubicBezTo>
                    <a:pt x="14" y="131"/>
                    <a:pt x="13" y="128"/>
                    <a:pt x="11" y="126"/>
                  </a:cubicBezTo>
                  <a:cubicBezTo>
                    <a:pt x="4" y="110"/>
                    <a:pt x="4" y="110"/>
                    <a:pt x="4" y="110"/>
                  </a:cubicBezTo>
                  <a:cubicBezTo>
                    <a:pt x="3" y="108"/>
                    <a:pt x="0" y="110"/>
                    <a:pt x="1" y="112"/>
                  </a:cubicBezTo>
                  <a:cubicBezTo>
                    <a:pt x="4" y="117"/>
                    <a:pt x="6" y="122"/>
                    <a:pt x="8" y="127"/>
                  </a:cubicBezTo>
                  <a:cubicBezTo>
                    <a:pt x="10" y="131"/>
                    <a:pt x="12" y="136"/>
                    <a:pt x="15" y="140"/>
                  </a:cubicBezTo>
                  <a:cubicBezTo>
                    <a:pt x="17" y="142"/>
                    <a:pt x="20" y="142"/>
                    <a:pt x="23" y="141"/>
                  </a:cubicBezTo>
                  <a:cubicBezTo>
                    <a:pt x="28" y="139"/>
                    <a:pt x="32" y="137"/>
                    <a:pt x="37" y="139"/>
                  </a:cubicBezTo>
                  <a:cubicBezTo>
                    <a:pt x="41" y="141"/>
                    <a:pt x="44" y="146"/>
                    <a:pt x="43" y="151"/>
                  </a:cubicBezTo>
                  <a:cubicBezTo>
                    <a:pt x="43" y="156"/>
                    <a:pt x="39" y="159"/>
                    <a:pt x="37" y="163"/>
                  </a:cubicBezTo>
                  <a:cubicBezTo>
                    <a:pt x="35" y="167"/>
                    <a:pt x="36" y="172"/>
                    <a:pt x="40" y="174"/>
                  </a:cubicBezTo>
                  <a:cubicBezTo>
                    <a:pt x="46" y="176"/>
                    <a:pt x="52" y="173"/>
                    <a:pt x="57" y="174"/>
                  </a:cubicBezTo>
                  <a:cubicBezTo>
                    <a:pt x="69" y="175"/>
                    <a:pt x="57" y="192"/>
                    <a:pt x="53" y="196"/>
                  </a:cubicBezTo>
                  <a:cubicBezTo>
                    <a:pt x="48" y="202"/>
                    <a:pt x="42" y="208"/>
                    <a:pt x="40" y="216"/>
                  </a:cubicBezTo>
                  <a:cubicBezTo>
                    <a:pt x="39" y="222"/>
                    <a:pt x="41" y="229"/>
                    <a:pt x="47" y="232"/>
                  </a:cubicBezTo>
                  <a:cubicBezTo>
                    <a:pt x="53" y="236"/>
                    <a:pt x="61" y="236"/>
                    <a:pt x="67" y="235"/>
                  </a:cubicBezTo>
                  <a:cubicBezTo>
                    <a:pt x="76" y="234"/>
                    <a:pt x="88" y="231"/>
                    <a:pt x="95" y="239"/>
                  </a:cubicBezTo>
                  <a:cubicBezTo>
                    <a:pt x="104" y="251"/>
                    <a:pt x="99" y="270"/>
                    <a:pt x="113" y="279"/>
                  </a:cubicBezTo>
                  <a:cubicBezTo>
                    <a:pt x="126" y="287"/>
                    <a:pt x="137" y="273"/>
                    <a:pt x="140" y="261"/>
                  </a:cubicBezTo>
                  <a:cubicBezTo>
                    <a:pt x="142" y="253"/>
                    <a:pt x="142" y="244"/>
                    <a:pt x="143" y="236"/>
                  </a:cubicBezTo>
                  <a:cubicBezTo>
                    <a:pt x="144" y="227"/>
                    <a:pt x="149" y="221"/>
                    <a:pt x="156" y="216"/>
                  </a:cubicBezTo>
                  <a:cubicBezTo>
                    <a:pt x="161" y="211"/>
                    <a:pt x="168" y="206"/>
                    <a:pt x="169" y="198"/>
                  </a:cubicBezTo>
                  <a:cubicBezTo>
                    <a:pt x="170" y="190"/>
                    <a:pt x="165" y="183"/>
                    <a:pt x="160" y="179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4" name="Freeform 592"/>
            <p:cNvSpPr/>
            <p:nvPr/>
          </p:nvSpPr>
          <p:spPr bwMode="auto">
            <a:xfrm>
              <a:off x="3029" y="1181"/>
              <a:ext cx="292" cy="393"/>
            </a:xfrm>
            <a:custGeom>
              <a:avLst/>
              <a:gdLst>
                <a:gd name="T0" fmla="*/ 118 w 122"/>
                <a:gd name="T1" fmla="*/ 98 h 165"/>
                <a:gd name="T2" fmla="*/ 93 w 122"/>
                <a:gd name="T3" fmla="*/ 108 h 165"/>
                <a:gd name="T4" fmla="*/ 89 w 122"/>
                <a:gd name="T5" fmla="*/ 118 h 165"/>
                <a:gd name="T6" fmla="*/ 97 w 122"/>
                <a:gd name="T7" fmla="*/ 139 h 165"/>
                <a:gd name="T8" fmla="*/ 86 w 122"/>
                <a:gd name="T9" fmla="*/ 158 h 165"/>
                <a:gd name="T10" fmla="*/ 74 w 122"/>
                <a:gd name="T11" fmla="*/ 148 h 165"/>
                <a:gd name="T12" fmla="*/ 67 w 122"/>
                <a:gd name="T13" fmla="*/ 121 h 165"/>
                <a:gd name="T14" fmla="*/ 37 w 122"/>
                <a:gd name="T15" fmla="*/ 121 h 165"/>
                <a:gd name="T16" fmla="*/ 25 w 122"/>
                <a:gd name="T17" fmla="*/ 126 h 165"/>
                <a:gd name="T18" fmla="*/ 20 w 122"/>
                <a:gd name="T19" fmla="*/ 118 h 165"/>
                <a:gd name="T20" fmla="*/ 34 w 122"/>
                <a:gd name="T21" fmla="*/ 104 h 165"/>
                <a:gd name="T22" fmla="*/ 47 w 122"/>
                <a:gd name="T23" fmla="*/ 93 h 165"/>
                <a:gd name="T24" fmla="*/ 45 w 122"/>
                <a:gd name="T25" fmla="*/ 80 h 165"/>
                <a:gd name="T26" fmla="*/ 11 w 122"/>
                <a:gd name="T27" fmla="*/ 73 h 165"/>
                <a:gd name="T28" fmla="*/ 13 w 122"/>
                <a:gd name="T29" fmla="*/ 48 h 165"/>
                <a:gd name="T30" fmla="*/ 32 w 122"/>
                <a:gd name="T31" fmla="*/ 30 h 165"/>
                <a:gd name="T32" fmla="*/ 79 w 122"/>
                <a:gd name="T33" fmla="*/ 9 h 165"/>
                <a:gd name="T34" fmla="*/ 80 w 122"/>
                <a:gd name="T35" fmla="*/ 7 h 165"/>
                <a:gd name="T36" fmla="*/ 42 w 122"/>
                <a:gd name="T37" fmla="*/ 17 h 165"/>
                <a:gd name="T38" fmla="*/ 22 w 122"/>
                <a:gd name="T39" fmla="*/ 35 h 165"/>
                <a:gd name="T40" fmla="*/ 6 w 122"/>
                <a:gd name="T41" fmla="*/ 53 h 165"/>
                <a:gd name="T42" fmla="*/ 19 w 122"/>
                <a:gd name="T43" fmla="*/ 79 h 165"/>
                <a:gd name="T44" fmla="*/ 41 w 122"/>
                <a:gd name="T45" fmla="*/ 80 h 165"/>
                <a:gd name="T46" fmla="*/ 34 w 122"/>
                <a:gd name="T47" fmla="*/ 101 h 165"/>
                <a:gd name="T48" fmla="*/ 18 w 122"/>
                <a:gd name="T49" fmla="*/ 112 h 165"/>
                <a:gd name="T50" fmla="*/ 18 w 122"/>
                <a:gd name="T51" fmla="*/ 126 h 165"/>
                <a:gd name="T52" fmla="*/ 32 w 122"/>
                <a:gd name="T53" fmla="*/ 127 h 165"/>
                <a:gd name="T54" fmla="*/ 54 w 122"/>
                <a:gd name="T55" fmla="*/ 118 h 165"/>
                <a:gd name="T56" fmla="*/ 70 w 122"/>
                <a:gd name="T57" fmla="*/ 148 h 165"/>
                <a:gd name="T58" fmla="*/ 92 w 122"/>
                <a:gd name="T59" fmla="*/ 158 h 165"/>
                <a:gd name="T60" fmla="*/ 100 w 122"/>
                <a:gd name="T61" fmla="*/ 140 h 165"/>
                <a:gd name="T62" fmla="*/ 97 w 122"/>
                <a:gd name="T63" fmla="*/ 129 h 165"/>
                <a:gd name="T64" fmla="*/ 92 w 122"/>
                <a:gd name="T65" fmla="*/ 114 h 165"/>
                <a:gd name="T66" fmla="*/ 108 w 122"/>
                <a:gd name="T67" fmla="*/ 107 h 165"/>
                <a:gd name="T68" fmla="*/ 121 w 122"/>
                <a:gd name="T69" fmla="*/ 99 h 165"/>
                <a:gd name="T70" fmla="*/ 118 w 122"/>
                <a:gd name="T71" fmla="*/ 98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2" h="165">
                  <a:moveTo>
                    <a:pt x="118" y="98"/>
                  </a:moveTo>
                  <a:cubicBezTo>
                    <a:pt x="114" y="106"/>
                    <a:pt x="100" y="103"/>
                    <a:pt x="93" y="108"/>
                  </a:cubicBezTo>
                  <a:cubicBezTo>
                    <a:pt x="90" y="110"/>
                    <a:pt x="88" y="114"/>
                    <a:pt x="89" y="118"/>
                  </a:cubicBezTo>
                  <a:cubicBezTo>
                    <a:pt x="90" y="126"/>
                    <a:pt x="96" y="131"/>
                    <a:pt x="97" y="139"/>
                  </a:cubicBezTo>
                  <a:cubicBezTo>
                    <a:pt x="98" y="147"/>
                    <a:pt x="95" y="156"/>
                    <a:pt x="86" y="158"/>
                  </a:cubicBezTo>
                  <a:cubicBezTo>
                    <a:pt x="80" y="159"/>
                    <a:pt x="75" y="154"/>
                    <a:pt x="74" y="148"/>
                  </a:cubicBezTo>
                  <a:cubicBezTo>
                    <a:pt x="71" y="139"/>
                    <a:pt x="73" y="128"/>
                    <a:pt x="67" y="121"/>
                  </a:cubicBezTo>
                  <a:cubicBezTo>
                    <a:pt x="59" y="111"/>
                    <a:pt x="46" y="116"/>
                    <a:pt x="37" y="121"/>
                  </a:cubicBezTo>
                  <a:cubicBezTo>
                    <a:pt x="33" y="123"/>
                    <a:pt x="30" y="126"/>
                    <a:pt x="25" y="126"/>
                  </a:cubicBezTo>
                  <a:cubicBezTo>
                    <a:pt x="21" y="126"/>
                    <a:pt x="19" y="122"/>
                    <a:pt x="20" y="118"/>
                  </a:cubicBezTo>
                  <a:cubicBezTo>
                    <a:pt x="20" y="111"/>
                    <a:pt x="28" y="107"/>
                    <a:pt x="34" y="104"/>
                  </a:cubicBezTo>
                  <a:cubicBezTo>
                    <a:pt x="39" y="102"/>
                    <a:pt x="45" y="98"/>
                    <a:pt x="47" y="93"/>
                  </a:cubicBezTo>
                  <a:cubicBezTo>
                    <a:pt x="49" y="88"/>
                    <a:pt x="49" y="83"/>
                    <a:pt x="45" y="80"/>
                  </a:cubicBezTo>
                  <a:cubicBezTo>
                    <a:pt x="36" y="71"/>
                    <a:pt x="20" y="81"/>
                    <a:pt x="11" y="73"/>
                  </a:cubicBezTo>
                  <a:cubicBezTo>
                    <a:pt x="3" y="66"/>
                    <a:pt x="8" y="55"/>
                    <a:pt x="13" y="48"/>
                  </a:cubicBezTo>
                  <a:cubicBezTo>
                    <a:pt x="18" y="41"/>
                    <a:pt x="25" y="35"/>
                    <a:pt x="32" y="30"/>
                  </a:cubicBezTo>
                  <a:cubicBezTo>
                    <a:pt x="43" y="19"/>
                    <a:pt x="61" y="1"/>
                    <a:pt x="79" y="9"/>
                  </a:cubicBezTo>
                  <a:cubicBezTo>
                    <a:pt x="80" y="9"/>
                    <a:pt x="81" y="8"/>
                    <a:pt x="80" y="7"/>
                  </a:cubicBezTo>
                  <a:cubicBezTo>
                    <a:pt x="67" y="0"/>
                    <a:pt x="52" y="9"/>
                    <a:pt x="42" y="17"/>
                  </a:cubicBezTo>
                  <a:cubicBezTo>
                    <a:pt x="35" y="22"/>
                    <a:pt x="28" y="28"/>
                    <a:pt x="22" y="35"/>
                  </a:cubicBezTo>
                  <a:cubicBezTo>
                    <a:pt x="16" y="40"/>
                    <a:pt x="10" y="46"/>
                    <a:pt x="6" y="53"/>
                  </a:cubicBezTo>
                  <a:cubicBezTo>
                    <a:pt x="0" y="65"/>
                    <a:pt x="6" y="77"/>
                    <a:pt x="19" y="79"/>
                  </a:cubicBezTo>
                  <a:cubicBezTo>
                    <a:pt x="26" y="79"/>
                    <a:pt x="34" y="77"/>
                    <a:pt x="41" y="80"/>
                  </a:cubicBezTo>
                  <a:cubicBezTo>
                    <a:pt x="52" y="86"/>
                    <a:pt x="41" y="97"/>
                    <a:pt x="34" y="101"/>
                  </a:cubicBezTo>
                  <a:cubicBezTo>
                    <a:pt x="29" y="104"/>
                    <a:pt x="22" y="106"/>
                    <a:pt x="18" y="112"/>
                  </a:cubicBezTo>
                  <a:cubicBezTo>
                    <a:pt x="16" y="116"/>
                    <a:pt x="16" y="122"/>
                    <a:pt x="18" y="126"/>
                  </a:cubicBezTo>
                  <a:cubicBezTo>
                    <a:pt x="22" y="131"/>
                    <a:pt x="28" y="130"/>
                    <a:pt x="32" y="127"/>
                  </a:cubicBezTo>
                  <a:cubicBezTo>
                    <a:pt x="39" y="124"/>
                    <a:pt x="46" y="118"/>
                    <a:pt x="54" y="118"/>
                  </a:cubicBezTo>
                  <a:cubicBezTo>
                    <a:pt x="70" y="118"/>
                    <a:pt x="68" y="137"/>
                    <a:pt x="70" y="148"/>
                  </a:cubicBezTo>
                  <a:cubicBezTo>
                    <a:pt x="73" y="158"/>
                    <a:pt x="82" y="165"/>
                    <a:pt x="92" y="158"/>
                  </a:cubicBezTo>
                  <a:cubicBezTo>
                    <a:pt x="98" y="154"/>
                    <a:pt x="101" y="147"/>
                    <a:pt x="100" y="140"/>
                  </a:cubicBezTo>
                  <a:cubicBezTo>
                    <a:pt x="100" y="136"/>
                    <a:pt x="98" y="132"/>
                    <a:pt x="97" y="129"/>
                  </a:cubicBezTo>
                  <a:cubicBezTo>
                    <a:pt x="95" y="124"/>
                    <a:pt x="90" y="119"/>
                    <a:pt x="92" y="114"/>
                  </a:cubicBezTo>
                  <a:cubicBezTo>
                    <a:pt x="94" y="108"/>
                    <a:pt x="103" y="108"/>
                    <a:pt x="108" y="107"/>
                  </a:cubicBezTo>
                  <a:cubicBezTo>
                    <a:pt x="113" y="106"/>
                    <a:pt x="118" y="104"/>
                    <a:pt x="121" y="99"/>
                  </a:cubicBezTo>
                  <a:cubicBezTo>
                    <a:pt x="122" y="97"/>
                    <a:pt x="119" y="96"/>
                    <a:pt x="118" y="98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5" name="Freeform 593"/>
            <p:cNvSpPr/>
            <p:nvPr/>
          </p:nvSpPr>
          <p:spPr bwMode="auto">
            <a:xfrm>
              <a:off x="3044" y="1593"/>
              <a:ext cx="210" cy="150"/>
            </a:xfrm>
            <a:custGeom>
              <a:avLst/>
              <a:gdLst>
                <a:gd name="T0" fmla="*/ 63 w 88"/>
                <a:gd name="T1" fmla="*/ 4 h 63"/>
                <a:gd name="T2" fmla="*/ 41 w 88"/>
                <a:gd name="T3" fmla="*/ 9 h 63"/>
                <a:gd name="T4" fmla="*/ 24 w 88"/>
                <a:gd name="T5" fmla="*/ 6 h 63"/>
                <a:gd name="T6" fmla="*/ 2 w 88"/>
                <a:gd name="T7" fmla="*/ 27 h 63"/>
                <a:gd name="T8" fmla="*/ 9 w 88"/>
                <a:gd name="T9" fmla="*/ 37 h 63"/>
                <a:gd name="T10" fmla="*/ 16 w 88"/>
                <a:gd name="T11" fmla="*/ 37 h 63"/>
                <a:gd name="T12" fmla="*/ 15 w 88"/>
                <a:gd name="T13" fmla="*/ 44 h 63"/>
                <a:gd name="T14" fmla="*/ 42 w 88"/>
                <a:gd name="T15" fmla="*/ 63 h 63"/>
                <a:gd name="T16" fmla="*/ 42 w 88"/>
                <a:gd name="T17" fmla="*/ 60 h 63"/>
                <a:gd name="T18" fmla="*/ 21 w 88"/>
                <a:gd name="T19" fmla="*/ 53 h 63"/>
                <a:gd name="T20" fmla="*/ 18 w 88"/>
                <a:gd name="T21" fmla="*/ 43 h 63"/>
                <a:gd name="T22" fmla="*/ 20 w 88"/>
                <a:gd name="T23" fmla="*/ 37 h 63"/>
                <a:gd name="T24" fmla="*/ 11 w 88"/>
                <a:gd name="T25" fmla="*/ 34 h 63"/>
                <a:gd name="T26" fmla="*/ 12 w 88"/>
                <a:gd name="T27" fmla="*/ 15 h 63"/>
                <a:gd name="T28" fmla="*/ 31 w 88"/>
                <a:gd name="T29" fmla="*/ 9 h 63"/>
                <a:gd name="T30" fmla="*/ 49 w 88"/>
                <a:gd name="T31" fmla="*/ 12 h 63"/>
                <a:gd name="T32" fmla="*/ 58 w 88"/>
                <a:gd name="T33" fmla="*/ 8 h 63"/>
                <a:gd name="T34" fmla="*/ 70 w 88"/>
                <a:gd name="T35" fmla="*/ 5 h 63"/>
                <a:gd name="T36" fmla="*/ 87 w 88"/>
                <a:gd name="T37" fmla="*/ 21 h 63"/>
                <a:gd name="T38" fmla="*/ 88 w 88"/>
                <a:gd name="T39" fmla="*/ 20 h 63"/>
                <a:gd name="T40" fmla="*/ 63 w 88"/>
                <a:gd name="T41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63">
                  <a:moveTo>
                    <a:pt x="63" y="4"/>
                  </a:moveTo>
                  <a:cubicBezTo>
                    <a:pt x="56" y="6"/>
                    <a:pt x="49" y="11"/>
                    <a:pt x="41" y="9"/>
                  </a:cubicBezTo>
                  <a:cubicBezTo>
                    <a:pt x="35" y="8"/>
                    <a:pt x="30" y="6"/>
                    <a:pt x="24" y="6"/>
                  </a:cubicBezTo>
                  <a:cubicBezTo>
                    <a:pt x="14" y="8"/>
                    <a:pt x="3" y="16"/>
                    <a:pt x="2" y="27"/>
                  </a:cubicBezTo>
                  <a:cubicBezTo>
                    <a:pt x="2" y="31"/>
                    <a:pt x="5" y="36"/>
                    <a:pt x="9" y="37"/>
                  </a:cubicBezTo>
                  <a:cubicBezTo>
                    <a:pt x="11" y="37"/>
                    <a:pt x="14" y="36"/>
                    <a:pt x="16" y="37"/>
                  </a:cubicBezTo>
                  <a:cubicBezTo>
                    <a:pt x="18" y="38"/>
                    <a:pt x="15" y="42"/>
                    <a:pt x="15" y="44"/>
                  </a:cubicBezTo>
                  <a:cubicBezTo>
                    <a:pt x="14" y="59"/>
                    <a:pt x="31" y="62"/>
                    <a:pt x="42" y="63"/>
                  </a:cubicBezTo>
                  <a:cubicBezTo>
                    <a:pt x="44" y="63"/>
                    <a:pt x="44" y="60"/>
                    <a:pt x="42" y="60"/>
                  </a:cubicBezTo>
                  <a:cubicBezTo>
                    <a:pt x="35" y="60"/>
                    <a:pt x="26" y="59"/>
                    <a:pt x="21" y="53"/>
                  </a:cubicBezTo>
                  <a:cubicBezTo>
                    <a:pt x="19" y="50"/>
                    <a:pt x="17" y="47"/>
                    <a:pt x="18" y="43"/>
                  </a:cubicBezTo>
                  <a:cubicBezTo>
                    <a:pt x="18" y="41"/>
                    <a:pt x="20" y="39"/>
                    <a:pt x="20" y="37"/>
                  </a:cubicBezTo>
                  <a:cubicBezTo>
                    <a:pt x="19" y="33"/>
                    <a:pt x="14" y="34"/>
                    <a:pt x="11" y="34"/>
                  </a:cubicBezTo>
                  <a:cubicBezTo>
                    <a:pt x="0" y="33"/>
                    <a:pt x="8" y="19"/>
                    <a:pt x="12" y="15"/>
                  </a:cubicBezTo>
                  <a:cubicBezTo>
                    <a:pt x="17" y="10"/>
                    <a:pt x="24" y="8"/>
                    <a:pt x="31" y="9"/>
                  </a:cubicBezTo>
                  <a:cubicBezTo>
                    <a:pt x="37" y="10"/>
                    <a:pt x="43" y="13"/>
                    <a:pt x="49" y="12"/>
                  </a:cubicBezTo>
                  <a:cubicBezTo>
                    <a:pt x="53" y="11"/>
                    <a:pt x="56" y="10"/>
                    <a:pt x="58" y="8"/>
                  </a:cubicBezTo>
                  <a:cubicBezTo>
                    <a:pt x="62" y="7"/>
                    <a:pt x="66" y="4"/>
                    <a:pt x="70" y="5"/>
                  </a:cubicBezTo>
                  <a:cubicBezTo>
                    <a:pt x="78" y="8"/>
                    <a:pt x="83" y="14"/>
                    <a:pt x="87" y="21"/>
                  </a:cubicBezTo>
                  <a:cubicBezTo>
                    <a:pt x="87" y="21"/>
                    <a:pt x="88" y="21"/>
                    <a:pt x="88" y="20"/>
                  </a:cubicBezTo>
                  <a:cubicBezTo>
                    <a:pt x="85" y="11"/>
                    <a:pt x="73" y="0"/>
                    <a:pt x="63" y="4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6" name="Freeform 594"/>
            <p:cNvSpPr/>
            <p:nvPr/>
          </p:nvSpPr>
          <p:spPr bwMode="auto">
            <a:xfrm>
              <a:off x="3185" y="1297"/>
              <a:ext cx="12" cy="15"/>
            </a:xfrm>
            <a:custGeom>
              <a:avLst/>
              <a:gdLst>
                <a:gd name="T0" fmla="*/ 4 w 5"/>
                <a:gd name="T1" fmla="*/ 2 h 6"/>
                <a:gd name="T2" fmla="*/ 4 w 5"/>
                <a:gd name="T3" fmla="*/ 2 h 6"/>
                <a:gd name="T4" fmla="*/ 4 w 5"/>
                <a:gd name="T5" fmla="*/ 1 h 6"/>
                <a:gd name="T6" fmla="*/ 3 w 5"/>
                <a:gd name="T7" fmla="*/ 1 h 6"/>
                <a:gd name="T8" fmla="*/ 3 w 5"/>
                <a:gd name="T9" fmla="*/ 1 h 6"/>
                <a:gd name="T10" fmla="*/ 2 w 5"/>
                <a:gd name="T11" fmla="*/ 1 h 6"/>
                <a:gd name="T12" fmla="*/ 2 w 5"/>
                <a:gd name="T13" fmla="*/ 1 h 6"/>
                <a:gd name="T14" fmla="*/ 1 w 5"/>
                <a:gd name="T15" fmla="*/ 1 h 6"/>
                <a:gd name="T16" fmla="*/ 1 w 5"/>
                <a:gd name="T17" fmla="*/ 1 h 6"/>
                <a:gd name="T18" fmla="*/ 1 w 5"/>
                <a:gd name="T19" fmla="*/ 2 h 6"/>
                <a:gd name="T20" fmla="*/ 1 w 5"/>
                <a:gd name="T21" fmla="*/ 2 h 6"/>
                <a:gd name="T22" fmla="*/ 1 w 5"/>
                <a:gd name="T23" fmla="*/ 2 h 6"/>
                <a:gd name="T24" fmla="*/ 0 w 5"/>
                <a:gd name="T25" fmla="*/ 4 h 6"/>
                <a:gd name="T26" fmla="*/ 0 w 5"/>
                <a:gd name="T27" fmla="*/ 4 h 6"/>
                <a:gd name="T28" fmla="*/ 0 w 5"/>
                <a:gd name="T29" fmla="*/ 4 h 6"/>
                <a:gd name="T30" fmla="*/ 0 w 5"/>
                <a:gd name="T31" fmla="*/ 4 h 6"/>
                <a:gd name="T32" fmla="*/ 0 w 5"/>
                <a:gd name="T33" fmla="*/ 5 h 6"/>
                <a:gd name="T34" fmla="*/ 1 w 5"/>
                <a:gd name="T35" fmla="*/ 6 h 6"/>
                <a:gd name="T36" fmla="*/ 1 w 5"/>
                <a:gd name="T37" fmla="*/ 6 h 6"/>
                <a:gd name="T38" fmla="*/ 2 w 5"/>
                <a:gd name="T39" fmla="*/ 6 h 6"/>
                <a:gd name="T40" fmla="*/ 2 w 5"/>
                <a:gd name="T41" fmla="*/ 6 h 6"/>
                <a:gd name="T42" fmla="*/ 2 w 5"/>
                <a:gd name="T43" fmla="*/ 6 h 6"/>
                <a:gd name="T44" fmla="*/ 3 w 5"/>
                <a:gd name="T45" fmla="*/ 5 h 6"/>
                <a:gd name="T46" fmla="*/ 3 w 5"/>
                <a:gd name="T47" fmla="*/ 5 h 6"/>
                <a:gd name="T48" fmla="*/ 4 w 5"/>
                <a:gd name="T49" fmla="*/ 4 h 6"/>
                <a:gd name="T50" fmla="*/ 4 w 5"/>
                <a:gd name="T51" fmla="*/ 4 h 6"/>
                <a:gd name="T52" fmla="*/ 4 w 5"/>
                <a:gd name="T53" fmla="*/ 4 h 6"/>
                <a:gd name="T54" fmla="*/ 4 w 5"/>
                <a:gd name="T55" fmla="*/ 3 h 6"/>
                <a:gd name="T56" fmla="*/ 5 w 5"/>
                <a:gd name="T57" fmla="*/ 3 h 6"/>
                <a:gd name="T58" fmla="*/ 4 w 5"/>
                <a:gd name="T5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" h="6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7" name="Freeform 595"/>
            <p:cNvSpPr/>
            <p:nvPr/>
          </p:nvSpPr>
          <p:spPr bwMode="auto">
            <a:xfrm>
              <a:off x="3194" y="134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8" name="Freeform 596"/>
            <p:cNvSpPr/>
            <p:nvPr/>
          </p:nvSpPr>
          <p:spPr bwMode="auto">
            <a:xfrm>
              <a:off x="3185" y="1338"/>
              <a:ext cx="9" cy="12"/>
            </a:xfrm>
            <a:custGeom>
              <a:avLst/>
              <a:gdLst>
                <a:gd name="T0" fmla="*/ 4 w 4"/>
                <a:gd name="T1" fmla="*/ 3 h 5"/>
                <a:gd name="T2" fmla="*/ 4 w 4"/>
                <a:gd name="T3" fmla="*/ 3 h 5"/>
                <a:gd name="T4" fmla="*/ 4 w 4"/>
                <a:gd name="T5" fmla="*/ 3 h 5"/>
                <a:gd name="T6" fmla="*/ 4 w 4"/>
                <a:gd name="T7" fmla="*/ 3 h 5"/>
                <a:gd name="T8" fmla="*/ 4 w 4"/>
                <a:gd name="T9" fmla="*/ 3 h 5"/>
                <a:gd name="T10" fmla="*/ 4 w 4"/>
                <a:gd name="T11" fmla="*/ 3 h 5"/>
                <a:gd name="T12" fmla="*/ 4 w 4"/>
                <a:gd name="T13" fmla="*/ 2 h 5"/>
                <a:gd name="T14" fmla="*/ 4 w 4"/>
                <a:gd name="T15" fmla="*/ 2 h 5"/>
                <a:gd name="T16" fmla="*/ 4 w 4"/>
                <a:gd name="T17" fmla="*/ 2 h 5"/>
                <a:gd name="T18" fmla="*/ 4 w 4"/>
                <a:gd name="T19" fmla="*/ 1 h 5"/>
                <a:gd name="T20" fmla="*/ 4 w 4"/>
                <a:gd name="T21" fmla="*/ 0 h 5"/>
                <a:gd name="T22" fmla="*/ 3 w 4"/>
                <a:gd name="T23" fmla="*/ 0 h 5"/>
                <a:gd name="T24" fmla="*/ 2 w 4"/>
                <a:gd name="T25" fmla="*/ 0 h 5"/>
                <a:gd name="T26" fmla="*/ 1 w 4"/>
                <a:gd name="T27" fmla="*/ 1 h 5"/>
                <a:gd name="T28" fmla="*/ 1 w 4"/>
                <a:gd name="T29" fmla="*/ 1 h 5"/>
                <a:gd name="T30" fmla="*/ 1 w 4"/>
                <a:gd name="T31" fmla="*/ 1 h 5"/>
                <a:gd name="T32" fmla="*/ 1 w 4"/>
                <a:gd name="T33" fmla="*/ 1 h 5"/>
                <a:gd name="T34" fmla="*/ 1 w 4"/>
                <a:gd name="T35" fmla="*/ 1 h 5"/>
                <a:gd name="T36" fmla="*/ 1 w 4"/>
                <a:gd name="T37" fmla="*/ 1 h 5"/>
                <a:gd name="T38" fmla="*/ 0 w 4"/>
                <a:gd name="T39" fmla="*/ 2 h 5"/>
                <a:gd name="T40" fmla="*/ 0 w 4"/>
                <a:gd name="T41" fmla="*/ 2 h 5"/>
                <a:gd name="T42" fmla="*/ 0 w 4"/>
                <a:gd name="T43" fmla="*/ 2 h 5"/>
                <a:gd name="T44" fmla="*/ 0 w 4"/>
                <a:gd name="T45" fmla="*/ 2 h 5"/>
                <a:gd name="T46" fmla="*/ 0 w 4"/>
                <a:gd name="T47" fmla="*/ 3 h 5"/>
                <a:gd name="T48" fmla="*/ 0 w 4"/>
                <a:gd name="T49" fmla="*/ 3 h 5"/>
                <a:gd name="T50" fmla="*/ 1 w 4"/>
                <a:gd name="T51" fmla="*/ 4 h 5"/>
                <a:gd name="T52" fmla="*/ 1 w 4"/>
                <a:gd name="T53" fmla="*/ 4 h 5"/>
                <a:gd name="T54" fmla="*/ 2 w 4"/>
                <a:gd name="T55" fmla="*/ 5 h 5"/>
                <a:gd name="T56" fmla="*/ 2 w 4"/>
                <a:gd name="T57" fmla="*/ 5 h 5"/>
                <a:gd name="T58" fmla="*/ 2 w 4"/>
                <a:gd name="T59" fmla="*/ 5 h 5"/>
                <a:gd name="T60" fmla="*/ 3 w 4"/>
                <a:gd name="T61" fmla="*/ 5 h 5"/>
                <a:gd name="T62" fmla="*/ 3 w 4"/>
                <a:gd name="T63" fmla="*/ 5 h 5"/>
                <a:gd name="T64" fmla="*/ 4 w 4"/>
                <a:gd name="T65" fmla="*/ 4 h 5"/>
                <a:gd name="T66" fmla="*/ 4 w 4"/>
                <a:gd name="T67" fmla="*/ 3 h 5"/>
                <a:gd name="T68" fmla="*/ 4 w 4"/>
                <a:gd name="T6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29" name="Freeform 597"/>
            <p:cNvSpPr/>
            <p:nvPr/>
          </p:nvSpPr>
          <p:spPr bwMode="auto">
            <a:xfrm>
              <a:off x="3209" y="1326"/>
              <a:ext cx="16" cy="12"/>
            </a:xfrm>
            <a:custGeom>
              <a:avLst/>
              <a:gdLst>
                <a:gd name="T0" fmla="*/ 7 w 7"/>
                <a:gd name="T1" fmla="*/ 1 h 5"/>
                <a:gd name="T2" fmla="*/ 7 w 7"/>
                <a:gd name="T3" fmla="*/ 1 h 5"/>
                <a:gd name="T4" fmla="*/ 6 w 7"/>
                <a:gd name="T5" fmla="*/ 1 h 5"/>
                <a:gd name="T6" fmla="*/ 5 w 7"/>
                <a:gd name="T7" fmla="*/ 0 h 5"/>
                <a:gd name="T8" fmla="*/ 5 w 7"/>
                <a:gd name="T9" fmla="*/ 0 h 5"/>
                <a:gd name="T10" fmla="*/ 4 w 7"/>
                <a:gd name="T11" fmla="*/ 0 h 5"/>
                <a:gd name="T12" fmla="*/ 4 w 7"/>
                <a:gd name="T13" fmla="*/ 0 h 5"/>
                <a:gd name="T14" fmla="*/ 2 w 7"/>
                <a:gd name="T15" fmla="*/ 0 h 5"/>
                <a:gd name="T16" fmla="*/ 2 w 7"/>
                <a:gd name="T17" fmla="*/ 1 h 5"/>
                <a:gd name="T18" fmla="*/ 1 w 7"/>
                <a:gd name="T19" fmla="*/ 1 h 5"/>
                <a:gd name="T20" fmla="*/ 0 w 7"/>
                <a:gd name="T21" fmla="*/ 2 h 5"/>
                <a:gd name="T22" fmla="*/ 0 w 7"/>
                <a:gd name="T23" fmla="*/ 2 h 5"/>
                <a:gd name="T24" fmla="*/ 1 w 7"/>
                <a:gd name="T25" fmla="*/ 4 h 5"/>
                <a:gd name="T26" fmla="*/ 1 w 7"/>
                <a:gd name="T27" fmla="*/ 4 h 5"/>
                <a:gd name="T28" fmla="*/ 2 w 7"/>
                <a:gd name="T29" fmla="*/ 5 h 5"/>
                <a:gd name="T30" fmla="*/ 4 w 7"/>
                <a:gd name="T31" fmla="*/ 5 h 5"/>
                <a:gd name="T32" fmla="*/ 4 w 7"/>
                <a:gd name="T33" fmla="*/ 5 h 5"/>
                <a:gd name="T34" fmla="*/ 5 w 7"/>
                <a:gd name="T35" fmla="*/ 5 h 5"/>
                <a:gd name="T36" fmla="*/ 5 w 7"/>
                <a:gd name="T37" fmla="*/ 5 h 5"/>
                <a:gd name="T38" fmla="*/ 6 w 7"/>
                <a:gd name="T39" fmla="*/ 4 h 5"/>
                <a:gd name="T40" fmla="*/ 7 w 7"/>
                <a:gd name="T41" fmla="*/ 4 h 5"/>
                <a:gd name="T42" fmla="*/ 7 w 7"/>
                <a:gd name="T43" fmla="*/ 4 h 5"/>
                <a:gd name="T44" fmla="*/ 7 w 7"/>
                <a:gd name="T45" fmla="*/ 2 h 5"/>
                <a:gd name="T46" fmla="*/ 7 w 7"/>
                <a:gd name="T4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" h="5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4"/>
                    <a:pt x="2" y="5"/>
                    <a:pt x="2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0" name="Freeform 598"/>
            <p:cNvSpPr/>
            <p:nvPr/>
          </p:nvSpPr>
          <p:spPr bwMode="auto">
            <a:xfrm>
              <a:off x="2740" y="1257"/>
              <a:ext cx="7" cy="12"/>
            </a:xfrm>
            <a:custGeom>
              <a:avLst/>
              <a:gdLst>
                <a:gd name="T0" fmla="*/ 2 w 3"/>
                <a:gd name="T1" fmla="*/ 1 h 5"/>
                <a:gd name="T2" fmla="*/ 2 w 3"/>
                <a:gd name="T3" fmla="*/ 1 h 5"/>
                <a:gd name="T4" fmla="*/ 2 w 3"/>
                <a:gd name="T5" fmla="*/ 0 h 5"/>
                <a:gd name="T6" fmla="*/ 1 w 3"/>
                <a:gd name="T7" fmla="*/ 0 h 5"/>
                <a:gd name="T8" fmla="*/ 0 w 3"/>
                <a:gd name="T9" fmla="*/ 0 h 5"/>
                <a:gd name="T10" fmla="*/ 0 w 3"/>
                <a:gd name="T11" fmla="*/ 1 h 5"/>
                <a:gd name="T12" fmla="*/ 0 w 3"/>
                <a:gd name="T13" fmla="*/ 1 h 5"/>
                <a:gd name="T14" fmla="*/ 0 w 3"/>
                <a:gd name="T15" fmla="*/ 2 h 5"/>
                <a:gd name="T16" fmla="*/ 0 w 3"/>
                <a:gd name="T17" fmla="*/ 3 h 5"/>
                <a:gd name="T18" fmla="*/ 0 w 3"/>
                <a:gd name="T19" fmla="*/ 3 h 5"/>
                <a:gd name="T20" fmla="*/ 0 w 3"/>
                <a:gd name="T21" fmla="*/ 3 h 5"/>
                <a:gd name="T22" fmla="*/ 0 w 3"/>
                <a:gd name="T23" fmla="*/ 4 h 5"/>
                <a:gd name="T24" fmla="*/ 0 w 3"/>
                <a:gd name="T25" fmla="*/ 5 h 5"/>
                <a:gd name="T26" fmla="*/ 1 w 3"/>
                <a:gd name="T27" fmla="*/ 5 h 5"/>
                <a:gd name="T28" fmla="*/ 2 w 3"/>
                <a:gd name="T29" fmla="*/ 4 h 5"/>
                <a:gd name="T30" fmla="*/ 2 w 3"/>
                <a:gd name="T31" fmla="*/ 3 h 5"/>
                <a:gd name="T32" fmla="*/ 2 w 3"/>
                <a:gd name="T33" fmla="*/ 3 h 5"/>
                <a:gd name="T34" fmla="*/ 2 w 3"/>
                <a:gd name="T35" fmla="*/ 3 h 5"/>
                <a:gd name="T36" fmla="*/ 3 w 3"/>
                <a:gd name="T37" fmla="*/ 2 h 5"/>
                <a:gd name="T38" fmla="*/ 3 w 3"/>
                <a:gd name="T39" fmla="*/ 1 h 5"/>
                <a:gd name="T40" fmla="*/ 2 w 3"/>
                <a:gd name="T4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5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1" name="Freeform 599"/>
            <p:cNvSpPr/>
            <p:nvPr/>
          </p:nvSpPr>
          <p:spPr bwMode="auto">
            <a:xfrm>
              <a:off x="2738" y="1292"/>
              <a:ext cx="7" cy="12"/>
            </a:xfrm>
            <a:custGeom>
              <a:avLst/>
              <a:gdLst>
                <a:gd name="T0" fmla="*/ 3 w 3"/>
                <a:gd name="T1" fmla="*/ 2 h 5"/>
                <a:gd name="T2" fmla="*/ 3 w 3"/>
                <a:gd name="T3" fmla="*/ 2 h 5"/>
                <a:gd name="T4" fmla="*/ 2 w 3"/>
                <a:gd name="T5" fmla="*/ 0 h 5"/>
                <a:gd name="T6" fmla="*/ 2 w 3"/>
                <a:gd name="T7" fmla="*/ 0 h 5"/>
                <a:gd name="T8" fmla="*/ 1 w 3"/>
                <a:gd name="T9" fmla="*/ 0 h 5"/>
                <a:gd name="T10" fmla="*/ 0 w 3"/>
                <a:gd name="T11" fmla="*/ 1 h 5"/>
                <a:gd name="T12" fmla="*/ 0 w 3"/>
                <a:gd name="T13" fmla="*/ 2 h 5"/>
                <a:gd name="T14" fmla="*/ 0 w 3"/>
                <a:gd name="T15" fmla="*/ 3 h 5"/>
                <a:gd name="T16" fmla="*/ 0 w 3"/>
                <a:gd name="T17" fmla="*/ 4 h 5"/>
                <a:gd name="T18" fmla="*/ 1 w 3"/>
                <a:gd name="T19" fmla="*/ 4 h 5"/>
                <a:gd name="T20" fmla="*/ 1 w 3"/>
                <a:gd name="T21" fmla="*/ 4 h 5"/>
                <a:gd name="T22" fmla="*/ 1 w 3"/>
                <a:gd name="T23" fmla="*/ 5 h 5"/>
                <a:gd name="T24" fmla="*/ 2 w 3"/>
                <a:gd name="T25" fmla="*/ 5 h 5"/>
                <a:gd name="T26" fmla="*/ 3 w 3"/>
                <a:gd name="T27" fmla="*/ 4 h 5"/>
                <a:gd name="T28" fmla="*/ 3 w 3"/>
                <a:gd name="T29" fmla="*/ 3 h 5"/>
                <a:gd name="T30" fmla="*/ 3 w 3"/>
                <a:gd name="T31" fmla="*/ 3 h 5"/>
                <a:gd name="T32" fmla="*/ 3 w 3"/>
                <a:gd name="T3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2" name="Freeform 600"/>
            <p:cNvSpPr/>
            <p:nvPr/>
          </p:nvSpPr>
          <p:spPr bwMode="auto">
            <a:xfrm>
              <a:off x="2783" y="1240"/>
              <a:ext cx="7" cy="10"/>
            </a:xfrm>
            <a:custGeom>
              <a:avLst/>
              <a:gdLst>
                <a:gd name="T0" fmla="*/ 3 w 3"/>
                <a:gd name="T1" fmla="*/ 1 h 4"/>
                <a:gd name="T2" fmla="*/ 3 w 3"/>
                <a:gd name="T3" fmla="*/ 1 h 4"/>
                <a:gd name="T4" fmla="*/ 3 w 3"/>
                <a:gd name="T5" fmla="*/ 1 h 4"/>
                <a:gd name="T6" fmla="*/ 3 w 3"/>
                <a:gd name="T7" fmla="*/ 1 h 4"/>
                <a:gd name="T8" fmla="*/ 3 w 3"/>
                <a:gd name="T9" fmla="*/ 1 h 4"/>
                <a:gd name="T10" fmla="*/ 3 w 3"/>
                <a:gd name="T11" fmla="*/ 0 h 4"/>
                <a:gd name="T12" fmla="*/ 3 w 3"/>
                <a:gd name="T13" fmla="*/ 0 h 4"/>
                <a:gd name="T14" fmla="*/ 2 w 3"/>
                <a:gd name="T15" fmla="*/ 0 h 4"/>
                <a:gd name="T16" fmla="*/ 1 w 3"/>
                <a:gd name="T17" fmla="*/ 0 h 4"/>
                <a:gd name="T18" fmla="*/ 1 w 3"/>
                <a:gd name="T19" fmla="*/ 0 h 4"/>
                <a:gd name="T20" fmla="*/ 0 w 3"/>
                <a:gd name="T21" fmla="*/ 0 h 4"/>
                <a:gd name="T22" fmla="*/ 0 w 3"/>
                <a:gd name="T23" fmla="*/ 0 h 4"/>
                <a:gd name="T24" fmla="*/ 0 w 3"/>
                <a:gd name="T25" fmla="*/ 1 h 4"/>
                <a:gd name="T26" fmla="*/ 0 w 3"/>
                <a:gd name="T27" fmla="*/ 1 h 4"/>
                <a:gd name="T28" fmla="*/ 0 w 3"/>
                <a:gd name="T29" fmla="*/ 2 h 4"/>
                <a:gd name="T30" fmla="*/ 0 w 3"/>
                <a:gd name="T31" fmla="*/ 2 h 4"/>
                <a:gd name="T32" fmla="*/ 0 w 3"/>
                <a:gd name="T33" fmla="*/ 2 h 4"/>
                <a:gd name="T34" fmla="*/ 0 w 3"/>
                <a:gd name="T35" fmla="*/ 3 h 4"/>
                <a:gd name="T36" fmla="*/ 0 w 3"/>
                <a:gd name="T37" fmla="*/ 3 h 4"/>
                <a:gd name="T38" fmla="*/ 0 w 3"/>
                <a:gd name="T39" fmla="*/ 3 h 4"/>
                <a:gd name="T40" fmla="*/ 1 w 3"/>
                <a:gd name="T41" fmla="*/ 4 h 4"/>
                <a:gd name="T42" fmla="*/ 1 w 3"/>
                <a:gd name="T43" fmla="*/ 4 h 4"/>
                <a:gd name="T44" fmla="*/ 1 w 3"/>
                <a:gd name="T45" fmla="*/ 4 h 4"/>
                <a:gd name="T46" fmla="*/ 2 w 3"/>
                <a:gd name="T47" fmla="*/ 4 h 4"/>
                <a:gd name="T48" fmla="*/ 3 w 3"/>
                <a:gd name="T49" fmla="*/ 3 h 4"/>
                <a:gd name="T50" fmla="*/ 3 w 3"/>
                <a:gd name="T51" fmla="*/ 3 h 4"/>
                <a:gd name="T52" fmla="*/ 3 w 3"/>
                <a:gd name="T53" fmla="*/ 2 h 4"/>
                <a:gd name="T54" fmla="*/ 3 w 3"/>
                <a:gd name="T55" fmla="*/ 2 h 4"/>
                <a:gd name="T56" fmla="*/ 3 w 3"/>
                <a:gd name="T5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" h="4"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3" name="Freeform 601"/>
            <p:cNvSpPr/>
            <p:nvPr/>
          </p:nvSpPr>
          <p:spPr bwMode="auto">
            <a:xfrm>
              <a:off x="3022" y="1116"/>
              <a:ext cx="101" cy="48"/>
            </a:xfrm>
            <a:custGeom>
              <a:avLst/>
              <a:gdLst>
                <a:gd name="T0" fmla="*/ 41 w 42"/>
                <a:gd name="T1" fmla="*/ 18 h 20"/>
                <a:gd name="T2" fmla="*/ 23 w 42"/>
                <a:gd name="T3" fmla="*/ 5 h 20"/>
                <a:gd name="T4" fmla="*/ 1 w 42"/>
                <a:gd name="T5" fmla="*/ 1 h 20"/>
                <a:gd name="T6" fmla="*/ 1 w 42"/>
                <a:gd name="T7" fmla="*/ 2 h 20"/>
                <a:gd name="T8" fmla="*/ 22 w 42"/>
                <a:gd name="T9" fmla="*/ 7 h 20"/>
                <a:gd name="T10" fmla="*/ 40 w 42"/>
                <a:gd name="T11" fmla="*/ 19 h 20"/>
                <a:gd name="T12" fmla="*/ 41 w 42"/>
                <a:gd name="T13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20">
                  <a:moveTo>
                    <a:pt x="41" y="18"/>
                  </a:moveTo>
                  <a:cubicBezTo>
                    <a:pt x="36" y="12"/>
                    <a:pt x="30" y="8"/>
                    <a:pt x="23" y="5"/>
                  </a:cubicBezTo>
                  <a:cubicBezTo>
                    <a:pt x="16" y="2"/>
                    <a:pt x="8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ubicBezTo>
                    <a:pt x="8" y="3"/>
                    <a:pt x="15" y="4"/>
                    <a:pt x="22" y="7"/>
                  </a:cubicBezTo>
                  <a:cubicBezTo>
                    <a:pt x="29" y="10"/>
                    <a:pt x="34" y="15"/>
                    <a:pt x="40" y="19"/>
                  </a:cubicBezTo>
                  <a:cubicBezTo>
                    <a:pt x="41" y="20"/>
                    <a:pt x="42" y="19"/>
                    <a:pt x="41" y="18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4" name="Freeform 602"/>
            <p:cNvSpPr/>
            <p:nvPr/>
          </p:nvSpPr>
          <p:spPr bwMode="auto">
            <a:xfrm>
              <a:off x="2982" y="1743"/>
              <a:ext cx="67" cy="19"/>
            </a:xfrm>
            <a:custGeom>
              <a:avLst/>
              <a:gdLst>
                <a:gd name="T0" fmla="*/ 26 w 28"/>
                <a:gd name="T1" fmla="*/ 1 h 8"/>
                <a:gd name="T2" fmla="*/ 14 w 28"/>
                <a:gd name="T3" fmla="*/ 4 h 8"/>
                <a:gd name="T4" fmla="*/ 1 w 28"/>
                <a:gd name="T5" fmla="*/ 4 h 8"/>
                <a:gd name="T6" fmla="*/ 1 w 28"/>
                <a:gd name="T7" fmla="*/ 5 h 8"/>
                <a:gd name="T8" fmla="*/ 27 w 28"/>
                <a:gd name="T9" fmla="*/ 3 h 8"/>
                <a:gd name="T10" fmla="*/ 26 w 28"/>
                <a:gd name="T1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8">
                  <a:moveTo>
                    <a:pt x="26" y="1"/>
                  </a:moveTo>
                  <a:cubicBezTo>
                    <a:pt x="22" y="2"/>
                    <a:pt x="18" y="4"/>
                    <a:pt x="14" y="4"/>
                  </a:cubicBezTo>
                  <a:cubicBezTo>
                    <a:pt x="10" y="5"/>
                    <a:pt x="6" y="4"/>
                    <a:pt x="1" y="4"/>
                  </a:cubicBezTo>
                  <a:cubicBezTo>
                    <a:pt x="0" y="3"/>
                    <a:pt x="0" y="5"/>
                    <a:pt x="1" y="5"/>
                  </a:cubicBezTo>
                  <a:cubicBezTo>
                    <a:pt x="9" y="8"/>
                    <a:pt x="19" y="7"/>
                    <a:pt x="27" y="3"/>
                  </a:cubicBezTo>
                  <a:cubicBezTo>
                    <a:pt x="28" y="2"/>
                    <a:pt x="27" y="0"/>
                    <a:pt x="2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5" name="Freeform 603"/>
            <p:cNvSpPr/>
            <p:nvPr/>
          </p:nvSpPr>
          <p:spPr bwMode="auto">
            <a:xfrm>
              <a:off x="3072" y="1905"/>
              <a:ext cx="15" cy="31"/>
            </a:xfrm>
            <a:custGeom>
              <a:avLst/>
              <a:gdLst>
                <a:gd name="T0" fmla="*/ 5 w 6"/>
                <a:gd name="T1" fmla="*/ 10 h 13"/>
                <a:gd name="T2" fmla="*/ 3 w 6"/>
                <a:gd name="T3" fmla="*/ 6 h 13"/>
                <a:gd name="T4" fmla="*/ 3 w 6"/>
                <a:gd name="T5" fmla="*/ 1 h 13"/>
                <a:gd name="T6" fmla="*/ 2 w 6"/>
                <a:gd name="T7" fmla="*/ 0 h 13"/>
                <a:gd name="T8" fmla="*/ 0 w 6"/>
                <a:gd name="T9" fmla="*/ 1 h 13"/>
                <a:gd name="T10" fmla="*/ 1 w 6"/>
                <a:gd name="T11" fmla="*/ 6 h 13"/>
                <a:gd name="T12" fmla="*/ 3 w 6"/>
                <a:gd name="T13" fmla="*/ 11 h 13"/>
                <a:gd name="T14" fmla="*/ 5 w 6"/>
                <a:gd name="T1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3">
                  <a:moveTo>
                    <a:pt x="5" y="10"/>
                  </a:moveTo>
                  <a:cubicBezTo>
                    <a:pt x="4" y="9"/>
                    <a:pt x="4" y="7"/>
                    <a:pt x="3" y="6"/>
                  </a:cubicBezTo>
                  <a:cubicBezTo>
                    <a:pt x="3" y="4"/>
                    <a:pt x="3" y="3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"/>
                    <a:pt x="0" y="5"/>
                    <a:pt x="1" y="6"/>
                  </a:cubicBezTo>
                  <a:cubicBezTo>
                    <a:pt x="1" y="8"/>
                    <a:pt x="2" y="10"/>
                    <a:pt x="3" y="11"/>
                  </a:cubicBezTo>
                  <a:cubicBezTo>
                    <a:pt x="4" y="13"/>
                    <a:pt x="6" y="12"/>
                    <a:pt x="5" y="1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6" name="Freeform 604"/>
            <p:cNvSpPr/>
            <p:nvPr/>
          </p:nvSpPr>
          <p:spPr bwMode="auto">
            <a:xfrm>
              <a:off x="3101" y="1905"/>
              <a:ext cx="12" cy="19"/>
            </a:xfrm>
            <a:custGeom>
              <a:avLst/>
              <a:gdLst>
                <a:gd name="T0" fmla="*/ 5 w 5"/>
                <a:gd name="T1" fmla="*/ 6 h 8"/>
                <a:gd name="T2" fmla="*/ 4 w 5"/>
                <a:gd name="T3" fmla="*/ 5 h 8"/>
                <a:gd name="T4" fmla="*/ 4 w 5"/>
                <a:gd name="T5" fmla="*/ 5 h 8"/>
                <a:gd name="T6" fmla="*/ 4 w 5"/>
                <a:gd name="T7" fmla="*/ 5 h 8"/>
                <a:gd name="T8" fmla="*/ 4 w 5"/>
                <a:gd name="T9" fmla="*/ 5 h 8"/>
                <a:gd name="T10" fmla="*/ 3 w 5"/>
                <a:gd name="T11" fmla="*/ 4 h 8"/>
                <a:gd name="T12" fmla="*/ 3 w 5"/>
                <a:gd name="T13" fmla="*/ 4 h 8"/>
                <a:gd name="T14" fmla="*/ 3 w 5"/>
                <a:gd name="T15" fmla="*/ 4 h 8"/>
                <a:gd name="T16" fmla="*/ 3 w 5"/>
                <a:gd name="T17" fmla="*/ 4 h 8"/>
                <a:gd name="T18" fmla="*/ 3 w 5"/>
                <a:gd name="T19" fmla="*/ 3 h 8"/>
                <a:gd name="T20" fmla="*/ 3 w 5"/>
                <a:gd name="T21" fmla="*/ 2 h 8"/>
                <a:gd name="T22" fmla="*/ 3 w 5"/>
                <a:gd name="T23" fmla="*/ 2 h 8"/>
                <a:gd name="T24" fmla="*/ 3 w 5"/>
                <a:gd name="T25" fmla="*/ 2 h 8"/>
                <a:gd name="T26" fmla="*/ 3 w 5"/>
                <a:gd name="T27" fmla="*/ 2 h 8"/>
                <a:gd name="T28" fmla="*/ 3 w 5"/>
                <a:gd name="T29" fmla="*/ 1 h 8"/>
                <a:gd name="T30" fmla="*/ 2 w 5"/>
                <a:gd name="T31" fmla="*/ 0 h 8"/>
                <a:gd name="T32" fmla="*/ 1 w 5"/>
                <a:gd name="T33" fmla="*/ 1 h 8"/>
                <a:gd name="T34" fmla="*/ 0 w 5"/>
                <a:gd name="T35" fmla="*/ 3 h 8"/>
                <a:gd name="T36" fmla="*/ 1 w 5"/>
                <a:gd name="T37" fmla="*/ 5 h 8"/>
                <a:gd name="T38" fmla="*/ 2 w 5"/>
                <a:gd name="T39" fmla="*/ 7 h 8"/>
                <a:gd name="T40" fmla="*/ 4 w 5"/>
                <a:gd name="T41" fmla="*/ 8 h 8"/>
                <a:gd name="T42" fmla="*/ 5 w 5"/>
                <a:gd name="T43" fmla="*/ 8 h 8"/>
                <a:gd name="T44" fmla="*/ 5 w 5"/>
                <a:gd name="T4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" h="8">
                  <a:moveTo>
                    <a:pt x="5" y="6"/>
                  </a:moveTo>
                  <a:cubicBezTo>
                    <a:pt x="5" y="6"/>
                    <a:pt x="4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1" y="4"/>
                    <a:pt x="1" y="5"/>
                  </a:cubicBezTo>
                  <a:cubicBezTo>
                    <a:pt x="1" y="5"/>
                    <a:pt x="1" y="6"/>
                    <a:pt x="2" y="7"/>
                  </a:cubicBezTo>
                  <a:cubicBezTo>
                    <a:pt x="2" y="7"/>
                    <a:pt x="3" y="8"/>
                    <a:pt x="4" y="8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5" y="7"/>
                    <a:pt x="5" y="7"/>
                    <a:pt x="5" y="6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7" name="Freeform 605"/>
            <p:cNvSpPr/>
            <p:nvPr/>
          </p:nvSpPr>
          <p:spPr bwMode="auto">
            <a:xfrm>
              <a:off x="3135" y="1888"/>
              <a:ext cx="14" cy="21"/>
            </a:xfrm>
            <a:custGeom>
              <a:avLst/>
              <a:gdLst>
                <a:gd name="T0" fmla="*/ 6 w 6"/>
                <a:gd name="T1" fmla="*/ 7 h 9"/>
                <a:gd name="T2" fmla="*/ 6 w 6"/>
                <a:gd name="T3" fmla="*/ 6 h 9"/>
                <a:gd name="T4" fmla="*/ 5 w 6"/>
                <a:gd name="T5" fmla="*/ 4 h 9"/>
                <a:gd name="T6" fmla="*/ 2 w 6"/>
                <a:gd name="T7" fmla="*/ 0 h 9"/>
                <a:gd name="T8" fmla="*/ 0 w 6"/>
                <a:gd name="T9" fmla="*/ 0 h 9"/>
                <a:gd name="T10" fmla="*/ 0 w 6"/>
                <a:gd name="T11" fmla="*/ 2 h 9"/>
                <a:gd name="T12" fmla="*/ 0 w 6"/>
                <a:gd name="T13" fmla="*/ 2 h 9"/>
                <a:gd name="T14" fmla="*/ 0 w 6"/>
                <a:gd name="T15" fmla="*/ 2 h 9"/>
                <a:gd name="T16" fmla="*/ 0 w 6"/>
                <a:gd name="T17" fmla="*/ 2 h 9"/>
                <a:gd name="T18" fmla="*/ 1 w 6"/>
                <a:gd name="T19" fmla="*/ 3 h 9"/>
                <a:gd name="T20" fmla="*/ 2 w 6"/>
                <a:gd name="T21" fmla="*/ 5 h 9"/>
                <a:gd name="T22" fmla="*/ 2 w 6"/>
                <a:gd name="T23" fmla="*/ 5 h 9"/>
                <a:gd name="T24" fmla="*/ 2 w 6"/>
                <a:gd name="T25" fmla="*/ 5 h 9"/>
                <a:gd name="T26" fmla="*/ 2 w 6"/>
                <a:gd name="T27" fmla="*/ 6 h 9"/>
                <a:gd name="T28" fmla="*/ 2 w 6"/>
                <a:gd name="T29" fmla="*/ 6 h 9"/>
                <a:gd name="T30" fmla="*/ 3 w 6"/>
                <a:gd name="T31" fmla="*/ 6 h 9"/>
                <a:gd name="T32" fmla="*/ 3 w 6"/>
                <a:gd name="T33" fmla="*/ 7 h 9"/>
                <a:gd name="T34" fmla="*/ 3 w 6"/>
                <a:gd name="T35" fmla="*/ 8 h 9"/>
                <a:gd name="T36" fmla="*/ 3 w 6"/>
                <a:gd name="T37" fmla="*/ 8 h 9"/>
                <a:gd name="T38" fmla="*/ 3 w 6"/>
                <a:gd name="T39" fmla="*/ 8 h 9"/>
                <a:gd name="T40" fmla="*/ 4 w 6"/>
                <a:gd name="T41" fmla="*/ 9 h 9"/>
                <a:gd name="T42" fmla="*/ 5 w 6"/>
                <a:gd name="T43" fmla="*/ 9 h 9"/>
                <a:gd name="T44" fmla="*/ 6 w 6"/>
                <a:gd name="T45" fmla="*/ 8 h 9"/>
                <a:gd name="T46" fmla="*/ 6 w 6"/>
                <a:gd name="T47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" h="9">
                  <a:moveTo>
                    <a:pt x="6" y="7"/>
                  </a:moveTo>
                  <a:cubicBezTo>
                    <a:pt x="6" y="7"/>
                    <a:pt x="6" y="6"/>
                    <a:pt x="6" y="6"/>
                  </a:cubicBezTo>
                  <a:cubicBezTo>
                    <a:pt x="5" y="5"/>
                    <a:pt x="5" y="4"/>
                    <a:pt x="5" y="4"/>
                  </a:cubicBezTo>
                  <a:cubicBezTo>
                    <a:pt x="4" y="2"/>
                    <a:pt x="3" y="1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2" y="4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5" y="9"/>
                  </a:cubicBezTo>
                  <a:cubicBezTo>
                    <a:pt x="5" y="9"/>
                    <a:pt x="6" y="9"/>
                    <a:pt x="6" y="8"/>
                  </a:cubicBezTo>
                  <a:cubicBezTo>
                    <a:pt x="6" y="8"/>
                    <a:pt x="6" y="8"/>
                    <a:pt x="6" y="7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8" name="Freeform 606"/>
            <p:cNvSpPr/>
            <p:nvPr/>
          </p:nvSpPr>
          <p:spPr bwMode="auto">
            <a:xfrm>
              <a:off x="3144" y="190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39" name="Freeform 607"/>
            <p:cNvSpPr/>
            <p:nvPr/>
          </p:nvSpPr>
          <p:spPr bwMode="auto">
            <a:xfrm>
              <a:off x="2556" y="1138"/>
              <a:ext cx="22" cy="7"/>
            </a:xfrm>
            <a:custGeom>
              <a:avLst/>
              <a:gdLst>
                <a:gd name="T0" fmla="*/ 8 w 9"/>
                <a:gd name="T1" fmla="*/ 1 h 3"/>
                <a:gd name="T2" fmla="*/ 4 w 9"/>
                <a:gd name="T3" fmla="*/ 1 h 3"/>
                <a:gd name="T4" fmla="*/ 3 w 9"/>
                <a:gd name="T5" fmla="*/ 1 h 3"/>
                <a:gd name="T6" fmla="*/ 1 w 9"/>
                <a:gd name="T7" fmla="*/ 1 h 3"/>
                <a:gd name="T8" fmla="*/ 0 w 9"/>
                <a:gd name="T9" fmla="*/ 1 h 3"/>
                <a:gd name="T10" fmla="*/ 1 w 9"/>
                <a:gd name="T11" fmla="*/ 2 h 3"/>
                <a:gd name="T12" fmla="*/ 2 w 9"/>
                <a:gd name="T13" fmla="*/ 3 h 3"/>
                <a:gd name="T14" fmla="*/ 4 w 9"/>
                <a:gd name="T15" fmla="*/ 3 h 3"/>
                <a:gd name="T16" fmla="*/ 7 w 9"/>
                <a:gd name="T17" fmla="*/ 3 h 3"/>
                <a:gd name="T18" fmla="*/ 8 w 9"/>
                <a:gd name="T19" fmla="*/ 2 h 3"/>
                <a:gd name="T20" fmla="*/ 8 w 9"/>
                <a:gd name="T21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3">
                  <a:moveTo>
                    <a:pt x="8" y="1"/>
                  </a:moveTo>
                  <a:cubicBezTo>
                    <a:pt x="6" y="1"/>
                    <a:pt x="5" y="0"/>
                    <a:pt x="4" y="1"/>
                  </a:cubicBezTo>
                  <a:cubicBezTo>
                    <a:pt x="4" y="1"/>
                    <a:pt x="3" y="0"/>
                    <a:pt x="3" y="1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5" y="3"/>
                    <a:pt x="6" y="3"/>
                    <a:pt x="7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9" y="2"/>
                    <a:pt x="8" y="1"/>
                    <a:pt x="8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0" name="Freeform 608"/>
            <p:cNvSpPr/>
            <p:nvPr/>
          </p:nvSpPr>
          <p:spPr bwMode="auto">
            <a:xfrm>
              <a:off x="2575" y="1107"/>
              <a:ext cx="22" cy="19"/>
            </a:xfrm>
            <a:custGeom>
              <a:avLst/>
              <a:gdLst>
                <a:gd name="T0" fmla="*/ 9 w 9"/>
                <a:gd name="T1" fmla="*/ 6 h 8"/>
                <a:gd name="T2" fmla="*/ 7 w 9"/>
                <a:gd name="T3" fmla="*/ 4 h 8"/>
                <a:gd name="T4" fmla="*/ 6 w 9"/>
                <a:gd name="T5" fmla="*/ 3 h 8"/>
                <a:gd name="T6" fmla="*/ 2 w 9"/>
                <a:gd name="T7" fmla="*/ 1 h 8"/>
                <a:gd name="T8" fmla="*/ 1 w 9"/>
                <a:gd name="T9" fmla="*/ 3 h 8"/>
                <a:gd name="T10" fmla="*/ 4 w 9"/>
                <a:gd name="T11" fmla="*/ 5 h 8"/>
                <a:gd name="T12" fmla="*/ 5 w 9"/>
                <a:gd name="T13" fmla="*/ 6 h 8"/>
                <a:gd name="T14" fmla="*/ 7 w 9"/>
                <a:gd name="T15" fmla="*/ 8 h 8"/>
                <a:gd name="T16" fmla="*/ 9 w 9"/>
                <a:gd name="T17" fmla="*/ 7 h 8"/>
                <a:gd name="T18" fmla="*/ 9 w 9"/>
                <a:gd name="T1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8">
                  <a:moveTo>
                    <a:pt x="9" y="6"/>
                  </a:move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6" y="4"/>
                    <a:pt x="6" y="3"/>
                  </a:cubicBezTo>
                  <a:cubicBezTo>
                    <a:pt x="5" y="2"/>
                    <a:pt x="3" y="2"/>
                    <a:pt x="2" y="1"/>
                  </a:cubicBezTo>
                  <a:cubicBezTo>
                    <a:pt x="1" y="0"/>
                    <a:pt x="0" y="2"/>
                    <a:pt x="1" y="3"/>
                  </a:cubicBezTo>
                  <a:cubicBezTo>
                    <a:pt x="2" y="3"/>
                    <a:pt x="3" y="4"/>
                    <a:pt x="4" y="5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6" y="7"/>
                    <a:pt x="7" y="7"/>
                    <a:pt x="7" y="8"/>
                  </a:cubicBezTo>
                  <a:cubicBezTo>
                    <a:pt x="8" y="8"/>
                    <a:pt x="8" y="8"/>
                    <a:pt x="9" y="7"/>
                  </a:cubicBezTo>
                  <a:cubicBezTo>
                    <a:pt x="9" y="7"/>
                    <a:pt x="9" y="6"/>
                    <a:pt x="9" y="6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1" name="Freeform 609"/>
            <p:cNvSpPr/>
            <p:nvPr/>
          </p:nvSpPr>
          <p:spPr bwMode="auto">
            <a:xfrm>
              <a:off x="2602" y="1085"/>
              <a:ext cx="14" cy="12"/>
            </a:xfrm>
            <a:custGeom>
              <a:avLst/>
              <a:gdLst>
                <a:gd name="T0" fmla="*/ 6 w 6"/>
                <a:gd name="T1" fmla="*/ 2 h 5"/>
                <a:gd name="T2" fmla="*/ 5 w 6"/>
                <a:gd name="T3" fmla="*/ 1 h 5"/>
                <a:gd name="T4" fmla="*/ 4 w 6"/>
                <a:gd name="T5" fmla="*/ 0 h 5"/>
                <a:gd name="T6" fmla="*/ 3 w 6"/>
                <a:gd name="T7" fmla="*/ 0 h 5"/>
                <a:gd name="T8" fmla="*/ 1 w 6"/>
                <a:gd name="T9" fmla="*/ 1 h 5"/>
                <a:gd name="T10" fmla="*/ 1 w 6"/>
                <a:gd name="T11" fmla="*/ 1 h 5"/>
                <a:gd name="T12" fmla="*/ 0 w 6"/>
                <a:gd name="T13" fmla="*/ 2 h 5"/>
                <a:gd name="T14" fmla="*/ 0 w 6"/>
                <a:gd name="T15" fmla="*/ 3 h 5"/>
                <a:gd name="T16" fmla="*/ 1 w 6"/>
                <a:gd name="T17" fmla="*/ 4 h 5"/>
                <a:gd name="T18" fmla="*/ 2 w 6"/>
                <a:gd name="T19" fmla="*/ 3 h 5"/>
                <a:gd name="T20" fmla="*/ 2 w 6"/>
                <a:gd name="T21" fmla="*/ 3 h 5"/>
                <a:gd name="T22" fmla="*/ 2 w 6"/>
                <a:gd name="T23" fmla="*/ 3 h 5"/>
                <a:gd name="T24" fmla="*/ 3 w 6"/>
                <a:gd name="T25" fmla="*/ 3 h 5"/>
                <a:gd name="T26" fmla="*/ 3 w 6"/>
                <a:gd name="T27" fmla="*/ 3 h 5"/>
                <a:gd name="T28" fmla="*/ 3 w 6"/>
                <a:gd name="T29" fmla="*/ 4 h 5"/>
                <a:gd name="T30" fmla="*/ 3 w 6"/>
                <a:gd name="T31" fmla="*/ 4 h 5"/>
                <a:gd name="T32" fmla="*/ 3 w 6"/>
                <a:gd name="T33" fmla="*/ 4 h 5"/>
                <a:gd name="T34" fmla="*/ 3 w 6"/>
                <a:gd name="T35" fmla="*/ 4 h 5"/>
                <a:gd name="T36" fmla="*/ 3 w 6"/>
                <a:gd name="T37" fmla="*/ 4 h 5"/>
                <a:gd name="T38" fmla="*/ 4 w 6"/>
                <a:gd name="T39" fmla="*/ 4 h 5"/>
                <a:gd name="T40" fmla="*/ 3 w 6"/>
                <a:gd name="T41" fmla="*/ 4 h 5"/>
                <a:gd name="T42" fmla="*/ 3 w 6"/>
                <a:gd name="T43" fmla="*/ 4 h 5"/>
                <a:gd name="T44" fmla="*/ 5 w 6"/>
                <a:gd name="T45" fmla="*/ 5 h 5"/>
                <a:gd name="T46" fmla="*/ 6 w 6"/>
                <a:gd name="T47" fmla="*/ 4 h 5"/>
                <a:gd name="T48" fmla="*/ 6 w 6"/>
                <a:gd name="T4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" h="5">
                  <a:moveTo>
                    <a:pt x="6" y="2"/>
                  </a:moveTo>
                  <a:cubicBezTo>
                    <a:pt x="6" y="2"/>
                    <a:pt x="6" y="1"/>
                    <a:pt x="5" y="1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1" y="4"/>
                    <a:pt x="2" y="4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5"/>
                    <a:pt x="5" y="5"/>
                  </a:cubicBezTo>
                  <a:cubicBezTo>
                    <a:pt x="5" y="5"/>
                    <a:pt x="6" y="5"/>
                    <a:pt x="6" y="4"/>
                  </a:cubicBezTo>
                  <a:cubicBezTo>
                    <a:pt x="6" y="3"/>
                    <a:pt x="6" y="3"/>
                    <a:pt x="6" y="2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2" name="Freeform 610"/>
            <p:cNvSpPr/>
            <p:nvPr/>
          </p:nvSpPr>
          <p:spPr bwMode="auto">
            <a:xfrm>
              <a:off x="2967" y="1995"/>
              <a:ext cx="43" cy="150"/>
            </a:xfrm>
            <a:custGeom>
              <a:avLst/>
              <a:gdLst>
                <a:gd name="T0" fmla="*/ 11 w 18"/>
                <a:gd name="T1" fmla="*/ 30 h 63"/>
                <a:gd name="T2" fmla="*/ 2 w 18"/>
                <a:gd name="T3" fmla="*/ 1 h 63"/>
                <a:gd name="T4" fmla="*/ 0 w 18"/>
                <a:gd name="T5" fmla="*/ 2 h 63"/>
                <a:gd name="T6" fmla="*/ 8 w 18"/>
                <a:gd name="T7" fmla="*/ 31 h 63"/>
                <a:gd name="T8" fmla="*/ 15 w 18"/>
                <a:gd name="T9" fmla="*/ 61 h 63"/>
                <a:gd name="T10" fmla="*/ 18 w 18"/>
                <a:gd name="T11" fmla="*/ 60 h 63"/>
                <a:gd name="T12" fmla="*/ 11 w 18"/>
                <a:gd name="T13" fmla="*/ 3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63">
                  <a:moveTo>
                    <a:pt x="11" y="30"/>
                  </a:moveTo>
                  <a:cubicBezTo>
                    <a:pt x="8" y="21"/>
                    <a:pt x="5" y="11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3" y="11"/>
                    <a:pt x="5" y="21"/>
                    <a:pt x="8" y="31"/>
                  </a:cubicBezTo>
                  <a:cubicBezTo>
                    <a:pt x="10" y="41"/>
                    <a:pt x="12" y="51"/>
                    <a:pt x="15" y="61"/>
                  </a:cubicBezTo>
                  <a:cubicBezTo>
                    <a:pt x="16" y="63"/>
                    <a:pt x="18" y="62"/>
                    <a:pt x="18" y="60"/>
                  </a:cubicBezTo>
                  <a:cubicBezTo>
                    <a:pt x="17" y="50"/>
                    <a:pt x="13" y="40"/>
                    <a:pt x="11" y="3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3" name="Freeform 611"/>
            <p:cNvSpPr/>
            <p:nvPr/>
          </p:nvSpPr>
          <p:spPr bwMode="auto">
            <a:xfrm>
              <a:off x="3108" y="2188"/>
              <a:ext cx="24" cy="45"/>
            </a:xfrm>
            <a:custGeom>
              <a:avLst/>
              <a:gdLst>
                <a:gd name="T0" fmla="*/ 9 w 10"/>
                <a:gd name="T1" fmla="*/ 7 h 19"/>
                <a:gd name="T2" fmla="*/ 1 w 10"/>
                <a:gd name="T3" fmla="*/ 0 h 19"/>
                <a:gd name="T4" fmla="*/ 1 w 10"/>
                <a:gd name="T5" fmla="*/ 2 h 19"/>
                <a:gd name="T6" fmla="*/ 6 w 10"/>
                <a:gd name="T7" fmla="*/ 8 h 19"/>
                <a:gd name="T8" fmla="*/ 7 w 10"/>
                <a:gd name="T9" fmla="*/ 12 h 19"/>
                <a:gd name="T10" fmla="*/ 6 w 10"/>
                <a:gd name="T11" fmla="*/ 17 h 19"/>
                <a:gd name="T12" fmla="*/ 8 w 10"/>
                <a:gd name="T13" fmla="*/ 18 h 19"/>
                <a:gd name="T14" fmla="*/ 10 w 10"/>
                <a:gd name="T15" fmla="*/ 12 h 19"/>
                <a:gd name="T16" fmla="*/ 9 w 10"/>
                <a:gd name="T17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9">
                  <a:moveTo>
                    <a:pt x="9" y="7"/>
                  </a:moveTo>
                  <a:cubicBezTo>
                    <a:pt x="7" y="4"/>
                    <a:pt x="5" y="1"/>
                    <a:pt x="1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3" y="3"/>
                    <a:pt x="5" y="5"/>
                    <a:pt x="6" y="8"/>
                  </a:cubicBezTo>
                  <a:cubicBezTo>
                    <a:pt x="7" y="10"/>
                    <a:pt x="7" y="11"/>
                    <a:pt x="7" y="12"/>
                  </a:cubicBezTo>
                  <a:cubicBezTo>
                    <a:pt x="7" y="14"/>
                    <a:pt x="7" y="15"/>
                    <a:pt x="6" y="17"/>
                  </a:cubicBezTo>
                  <a:cubicBezTo>
                    <a:pt x="6" y="18"/>
                    <a:pt x="8" y="19"/>
                    <a:pt x="8" y="18"/>
                  </a:cubicBezTo>
                  <a:cubicBezTo>
                    <a:pt x="9" y="16"/>
                    <a:pt x="10" y="14"/>
                    <a:pt x="10" y="12"/>
                  </a:cubicBezTo>
                  <a:cubicBezTo>
                    <a:pt x="10" y="11"/>
                    <a:pt x="9" y="9"/>
                    <a:pt x="9" y="7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4" name="Freeform 612"/>
            <p:cNvSpPr/>
            <p:nvPr/>
          </p:nvSpPr>
          <p:spPr bwMode="auto">
            <a:xfrm>
              <a:off x="2783" y="2202"/>
              <a:ext cx="39" cy="46"/>
            </a:xfrm>
            <a:custGeom>
              <a:avLst/>
              <a:gdLst>
                <a:gd name="T0" fmla="*/ 14 w 16"/>
                <a:gd name="T1" fmla="*/ 16 h 19"/>
                <a:gd name="T2" fmla="*/ 6 w 16"/>
                <a:gd name="T3" fmla="*/ 2 h 19"/>
                <a:gd name="T4" fmla="*/ 4 w 16"/>
                <a:gd name="T5" fmla="*/ 1 h 19"/>
                <a:gd name="T6" fmla="*/ 14 w 16"/>
                <a:gd name="T7" fmla="*/ 18 h 19"/>
                <a:gd name="T8" fmla="*/ 14 w 16"/>
                <a:gd name="T9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9">
                  <a:moveTo>
                    <a:pt x="14" y="16"/>
                  </a:moveTo>
                  <a:cubicBezTo>
                    <a:pt x="8" y="16"/>
                    <a:pt x="3" y="8"/>
                    <a:pt x="6" y="2"/>
                  </a:cubicBezTo>
                  <a:cubicBezTo>
                    <a:pt x="6" y="1"/>
                    <a:pt x="5" y="0"/>
                    <a:pt x="4" y="1"/>
                  </a:cubicBezTo>
                  <a:cubicBezTo>
                    <a:pt x="0" y="8"/>
                    <a:pt x="6" y="19"/>
                    <a:pt x="14" y="18"/>
                  </a:cubicBezTo>
                  <a:cubicBezTo>
                    <a:pt x="16" y="18"/>
                    <a:pt x="16" y="16"/>
                    <a:pt x="14" y="16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5" name="Freeform 613"/>
            <p:cNvSpPr/>
            <p:nvPr/>
          </p:nvSpPr>
          <p:spPr bwMode="auto">
            <a:xfrm>
              <a:off x="2497" y="1643"/>
              <a:ext cx="16" cy="12"/>
            </a:xfrm>
            <a:custGeom>
              <a:avLst/>
              <a:gdLst>
                <a:gd name="T0" fmla="*/ 6 w 7"/>
                <a:gd name="T1" fmla="*/ 1 h 5"/>
                <a:gd name="T2" fmla="*/ 5 w 7"/>
                <a:gd name="T3" fmla="*/ 1 h 5"/>
                <a:gd name="T4" fmla="*/ 3 w 7"/>
                <a:gd name="T5" fmla="*/ 2 h 5"/>
                <a:gd name="T6" fmla="*/ 0 w 7"/>
                <a:gd name="T7" fmla="*/ 3 h 5"/>
                <a:gd name="T8" fmla="*/ 0 w 7"/>
                <a:gd name="T9" fmla="*/ 4 h 5"/>
                <a:gd name="T10" fmla="*/ 1 w 7"/>
                <a:gd name="T11" fmla="*/ 5 h 5"/>
                <a:gd name="T12" fmla="*/ 4 w 7"/>
                <a:gd name="T13" fmla="*/ 4 h 5"/>
                <a:gd name="T14" fmla="*/ 6 w 7"/>
                <a:gd name="T15" fmla="*/ 2 h 5"/>
                <a:gd name="T16" fmla="*/ 6 w 7"/>
                <a:gd name="T1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6" y="1"/>
                    <a:pt x="6" y="0"/>
                    <a:pt x="5" y="1"/>
                  </a:cubicBezTo>
                  <a:cubicBezTo>
                    <a:pt x="4" y="1"/>
                    <a:pt x="4" y="1"/>
                    <a:pt x="3" y="2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5" y="3"/>
                    <a:pt x="5" y="3"/>
                    <a:pt x="6" y="2"/>
                  </a:cubicBezTo>
                  <a:cubicBezTo>
                    <a:pt x="7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6" name="Freeform 614"/>
            <p:cNvSpPr/>
            <p:nvPr/>
          </p:nvSpPr>
          <p:spPr bwMode="auto">
            <a:xfrm>
              <a:off x="2516" y="1676"/>
              <a:ext cx="14" cy="12"/>
            </a:xfrm>
            <a:custGeom>
              <a:avLst/>
              <a:gdLst>
                <a:gd name="T0" fmla="*/ 6 w 6"/>
                <a:gd name="T1" fmla="*/ 0 h 5"/>
                <a:gd name="T2" fmla="*/ 4 w 6"/>
                <a:gd name="T3" fmla="*/ 0 h 5"/>
                <a:gd name="T4" fmla="*/ 3 w 6"/>
                <a:gd name="T5" fmla="*/ 1 h 5"/>
                <a:gd name="T6" fmla="*/ 3 w 6"/>
                <a:gd name="T7" fmla="*/ 1 h 5"/>
                <a:gd name="T8" fmla="*/ 1 w 6"/>
                <a:gd name="T9" fmla="*/ 2 h 5"/>
                <a:gd name="T10" fmla="*/ 0 w 6"/>
                <a:gd name="T11" fmla="*/ 3 h 5"/>
                <a:gd name="T12" fmla="*/ 0 w 6"/>
                <a:gd name="T13" fmla="*/ 4 h 5"/>
                <a:gd name="T14" fmla="*/ 2 w 6"/>
                <a:gd name="T15" fmla="*/ 4 h 5"/>
                <a:gd name="T16" fmla="*/ 4 w 6"/>
                <a:gd name="T17" fmla="*/ 3 h 5"/>
                <a:gd name="T18" fmla="*/ 5 w 6"/>
                <a:gd name="T19" fmla="*/ 3 h 5"/>
                <a:gd name="T20" fmla="*/ 6 w 6"/>
                <a:gd name="T21" fmla="*/ 2 h 5"/>
                <a:gd name="T22" fmla="*/ 6 w 6"/>
                <a:gd name="T23" fmla="*/ 1 h 5"/>
                <a:gd name="T24" fmla="*/ 6 w 6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5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4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  <a:cubicBezTo>
                    <a:pt x="3" y="4"/>
                    <a:pt x="3" y="4"/>
                    <a:pt x="4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2"/>
                    <a:pt x="5" y="2"/>
                    <a:pt x="6" y="2"/>
                  </a:cubicBezTo>
                  <a:cubicBezTo>
                    <a:pt x="6" y="2"/>
                    <a:pt x="6" y="1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247" name="Freeform 615"/>
            <p:cNvSpPr/>
            <p:nvPr/>
          </p:nvSpPr>
          <p:spPr bwMode="auto">
            <a:xfrm>
              <a:off x="2535" y="1702"/>
              <a:ext cx="14" cy="17"/>
            </a:xfrm>
            <a:custGeom>
              <a:avLst/>
              <a:gdLst>
                <a:gd name="T0" fmla="*/ 5 w 6"/>
                <a:gd name="T1" fmla="*/ 0 h 7"/>
                <a:gd name="T2" fmla="*/ 3 w 6"/>
                <a:gd name="T3" fmla="*/ 0 h 7"/>
                <a:gd name="T4" fmla="*/ 2 w 6"/>
                <a:gd name="T5" fmla="*/ 1 h 7"/>
                <a:gd name="T6" fmla="*/ 1 w 6"/>
                <a:gd name="T7" fmla="*/ 3 h 7"/>
                <a:gd name="T8" fmla="*/ 1 w 6"/>
                <a:gd name="T9" fmla="*/ 4 h 7"/>
                <a:gd name="T10" fmla="*/ 0 w 6"/>
                <a:gd name="T11" fmla="*/ 5 h 7"/>
                <a:gd name="T12" fmla="*/ 0 w 6"/>
                <a:gd name="T13" fmla="*/ 6 h 7"/>
                <a:gd name="T14" fmla="*/ 1 w 6"/>
                <a:gd name="T15" fmla="*/ 6 h 7"/>
                <a:gd name="T16" fmla="*/ 2 w 6"/>
                <a:gd name="T17" fmla="*/ 5 h 7"/>
                <a:gd name="T18" fmla="*/ 3 w 6"/>
                <a:gd name="T19" fmla="*/ 4 h 7"/>
                <a:gd name="T20" fmla="*/ 4 w 6"/>
                <a:gd name="T21" fmla="*/ 3 h 7"/>
                <a:gd name="T22" fmla="*/ 5 w 6"/>
                <a:gd name="T23" fmla="*/ 1 h 7"/>
                <a:gd name="T24" fmla="*/ 5 w 6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7">
                  <a:moveTo>
                    <a:pt x="5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3" y="1"/>
                    <a:pt x="2" y="1"/>
                  </a:cubicBezTo>
                  <a:cubicBezTo>
                    <a:pt x="2" y="2"/>
                    <a:pt x="2" y="2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7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6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grpSp>
        <p:nvGrpSpPr>
          <p:cNvPr id="650" name="组合 649"/>
          <p:cNvGrpSpPr/>
          <p:nvPr/>
        </p:nvGrpSpPr>
        <p:grpSpPr>
          <a:xfrm>
            <a:off x="3266423" y="1669827"/>
            <a:ext cx="153868" cy="184303"/>
            <a:chOff x="6695517" y="-1357481"/>
            <a:chExt cx="282617" cy="338519"/>
          </a:xfrm>
          <a:solidFill>
            <a:srgbClr val="062338"/>
          </a:solidFill>
        </p:grpSpPr>
        <p:sp>
          <p:nvSpPr>
            <p:cNvPr id="651" name="Freeform 817"/>
            <p:cNvSpPr>
              <a:spLocks noEditPoints="1"/>
            </p:cNvSpPr>
            <p:nvPr/>
          </p:nvSpPr>
          <p:spPr bwMode="auto">
            <a:xfrm>
              <a:off x="6695517" y="-1357481"/>
              <a:ext cx="90065" cy="338519"/>
            </a:xfrm>
            <a:custGeom>
              <a:avLst/>
              <a:gdLst>
                <a:gd name="T0" fmla="*/ 5 w 34"/>
                <a:gd name="T1" fmla="*/ 99 h 128"/>
                <a:gd name="T2" fmla="*/ 5 w 34"/>
                <a:gd name="T3" fmla="*/ 118 h 128"/>
                <a:gd name="T4" fmla="*/ 15 w 34"/>
                <a:gd name="T5" fmla="*/ 128 h 128"/>
                <a:gd name="T6" fmla="*/ 19 w 34"/>
                <a:gd name="T7" fmla="*/ 128 h 128"/>
                <a:gd name="T8" fmla="*/ 28 w 34"/>
                <a:gd name="T9" fmla="*/ 118 h 128"/>
                <a:gd name="T10" fmla="*/ 28 w 34"/>
                <a:gd name="T11" fmla="*/ 99 h 128"/>
                <a:gd name="T12" fmla="*/ 34 w 34"/>
                <a:gd name="T13" fmla="*/ 92 h 128"/>
                <a:gd name="T14" fmla="*/ 34 w 34"/>
                <a:gd name="T15" fmla="*/ 89 h 128"/>
                <a:gd name="T16" fmla="*/ 28 w 34"/>
                <a:gd name="T17" fmla="*/ 82 h 128"/>
                <a:gd name="T18" fmla="*/ 28 w 34"/>
                <a:gd name="T19" fmla="*/ 10 h 128"/>
                <a:gd name="T20" fmla="*/ 19 w 34"/>
                <a:gd name="T21" fmla="*/ 0 h 128"/>
                <a:gd name="T22" fmla="*/ 15 w 34"/>
                <a:gd name="T23" fmla="*/ 0 h 128"/>
                <a:gd name="T24" fmla="*/ 5 w 34"/>
                <a:gd name="T25" fmla="*/ 10 h 128"/>
                <a:gd name="T26" fmla="*/ 5 w 34"/>
                <a:gd name="T27" fmla="*/ 82 h 128"/>
                <a:gd name="T28" fmla="*/ 0 w 34"/>
                <a:gd name="T29" fmla="*/ 89 h 128"/>
                <a:gd name="T30" fmla="*/ 0 w 34"/>
                <a:gd name="T31" fmla="*/ 92 h 128"/>
                <a:gd name="T32" fmla="*/ 5 w 34"/>
                <a:gd name="T33" fmla="*/ 99 h 128"/>
                <a:gd name="T34" fmla="*/ 15 w 34"/>
                <a:gd name="T35" fmla="*/ 6 h 128"/>
                <a:gd name="T36" fmla="*/ 19 w 34"/>
                <a:gd name="T37" fmla="*/ 6 h 128"/>
                <a:gd name="T38" fmla="*/ 22 w 34"/>
                <a:gd name="T39" fmla="*/ 10 h 128"/>
                <a:gd name="T40" fmla="*/ 22 w 34"/>
                <a:gd name="T41" fmla="*/ 81 h 128"/>
                <a:gd name="T42" fmla="*/ 12 w 34"/>
                <a:gd name="T43" fmla="*/ 81 h 128"/>
                <a:gd name="T44" fmla="*/ 12 w 34"/>
                <a:gd name="T45" fmla="*/ 10 h 128"/>
                <a:gd name="T46" fmla="*/ 15 w 34"/>
                <a:gd name="T47" fmla="*/ 6 h 128"/>
                <a:gd name="T48" fmla="*/ 6 w 34"/>
                <a:gd name="T49" fmla="*/ 89 h 128"/>
                <a:gd name="T50" fmla="*/ 8 w 34"/>
                <a:gd name="T51" fmla="*/ 87 h 128"/>
                <a:gd name="T52" fmla="*/ 26 w 34"/>
                <a:gd name="T53" fmla="*/ 87 h 128"/>
                <a:gd name="T54" fmla="*/ 27 w 34"/>
                <a:gd name="T55" fmla="*/ 89 h 128"/>
                <a:gd name="T56" fmla="*/ 27 w 34"/>
                <a:gd name="T57" fmla="*/ 92 h 128"/>
                <a:gd name="T58" fmla="*/ 26 w 34"/>
                <a:gd name="T59" fmla="*/ 94 h 128"/>
                <a:gd name="T60" fmla="*/ 8 w 34"/>
                <a:gd name="T61" fmla="*/ 94 h 128"/>
                <a:gd name="T62" fmla="*/ 6 w 34"/>
                <a:gd name="T63" fmla="*/ 92 h 128"/>
                <a:gd name="T64" fmla="*/ 6 w 34"/>
                <a:gd name="T65" fmla="*/ 89 h 128"/>
                <a:gd name="T66" fmla="*/ 19 w 34"/>
                <a:gd name="T67" fmla="*/ 122 h 128"/>
                <a:gd name="T68" fmla="*/ 15 w 34"/>
                <a:gd name="T69" fmla="*/ 122 h 128"/>
                <a:gd name="T70" fmla="*/ 12 w 34"/>
                <a:gd name="T71" fmla="*/ 118 h 128"/>
                <a:gd name="T72" fmla="*/ 12 w 34"/>
                <a:gd name="T73" fmla="*/ 100 h 128"/>
                <a:gd name="T74" fmla="*/ 22 w 34"/>
                <a:gd name="T75" fmla="*/ 100 h 128"/>
                <a:gd name="T76" fmla="*/ 22 w 34"/>
                <a:gd name="T77" fmla="*/ 118 h 128"/>
                <a:gd name="T78" fmla="*/ 19 w 34"/>
                <a:gd name="T79" fmla="*/ 12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4" h="128">
                  <a:moveTo>
                    <a:pt x="5" y="99"/>
                  </a:moveTo>
                  <a:cubicBezTo>
                    <a:pt x="5" y="118"/>
                    <a:pt x="5" y="118"/>
                    <a:pt x="5" y="118"/>
                  </a:cubicBezTo>
                  <a:cubicBezTo>
                    <a:pt x="5" y="124"/>
                    <a:pt x="10" y="128"/>
                    <a:pt x="15" y="128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24" y="128"/>
                    <a:pt x="28" y="124"/>
                    <a:pt x="28" y="118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31" y="98"/>
                    <a:pt x="34" y="95"/>
                    <a:pt x="34" y="92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4" y="86"/>
                    <a:pt x="31" y="83"/>
                    <a:pt x="28" y="8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4"/>
                    <a:pt x="24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0"/>
                    <a:pt x="5" y="4"/>
                    <a:pt x="5" y="10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2" y="83"/>
                    <a:pt x="0" y="86"/>
                    <a:pt x="0" y="89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5"/>
                    <a:pt x="2" y="98"/>
                    <a:pt x="5" y="99"/>
                  </a:cubicBezTo>
                  <a:close/>
                  <a:moveTo>
                    <a:pt x="15" y="6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21" y="6"/>
                    <a:pt x="22" y="8"/>
                    <a:pt x="22" y="10"/>
                  </a:cubicBezTo>
                  <a:cubicBezTo>
                    <a:pt x="22" y="81"/>
                    <a:pt x="22" y="81"/>
                    <a:pt x="22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8"/>
                    <a:pt x="13" y="6"/>
                    <a:pt x="15" y="6"/>
                  </a:cubicBezTo>
                  <a:close/>
                  <a:moveTo>
                    <a:pt x="6" y="89"/>
                  </a:moveTo>
                  <a:cubicBezTo>
                    <a:pt x="6" y="88"/>
                    <a:pt x="7" y="87"/>
                    <a:pt x="8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7" y="87"/>
                    <a:pt x="27" y="88"/>
                    <a:pt x="27" y="89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93"/>
                    <a:pt x="27" y="94"/>
                    <a:pt x="26" y="94"/>
                  </a:cubicBezTo>
                  <a:cubicBezTo>
                    <a:pt x="8" y="94"/>
                    <a:pt x="8" y="94"/>
                    <a:pt x="8" y="94"/>
                  </a:cubicBezTo>
                  <a:cubicBezTo>
                    <a:pt x="7" y="94"/>
                    <a:pt x="6" y="93"/>
                    <a:pt x="6" y="92"/>
                  </a:cubicBezTo>
                  <a:lnTo>
                    <a:pt x="6" y="89"/>
                  </a:lnTo>
                  <a:close/>
                  <a:moveTo>
                    <a:pt x="19" y="122"/>
                  </a:moveTo>
                  <a:cubicBezTo>
                    <a:pt x="15" y="122"/>
                    <a:pt x="15" y="122"/>
                    <a:pt x="15" y="122"/>
                  </a:cubicBezTo>
                  <a:cubicBezTo>
                    <a:pt x="13" y="122"/>
                    <a:pt x="12" y="120"/>
                    <a:pt x="12" y="118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22" y="100"/>
                    <a:pt x="22" y="100"/>
                    <a:pt x="22" y="100"/>
                  </a:cubicBezTo>
                  <a:cubicBezTo>
                    <a:pt x="22" y="118"/>
                    <a:pt x="22" y="118"/>
                    <a:pt x="22" y="118"/>
                  </a:cubicBezTo>
                  <a:cubicBezTo>
                    <a:pt x="22" y="120"/>
                    <a:pt x="21" y="122"/>
                    <a:pt x="19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52" name="Freeform 818"/>
            <p:cNvSpPr>
              <a:spLocks noEditPoints="1"/>
            </p:cNvSpPr>
            <p:nvPr/>
          </p:nvSpPr>
          <p:spPr bwMode="auto">
            <a:xfrm>
              <a:off x="6788687" y="-1357481"/>
              <a:ext cx="90065" cy="338519"/>
            </a:xfrm>
            <a:custGeom>
              <a:avLst/>
              <a:gdLst>
                <a:gd name="T0" fmla="*/ 6 w 34"/>
                <a:gd name="T1" fmla="*/ 71 h 128"/>
                <a:gd name="T2" fmla="*/ 6 w 34"/>
                <a:gd name="T3" fmla="*/ 118 h 128"/>
                <a:gd name="T4" fmla="*/ 16 w 34"/>
                <a:gd name="T5" fmla="*/ 128 h 128"/>
                <a:gd name="T6" fmla="*/ 19 w 34"/>
                <a:gd name="T7" fmla="*/ 128 h 128"/>
                <a:gd name="T8" fmla="*/ 29 w 34"/>
                <a:gd name="T9" fmla="*/ 118 h 128"/>
                <a:gd name="T10" fmla="*/ 29 w 34"/>
                <a:gd name="T11" fmla="*/ 71 h 128"/>
                <a:gd name="T12" fmla="*/ 34 w 34"/>
                <a:gd name="T13" fmla="*/ 63 h 128"/>
                <a:gd name="T14" fmla="*/ 34 w 34"/>
                <a:gd name="T15" fmla="*/ 61 h 128"/>
                <a:gd name="T16" fmla="*/ 29 w 34"/>
                <a:gd name="T17" fmla="*/ 53 h 128"/>
                <a:gd name="T18" fmla="*/ 29 w 34"/>
                <a:gd name="T19" fmla="*/ 10 h 128"/>
                <a:gd name="T20" fmla="*/ 19 w 34"/>
                <a:gd name="T21" fmla="*/ 0 h 128"/>
                <a:gd name="T22" fmla="*/ 16 w 34"/>
                <a:gd name="T23" fmla="*/ 0 h 128"/>
                <a:gd name="T24" fmla="*/ 6 w 34"/>
                <a:gd name="T25" fmla="*/ 10 h 128"/>
                <a:gd name="T26" fmla="*/ 6 w 34"/>
                <a:gd name="T27" fmla="*/ 53 h 128"/>
                <a:gd name="T28" fmla="*/ 0 w 34"/>
                <a:gd name="T29" fmla="*/ 61 h 128"/>
                <a:gd name="T30" fmla="*/ 0 w 34"/>
                <a:gd name="T31" fmla="*/ 63 h 128"/>
                <a:gd name="T32" fmla="*/ 6 w 34"/>
                <a:gd name="T33" fmla="*/ 71 h 128"/>
                <a:gd name="T34" fmla="*/ 16 w 34"/>
                <a:gd name="T35" fmla="*/ 6 h 128"/>
                <a:gd name="T36" fmla="*/ 19 w 34"/>
                <a:gd name="T37" fmla="*/ 6 h 128"/>
                <a:gd name="T38" fmla="*/ 23 w 34"/>
                <a:gd name="T39" fmla="*/ 10 h 128"/>
                <a:gd name="T40" fmla="*/ 23 w 34"/>
                <a:gd name="T41" fmla="*/ 53 h 128"/>
                <a:gd name="T42" fmla="*/ 12 w 34"/>
                <a:gd name="T43" fmla="*/ 53 h 128"/>
                <a:gd name="T44" fmla="*/ 12 w 34"/>
                <a:gd name="T45" fmla="*/ 10 h 128"/>
                <a:gd name="T46" fmla="*/ 16 w 34"/>
                <a:gd name="T47" fmla="*/ 6 h 128"/>
                <a:gd name="T48" fmla="*/ 6 w 34"/>
                <a:gd name="T49" fmla="*/ 61 h 128"/>
                <a:gd name="T50" fmla="*/ 8 w 34"/>
                <a:gd name="T51" fmla="*/ 59 h 128"/>
                <a:gd name="T52" fmla="*/ 26 w 34"/>
                <a:gd name="T53" fmla="*/ 59 h 128"/>
                <a:gd name="T54" fmla="*/ 28 w 34"/>
                <a:gd name="T55" fmla="*/ 61 h 128"/>
                <a:gd name="T56" fmla="*/ 28 w 34"/>
                <a:gd name="T57" fmla="*/ 63 h 128"/>
                <a:gd name="T58" fmla="*/ 26 w 34"/>
                <a:gd name="T59" fmla="*/ 65 h 128"/>
                <a:gd name="T60" fmla="*/ 8 w 34"/>
                <a:gd name="T61" fmla="*/ 65 h 128"/>
                <a:gd name="T62" fmla="*/ 6 w 34"/>
                <a:gd name="T63" fmla="*/ 63 h 128"/>
                <a:gd name="T64" fmla="*/ 6 w 34"/>
                <a:gd name="T65" fmla="*/ 61 h 128"/>
                <a:gd name="T66" fmla="*/ 19 w 34"/>
                <a:gd name="T67" fmla="*/ 122 h 128"/>
                <a:gd name="T68" fmla="*/ 16 w 34"/>
                <a:gd name="T69" fmla="*/ 122 h 128"/>
                <a:gd name="T70" fmla="*/ 12 w 34"/>
                <a:gd name="T71" fmla="*/ 118 h 128"/>
                <a:gd name="T72" fmla="*/ 12 w 34"/>
                <a:gd name="T73" fmla="*/ 72 h 128"/>
                <a:gd name="T74" fmla="*/ 23 w 34"/>
                <a:gd name="T75" fmla="*/ 72 h 128"/>
                <a:gd name="T76" fmla="*/ 23 w 34"/>
                <a:gd name="T77" fmla="*/ 118 h 128"/>
                <a:gd name="T78" fmla="*/ 19 w 34"/>
                <a:gd name="T79" fmla="*/ 12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4" h="128">
                  <a:moveTo>
                    <a:pt x="6" y="71"/>
                  </a:moveTo>
                  <a:cubicBezTo>
                    <a:pt x="6" y="118"/>
                    <a:pt x="6" y="118"/>
                    <a:pt x="6" y="118"/>
                  </a:cubicBezTo>
                  <a:cubicBezTo>
                    <a:pt x="6" y="124"/>
                    <a:pt x="10" y="128"/>
                    <a:pt x="16" y="128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24" y="128"/>
                    <a:pt x="29" y="124"/>
                    <a:pt x="29" y="118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32" y="70"/>
                    <a:pt x="34" y="67"/>
                    <a:pt x="34" y="63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4" y="57"/>
                    <a:pt x="32" y="55"/>
                    <a:pt x="29" y="53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4"/>
                    <a:pt x="24" y="0"/>
                    <a:pt x="1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0"/>
                    <a:pt x="6" y="4"/>
                    <a:pt x="6" y="1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3" y="54"/>
                    <a:pt x="0" y="57"/>
                    <a:pt x="0" y="6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7"/>
                    <a:pt x="3" y="70"/>
                    <a:pt x="6" y="71"/>
                  </a:cubicBezTo>
                  <a:close/>
                  <a:moveTo>
                    <a:pt x="16" y="6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21" y="6"/>
                    <a:pt x="23" y="8"/>
                    <a:pt x="23" y="10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8"/>
                    <a:pt x="14" y="6"/>
                    <a:pt x="16" y="6"/>
                  </a:cubicBezTo>
                  <a:close/>
                  <a:moveTo>
                    <a:pt x="6" y="61"/>
                  </a:moveTo>
                  <a:cubicBezTo>
                    <a:pt x="6" y="60"/>
                    <a:pt x="7" y="59"/>
                    <a:pt x="8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7" y="59"/>
                    <a:pt x="28" y="60"/>
                    <a:pt x="28" y="61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4"/>
                    <a:pt x="27" y="65"/>
                    <a:pt x="26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7" y="65"/>
                    <a:pt x="6" y="64"/>
                    <a:pt x="6" y="63"/>
                  </a:cubicBezTo>
                  <a:lnTo>
                    <a:pt x="6" y="61"/>
                  </a:lnTo>
                  <a:close/>
                  <a:moveTo>
                    <a:pt x="19" y="122"/>
                  </a:moveTo>
                  <a:cubicBezTo>
                    <a:pt x="16" y="122"/>
                    <a:pt x="16" y="122"/>
                    <a:pt x="16" y="122"/>
                  </a:cubicBezTo>
                  <a:cubicBezTo>
                    <a:pt x="14" y="122"/>
                    <a:pt x="12" y="120"/>
                    <a:pt x="12" y="118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3" y="120"/>
                    <a:pt x="21" y="122"/>
                    <a:pt x="19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53" name="Freeform 819"/>
            <p:cNvSpPr>
              <a:spLocks noEditPoints="1"/>
            </p:cNvSpPr>
            <p:nvPr/>
          </p:nvSpPr>
          <p:spPr bwMode="auto">
            <a:xfrm>
              <a:off x="6888069" y="-1357481"/>
              <a:ext cx="90065" cy="338519"/>
            </a:xfrm>
            <a:custGeom>
              <a:avLst/>
              <a:gdLst>
                <a:gd name="T0" fmla="*/ 6 w 34"/>
                <a:gd name="T1" fmla="*/ 43 h 128"/>
                <a:gd name="T2" fmla="*/ 6 w 34"/>
                <a:gd name="T3" fmla="*/ 118 h 128"/>
                <a:gd name="T4" fmla="*/ 15 w 34"/>
                <a:gd name="T5" fmla="*/ 128 h 128"/>
                <a:gd name="T6" fmla="*/ 19 w 34"/>
                <a:gd name="T7" fmla="*/ 128 h 128"/>
                <a:gd name="T8" fmla="*/ 29 w 34"/>
                <a:gd name="T9" fmla="*/ 118 h 128"/>
                <a:gd name="T10" fmla="*/ 29 w 34"/>
                <a:gd name="T11" fmla="*/ 43 h 128"/>
                <a:gd name="T12" fmla="*/ 34 w 34"/>
                <a:gd name="T13" fmla="*/ 36 h 128"/>
                <a:gd name="T14" fmla="*/ 34 w 34"/>
                <a:gd name="T15" fmla="*/ 33 h 128"/>
                <a:gd name="T16" fmla="*/ 29 w 34"/>
                <a:gd name="T17" fmla="*/ 26 h 128"/>
                <a:gd name="T18" fmla="*/ 29 w 34"/>
                <a:gd name="T19" fmla="*/ 10 h 128"/>
                <a:gd name="T20" fmla="*/ 19 w 34"/>
                <a:gd name="T21" fmla="*/ 0 h 128"/>
                <a:gd name="T22" fmla="*/ 15 w 34"/>
                <a:gd name="T23" fmla="*/ 0 h 128"/>
                <a:gd name="T24" fmla="*/ 6 w 34"/>
                <a:gd name="T25" fmla="*/ 10 h 128"/>
                <a:gd name="T26" fmla="*/ 6 w 34"/>
                <a:gd name="T27" fmla="*/ 26 h 128"/>
                <a:gd name="T28" fmla="*/ 0 w 34"/>
                <a:gd name="T29" fmla="*/ 33 h 128"/>
                <a:gd name="T30" fmla="*/ 0 w 34"/>
                <a:gd name="T31" fmla="*/ 36 h 128"/>
                <a:gd name="T32" fmla="*/ 6 w 34"/>
                <a:gd name="T33" fmla="*/ 43 h 128"/>
                <a:gd name="T34" fmla="*/ 15 w 34"/>
                <a:gd name="T35" fmla="*/ 6 h 128"/>
                <a:gd name="T36" fmla="*/ 19 w 34"/>
                <a:gd name="T37" fmla="*/ 6 h 128"/>
                <a:gd name="T38" fmla="*/ 22 w 34"/>
                <a:gd name="T39" fmla="*/ 10 h 128"/>
                <a:gd name="T40" fmla="*/ 22 w 34"/>
                <a:gd name="T41" fmla="*/ 25 h 128"/>
                <a:gd name="T42" fmla="*/ 12 w 34"/>
                <a:gd name="T43" fmla="*/ 25 h 128"/>
                <a:gd name="T44" fmla="*/ 12 w 34"/>
                <a:gd name="T45" fmla="*/ 10 h 128"/>
                <a:gd name="T46" fmla="*/ 15 w 34"/>
                <a:gd name="T47" fmla="*/ 6 h 128"/>
                <a:gd name="T48" fmla="*/ 7 w 34"/>
                <a:gd name="T49" fmla="*/ 33 h 128"/>
                <a:gd name="T50" fmla="*/ 8 w 34"/>
                <a:gd name="T51" fmla="*/ 31 h 128"/>
                <a:gd name="T52" fmla="*/ 26 w 34"/>
                <a:gd name="T53" fmla="*/ 31 h 128"/>
                <a:gd name="T54" fmla="*/ 28 w 34"/>
                <a:gd name="T55" fmla="*/ 33 h 128"/>
                <a:gd name="T56" fmla="*/ 28 w 34"/>
                <a:gd name="T57" fmla="*/ 36 h 128"/>
                <a:gd name="T58" fmla="*/ 26 w 34"/>
                <a:gd name="T59" fmla="*/ 38 h 128"/>
                <a:gd name="T60" fmla="*/ 8 w 34"/>
                <a:gd name="T61" fmla="*/ 38 h 128"/>
                <a:gd name="T62" fmla="*/ 7 w 34"/>
                <a:gd name="T63" fmla="*/ 36 h 128"/>
                <a:gd name="T64" fmla="*/ 7 w 34"/>
                <a:gd name="T65" fmla="*/ 33 h 128"/>
                <a:gd name="T66" fmla="*/ 19 w 34"/>
                <a:gd name="T67" fmla="*/ 122 h 128"/>
                <a:gd name="T68" fmla="*/ 15 w 34"/>
                <a:gd name="T69" fmla="*/ 122 h 128"/>
                <a:gd name="T70" fmla="*/ 12 w 34"/>
                <a:gd name="T71" fmla="*/ 118 h 128"/>
                <a:gd name="T72" fmla="*/ 12 w 34"/>
                <a:gd name="T73" fmla="*/ 44 h 128"/>
                <a:gd name="T74" fmla="*/ 22 w 34"/>
                <a:gd name="T75" fmla="*/ 44 h 128"/>
                <a:gd name="T76" fmla="*/ 22 w 34"/>
                <a:gd name="T77" fmla="*/ 118 h 128"/>
                <a:gd name="T78" fmla="*/ 19 w 34"/>
                <a:gd name="T79" fmla="*/ 12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4" h="128">
                  <a:moveTo>
                    <a:pt x="6" y="43"/>
                  </a:moveTo>
                  <a:cubicBezTo>
                    <a:pt x="6" y="118"/>
                    <a:pt x="6" y="118"/>
                    <a:pt x="6" y="118"/>
                  </a:cubicBezTo>
                  <a:cubicBezTo>
                    <a:pt x="6" y="124"/>
                    <a:pt x="10" y="128"/>
                    <a:pt x="15" y="128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24" y="128"/>
                    <a:pt x="29" y="124"/>
                    <a:pt x="29" y="118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32" y="42"/>
                    <a:pt x="34" y="39"/>
                    <a:pt x="34" y="36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0"/>
                    <a:pt x="32" y="27"/>
                    <a:pt x="29" y="26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4"/>
                    <a:pt x="24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0"/>
                    <a:pt x="6" y="4"/>
                    <a:pt x="6" y="10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2" y="27"/>
                    <a:pt x="0" y="30"/>
                    <a:pt x="0" y="3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9"/>
                    <a:pt x="2" y="42"/>
                    <a:pt x="6" y="43"/>
                  </a:cubicBezTo>
                  <a:close/>
                  <a:moveTo>
                    <a:pt x="15" y="6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21" y="6"/>
                    <a:pt x="22" y="8"/>
                    <a:pt x="22" y="10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8"/>
                    <a:pt x="13" y="6"/>
                    <a:pt x="15" y="6"/>
                  </a:cubicBezTo>
                  <a:close/>
                  <a:moveTo>
                    <a:pt x="7" y="33"/>
                  </a:moveTo>
                  <a:cubicBezTo>
                    <a:pt x="7" y="32"/>
                    <a:pt x="7" y="31"/>
                    <a:pt x="8" y="31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7" y="31"/>
                    <a:pt x="28" y="32"/>
                    <a:pt x="28" y="33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7"/>
                    <a:pt x="27" y="38"/>
                    <a:pt x="26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7" y="38"/>
                    <a:pt x="7" y="37"/>
                    <a:pt x="7" y="36"/>
                  </a:cubicBezTo>
                  <a:lnTo>
                    <a:pt x="7" y="33"/>
                  </a:lnTo>
                  <a:close/>
                  <a:moveTo>
                    <a:pt x="19" y="122"/>
                  </a:moveTo>
                  <a:cubicBezTo>
                    <a:pt x="15" y="122"/>
                    <a:pt x="15" y="122"/>
                    <a:pt x="15" y="122"/>
                  </a:cubicBezTo>
                  <a:cubicBezTo>
                    <a:pt x="13" y="122"/>
                    <a:pt x="12" y="120"/>
                    <a:pt x="12" y="118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118"/>
                    <a:pt x="22" y="118"/>
                    <a:pt x="22" y="118"/>
                  </a:cubicBezTo>
                  <a:cubicBezTo>
                    <a:pt x="22" y="120"/>
                    <a:pt x="21" y="122"/>
                    <a:pt x="19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654" name="组合 653"/>
          <p:cNvGrpSpPr/>
          <p:nvPr/>
        </p:nvGrpSpPr>
        <p:grpSpPr>
          <a:xfrm>
            <a:off x="5738588" y="1689881"/>
            <a:ext cx="171481" cy="144236"/>
            <a:chOff x="7353919" y="-1326424"/>
            <a:chExt cx="332307" cy="279510"/>
          </a:xfrm>
          <a:solidFill>
            <a:srgbClr val="062338"/>
          </a:solidFill>
        </p:grpSpPr>
        <p:sp>
          <p:nvSpPr>
            <p:cNvPr id="655" name="Freeform 884"/>
            <p:cNvSpPr>
              <a:spLocks noEditPoints="1"/>
            </p:cNvSpPr>
            <p:nvPr/>
          </p:nvSpPr>
          <p:spPr bwMode="auto">
            <a:xfrm>
              <a:off x="7353919" y="-1326424"/>
              <a:ext cx="332307" cy="279510"/>
            </a:xfrm>
            <a:custGeom>
              <a:avLst/>
              <a:gdLst>
                <a:gd name="T0" fmla="*/ 3 w 125"/>
                <a:gd name="T1" fmla="*/ 106 h 106"/>
                <a:gd name="T2" fmla="*/ 121 w 125"/>
                <a:gd name="T3" fmla="*/ 106 h 106"/>
                <a:gd name="T4" fmla="*/ 125 w 125"/>
                <a:gd name="T5" fmla="*/ 103 h 106"/>
                <a:gd name="T6" fmla="*/ 125 w 125"/>
                <a:gd name="T7" fmla="*/ 20 h 106"/>
                <a:gd name="T8" fmla="*/ 121 w 125"/>
                <a:gd name="T9" fmla="*/ 17 h 106"/>
                <a:gd name="T10" fmla="*/ 89 w 125"/>
                <a:gd name="T11" fmla="*/ 17 h 106"/>
                <a:gd name="T12" fmla="*/ 89 w 125"/>
                <a:gd name="T13" fmla="*/ 3 h 106"/>
                <a:gd name="T14" fmla="*/ 86 w 125"/>
                <a:gd name="T15" fmla="*/ 0 h 106"/>
                <a:gd name="T16" fmla="*/ 53 w 125"/>
                <a:gd name="T17" fmla="*/ 0 h 106"/>
                <a:gd name="T18" fmla="*/ 50 w 125"/>
                <a:gd name="T19" fmla="*/ 3 h 106"/>
                <a:gd name="T20" fmla="*/ 50 w 125"/>
                <a:gd name="T21" fmla="*/ 17 h 106"/>
                <a:gd name="T22" fmla="*/ 34 w 125"/>
                <a:gd name="T23" fmla="*/ 17 h 106"/>
                <a:gd name="T24" fmla="*/ 34 w 125"/>
                <a:gd name="T25" fmla="*/ 14 h 106"/>
                <a:gd name="T26" fmla="*/ 31 w 125"/>
                <a:gd name="T27" fmla="*/ 11 h 106"/>
                <a:gd name="T28" fmla="*/ 20 w 125"/>
                <a:gd name="T29" fmla="*/ 11 h 106"/>
                <a:gd name="T30" fmla="*/ 17 w 125"/>
                <a:gd name="T31" fmla="*/ 14 h 106"/>
                <a:gd name="T32" fmla="*/ 17 w 125"/>
                <a:gd name="T33" fmla="*/ 17 h 106"/>
                <a:gd name="T34" fmla="*/ 3 w 125"/>
                <a:gd name="T35" fmla="*/ 17 h 106"/>
                <a:gd name="T36" fmla="*/ 0 w 125"/>
                <a:gd name="T37" fmla="*/ 20 h 106"/>
                <a:gd name="T38" fmla="*/ 0 w 125"/>
                <a:gd name="T39" fmla="*/ 103 h 106"/>
                <a:gd name="T40" fmla="*/ 3 w 125"/>
                <a:gd name="T41" fmla="*/ 106 h 106"/>
                <a:gd name="T42" fmla="*/ 56 w 125"/>
                <a:gd name="T43" fmla="*/ 6 h 106"/>
                <a:gd name="T44" fmla="*/ 83 w 125"/>
                <a:gd name="T45" fmla="*/ 6 h 106"/>
                <a:gd name="T46" fmla="*/ 83 w 125"/>
                <a:gd name="T47" fmla="*/ 17 h 106"/>
                <a:gd name="T48" fmla="*/ 56 w 125"/>
                <a:gd name="T49" fmla="*/ 17 h 106"/>
                <a:gd name="T50" fmla="*/ 56 w 125"/>
                <a:gd name="T51" fmla="*/ 6 h 106"/>
                <a:gd name="T52" fmla="*/ 6 w 125"/>
                <a:gd name="T53" fmla="*/ 23 h 106"/>
                <a:gd name="T54" fmla="*/ 53 w 125"/>
                <a:gd name="T55" fmla="*/ 23 h 106"/>
                <a:gd name="T56" fmla="*/ 86 w 125"/>
                <a:gd name="T57" fmla="*/ 23 h 106"/>
                <a:gd name="T58" fmla="*/ 118 w 125"/>
                <a:gd name="T59" fmla="*/ 23 h 106"/>
                <a:gd name="T60" fmla="*/ 118 w 125"/>
                <a:gd name="T61" fmla="*/ 100 h 106"/>
                <a:gd name="T62" fmla="*/ 6 w 125"/>
                <a:gd name="T63" fmla="*/ 100 h 106"/>
                <a:gd name="T64" fmla="*/ 6 w 125"/>
                <a:gd name="T65" fmla="*/ 2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5" h="106">
                  <a:moveTo>
                    <a:pt x="3" y="106"/>
                  </a:moveTo>
                  <a:cubicBezTo>
                    <a:pt x="121" y="106"/>
                    <a:pt x="121" y="106"/>
                    <a:pt x="121" y="106"/>
                  </a:cubicBezTo>
                  <a:cubicBezTo>
                    <a:pt x="123" y="106"/>
                    <a:pt x="125" y="105"/>
                    <a:pt x="125" y="103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18"/>
                    <a:pt x="123" y="17"/>
                    <a:pt x="121" y="17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1"/>
                    <a:pt x="87" y="0"/>
                    <a:pt x="8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3"/>
                    <a:pt x="33" y="11"/>
                    <a:pt x="31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7" y="13"/>
                    <a:pt x="17" y="14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1" y="17"/>
                    <a:pt x="0" y="18"/>
                    <a:pt x="0" y="20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5"/>
                    <a:pt x="1" y="106"/>
                    <a:pt x="3" y="106"/>
                  </a:cubicBezTo>
                  <a:close/>
                  <a:moveTo>
                    <a:pt x="56" y="6"/>
                  </a:moveTo>
                  <a:cubicBezTo>
                    <a:pt x="83" y="6"/>
                    <a:pt x="83" y="6"/>
                    <a:pt x="83" y="6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56" y="17"/>
                    <a:pt x="56" y="17"/>
                    <a:pt x="56" y="17"/>
                  </a:cubicBezTo>
                  <a:lnTo>
                    <a:pt x="56" y="6"/>
                  </a:lnTo>
                  <a:close/>
                  <a:moveTo>
                    <a:pt x="6" y="23"/>
                  </a:moveTo>
                  <a:cubicBezTo>
                    <a:pt x="53" y="23"/>
                    <a:pt x="53" y="23"/>
                    <a:pt x="53" y="23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8" y="100"/>
                    <a:pt x="118" y="100"/>
                    <a:pt x="118" y="100"/>
                  </a:cubicBezTo>
                  <a:cubicBezTo>
                    <a:pt x="6" y="100"/>
                    <a:pt x="6" y="100"/>
                    <a:pt x="6" y="100"/>
                  </a:cubicBezTo>
                  <a:lnTo>
                    <a:pt x="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56" name="Freeform 885"/>
            <p:cNvSpPr>
              <a:spLocks noEditPoints="1"/>
            </p:cNvSpPr>
            <p:nvPr/>
          </p:nvSpPr>
          <p:spPr bwMode="auto">
            <a:xfrm>
              <a:off x="7487462" y="-1242572"/>
              <a:ext cx="155283" cy="155283"/>
            </a:xfrm>
            <a:custGeom>
              <a:avLst/>
              <a:gdLst>
                <a:gd name="T0" fmla="*/ 30 w 59"/>
                <a:gd name="T1" fmla="*/ 0 h 59"/>
                <a:gd name="T2" fmla="*/ 0 w 59"/>
                <a:gd name="T3" fmla="*/ 30 h 59"/>
                <a:gd name="T4" fmla="*/ 30 w 59"/>
                <a:gd name="T5" fmla="*/ 59 h 59"/>
                <a:gd name="T6" fmla="*/ 59 w 59"/>
                <a:gd name="T7" fmla="*/ 30 h 59"/>
                <a:gd name="T8" fmla="*/ 30 w 59"/>
                <a:gd name="T9" fmla="*/ 0 h 59"/>
                <a:gd name="T10" fmla="*/ 30 w 59"/>
                <a:gd name="T11" fmla="*/ 53 h 59"/>
                <a:gd name="T12" fmla="*/ 6 w 59"/>
                <a:gd name="T13" fmla="*/ 30 h 59"/>
                <a:gd name="T14" fmla="*/ 30 w 59"/>
                <a:gd name="T15" fmla="*/ 7 h 59"/>
                <a:gd name="T16" fmla="*/ 53 w 59"/>
                <a:gd name="T17" fmla="*/ 30 h 59"/>
                <a:gd name="T18" fmla="*/ 30 w 59"/>
                <a:gd name="T19" fmla="*/ 5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59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6"/>
                    <a:pt x="13" y="59"/>
                    <a:pt x="30" y="59"/>
                  </a:cubicBezTo>
                  <a:cubicBezTo>
                    <a:pt x="46" y="59"/>
                    <a:pt x="59" y="46"/>
                    <a:pt x="59" y="30"/>
                  </a:cubicBezTo>
                  <a:cubicBezTo>
                    <a:pt x="59" y="14"/>
                    <a:pt x="46" y="0"/>
                    <a:pt x="30" y="0"/>
                  </a:cubicBezTo>
                  <a:close/>
                  <a:moveTo>
                    <a:pt x="30" y="53"/>
                  </a:moveTo>
                  <a:cubicBezTo>
                    <a:pt x="17" y="53"/>
                    <a:pt x="6" y="43"/>
                    <a:pt x="6" y="30"/>
                  </a:cubicBezTo>
                  <a:cubicBezTo>
                    <a:pt x="6" y="17"/>
                    <a:pt x="17" y="7"/>
                    <a:pt x="30" y="7"/>
                  </a:cubicBezTo>
                  <a:cubicBezTo>
                    <a:pt x="42" y="7"/>
                    <a:pt x="53" y="17"/>
                    <a:pt x="53" y="30"/>
                  </a:cubicBezTo>
                  <a:cubicBezTo>
                    <a:pt x="53" y="43"/>
                    <a:pt x="42" y="53"/>
                    <a:pt x="30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57" name="Freeform 886"/>
            <p:cNvSpPr>
              <a:spLocks noEditPoints="1"/>
            </p:cNvSpPr>
            <p:nvPr/>
          </p:nvSpPr>
          <p:spPr bwMode="auto">
            <a:xfrm>
              <a:off x="7524730" y="-1202197"/>
              <a:ext cx="80747" cy="77643"/>
            </a:xfrm>
            <a:custGeom>
              <a:avLst/>
              <a:gdLst>
                <a:gd name="T0" fmla="*/ 16 w 31"/>
                <a:gd name="T1" fmla="*/ 0 h 30"/>
                <a:gd name="T2" fmla="*/ 0 w 31"/>
                <a:gd name="T3" fmla="*/ 15 h 30"/>
                <a:gd name="T4" fmla="*/ 16 w 31"/>
                <a:gd name="T5" fmla="*/ 30 h 30"/>
                <a:gd name="T6" fmla="*/ 31 w 31"/>
                <a:gd name="T7" fmla="*/ 15 h 30"/>
                <a:gd name="T8" fmla="*/ 16 w 31"/>
                <a:gd name="T9" fmla="*/ 0 h 30"/>
                <a:gd name="T10" fmla="*/ 16 w 31"/>
                <a:gd name="T11" fmla="*/ 24 h 30"/>
                <a:gd name="T12" fmla="*/ 7 w 31"/>
                <a:gd name="T13" fmla="*/ 15 h 30"/>
                <a:gd name="T14" fmla="*/ 16 w 31"/>
                <a:gd name="T15" fmla="*/ 6 h 30"/>
                <a:gd name="T16" fmla="*/ 25 w 31"/>
                <a:gd name="T17" fmla="*/ 15 h 30"/>
                <a:gd name="T18" fmla="*/ 16 w 31"/>
                <a:gd name="T19" fmla="*/ 2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0">
                  <a:moveTo>
                    <a:pt x="16" y="0"/>
                  </a:moveTo>
                  <a:cubicBezTo>
                    <a:pt x="7" y="0"/>
                    <a:pt x="0" y="6"/>
                    <a:pt x="0" y="15"/>
                  </a:cubicBezTo>
                  <a:cubicBezTo>
                    <a:pt x="0" y="23"/>
                    <a:pt x="7" y="30"/>
                    <a:pt x="16" y="30"/>
                  </a:cubicBezTo>
                  <a:cubicBezTo>
                    <a:pt x="24" y="30"/>
                    <a:pt x="31" y="23"/>
                    <a:pt x="31" y="15"/>
                  </a:cubicBezTo>
                  <a:cubicBezTo>
                    <a:pt x="31" y="6"/>
                    <a:pt x="24" y="0"/>
                    <a:pt x="16" y="0"/>
                  </a:cubicBezTo>
                  <a:close/>
                  <a:moveTo>
                    <a:pt x="16" y="24"/>
                  </a:moveTo>
                  <a:cubicBezTo>
                    <a:pt x="11" y="24"/>
                    <a:pt x="7" y="20"/>
                    <a:pt x="7" y="15"/>
                  </a:cubicBezTo>
                  <a:cubicBezTo>
                    <a:pt x="7" y="10"/>
                    <a:pt x="11" y="6"/>
                    <a:pt x="16" y="6"/>
                  </a:cubicBezTo>
                  <a:cubicBezTo>
                    <a:pt x="21" y="6"/>
                    <a:pt x="25" y="10"/>
                    <a:pt x="25" y="15"/>
                  </a:cubicBezTo>
                  <a:cubicBezTo>
                    <a:pt x="25" y="20"/>
                    <a:pt x="21" y="24"/>
                    <a:pt x="1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58" name="Freeform 887"/>
            <p:cNvSpPr>
              <a:spLocks noEditPoints="1"/>
            </p:cNvSpPr>
            <p:nvPr/>
          </p:nvSpPr>
          <p:spPr bwMode="auto">
            <a:xfrm>
              <a:off x="7388080" y="-1248783"/>
              <a:ext cx="74536" cy="49691"/>
            </a:xfrm>
            <a:custGeom>
              <a:avLst/>
              <a:gdLst>
                <a:gd name="T0" fmla="*/ 26 w 29"/>
                <a:gd name="T1" fmla="*/ 0 h 19"/>
                <a:gd name="T2" fmla="*/ 4 w 29"/>
                <a:gd name="T3" fmla="*/ 0 h 19"/>
                <a:gd name="T4" fmla="*/ 0 w 29"/>
                <a:gd name="T5" fmla="*/ 3 h 19"/>
                <a:gd name="T6" fmla="*/ 0 w 29"/>
                <a:gd name="T7" fmla="*/ 16 h 19"/>
                <a:gd name="T8" fmla="*/ 4 w 29"/>
                <a:gd name="T9" fmla="*/ 19 h 19"/>
                <a:gd name="T10" fmla="*/ 26 w 29"/>
                <a:gd name="T11" fmla="*/ 19 h 19"/>
                <a:gd name="T12" fmla="*/ 29 w 29"/>
                <a:gd name="T13" fmla="*/ 16 h 19"/>
                <a:gd name="T14" fmla="*/ 29 w 29"/>
                <a:gd name="T15" fmla="*/ 3 h 19"/>
                <a:gd name="T16" fmla="*/ 26 w 29"/>
                <a:gd name="T17" fmla="*/ 0 h 19"/>
                <a:gd name="T18" fmla="*/ 22 w 29"/>
                <a:gd name="T19" fmla="*/ 13 h 19"/>
                <a:gd name="T20" fmla="*/ 7 w 29"/>
                <a:gd name="T21" fmla="*/ 13 h 19"/>
                <a:gd name="T22" fmla="*/ 7 w 29"/>
                <a:gd name="T23" fmla="*/ 6 h 19"/>
                <a:gd name="T24" fmla="*/ 22 w 29"/>
                <a:gd name="T25" fmla="*/ 6 h 19"/>
                <a:gd name="T26" fmla="*/ 22 w 29"/>
                <a:gd name="T27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19">
                  <a:moveTo>
                    <a:pt x="2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2" y="19"/>
                    <a:pt x="4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7" y="19"/>
                    <a:pt x="29" y="18"/>
                    <a:pt x="29" y="16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"/>
                    <a:pt x="27" y="0"/>
                    <a:pt x="26" y="0"/>
                  </a:cubicBezTo>
                  <a:close/>
                  <a:moveTo>
                    <a:pt x="22" y="13"/>
                  </a:moveTo>
                  <a:cubicBezTo>
                    <a:pt x="7" y="13"/>
                    <a:pt x="7" y="13"/>
                    <a:pt x="7" y="1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22" y="6"/>
                    <a:pt x="22" y="6"/>
                    <a:pt x="22" y="6"/>
                  </a:cubicBezTo>
                  <a:lnTo>
                    <a:pt x="22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659" name="组合 658"/>
          <p:cNvGrpSpPr/>
          <p:nvPr/>
        </p:nvGrpSpPr>
        <p:grpSpPr>
          <a:xfrm>
            <a:off x="3237230" y="3619818"/>
            <a:ext cx="212255" cy="182775"/>
            <a:chOff x="7978157" y="-1379221"/>
            <a:chExt cx="447217" cy="385104"/>
          </a:xfrm>
        </p:grpSpPr>
        <p:sp>
          <p:nvSpPr>
            <p:cNvPr id="660" name="Freeform 820"/>
            <p:cNvSpPr>
              <a:spLocks noEditPoints="1"/>
            </p:cNvSpPr>
            <p:nvPr/>
          </p:nvSpPr>
          <p:spPr bwMode="auto">
            <a:xfrm>
              <a:off x="8189343" y="-1233254"/>
              <a:ext cx="236031" cy="239137"/>
            </a:xfrm>
            <a:custGeom>
              <a:avLst/>
              <a:gdLst>
                <a:gd name="T0" fmla="*/ 4 w 90"/>
                <a:gd name="T1" fmla="*/ 28 h 91"/>
                <a:gd name="T2" fmla="*/ 0 w 90"/>
                <a:gd name="T3" fmla="*/ 44 h 91"/>
                <a:gd name="T4" fmla="*/ 8 w 90"/>
                <a:gd name="T5" fmla="*/ 49 h 91"/>
                <a:gd name="T6" fmla="*/ 5 w 90"/>
                <a:gd name="T7" fmla="*/ 60 h 91"/>
                <a:gd name="T8" fmla="*/ 4 w 90"/>
                <a:gd name="T9" fmla="*/ 65 h 91"/>
                <a:gd name="T10" fmla="*/ 14 w 90"/>
                <a:gd name="T11" fmla="*/ 78 h 91"/>
                <a:gd name="T12" fmla="*/ 21 w 90"/>
                <a:gd name="T13" fmla="*/ 74 h 91"/>
                <a:gd name="T14" fmla="*/ 27 w 90"/>
                <a:gd name="T15" fmla="*/ 84 h 91"/>
                <a:gd name="T16" fmla="*/ 43 w 90"/>
                <a:gd name="T17" fmla="*/ 91 h 91"/>
                <a:gd name="T18" fmla="*/ 47 w 90"/>
                <a:gd name="T19" fmla="*/ 88 h 91"/>
                <a:gd name="T20" fmla="*/ 57 w 90"/>
                <a:gd name="T21" fmla="*/ 81 h 91"/>
                <a:gd name="T22" fmla="*/ 62 w 90"/>
                <a:gd name="T23" fmla="*/ 87 h 91"/>
                <a:gd name="T24" fmla="*/ 76 w 90"/>
                <a:gd name="T25" fmla="*/ 78 h 91"/>
                <a:gd name="T26" fmla="*/ 73 w 90"/>
                <a:gd name="T27" fmla="*/ 70 h 91"/>
                <a:gd name="T28" fmla="*/ 84 w 90"/>
                <a:gd name="T29" fmla="*/ 63 h 91"/>
                <a:gd name="T30" fmla="*/ 90 w 90"/>
                <a:gd name="T31" fmla="*/ 47 h 91"/>
                <a:gd name="T32" fmla="*/ 87 w 90"/>
                <a:gd name="T33" fmla="*/ 43 h 91"/>
                <a:gd name="T34" fmla="*/ 80 w 90"/>
                <a:gd name="T35" fmla="*/ 34 h 91"/>
                <a:gd name="T36" fmla="*/ 86 w 90"/>
                <a:gd name="T37" fmla="*/ 26 h 91"/>
                <a:gd name="T38" fmla="*/ 76 w 90"/>
                <a:gd name="T39" fmla="*/ 13 h 91"/>
                <a:gd name="T40" fmla="*/ 69 w 90"/>
                <a:gd name="T41" fmla="*/ 17 h 91"/>
                <a:gd name="T42" fmla="*/ 63 w 90"/>
                <a:gd name="T43" fmla="*/ 7 h 91"/>
                <a:gd name="T44" fmla="*/ 46 w 90"/>
                <a:gd name="T45" fmla="*/ 1 h 91"/>
                <a:gd name="T46" fmla="*/ 43 w 90"/>
                <a:gd name="T47" fmla="*/ 3 h 91"/>
                <a:gd name="T48" fmla="*/ 33 w 90"/>
                <a:gd name="T49" fmla="*/ 10 h 91"/>
                <a:gd name="T50" fmla="*/ 28 w 90"/>
                <a:gd name="T51" fmla="*/ 4 h 91"/>
                <a:gd name="T52" fmla="*/ 14 w 90"/>
                <a:gd name="T53" fmla="*/ 13 h 91"/>
                <a:gd name="T54" fmla="*/ 13 w 90"/>
                <a:gd name="T55" fmla="*/ 17 h 91"/>
                <a:gd name="T56" fmla="*/ 11 w 90"/>
                <a:gd name="T57" fmla="*/ 29 h 91"/>
                <a:gd name="T58" fmla="*/ 16 w 90"/>
                <a:gd name="T59" fmla="*/ 34 h 91"/>
                <a:gd name="T60" fmla="*/ 23 w 90"/>
                <a:gd name="T61" fmla="*/ 20 h 91"/>
                <a:gd name="T62" fmla="*/ 27 w 90"/>
                <a:gd name="T63" fmla="*/ 12 h 91"/>
                <a:gd name="T64" fmla="*/ 33 w 90"/>
                <a:gd name="T65" fmla="*/ 17 h 91"/>
                <a:gd name="T66" fmla="*/ 47 w 90"/>
                <a:gd name="T67" fmla="*/ 12 h 91"/>
                <a:gd name="T68" fmla="*/ 56 w 90"/>
                <a:gd name="T69" fmla="*/ 9 h 91"/>
                <a:gd name="T70" fmla="*/ 57 w 90"/>
                <a:gd name="T71" fmla="*/ 17 h 91"/>
                <a:gd name="T72" fmla="*/ 70 w 90"/>
                <a:gd name="T73" fmla="*/ 24 h 91"/>
                <a:gd name="T74" fmla="*/ 79 w 90"/>
                <a:gd name="T75" fmla="*/ 27 h 91"/>
                <a:gd name="T76" fmla="*/ 74 w 90"/>
                <a:gd name="T77" fmla="*/ 34 h 91"/>
                <a:gd name="T78" fmla="*/ 78 w 90"/>
                <a:gd name="T79" fmla="*/ 48 h 91"/>
                <a:gd name="T80" fmla="*/ 82 w 90"/>
                <a:gd name="T81" fmla="*/ 57 h 91"/>
                <a:gd name="T82" fmla="*/ 74 w 90"/>
                <a:gd name="T83" fmla="*/ 58 h 91"/>
                <a:gd name="T84" fmla="*/ 67 w 90"/>
                <a:gd name="T85" fmla="*/ 71 h 91"/>
                <a:gd name="T86" fmla="*/ 63 w 90"/>
                <a:gd name="T87" fmla="*/ 79 h 91"/>
                <a:gd name="T88" fmla="*/ 57 w 90"/>
                <a:gd name="T89" fmla="*/ 74 h 91"/>
                <a:gd name="T90" fmla="*/ 42 w 90"/>
                <a:gd name="T91" fmla="*/ 79 h 91"/>
                <a:gd name="T92" fmla="*/ 34 w 90"/>
                <a:gd name="T93" fmla="*/ 82 h 91"/>
                <a:gd name="T94" fmla="*/ 33 w 90"/>
                <a:gd name="T95" fmla="*/ 74 h 91"/>
                <a:gd name="T96" fmla="*/ 19 w 90"/>
                <a:gd name="T97" fmla="*/ 68 h 91"/>
                <a:gd name="T98" fmla="*/ 11 w 90"/>
                <a:gd name="T99" fmla="*/ 64 h 91"/>
                <a:gd name="T100" fmla="*/ 16 w 90"/>
                <a:gd name="T101" fmla="*/ 57 h 91"/>
                <a:gd name="T102" fmla="*/ 11 w 90"/>
                <a:gd name="T103" fmla="*/ 43 h 91"/>
                <a:gd name="T104" fmla="*/ 8 w 90"/>
                <a:gd name="T105" fmla="*/ 35 h 91"/>
                <a:gd name="T106" fmla="*/ 16 w 90"/>
                <a:gd name="T107" fmla="*/ 3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" h="91">
                  <a:moveTo>
                    <a:pt x="6" y="28"/>
                  </a:moveTo>
                  <a:cubicBezTo>
                    <a:pt x="5" y="28"/>
                    <a:pt x="5" y="28"/>
                    <a:pt x="4" y="28"/>
                  </a:cubicBezTo>
                  <a:cubicBezTo>
                    <a:pt x="3" y="29"/>
                    <a:pt x="3" y="30"/>
                    <a:pt x="3" y="3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1" y="47"/>
                    <a:pt x="2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52"/>
                    <a:pt x="9" y="55"/>
                    <a:pt x="9" y="57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4" y="61"/>
                    <a:pt x="4" y="62"/>
                    <a:pt x="4" y="62"/>
                  </a:cubicBezTo>
                  <a:cubicBezTo>
                    <a:pt x="4" y="63"/>
                    <a:pt x="4" y="64"/>
                    <a:pt x="4" y="65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3" y="77"/>
                    <a:pt x="13" y="78"/>
                    <a:pt x="14" y="78"/>
                  </a:cubicBezTo>
                  <a:cubicBezTo>
                    <a:pt x="15" y="78"/>
                    <a:pt x="16" y="78"/>
                    <a:pt x="16" y="77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23" y="76"/>
                    <a:pt x="26" y="78"/>
                    <a:pt x="28" y="79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86"/>
                    <a:pt x="28" y="88"/>
                    <a:pt x="30" y="88"/>
                  </a:cubicBezTo>
                  <a:cubicBezTo>
                    <a:pt x="43" y="91"/>
                    <a:pt x="43" y="91"/>
                    <a:pt x="43" y="91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5" y="91"/>
                    <a:pt x="47" y="90"/>
                    <a:pt x="47" y="88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2"/>
                    <a:pt x="54" y="82"/>
                    <a:pt x="57" y="81"/>
                  </a:cubicBezTo>
                  <a:cubicBezTo>
                    <a:pt x="60" y="85"/>
                    <a:pt x="60" y="85"/>
                    <a:pt x="60" y="85"/>
                  </a:cubicBezTo>
                  <a:cubicBezTo>
                    <a:pt x="60" y="86"/>
                    <a:pt x="61" y="87"/>
                    <a:pt x="62" y="87"/>
                  </a:cubicBezTo>
                  <a:cubicBezTo>
                    <a:pt x="63" y="87"/>
                    <a:pt x="63" y="87"/>
                    <a:pt x="64" y="86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77" y="77"/>
                    <a:pt x="77" y="75"/>
                    <a:pt x="76" y="74"/>
                  </a:cubicBezTo>
                  <a:cubicBezTo>
                    <a:pt x="73" y="70"/>
                    <a:pt x="73" y="70"/>
                    <a:pt x="73" y="70"/>
                  </a:cubicBezTo>
                  <a:cubicBezTo>
                    <a:pt x="75" y="67"/>
                    <a:pt x="77" y="65"/>
                    <a:pt x="78" y="62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5" y="64"/>
                    <a:pt x="87" y="62"/>
                    <a:pt x="87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6"/>
                    <a:pt x="90" y="45"/>
                    <a:pt x="89" y="45"/>
                  </a:cubicBezTo>
                  <a:cubicBezTo>
                    <a:pt x="89" y="44"/>
                    <a:pt x="88" y="44"/>
                    <a:pt x="87" y="43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9"/>
                    <a:pt x="81" y="37"/>
                    <a:pt x="80" y="34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6" y="30"/>
                    <a:pt x="87" y="28"/>
                    <a:pt x="86" y="2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7" y="14"/>
                    <a:pt x="77" y="14"/>
                    <a:pt x="76" y="13"/>
                  </a:cubicBezTo>
                  <a:cubicBezTo>
                    <a:pt x="75" y="13"/>
                    <a:pt x="74" y="13"/>
                    <a:pt x="73" y="14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7" y="15"/>
                    <a:pt x="64" y="13"/>
                    <a:pt x="62" y="12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5"/>
                    <a:pt x="62" y="4"/>
                    <a:pt x="60" y="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5" y="1"/>
                    <a:pt x="44" y="1"/>
                  </a:cubicBezTo>
                  <a:cubicBezTo>
                    <a:pt x="43" y="2"/>
                    <a:pt x="43" y="2"/>
                    <a:pt x="43" y="3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39" y="9"/>
                    <a:pt x="36" y="9"/>
                    <a:pt x="33" y="10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5"/>
                    <a:pt x="29" y="5"/>
                    <a:pt x="28" y="4"/>
                  </a:cubicBezTo>
                  <a:cubicBezTo>
                    <a:pt x="27" y="4"/>
                    <a:pt x="26" y="4"/>
                    <a:pt x="26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5"/>
                  </a:cubicBezTo>
                  <a:cubicBezTo>
                    <a:pt x="13" y="16"/>
                    <a:pt x="13" y="16"/>
                    <a:pt x="13" y="17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4"/>
                    <a:pt x="13" y="26"/>
                    <a:pt x="11" y="29"/>
                  </a:cubicBezTo>
                  <a:lnTo>
                    <a:pt x="6" y="28"/>
                  </a:lnTo>
                  <a:close/>
                  <a:moveTo>
                    <a:pt x="16" y="34"/>
                  </a:moveTo>
                  <a:cubicBezTo>
                    <a:pt x="18" y="30"/>
                    <a:pt x="20" y="27"/>
                    <a:pt x="23" y="24"/>
                  </a:cubicBezTo>
                  <a:cubicBezTo>
                    <a:pt x="24" y="23"/>
                    <a:pt x="24" y="21"/>
                    <a:pt x="23" y="20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2" y="17"/>
                    <a:pt x="33" y="17"/>
                  </a:cubicBezTo>
                  <a:cubicBezTo>
                    <a:pt x="37" y="15"/>
                    <a:pt x="40" y="15"/>
                    <a:pt x="44" y="14"/>
                  </a:cubicBezTo>
                  <a:cubicBezTo>
                    <a:pt x="46" y="14"/>
                    <a:pt x="47" y="13"/>
                    <a:pt x="47" y="12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5"/>
                    <a:pt x="55" y="16"/>
                    <a:pt x="57" y="17"/>
                  </a:cubicBezTo>
                  <a:cubicBezTo>
                    <a:pt x="60" y="18"/>
                    <a:pt x="64" y="20"/>
                    <a:pt x="66" y="23"/>
                  </a:cubicBezTo>
                  <a:cubicBezTo>
                    <a:pt x="67" y="24"/>
                    <a:pt x="69" y="24"/>
                    <a:pt x="70" y="24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4" y="31"/>
                    <a:pt x="73" y="32"/>
                    <a:pt x="74" y="34"/>
                  </a:cubicBezTo>
                  <a:cubicBezTo>
                    <a:pt x="75" y="37"/>
                    <a:pt x="76" y="41"/>
                    <a:pt x="76" y="45"/>
                  </a:cubicBezTo>
                  <a:cubicBezTo>
                    <a:pt x="76" y="46"/>
                    <a:pt x="77" y="48"/>
                    <a:pt x="78" y="48"/>
                  </a:cubicBezTo>
                  <a:cubicBezTo>
                    <a:pt x="83" y="49"/>
                    <a:pt x="83" y="49"/>
                    <a:pt x="83" y="49"/>
                  </a:cubicBezTo>
                  <a:cubicBezTo>
                    <a:pt x="82" y="57"/>
                    <a:pt x="82" y="57"/>
                    <a:pt x="82" y="57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6" y="55"/>
                    <a:pt x="74" y="56"/>
                    <a:pt x="74" y="58"/>
                  </a:cubicBezTo>
                  <a:cubicBezTo>
                    <a:pt x="72" y="61"/>
                    <a:pt x="70" y="64"/>
                    <a:pt x="67" y="67"/>
                  </a:cubicBezTo>
                  <a:cubicBezTo>
                    <a:pt x="66" y="68"/>
                    <a:pt x="66" y="70"/>
                    <a:pt x="67" y="71"/>
                  </a:cubicBezTo>
                  <a:cubicBezTo>
                    <a:pt x="70" y="75"/>
                    <a:pt x="70" y="75"/>
                    <a:pt x="70" y="75"/>
                  </a:cubicBezTo>
                  <a:cubicBezTo>
                    <a:pt x="63" y="79"/>
                    <a:pt x="63" y="79"/>
                    <a:pt x="63" y="79"/>
                  </a:cubicBezTo>
                  <a:cubicBezTo>
                    <a:pt x="60" y="75"/>
                    <a:pt x="60" y="75"/>
                    <a:pt x="60" y="75"/>
                  </a:cubicBezTo>
                  <a:cubicBezTo>
                    <a:pt x="60" y="74"/>
                    <a:pt x="58" y="74"/>
                    <a:pt x="57" y="74"/>
                  </a:cubicBezTo>
                  <a:cubicBezTo>
                    <a:pt x="53" y="76"/>
                    <a:pt x="49" y="77"/>
                    <a:pt x="45" y="77"/>
                  </a:cubicBezTo>
                  <a:cubicBezTo>
                    <a:pt x="44" y="77"/>
                    <a:pt x="43" y="78"/>
                    <a:pt x="42" y="79"/>
                  </a:cubicBezTo>
                  <a:cubicBezTo>
                    <a:pt x="42" y="84"/>
                    <a:pt x="42" y="84"/>
                    <a:pt x="42" y="84"/>
                  </a:cubicBezTo>
                  <a:cubicBezTo>
                    <a:pt x="34" y="82"/>
                    <a:pt x="34" y="82"/>
                    <a:pt x="34" y="82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5" y="76"/>
                    <a:pt x="34" y="75"/>
                    <a:pt x="33" y="74"/>
                  </a:cubicBezTo>
                  <a:cubicBezTo>
                    <a:pt x="29" y="73"/>
                    <a:pt x="26" y="71"/>
                    <a:pt x="23" y="68"/>
                  </a:cubicBezTo>
                  <a:cubicBezTo>
                    <a:pt x="22" y="67"/>
                    <a:pt x="21" y="67"/>
                    <a:pt x="19" y="68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0"/>
                    <a:pt x="17" y="59"/>
                    <a:pt x="16" y="57"/>
                  </a:cubicBezTo>
                  <a:cubicBezTo>
                    <a:pt x="15" y="54"/>
                    <a:pt x="14" y="50"/>
                    <a:pt x="14" y="46"/>
                  </a:cubicBezTo>
                  <a:cubicBezTo>
                    <a:pt x="14" y="45"/>
                    <a:pt x="13" y="43"/>
                    <a:pt x="11" y="4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6"/>
                    <a:pt x="16" y="35"/>
                    <a:pt x="16" y="34"/>
                  </a:cubicBez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61" name="Freeform 821"/>
            <p:cNvSpPr>
              <a:spLocks noEditPoints="1"/>
            </p:cNvSpPr>
            <p:nvPr/>
          </p:nvSpPr>
          <p:spPr bwMode="auto">
            <a:xfrm>
              <a:off x="8245245" y="-1177352"/>
              <a:ext cx="124227" cy="124227"/>
            </a:xfrm>
            <a:custGeom>
              <a:avLst/>
              <a:gdLst>
                <a:gd name="T0" fmla="*/ 19 w 47"/>
                <a:gd name="T1" fmla="*/ 46 h 46"/>
                <a:gd name="T2" fmla="*/ 19 w 47"/>
                <a:gd name="T3" fmla="*/ 46 h 46"/>
                <a:gd name="T4" fmla="*/ 23 w 47"/>
                <a:gd name="T5" fmla="*/ 46 h 46"/>
                <a:gd name="T6" fmla="*/ 45 w 47"/>
                <a:gd name="T7" fmla="*/ 28 h 46"/>
                <a:gd name="T8" fmla="*/ 27 w 47"/>
                <a:gd name="T9" fmla="*/ 2 h 46"/>
                <a:gd name="T10" fmla="*/ 10 w 47"/>
                <a:gd name="T11" fmla="*/ 5 h 46"/>
                <a:gd name="T12" fmla="*/ 1 w 47"/>
                <a:gd name="T13" fmla="*/ 19 h 46"/>
                <a:gd name="T14" fmla="*/ 4 w 47"/>
                <a:gd name="T15" fmla="*/ 36 h 46"/>
                <a:gd name="T16" fmla="*/ 19 w 47"/>
                <a:gd name="T17" fmla="*/ 46 h 46"/>
                <a:gd name="T18" fmla="*/ 7 w 47"/>
                <a:gd name="T19" fmla="*/ 21 h 46"/>
                <a:gd name="T20" fmla="*/ 14 w 47"/>
                <a:gd name="T21" fmla="*/ 10 h 46"/>
                <a:gd name="T22" fmla="*/ 23 w 47"/>
                <a:gd name="T23" fmla="*/ 7 h 46"/>
                <a:gd name="T24" fmla="*/ 26 w 47"/>
                <a:gd name="T25" fmla="*/ 8 h 46"/>
                <a:gd name="T26" fmla="*/ 39 w 47"/>
                <a:gd name="T27" fmla="*/ 27 h 46"/>
                <a:gd name="T28" fmla="*/ 32 w 47"/>
                <a:gd name="T29" fmla="*/ 37 h 46"/>
                <a:gd name="T30" fmla="*/ 20 w 47"/>
                <a:gd name="T31" fmla="*/ 39 h 46"/>
                <a:gd name="T32" fmla="*/ 20 w 47"/>
                <a:gd name="T33" fmla="*/ 39 h 46"/>
                <a:gd name="T34" fmla="*/ 9 w 47"/>
                <a:gd name="T35" fmla="*/ 33 h 46"/>
                <a:gd name="T36" fmla="*/ 7 w 47"/>
                <a:gd name="T37" fmla="*/ 2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7" h="46">
                  <a:moveTo>
                    <a:pt x="19" y="46"/>
                  </a:moveTo>
                  <a:cubicBezTo>
                    <a:pt x="19" y="46"/>
                    <a:pt x="19" y="46"/>
                    <a:pt x="19" y="46"/>
                  </a:cubicBezTo>
                  <a:cubicBezTo>
                    <a:pt x="20" y="46"/>
                    <a:pt x="21" y="46"/>
                    <a:pt x="23" y="46"/>
                  </a:cubicBezTo>
                  <a:cubicBezTo>
                    <a:pt x="33" y="46"/>
                    <a:pt x="43" y="39"/>
                    <a:pt x="45" y="28"/>
                  </a:cubicBezTo>
                  <a:cubicBezTo>
                    <a:pt x="47" y="16"/>
                    <a:pt x="39" y="4"/>
                    <a:pt x="27" y="2"/>
                  </a:cubicBezTo>
                  <a:cubicBezTo>
                    <a:pt x="21" y="0"/>
                    <a:pt x="15" y="2"/>
                    <a:pt x="10" y="5"/>
                  </a:cubicBezTo>
                  <a:cubicBezTo>
                    <a:pt x="5" y="8"/>
                    <a:pt x="2" y="13"/>
                    <a:pt x="1" y="19"/>
                  </a:cubicBezTo>
                  <a:cubicBezTo>
                    <a:pt x="0" y="25"/>
                    <a:pt x="1" y="31"/>
                    <a:pt x="4" y="36"/>
                  </a:cubicBezTo>
                  <a:cubicBezTo>
                    <a:pt x="8" y="41"/>
                    <a:pt x="13" y="44"/>
                    <a:pt x="19" y="46"/>
                  </a:cubicBezTo>
                  <a:close/>
                  <a:moveTo>
                    <a:pt x="7" y="21"/>
                  </a:moveTo>
                  <a:cubicBezTo>
                    <a:pt x="8" y="16"/>
                    <a:pt x="10" y="13"/>
                    <a:pt x="14" y="10"/>
                  </a:cubicBezTo>
                  <a:cubicBezTo>
                    <a:pt x="16" y="8"/>
                    <a:pt x="20" y="7"/>
                    <a:pt x="23" y="7"/>
                  </a:cubicBezTo>
                  <a:cubicBezTo>
                    <a:pt x="24" y="7"/>
                    <a:pt x="25" y="7"/>
                    <a:pt x="26" y="8"/>
                  </a:cubicBezTo>
                  <a:cubicBezTo>
                    <a:pt x="35" y="9"/>
                    <a:pt x="40" y="18"/>
                    <a:pt x="39" y="27"/>
                  </a:cubicBezTo>
                  <a:cubicBezTo>
                    <a:pt x="38" y="31"/>
                    <a:pt x="36" y="35"/>
                    <a:pt x="32" y="37"/>
                  </a:cubicBezTo>
                  <a:cubicBezTo>
                    <a:pt x="28" y="39"/>
                    <a:pt x="24" y="40"/>
                    <a:pt x="20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6" y="39"/>
                    <a:pt x="12" y="36"/>
                    <a:pt x="9" y="33"/>
                  </a:cubicBezTo>
                  <a:cubicBezTo>
                    <a:pt x="7" y="29"/>
                    <a:pt x="6" y="25"/>
                    <a:pt x="7" y="21"/>
                  </a:cubicBez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62" name="Freeform 822"/>
            <p:cNvSpPr>
              <a:spLocks noEditPoints="1"/>
            </p:cNvSpPr>
            <p:nvPr/>
          </p:nvSpPr>
          <p:spPr bwMode="auto">
            <a:xfrm>
              <a:off x="7978157" y="-1379221"/>
              <a:ext cx="239137" cy="239137"/>
            </a:xfrm>
            <a:custGeom>
              <a:avLst/>
              <a:gdLst>
                <a:gd name="T0" fmla="*/ 6 w 90"/>
                <a:gd name="T1" fmla="*/ 62 h 91"/>
                <a:gd name="T2" fmla="*/ 16 w 90"/>
                <a:gd name="T3" fmla="*/ 68 h 91"/>
                <a:gd name="T4" fmla="*/ 12 w 90"/>
                <a:gd name="T5" fmla="*/ 75 h 91"/>
                <a:gd name="T6" fmla="*/ 24 w 90"/>
                <a:gd name="T7" fmla="*/ 85 h 91"/>
                <a:gd name="T8" fmla="*/ 32 w 90"/>
                <a:gd name="T9" fmla="*/ 80 h 91"/>
                <a:gd name="T10" fmla="*/ 41 w 90"/>
                <a:gd name="T11" fmla="*/ 88 h 91"/>
                <a:gd name="T12" fmla="*/ 44 w 90"/>
                <a:gd name="T13" fmla="*/ 91 h 91"/>
                <a:gd name="T14" fmla="*/ 58 w 90"/>
                <a:gd name="T15" fmla="*/ 89 h 91"/>
                <a:gd name="T16" fmla="*/ 60 w 90"/>
                <a:gd name="T17" fmla="*/ 80 h 91"/>
                <a:gd name="T18" fmla="*/ 72 w 90"/>
                <a:gd name="T19" fmla="*/ 79 h 91"/>
                <a:gd name="T20" fmla="*/ 85 w 90"/>
                <a:gd name="T21" fmla="*/ 67 h 91"/>
                <a:gd name="T22" fmla="*/ 80 w 90"/>
                <a:gd name="T23" fmla="*/ 59 h 91"/>
                <a:gd name="T24" fmla="*/ 88 w 90"/>
                <a:gd name="T25" fmla="*/ 50 h 91"/>
                <a:gd name="T26" fmla="*/ 90 w 90"/>
                <a:gd name="T27" fmla="*/ 46 h 91"/>
                <a:gd name="T28" fmla="*/ 85 w 90"/>
                <a:gd name="T29" fmla="*/ 30 h 91"/>
                <a:gd name="T30" fmla="*/ 75 w 90"/>
                <a:gd name="T31" fmla="*/ 23 h 91"/>
                <a:gd name="T32" fmla="*/ 79 w 90"/>
                <a:gd name="T33" fmla="*/ 16 h 91"/>
                <a:gd name="T34" fmla="*/ 66 w 90"/>
                <a:gd name="T35" fmla="*/ 6 h 91"/>
                <a:gd name="T36" fmla="*/ 62 w 90"/>
                <a:gd name="T37" fmla="*/ 6 h 91"/>
                <a:gd name="T38" fmla="*/ 50 w 90"/>
                <a:gd name="T39" fmla="*/ 9 h 91"/>
                <a:gd name="T40" fmla="*/ 46 w 90"/>
                <a:gd name="T41" fmla="*/ 1 h 91"/>
                <a:gd name="T42" fmla="*/ 30 w 90"/>
                <a:gd name="T43" fmla="*/ 4 h 91"/>
                <a:gd name="T44" fmla="*/ 30 w 90"/>
                <a:gd name="T45" fmla="*/ 12 h 91"/>
                <a:gd name="T46" fmla="*/ 18 w 90"/>
                <a:gd name="T47" fmla="*/ 13 h 91"/>
                <a:gd name="T48" fmla="*/ 14 w 90"/>
                <a:gd name="T49" fmla="*/ 13 h 91"/>
                <a:gd name="T50" fmla="*/ 5 w 90"/>
                <a:gd name="T51" fmla="*/ 27 h 91"/>
                <a:gd name="T52" fmla="*/ 10 w 90"/>
                <a:gd name="T53" fmla="*/ 32 h 91"/>
                <a:gd name="T54" fmla="*/ 3 w 90"/>
                <a:gd name="T55" fmla="*/ 41 h 91"/>
                <a:gd name="T56" fmla="*/ 0 w 90"/>
                <a:gd name="T57" fmla="*/ 45 h 91"/>
                <a:gd name="T58" fmla="*/ 21 w 90"/>
                <a:gd name="T59" fmla="*/ 22 h 91"/>
                <a:gd name="T60" fmla="*/ 35 w 90"/>
                <a:gd name="T61" fmla="*/ 16 h 91"/>
                <a:gd name="T62" fmla="*/ 36 w 90"/>
                <a:gd name="T63" fmla="*/ 8 h 91"/>
                <a:gd name="T64" fmla="*/ 44 w 90"/>
                <a:gd name="T65" fmla="*/ 12 h 91"/>
                <a:gd name="T66" fmla="*/ 58 w 90"/>
                <a:gd name="T67" fmla="*/ 17 h 91"/>
                <a:gd name="T68" fmla="*/ 65 w 90"/>
                <a:gd name="T69" fmla="*/ 13 h 91"/>
                <a:gd name="T70" fmla="*/ 68 w 90"/>
                <a:gd name="T71" fmla="*/ 21 h 91"/>
                <a:gd name="T72" fmla="*/ 74 w 90"/>
                <a:gd name="T73" fmla="*/ 35 h 91"/>
                <a:gd name="T74" fmla="*/ 82 w 90"/>
                <a:gd name="T75" fmla="*/ 36 h 91"/>
                <a:gd name="T76" fmla="*/ 79 w 90"/>
                <a:gd name="T77" fmla="*/ 45 h 91"/>
                <a:gd name="T78" fmla="*/ 73 w 90"/>
                <a:gd name="T79" fmla="*/ 59 h 91"/>
                <a:gd name="T80" fmla="*/ 78 w 90"/>
                <a:gd name="T81" fmla="*/ 65 h 91"/>
                <a:gd name="T82" fmla="*/ 70 w 90"/>
                <a:gd name="T83" fmla="*/ 69 h 91"/>
                <a:gd name="T84" fmla="*/ 56 w 90"/>
                <a:gd name="T85" fmla="*/ 75 h 91"/>
                <a:gd name="T86" fmla="*/ 54 w 90"/>
                <a:gd name="T87" fmla="*/ 83 h 91"/>
                <a:gd name="T88" fmla="*/ 46 w 90"/>
                <a:gd name="T89" fmla="*/ 79 h 91"/>
                <a:gd name="T90" fmla="*/ 32 w 90"/>
                <a:gd name="T91" fmla="*/ 74 h 91"/>
                <a:gd name="T92" fmla="*/ 28 w 90"/>
                <a:gd name="T93" fmla="*/ 75 h 91"/>
                <a:gd name="T94" fmla="*/ 19 w 90"/>
                <a:gd name="T95" fmla="*/ 74 h 91"/>
                <a:gd name="T96" fmla="*/ 22 w 90"/>
                <a:gd name="T97" fmla="*/ 66 h 91"/>
                <a:gd name="T98" fmla="*/ 13 w 90"/>
                <a:gd name="T99" fmla="*/ 54 h 91"/>
                <a:gd name="T100" fmla="*/ 7 w 90"/>
                <a:gd name="T101" fmla="*/ 47 h 91"/>
                <a:gd name="T102" fmla="*/ 14 w 90"/>
                <a:gd name="T103" fmla="*/ 44 h 91"/>
                <a:gd name="T104" fmla="*/ 16 w 90"/>
                <a:gd name="T105" fmla="*/ 29 h 91"/>
                <a:gd name="T106" fmla="*/ 17 w 90"/>
                <a:gd name="T107" fmla="*/ 2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" h="91">
                  <a:moveTo>
                    <a:pt x="2" y="59"/>
                  </a:moveTo>
                  <a:cubicBezTo>
                    <a:pt x="2" y="61"/>
                    <a:pt x="4" y="62"/>
                    <a:pt x="6" y="62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2" y="63"/>
                    <a:pt x="14" y="66"/>
                    <a:pt x="16" y="68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3"/>
                    <a:pt x="12" y="74"/>
                    <a:pt x="12" y="75"/>
                  </a:cubicBezTo>
                  <a:cubicBezTo>
                    <a:pt x="12" y="76"/>
                    <a:pt x="12" y="77"/>
                    <a:pt x="13" y="77"/>
                  </a:cubicBezTo>
                  <a:cubicBezTo>
                    <a:pt x="24" y="85"/>
                    <a:pt x="24" y="85"/>
                    <a:pt x="24" y="85"/>
                  </a:cubicBezTo>
                  <a:cubicBezTo>
                    <a:pt x="25" y="86"/>
                    <a:pt x="27" y="86"/>
                    <a:pt x="28" y="85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34" y="82"/>
                    <a:pt x="37" y="82"/>
                    <a:pt x="40" y="83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2" y="90"/>
                    <a:pt x="42" y="90"/>
                  </a:cubicBezTo>
                  <a:cubicBezTo>
                    <a:pt x="43" y="90"/>
                    <a:pt x="43" y="91"/>
                    <a:pt x="44" y="91"/>
                  </a:cubicBezTo>
                  <a:cubicBezTo>
                    <a:pt x="44" y="91"/>
                    <a:pt x="44" y="91"/>
                    <a:pt x="45" y="91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60" y="88"/>
                    <a:pt x="61" y="87"/>
                    <a:pt x="61" y="85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3" y="79"/>
                    <a:pt x="65" y="77"/>
                    <a:pt x="68" y="75"/>
                  </a:cubicBezTo>
                  <a:cubicBezTo>
                    <a:pt x="72" y="79"/>
                    <a:pt x="72" y="79"/>
                    <a:pt x="72" y="79"/>
                  </a:cubicBezTo>
                  <a:cubicBezTo>
                    <a:pt x="74" y="80"/>
                    <a:pt x="75" y="79"/>
                    <a:pt x="77" y="78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6" y="65"/>
                    <a:pt x="86" y="63"/>
                    <a:pt x="84" y="62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1" y="56"/>
                    <a:pt x="82" y="53"/>
                    <a:pt x="82" y="51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50"/>
                    <a:pt x="89" y="49"/>
                    <a:pt x="90" y="49"/>
                  </a:cubicBezTo>
                  <a:cubicBezTo>
                    <a:pt x="90" y="48"/>
                    <a:pt x="90" y="47"/>
                    <a:pt x="90" y="46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88" y="31"/>
                    <a:pt x="86" y="29"/>
                    <a:pt x="85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8" y="28"/>
                    <a:pt x="77" y="25"/>
                    <a:pt x="75" y="23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8"/>
                    <a:pt x="79" y="17"/>
                    <a:pt x="79" y="16"/>
                  </a:cubicBezTo>
                  <a:cubicBezTo>
                    <a:pt x="79" y="15"/>
                    <a:pt x="78" y="15"/>
                    <a:pt x="77" y="14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5"/>
                    <a:pt x="65" y="5"/>
                    <a:pt x="64" y="5"/>
                  </a:cubicBezTo>
                  <a:cubicBezTo>
                    <a:pt x="63" y="5"/>
                    <a:pt x="62" y="6"/>
                    <a:pt x="62" y="6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6" y="10"/>
                    <a:pt x="53" y="9"/>
                    <a:pt x="50" y="9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7" y="0"/>
                    <a:pt x="46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0" y="3"/>
                    <a:pt x="30" y="4"/>
                  </a:cubicBezTo>
                  <a:cubicBezTo>
                    <a:pt x="29" y="5"/>
                    <a:pt x="29" y="5"/>
                    <a:pt x="29" y="6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27" y="13"/>
                    <a:pt x="25" y="14"/>
                    <a:pt x="22" y="16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5" y="12"/>
                    <a:pt x="14" y="13"/>
                    <a:pt x="14" y="13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5"/>
                    <a:pt x="5" y="26"/>
                    <a:pt x="5" y="27"/>
                  </a:cubicBezTo>
                  <a:cubicBezTo>
                    <a:pt x="5" y="28"/>
                    <a:pt x="5" y="28"/>
                    <a:pt x="6" y="29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35"/>
                    <a:pt x="9" y="38"/>
                    <a:pt x="8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2"/>
                    <a:pt x="1" y="42"/>
                    <a:pt x="1" y="43"/>
                  </a:cubicBezTo>
                  <a:cubicBezTo>
                    <a:pt x="0" y="43"/>
                    <a:pt x="0" y="44"/>
                    <a:pt x="0" y="45"/>
                  </a:cubicBezTo>
                  <a:lnTo>
                    <a:pt x="2" y="59"/>
                  </a:lnTo>
                  <a:close/>
                  <a:moveTo>
                    <a:pt x="21" y="22"/>
                  </a:moveTo>
                  <a:cubicBezTo>
                    <a:pt x="22" y="23"/>
                    <a:pt x="24" y="23"/>
                    <a:pt x="25" y="22"/>
                  </a:cubicBezTo>
                  <a:cubicBezTo>
                    <a:pt x="28" y="20"/>
                    <a:pt x="31" y="18"/>
                    <a:pt x="35" y="16"/>
                  </a:cubicBezTo>
                  <a:cubicBezTo>
                    <a:pt x="36" y="16"/>
                    <a:pt x="37" y="15"/>
                    <a:pt x="37" y="13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6" y="15"/>
                    <a:pt x="47" y="15"/>
                  </a:cubicBezTo>
                  <a:cubicBezTo>
                    <a:pt x="51" y="15"/>
                    <a:pt x="55" y="16"/>
                    <a:pt x="58" y="17"/>
                  </a:cubicBezTo>
                  <a:cubicBezTo>
                    <a:pt x="60" y="18"/>
                    <a:pt x="61" y="18"/>
                    <a:pt x="62" y="17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7" y="22"/>
                    <a:pt x="68" y="24"/>
                    <a:pt x="68" y="25"/>
                  </a:cubicBezTo>
                  <a:cubicBezTo>
                    <a:pt x="71" y="28"/>
                    <a:pt x="73" y="31"/>
                    <a:pt x="74" y="35"/>
                  </a:cubicBezTo>
                  <a:cubicBezTo>
                    <a:pt x="75" y="36"/>
                    <a:pt x="76" y="37"/>
                    <a:pt x="78" y="37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7" y="45"/>
                    <a:pt x="76" y="46"/>
                    <a:pt x="76" y="48"/>
                  </a:cubicBezTo>
                  <a:cubicBezTo>
                    <a:pt x="76" y="51"/>
                    <a:pt x="75" y="55"/>
                    <a:pt x="73" y="59"/>
                  </a:cubicBezTo>
                  <a:cubicBezTo>
                    <a:pt x="73" y="60"/>
                    <a:pt x="73" y="62"/>
                    <a:pt x="74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68" y="68"/>
                    <a:pt x="67" y="68"/>
                    <a:pt x="66" y="69"/>
                  </a:cubicBezTo>
                  <a:cubicBezTo>
                    <a:pt x="63" y="72"/>
                    <a:pt x="59" y="74"/>
                    <a:pt x="56" y="75"/>
                  </a:cubicBezTo>
                  <a:cubicBezTo>
                    <a:pt x="54" y="75"/>
                    <a:pt x="54" y="77"/>
                    <a:pt x="54" y="78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8"/>
                    <a:pt x="45" y="77"/>
                    <a:pt x="43" y="77"/>
                  </a:cubicBezTo>
                  <a:cubicBezTo>
                    <a:pt x="39" y="76"/>
                    <a:pt x="36" y="75"/>
                    <a:pt x="32" y="74"/>
                  </a:cubicBezTo>
                  <a:cubicBezTo>
                    <a:pt x="32" y="74"/>
                    <a:pt x="31" y="74"/>
                    <a:pt x="31" y="74"/>
                  </a:cubicBezTo>
                  <a:cubicBezTo>
                    <a:pt x="30" y="74"/>
                    <a:pt x="29" y="74"/>
                    <a:pt x="28" y="75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19" y="74"/>
                    <a:pt x="19" y="74"/>
                    <a:pt x="19" y="74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3" y="69"/>
                    <a:pt x="23" y="67"/>
                    <a:pt x="22" y="66"/>
                  </a:cubicBezTo>
                  <a:cubicBezTo>
                    <a:pt x="19" y="63"/>
                    <a:pt x="17" y="60"/>
                    <a:pt x="16" y="56"/>
                  </a:cubicBezTo>
                  <a:cubicBezTo>
                    <a:pt x="15" y="55"/>
                    <a:pt x="14" y="54"/>
                    <a:pt x="13" y="54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3" y="46"/>
                    <a:pt x="14" y="45"/>
                    <a:pt x="14" y="44"/>
                  </a:cubicBezTo>
                  <a:cubicBezTo>
                    <a:pt x="14" y="40"/>
                    <a:pt x="15" y="36"/>
                    <a:pt x="17" y="33"/>
                  </a:cubicBezTo>
                  <a:cubicBezTo>
                    <a:pt x="18" y="31"/>
                    <a:pt x="17" y="30"/>
                    <a:pt x="16" y="29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21" y="22"/>
                  </a:ln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63" name="Freeform 823"/>
            <p:cNvSpPr>
              <a:spLocks noEditPoints="1"/>
            </p:cNvSpPr>
            <p:nvPr/>
          </p:nvSpPr>
          <p:spPr bwMode="auto">
            <a:xfrm>
              <a:off x="8034059" y="-1320213"/>
              <a:ext cx="127333" cy="121122"/>
            </a:xfrm>
            <a:custGeom>
              <a:avLst/>
              <a:gdLst>
                <a:gd name="T0" fmla="*/ 24 w 48"/>
                <a:gd name="T1" fmla="*/ 46 h 46"/>
                <a:gd name="T2" fmla="*/ 27 w 48"/>
                <a:gd name="T3" fmla="*/ 46 h 46"/>
                <a:gd name="T4" fmla="*/ 46 w 48"/>
                <a:gd name="T5" fmla="*/ 20 h 46"/>
                <a:gd name="T6" fmla="*/ 21 w 48"/>
                <a:gd name="T7" fmla="*/ 1 h 46"/>
                <a:gd name="T8" fmla="*/ 2 w 48"/>
                <a:gd name="T9" fmla="*/ 27 h 46"/>
                <a:gd name="T10" fmla="*/ 24 w 48"/>
                <a:gd name="T11" fmla="*/ 46 h 46"/>
                <a:gd name="T12" fmla="*/ 40 w 48"/>
                <a:gd name="T13" fmla="*/ 21 h 46"/>
                <a:gd name="T14" fmla="*/ 26 w 48"/>
                <a:gd name="T15" fmla="*/ 40 h 46"/>
                <a:gd name="T16" fmla="*/ 8 w 48"/>
                <a:gd name="T17" fmla="*/ 26 h 46"/>
                <a:gd name="T18" fmla="*/ 22 w 48"/>
                <a:gd name="T19" fmla="*/ 8 h 46"/>
                <a:gd name="T20" fmla="*/ 24 w 48"/>
                <a:gd name="T21" fmla="*/ 7 h 46"/>
                <a:gd name="T22" fmla="*/ 40 w 48"/>
                <a:gd name="T23" fmla="*/ 2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46">
                  <a:moveTo>
                    <a:pt x="24" y="46"/>
                  </a:moveTo>
                  <a:cubicBezTo>
                    <a:pt x="25" y="46"/>
                    <a:pt x="26" y="46"/>
                    <a:pt x="27" y="46"/>
                  </a:cubicBezTo>
                  <a:cubicBezTo>
                    <a:pt x="40" y="44"/>
                    <a:pt x="48" y="33"/>
                    <a:pt x="46" y="20"/>
                  </a:cubicBezTo>
                  <a:cubicBezTo>
                    <a:pt x="45" y="8"/>
                    <a:pt x="33" y="0"/>
                    <a:pt x="21" y="1"/>
                  </a:cubicBezTo>
                  <a:cubicBezTo>
                    <a:pt x="9" y="3"/>
                    <a:pt x="0" y="15"/>
                    <a:pt x="2" y="27"/>
                  </a:cubicBezTo>
                  <a:cubicBezTo>
                    <a:pt x="4" y="38"/>
                    <a:pt x="13" y="46"/>
                    <a:pt x="24" y="46"/>
                  </a:cubicBezTo>
                  <a:close/>
                  <a:moveTo>
                    <a:pt x="40" y="21"/>
                  </a:moveTo>
                  <a:cubicBezTo>
                    <a:pt x="41" y="30"/>
                    <a:pt x="35" y="38"/>
                    <a:pt x="26" y="40"/>
                  </a:cubicBezTo>
                  <a:cubicBezTo>
                    <a:pt x="18" y="41"/>
                    <a:pt x="9" y="35"/>
                    <a:pt x="8" y="26"/>
                  </a:cubicBezTo>
                  <a:cubicBezTo>
                    <a:pt x="7" y="17"/>
                    <a:pt x="13" y="9"/>
                    <a:pt x="22" y="8"/>
                  </a:cubicBezTo>
                  <a:cubicBezTo>
                    <a:pt x="23" y="7"/>
                    <a:pt x="23" y="7"/>
                    <a:pt x="24" y="7"/>
                  </a:cubicBezTo>
                  <a:cubicBezTo>
                    <a:pt x="32" y="7"/>
                    <a:pt x="39" y="13"/>
                    <a:pt x="40" y="21"/>
                  </a:cubicBez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664" name="组合 663"/>
          <p:cNvGrpSpPr/>
          <p:nvPr/>
        </p:nvGrpSpPr>
        <p:grpSpPr>
          <a:xfrm>
            <a:off x="5725717" y="3625656"/>
            <a:ext cx="197223" cy="176159"/>
            <a:chOff x="8726624" y="-1329531"/>
            <a:chExt cx="319885" cy="285721"/>
          </a:xfrm>
        </p:grpSpPr>
        <p:sp>
          <p:nvSpPr>
            <p:cNvPr id="665" name="Freeform 824"/>
            <p:cNvSpPr>
              <a:spLocks noEditPoints="1"/>
            </p:cNvSpPr>
            <p:nvPr/>
          </p:nvSpPr>
          <p:spPr bwMode="auto">
            <a:xfrm>
              <a:off x="8726624" y="-1329531"/>
              <a:ext cx="319885" cy="285721"/>
            </a:xfrm>
            <a:custGeom>
              <a:avLst/>
              <a:gdLst>
                <a:gd name="T0" fmla="*/ 16 w 120"/>
                <a:gd name="T1" fmla="*/ 88 h 108"/>
                <a:gd name="T2" fmla="*/ 73 w 120"/>
                <a:gd name="T3" fmla="*/ 88 h 108"/>
                <a:gd name="T4" fmla="*/ 102 w 120"/>
                <a:gd name="T5" fmla="*/ 108 h 108"/>
                <a:gd name="T6" fmla="*/ 104 w 120"/>
                <a:gd name="T7" fmla="*/ 108 h 108"/>
                <a:gd name="T8" fmla="*/ 105 w 120"/>
                <a:gd name="T9" fmla="*/ 108 h 108"/>
                <a:gd name="T10" fmla="*/ 107 w 120"/>
                <a:gd name="T11" fmla="*/ 105 h 108"/>
                <a:gd name="T12" fmla="*/ 107 w 120"/>
                <a:gd name="T13" fmla="*/ 87 h 108"/>
                <a:gd name="T14" fmla="*/ 120 w 120"/>
                <a:gd name="T15" fmla="*/ 72 h 108"/>
                <a:gd name="T16" fmla="*/ 120 w 120"/>
                <a:gd name="T17" fmla="*/ 16 h 108"/>
                <a:gd name="T18" fmla="*/ 103 w 120"/>
                <a:gd name="T19" fmla="*/ 0 h 108"/>
                <a:gd name="T20" fmla="*/ 16 w 120"/>
                <a:gd name="T21" fmla="*/ 0 h 108"/>
                <a:gd name="T22" fmla="*/ 0 w 120"/>
                <a:gd name="T23" fmla="*/ 16 h 108"/>
                <a:gd name="T24" fmla="*/ 0 w 120"/>
                <a:gd name="T25" fmla="*/ 72 h 108"/>
                <a:gd name="T26" fmla="*/ 16 w 120"/>
                <a:gd name="T27" fmla="*/ 88 h 108"/>
                <a:gd name="T28" fmla="*/ 6 w 120"/>
                <a:gd name="T29" fmla="*/ 16 h 108"/>
                <a:gd name="T30" fmla="*/ 16 w 120"/>
                <a:gd name="T31" fmla="*/ 6 h 108"/>
                <a:gd name="T32" fmla="*/ 103 w 120"/>
                <a:gd name="T33" fmla="*/ 6 h 108"/>
                <a:gd name="T34" fmla="*/ 113 w 120"/>
                <a:gd name="T35" fmla="*/ 16 h 108"/>
                <a:gd name="T36" fmla="*/ 113 w 120"/>
                <a:gd name="T37" fmla="*/ 72 h 108"/>
                <a:gd name="T38" fmla="*/ 103 w 120"/>
                <a:gd name="T39" fmla="*/ 81 h 108"/>
                <a:gd name="T40" fmla="*/ 101 w 120"/>
                <a:gd name="T41" fmla="*/ 84 h 108"/>
                <a:gd name="T42" fmla="*/ 101 w 120"/>
                <a:gd name="T43" fmla="*/ 99 h 108"/>
                <a:gd name="T44" fmla="*/ 76 w 120"/>
                <a:gd name="T45" fmla="*/ 82 h 108"/>
                <a:gd name="T46" fmla="*/ 74 w 120"/>
                <a:gd name="T47" fmla="*/ 82 h 108"/>
                <a:gd name="T48" fmla="*/ 16 w 120"/>
                <a:gd name="T49" fmla="*/ 82 h 108"/>
                <a:gd name="T50" fmla="*/ 6 w 120"/>
                <a:gd name="T51" fmla="*/ 72 h 108"/>
                <a:gd name="T52" fmla="*/ 6 w 120"/>
                <a:gd name="T53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0" h="108">
                  <a:moveTo>
                    <a:pt x="16" y="88"/>
                  </a:moveTo>
                  <a:cubicBezTo>
                    <a:pt x="73" y="88"/>
                    <a:pt x="73" y="88"/>
                    <a:pt x="73" y="8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8"/>
                    <a:pt x="103" y="108"/>
                    <a:pt x="104" y="108"/>
                  </a:cubicBezTo>
                  <a:cubicBezTo>
                    <a:pt x="104" y="108"/>
                    <a:pt x="105" y="108"/>
                    <a:pt x="105" y="108"/>
                  </a:cubicBezTo>
                  <a:cubicBezTo>
                    <a:pt x="106" y="107"/>
                    <a:pt x="107" y="106"/>
                    <a:pt x="107" y="105"/>
                  </a:cubicBezTo>
                  <a:cubicBezTo>
                    <a:pt x="107" y="87"/>
                    <a:pt x="107" y="87"/>
                    <a:pt x="107" y="87"/>
                  </a:cubicBezTo>
                  <a:cubicBezTo>
                    <a:pt x="113" y="84"/>
                    <a:pt x="120" y="79"/>
                    <a:pt x="120" y="7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2" y="0"/>
                    <a:pt x="10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1"/>
                    <a:pt x="7" y="88"/>
                    <a:pt x="16" y="88"/>
                  </a:cubicBezTo>
                  <a:close/>
                  <a:moveTo>
                    <a:pt x="6" y="16"/>
                  </a:moveTo>
                  <a:cubicBezTo>
                    <a:pt x="6" y="11"/>
                    <a:pt x="11" y="6"/>
                    <a:pt x="16" y="6"/>
                  </a:cubicBezTo>
                  <a:cubicBezTo>
                    <a:pt x="103" y="6"/>
                    <a:pt x="103" y="6"/>
                    <a:pt x="103" y="6"/>
                  </a:cubicBezTo>
                  <a:cubicBezTo>
                    <a:pt x="109" y="6"/>
                    <a:pt x="113" y="11"/>
                    <a:pt x="113" y="16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3" y="76"/>
                    <a:pt x="108" y="80"/>
                    <a:pt x="103" y="81"/>
                  </a:cubicBezTo>
                  <a:cubicBezTo>
                    <a:pt x="102" y="82"/>
                    <a:pt x="101" y="83"/>
                    <a:pt x="101" y="84"/>
                  </a:cubicBezTo>
                  <a:cubicBezTo>
                    <a:pt x="101" y="99"/>
                    <a:pt x="101" y="99"/>
                    <a:pt x="101" y="99"/>
                  </a:cubicBezTo>
                  <a:cubicBezTo>
                    <a:pt x="76" y="82"/>
                    <a:pt x="76" y="82"/>
                    <a:pt x="76" y="82"/>
                  </a:cubicBezTo>
                  <a:cubicBezTo>
                    <a:pt x="75" y="82"/>
                    <a:pt x="74" y="82"/>
                    <a:pt x="74" y="82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1" y="82"/>
                    <a:pt x="6" y="77"/>
                    <a:pt x="6" y="72"/>
                  </a:cubicBezTo>
                  <a:lnTo>
                    <a:pt x="6" y="16"/>
                  </a:ln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66" name="Freeform 825"/>
            <p:cNvSpPr>
              <a:spLocks noEditPoints="1"/>
            </p:cNvSpPr>
            <p:nvPr/>
          </p:nvSpPr>
          <p:spPr bwMode="auto">
            <a:xfrm>
              <a:off x="8773208" y="-1273629"/>
              <a:ext cx="223608" cy="27952"/>
            </a:xfrm>
            <a:custGeom>
              <a:avLst/>
              <a:gdLst>
                <a:gd name="T0" fmla="*/ 6 w 85"/>
                <a:gd name="T1" fmla="*/ 11 h 11"/>
                <a:gd name="T2" fmla="*/ 80 w 85"/>
                <a:gd name="T3" fmla="*/ 11 h 11"/>
                <a:gd name="T4" fmla="*/ 85 w 85"/>
                <a:gd name="T5" fmla="*/ 6 h 11"/>
                <a:gd name="T6" fmla="*/ 80 w 85"/>
                <a:gd name="T7" fmla="*/ 0 h 11"/>
                <a:gd name="T8" fmla="*/ 6 w 85"/>
                <a:gd name="T9" fmla="*/ 0 h 11"/>
                <a:gd name="T10" fmla="*/ 0 w 85"/>
                <a:gd name="T11" fmla="*/ 6 h 11"/>
                <a:gd name="T12" fmla="*/ 6 w 85"/>
                <a:gd name="T13" fmla="*/ 11 h 11"/>
                <a:gd name="T14" fmla="*/ 6 w 85"/>
                <a:gd name="T15" fmla="*/ 3 h 11"/>
                <a:gd name="T16" fmla="*/ 80 w 85"/>
                <a:gd name="T17" fmla="*/ 3 h 11"/>
                <a:gd name="T18" fmla="*/ 82 w 85"/>
                <a:gd name="T19" fmla="*/ 6 h 11"/>
                <a:gd name="T20" fmla="*/ 80 w 85"/>
                <a:gd name="T21" fmla="*/ 8 h 11"/>
                <a:gd name="T22" fmla="*/ 6 w 85"/>
                <a:gd name="T23" fmla="*/ 8 h 11"/>
                <a:gd name="T24" fmla="*/ 4 w 85"/>
                <a:gd name="T25" fmla="*/ 6 h 11"/>
                <a:gd name="T26" fmla="*/ 6 w 85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1">
                  <a:moveTo>
                    <a:pt x="6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3" y="11"/>
                    <a:pt x="85" y="9"/>
                    <a:pt x="85" y="6"/>
                  </a:cubicBezTo>
                  <a:cubicBezTo>
                    <a:pt x="85" y="2"/>
                    <a:pt x="83" y="0"/>
                    <a:pt x="8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lose/>
                  <a:moveTo>
                    <a:pt x="6" y="3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2" y="4"/>
                    <a:pt x="82" y="6"/>
                  </a:cubicBezTo>
                  <a:cubicBezTo>
                    <a:pt x="82" y="7"/>
                    <a:pt x="81" y="8"/>
                    <a:pt x="80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4" y="7"/>
                    <a:pt x="4" y="6"/>
                  </a:cubicBezTo>
                  <a:cubicBezTo>
                    <a:pt x="4" y="4"/>
                    <a:pt x="5" y="3"/>
                    <a:pt x="6" y="3"/>
                  </a:cubicBez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67" name="Freeform 826"/>
            <p:cNvSpPr>
              <a:spLocks noEditPoints="1"/>
            </p:cNvSpPr>
            <p:nvPr/>
          </p:nvSpPr>
          <p:spPr bwMode="auto">
            <a:xfrm>
              <a:off x="8773208" y="-1230149"/>
              <a:ext cx="223608" cy="34163"/>
            </a:xfrm>
            <a:custGeom>
              <a:avLst/>
              <a:gdLst>
                <a:gd name="T0" fmla="*/ 6 w 85"/>
                <a:gd name="T1" fmla="*/ 12 h 12"/>
                <a:gd name="T2" fmla="*/ 80 w 85"/>
                <a:gd name="T3" fmla="*/ 12 h 12"/>
                <a:gd name="T4" fmla="*/ 85 w 85"/>
                <a:gd name="T5" fmla="*/ 6 h 12"/>
                <a:gd name="T6" fmla="*/ 80 w 85"/>
                <a:gd name="T7" fmla="*/ 0 h 12"/>
                <a:gd name="T8" fmla="*/ 6 w 85"/>
                <a:gd name="T9" fmla="*/ 0 h 12"/>
                <a:gd name="T10" fmla="*/ 0 w 85"/>
                <a:gd name="T11" fmla="*/ 6 h 12"/>
                <a:gd name="T12" fmla="*/ 6 w 85"/>
                <a:gd name="T13" fmla="*/ 12 h 12"/>
                <a:gd name="T14" fmla="*/ 6 w 85"/>
                <a:gd name="T15" fmla="*/ 4 h 12"/>
                <a:gd name="T16" fmla="*/ 80 w 85"/>
                <a:gd name="T17" fmla="*/ 4 h 12"/>
                <a:gd name="T18" fmla="*/ 82 w 85"/>
                <a:gd name="T19" fmla="*/ 6 h 12"/>
                <a:gd name="T20" fmla="*/ 80 w 85"/>
                <a:gd name="T21" fmla="*/ 8 h 12"/>
                <a:gd name="T22" fmla="*/ 6 w 85"/>
                <a:gd name="T23" fmla="*/ 8 h 12"/>
                <a:gd name="T24" fmla="*/ 4 w 85"/>
                <a:gd name="T25" fmla="*/ 6 h 12"/>
                <a:gd name="T26" fmla="*/ 6 w 85"/>
                <a:gd name="T27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2">
                  <a:moveTo>
                    <a:pt x="6" y="12"/>
                  </a:moveTo>
                  <a:cubicBezTo>
                    <a:pt x="80" y="12"/>
                    <a:pt x="80" y="12"/>
                    <a:pt x="80" y="12"/>
                  </a:cubicBezTo>
                  <a:cubicBezTo>
                    <a:pt x="83" y="12"/>
                    <a:pt x="85" y="9"/>
                    <a:pt x="85" y="6"/>
                  </a:cubicBezTo>
                  <a:cubicBezTo>
                    <a:pt x="85" y="3"/>
                    <a:pt x="83" y="0"/>
                    <a:pt x="8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1" y="4"/>
                    <a:pt x="82" y="5"/>
                    <a:pt x="82" y="6"/>
                  </a:cubicBezTo>
                  <a:cubicBezTo>
                    <a:pt x="82" y="7"/>
                    <a:pt x="81" y="8"/>
                    <a:pt x="80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668" name="Freeform 827"/>
            <p:cNvSpPr>
              <a:spLocks noEditPoints="1"/>
            </p:cNvSpPr>
            <p:nvPr/>
          </p:nvSpPr>
          <p:spPr bwMode="auto">
            <a:xfrm>
              <a:off x="8773208" y="-1183563"/>
              <a:ext cx="223608" cy="27952"/>
            </a:xfrm>
            <a:custGeom>
              <a:avLst/>
              <a:gdLst>
                <a:gd name="T0" fmla="*/ 6 w 85"/>
                <a:gd name="T1" fmla="*/ 11 h 11"/>
                <a:gd name="T2" fmla="*/ 80 w 85"/>
                <a:gd name="T3" fmla="*/ 11 h 11"/>
                <a:gd name="T4" fmla="*/ 85 w 85"/>
                <a:gd name="T5" fmla="*/ 5 h 11"/>
                <a:gd name="T6" fmla="*/ 80 w 85"/>
                <a:gd name="T7" fmla="*/ 0 h 11"/>
                <a:gd name="T8" fmla="*/ 6 w 85"/>
                <a:gd name="T9" fmla="*/ 0 h 11"/>
                <a:gd name="T10" fmla="*/ 0 w 85"/>
                <a:gd name="T11" fmla="*/ 5 h 11"/>
                <a:gd name="T12" fmla="*/ 6 w 85"/>
                <a:gd name="T13" fmla="*/ 11 h 11"/>
                <a:gd name="T14" fmla="*/ 6 w 85"/>
                <a:gd name="T15" fmla="*/ 3 h 11"/>
                <a:gd name="T16" fmla="*/ 80 w 85"/>
                <a:gd name="T17" fmla="*/ 3 h 11"/>
                <a:gd name="T18" fmla="*/ 82 w 85"/>
                <a:gd name="T19" fmla="*/ 5 h 11"/>
                <a:gd name="T20" fmla="*/ 80 w 85"/>
                <a:gd name="T21" fmla="*/ 8 h 11"/>
                <a:gd name="T22" fmla="*/ 6 w 85"/>
                <a:gd name="T23" fmla="*/ 8 h 11"/>
                <a:gd name="T24" fmla="*/ 4 w 85"/>
                <a:gd name="T25" fmla="*/ 5 h 11"/>
                <a:gd name="T26" fmla="*/ 6 w 85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1">
                  <a:moveTo>
                    <a:pt x="6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3" y="11"/>
                    <a:pt x="85" y="9"/>
                    <a:pt x="85" y="5"/>
                  </a:cubicBezTo>
                  <a:cubicBezTo>
                    <a:pt x="85" y="2"/>
                    <a:pt x="83" y="0"/>
                    <a:pt x="8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9"/>
                    <a:pt x="3" y="11"/>
                    <a:pt x="6" y="11"/>
                  </a:cubicBezTo>
                  <a:close/>
                  <a:moveTo>
                    <a:pt x="6" y="3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2" y="4"/>
                    <a:pt x="82" y="5"/>
                  </a:cubicBezTo>
                  <a:cubicBezTo>
                    <a:pt x="82" y="7"/>
                    <a:pt x="81" y="8"/>
                    <a:pt x="80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4" y="7"/>
                    <a:pt x="4" y="5"/>
                  </a:cubicBezTo>
                  <a:cubicBezTo>
                    <a:pt x="4" y="4"/>
                    <a:pt x="5" y="3"/>
                    <a:pt x="6" y="3"/>
                  </a:cubicBezTo>
                  <a:close/>
                </a:path>
              </a:pathLst>
            </a:custGeom>
            <a:solidFill>
              <a:srgbClr val="27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Inter" panose="0200050300000002000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627380" y="1565910"/>
            <a:ext cx="1948815" cy="2667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1852613" y="41088"/>
            <a:ext cx="584263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2. NỘI DUNG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9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99080" y="738814"/>
            <a:ext cx="32899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vi-VN" sz="1800" b="1" i="0" cap="all" dirty="0">
                <a:solidFill>
                  <a:srgbClr val="000000"/>
                </a:solidFill>
              </a:rPr>
              <a:t>CÔNG NGHỆ SỬ DỤNG</a:t>
            </a:r>
          </a:p>
        </p:txBody>
      </p: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370743" y="1394769"/>
            <a:ext cx="2675452" cy="193766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254000" dist="1016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525">
              <a:solidFill>
                <a:schemeClr val="tx1"/>
              </a:solidFill>
              <a:sym typeface="+mn-lt"/>
            </a:endParaRPr>
          </a:p>
        </p:txBody>
      </p:sp>
      <p:sp>
        <p:nvSpPr>
          <p:cNvPr id="6" name="矩形 13"/>
          <p:cNvSpPr/>
          <p:nvPr>
            <p:custDataLst>
              <p:tags r:id="rId2"/>
            </p:custDataLst>
          </p:nvPr>
        </p:nvSpPr>
        <p:spPr>
          <a:xfrm>
            <a:off x="370743" y="1452888"/>
            <a:ext cx="2675452" cy="29358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016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rgbClr val="FFFFFF"/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3257403" y="1394769"/>
            <a:ext cx="2675452" cy="193766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254000" dist="1016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525">
              <a:solidFill>
                <a:schemeClr val="tx1"/>
              </a:solidFill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3257403" y="1452888"/>
            <a:ext cx="2675452" cy="29358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016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rgbClr val="FFFFFF"/>
              </a:solidFill>
            </a:endParaRP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6144063" y="1394769"/>
            <a:ext cx="2675452" cy="193766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254000" dist="1016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525">
              <a:solidFill>
                <a:schemeClr val="tx1"/>
              </a:solidFill>
              <a:sym typeface="+mn-lt"/>
            </a:endParaRPr>
          </a:p>
        </p:txBody>
      </p:sp>
      <p:sp>
        <p:nvSpPr>
          <p:cNvPr id="28" name="矩形 27"/>
          <p:cNvSpPr/>
          <p:nvPr>
            <p:custDataLst>
              <p:tags r:id="rId6"/>
            </p:custDataLst>
          </p:nvPr>
        </p:nvSpPr>
        <p:spPr>
          <a:xfrm>
            <a:off x="6144063" y="1452888"/>
            <a:ext cx="2675452" cy="29358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016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rgbClr val="FFFFFF"/>
              </a:solidFill>
            </a:endParaRPr>
          </a:p>
        </p:txBody>
      </p:sp>
      <p:pic>
        <p:nvPicPr>
          <p:cNvPr id="22" name="Picture 21"/>
          <p:cNvPicPr/>
          <p:nvPr/>
        </p:nvPicPr>
        <p:blipFill>
          <a:blip r:embed="rId12"/>
          <a:stretch>
            <a:fillRect/>
          </a:stretch>
        </p:blipFill>
        <p:spPr>
          <a:xfrm>
            <a:off x="416560" y="1927225"/>
            <a:ext cx="1125220" cy="85725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3"/>
          <a:stretch>
            <a:fillRect/>
          </a:stretch>
        </p:blipFill>
        <p:spPr>
          <a:xfrm>
            <a:off x="1601787" y="1927225"/>
            <a:ext cx="1377950" cy="857250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14"/>
          <a:stretch>
            <a:fillRect/>
          </a:stretch>
        </p:blipFill>
        <p:spPr>
          <a:xfrm>
            <a:off x="245110" y="3061970"/>
            <a:ext cx="1328420" cy="1109980"/>
          </a:xfrm>
          <a:prstGeom prst="rect">
            <a:avLst/>
          </a:prstGeom>
        </p:spPr>
      </p:pic>
      <p:pic>
        <p:nvPicPr>
          <p:cNvPr id="29" name="Picture 28"/>
          <p:cNvPicPr/>
          <p:nvPr/>
        </p:nvPicPr>
        <p:blipFill>
          <a:blip r:embed="rId15"/>
          <a:stretch>
            <a:fillRect/>
          </a:stretch>
        </p:blipFill>
        <p:spPr>
          <a:xfrm>
            <a:off x="1541780" y="2990850"/>
            <a:ext cx="1222375" cy="1248410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>
          <a:blip r:embed="rId16"/>
          <a:stretch>
            <a:fillRect/>
          </a:stretch>
        </p:blipFill>
        <p:spPr>
          <a:xfrm>
            <a:off x="3363595" y="1883410"/>
            <a:ext cx="1209040" cy="901065"/>
          </a:xfrm>
          <a:prstGeom prst="rect">
            <a:avLst/>
          </a:prstGeom>
        </p:spPr>
      </p:pic>
      <p:pic>
        <p:nvPicPr>
          <p:cNvPr id="31" name="Picture 30"/>
          <p:cNvPicPr/>
          <p:nvPr/>
        </p:nvPicPr>
        <p:blipFill>
          <a:blip r:embed="rId17"/>
          <a:stretch>
            <a:fillRect/>
          </a:stretch>
        </p:blipFill>
        <p:spPr>
          <a:xfrm>
            <a:off x="4618355" y="1883410"/>
            <a:ext cx="1204595" cy="901065"/>
          </a:xfrm>
          <a:prstGeom prst="rect">
            <a:avLst/>
          </a:prstGeom>
        </p:spPr>
      </p:pic>
      <p:sp>
        <p:nvSpPr>
          <p:cNvPr id="32" name="Plus 31"/>
          <p:cNvSpPr/>
          <p:nvPr/>
        </p:nvSpPr>
        <p:spPr>
          <a:xfrm>
            <a:off x="4341495" y="2840355"/>
            <a:ext cx="507365" cy="445770"/>
          </a:xfrm>
          <a:prstGeom prst="mathPlus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/>
          <p:nvPr/>
        </p:nvPicPr>
        <p:blipFill>
          <a:blip r:embed="rId18"/>
          <a:stretch>
            <a:fillRect/>
          </a:stretch>
        </p:blipFill>
        <p:spPr>
          <a:xfrm>
            <a:off x="3670300" y="3294380"/>
            <a:ext cx="1802765" cy="94297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57860" y="1255395"/>
            <a:ext cx="2141220" cy="33718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b="1"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4250" y="1228725"/>
            <a:ext cx="2141220" cy="33718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b="1">
                <a:solidFill>
                  <a:schemeClr val="tx1"/>
                </a:solidFill>
              </a:rPr>
              <a:t>Backend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90640" y="1251585"/>
            <a:ext cx="2141220" cy="33718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b="1">
                <a:solidFill>
                  <a:schemeClr val="tx1"/>
                </a:solidFill>
              </a:rPr>
              <a:t>AI</a:t>
            </a:r>
          </a:p>
        </p:txBody>
      </p:sp>
      <p:pic>
        <p:nvPicPr>
          <p:cNvPr id="40" name="Picture 39"/>
          <p:cNvPicPr/>
          <p:nvPr/>
        </p:nvPicPr>
        <p:blipFill>
          <a:blip r:embed="rId19"/>
          <a:stretch>
            <a:fillRect/>
          </a:stretch>
        </p:blipFill>
        <p:spPr>
          <a:xfrm>
            <a:off x="6614160" y="2235200"/>
            <a:ext cx="181800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006186" y="41088"/>
            <a:ext cx="5535490" cy="7078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3. KẾT QUẢ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150" y="748030"/>
            <a:ext cx="6420485" cy="3975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038668" y="41088"/>
            <a:ext cx="547052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3. KẾT QUẢ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848140850" name="Picture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0"/>
          <a:stretch>
            <a:fillRect/>
          </a:stretch>
        </p:blipFill>
        <p:spPr bwMode="auto">
          <a:xfrm>
            <a:off x="15952" y="1504985"/>
            <a:ext cx="4648440" cy="2799262"/>
          </a:xfrm>
          <a:prstGeom prst="rect">
            <a:avLst/>
          </a:prstGeom>
          <a:noFill/>
          <a:ln w="9525" cap="flat" cmpd="sng" algn="ctr">
            <a:solidFill>
              <a:srgbClr val="44546A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Text Box 1"/>
          <p:cNvSpPr txBox="1"/>
          <p:nvPr/>
        </p:nvSpPr>
        <p:spPr>
          <a:xfrm>
            <a:off x="2038668" y="839253"/>
            <a:ext cx="477161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cap="all" dirty="0">
                <a:solidFill>
                  <a:srgbClr val="000000"/>
                </a:solidFill>
                <a:sym typeface="+mn-ea"/>
              </a:rPr>
              <a:t>MÔ HÌNH PHÂN CẤP CHỨC NĂNG</a:t>
            </a:r>
            <a:r>
              <a:rPr lang="vi-VN" sz="2000" b="1" u="heavy" cap="all" dirty="0">
                <a:solidFill>
                  <a:srgbClr val="000000"/>
                </a:solidFill>
                <a:sym typeface="+mn-ea"/>
              </a:rPr>
              <a:t> </a:t>
            </a:r>
            <a:endParaRPr lang="vi-VN" sz="2000" b="1" cap="all" dirty="0">
              <a:solidFill>
                <a:srgbClr val="000000"/>
              </a:solidFill>
              <a:sym typeface="+mn-ea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3470C731-300B-5C1F-EE0F-9FBDE14C6A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415" y="1491573"/>
            <a:ext cx="4329999" cy="28126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038668" y="41088"/>
            <a:ext cx="547052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3. KẾT QUẢ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2378710" y="71120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cap="all" dirty="0">
                <a:solidFill>
                  <a:srgbClr val="000000"/>
                </a:solidFill>
                <a:sym typeface="+mn-ea"/>
              </a:rPr>
              <a:t>SƠ ĐỒ HOẠT ĐỘNG </a:t>
            </a:r>
          </a:p>
        </p:txBody>
      </p:sp>
      <p:pic>
        <p:nvPicPr>
          <p:cNvPr id="2117675110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" y="1109980"/>
            <a:ext cx="2012950" cy="35915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pic>
        <p:nvPicPr>
          <p:cNvPr id="1835015769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1109980"/>
            <a:ext cx="2423795" cy="35921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pic>
        <p:nvPicPr>
          <p:cNvPr id="1251792895" name="Picture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5" y="1109980"/>
            <a:ext cx="1856740" cy="35915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pic>
        <p:nvPicPr>
          <p:cNvPr id="738413979" name="Picture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620" y="1109980"/>
            <a:ext cx="2065020" cy="35864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038668" y="41088"/>
            <a:ext cx="547052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3. KẾT QUẢ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2378710" y="71120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cap="all" dirty="0">
                <a:solidFill>
                  <a:srgbClr val="000000"/>
                </a:solidFill>
                <a:sym typeface="+mn-ea"/>
              </a:rPr>
              <a:t>CÁC GIAO DIỆN WEBSITE </a:t>
            </a:r>
          </a:p>
        </p:txBody>
      </p:sp>
      <p:pic>
        <p:nvPicPr>
          <p:cNvPr id="1529682534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70" y="1027989"/>
            <a:ext cx="2524196" cy="34043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4649" y="1027989"/>
            <a:ext cx="4684450" cy="18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12E732-4252-5CE5-FBD3-9D01530797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4648" y="2989016"/>
            <a:ext cx="4684451" cy="17582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038668" y="41088"/>
            <a:ext cx="547052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3. KẾT QUẢ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7183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51" b="-10449"/>
            </a:stretch>
          </a:blipFill>
        </p:spPr>
        <p:txBody>
          <a:bodyPr/>
          <a:lstStyle/>
          <a:p>
            <a:r>
              <a:rPr lang="vi-VN" dirty="0"/>
              <a:t>19/27</a:t>
            </a:r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2378710" y="71120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cap="all" dirty="0">
                <a:solidFill>
                  <a:srgbClr val="000000"/>
                </a:solidFill>
                <a:sym typeface="+mn-ea"/>
              </a:rPr>
              <a:t>CÁC GIAO DIỆN WEBSITE </a:t>
            </a:r>
          </a:p>
        </p:txBody>
      </p:sp>
      <p:pic>
        <p:nvPicPr>
          <p:cNvPr id="1989316808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88" y="1109980"/>
            <a:ext cx="4448771" cy="2123588"/>
          </a:xfrm>
          <a:prstGeom prst="rect">
            <a:avLst/>
          </a:prstGeom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95457C93-B83E-91F9-BB08-EC1361045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7159" y="2623672"/>
            <a:ext cx="4573851" cy="20758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038668" y="41088"/>
            <a:ext cx="5470525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3. KẾT QUẢ NGHIÊN CỨU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64845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22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8473440" y="916940"/>
            <a:ext cx="2860675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cxnSp>
        <p:nvCxnSpPr>
          <p:cNvPr id="44" name="直接连接符 2"/>
          <p:cNvCxnSpPr/>
          <p:nvPr>
            <p:custDataLst>
              <p:tags r:id="rId1"/>
            </p:custDataLst>
          </p:nvPr>
        </p:nvCxnSpPr>
        <p:spPr>
          <a:xfrm>
            <a:off x="1827149" y="1369927"/>
            <a:ext cx="0" cy="229153"/>
          </a:xfrm>
          <a:prstGeom prst="line">
            <a:avLst/>
          </a:prstGeom>
          <a:solidFill>
            <a:srgbClr val="00993F">
              <a:alpha val="0"/>
            </a:srgbClr>
          </a:solidFill>
          <a:ln w="12700">
            <a:solidFill>
              <a:schemeClr val="tx1">
                <a:alpha val="3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46" name="椭圆 3"/>
          <p:cNvSpPr/>
          <p:nvPr>
            <p:custDataLst>
              <p:tags r:id="rId2"/>
            </p:custDataLst>
          </p:nvPr>
        </p:nvSpPr>
        <p:spPr>
          <a:xfrm>
            <a:off x="1644204" y="934726"/>
            <a:ext cx="364476" cy="36447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85" b="1" kern="1200" dirty="0">
                <a:solidFill>
                  <a:srgbClr val="FFFFFF"/>
                </a:solidFill>
                <a:effectLst/>
                <a:sym typeface="+mn-lt"/>
              </a:rPr>
              <a:t>01</a:t>
            </a:r>
          </a:p>
        </p:txBody>
      </p:sp>
      <p:sp>
        <p:nvSpPr>
          <p:cNvPr id="49" name="矩形 5"/>
          <p:cNvSpPr/>
          <p:nvPr>
            <p:custDataLst>
              <p:tags r:id="rId3"/>
            </p:custDataLst>
          </p:nvPr>
        </p:nvSpPr>
        <p:spPr bwMode="auto">
          <a:xfrm>
            <a:off x="2457084" y="934726"/>
            <a:ext cx="5855185" cy="286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85" b="1" dirty="0">
                <a:solidFill>
                  <a:srgbClr val="FFC000"/>
                </a:solidFill>
                <a:uFillTx/>
                <a:latin typeface="+mj-lt"/>
                <a:sym typeface="+mn-ea"/>
              </a:rPr>
              <a:t>Tích hợp Hybrid Recommendation</a:t>
            </a:r>
          </a:p>
        </p:txBody>
      </p:sp>
      <p:sp>
        <p:nvSpPr>
          <p:cNvPr id="50" name="矩形 23"/>
          <p:cNvSpPr/>
          <p:nvPr>
            <p:custDataLst>
              <p:tags r:id="rId4"/>
            </p:custDataLst>
          </p:nvPr>
        </p:nvSpPr>
        <p:spPr>
          <a:xfrm>
            <a:off x="2456815" y="1235075"/>
            <a:ext cx="6217920" cy="42354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Kết hợp Content-Based + Collaborative Filtering (SVD) + Popularity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51" name="椭圆 8"/>
          <p:cNvSpPr/>
          <p:nvPr>
            <p:custDataLst>
              <p:tags r:id="rId5"/>
            </p:custDataLst>
          </p:nvPr>
        </p:nvSpPr>
        <p:spPr>
          <a:xfrm>
            <a:off x="1644675" y="1669335"/>
            <a:ext cx="364476" cy="364476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85" b="1" kern="1200" dirty="0">
                <a:solidFill>
                  <a:srgbClr val="FFFFFF"/>
                </a:solidFill>
                <a:effectLst/>
                <a:sym typeface="+mn-lt"/>
              </a:rPr>
              <a:t>02</a:t>
            </a:r>
          </a:p>
        </p:txBody>
      </p:sp>
      <p:sp>
        <p:nvSpPr>
          <p:cNvPr id="52" name="矩形 10"/>
          <p:cNvSpPr/>
          <p:nvPr>
            <p:custDataLst>
              <p:tags r:id="rId6"/>
            </p:custDataLst>
          </p:nvPr>
        </p:nvSpPr>
        <p:spPr bwMode="auto">
          <a:xfrm>
            <a:off x="2457084" y="1671221"/>
            <a:ext cx="5855185" cy="286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85" b="1">
                <a:solidFill>
                  <a:srgbClr val="5B9BD5"/>
                </a:solidFill>
                <a:uFillTx/>
                <a:latin typeface="+mj-lt"/>
                <a:sym typeface="+mn-ea"/>
              </a:rPr>
              <a:t>Kết hợp Apriori trong phân tích giỏ hàng</a:t>
            </a:r>
          </a:p>
        </p:txBody>
      </p:sp>
      <p:sp>
        <p:nvSpPr>
          <p:cNvPr id="53" name="矩形 25"/>
          <p:cNvSpPr/>
          <p:nvPr>
            <p:custDataLst>
              <p:tags r:id="rId7"/>
            </p:custDataLst>
          </p:nvPr>
        </p:nvSpPr>
        <p:spPr>
          <a:xfrm>
            <a:off x="2456815" y="1971040"/>
            <a:ext cx="5853430" cy="5899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Phát hiện các món thường được gọi cùng nhau.</a:t>
            </a: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54" name="椭圆 12"/>
          <p:cNvSpPr/>
          <p:nvPr>
            <p:custDataLst>
              <p:tags r:id="rId8"/>
            </p:custDataLst>
          </p:nvPr>
        </p:nvSpPr>
        <p:spPr>
          <a:xfrm>
            <a:off x="1644675" y="2404416"/>
            <a:ext cx="364476" cy="36447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85" b="1" kern="1200">
                <a:solidFill>
                  <a:srgbClr val="FFFFFF"/>
                </a:solidFill>
                <a:effectLst/>
                <a:sym typeface="+mn-lt"/>
              </a:rPr>
              <a:t>03</a:t>
            </a:r>
          </a:p>
        </p:txBody>
      </p:sp>
      <p:sp>
        <p:nvSpPr>
          <p:cNvPr id="55" name="矩形 14"/>
          <p:cNvSpPr/>
          <p:nvPr>
            <p:custDataLst>
              <p:tags r:id="rId9"/>
            </p:custDataLst>
          </p:nvPr>
        </p:nvSpPr>
        <p:spPr bwMode="auto">
          <a:xfrm>
            <a:off x="2457084" y="2407245"/>
            <a:ext cx="5855185" cy="286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85" b="1">
                <a:solidFill>
                  <a:srgbClr val="FFC000"/>
                </a:solidFill>
                <a:uFillTx/>
                <a:latin typeface="+mj-lt"/>
                <a:sym typeface="+mn-ea"/>
              </a:rPr>
              <a:t>Chatbot AI ứng dụng RAG</a:t>
            </a:r>
          </a:p>
        </p:txBody>
      </p:sp>
      <p:sp>
        <p:nvSpPr>
          <p:cNvPr id="56" name="矩形 27"/>
          <p:cNvSpPr/>
          <p:nvPr>
            <p:custDataLst>
              <p:tags r:id="rId10"/>
            </p:custDataLst>
          </p:nvPr>
        </p:nvSpPr>
        <p:spPr>
          <a:xfrm>
            <a:off x="2457084" y="2701466"/>
            <a:ext cx="5853300" cy="423414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Trả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lời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theo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dữ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liệu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thực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tế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của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nhà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hàng</a:t>
            </a: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.</a:t>
            </a:r>
          </a:p>
        </p:txBody>
      </p:sp>
      <p:sp>
        <p:nvSpPr>
          <p:cNvPr id="57" name="椭圆 16"/>
          <p:cNvSpPr/>
          <p:nvPr>
            <p:custDataLst>
              <p:tags r:id="rId11"/>
            </p:custDataLst>
          </p:nvPr>
        </p:nvSpPr>
        <p:spPr>
          <a:xfrm>
            <a:off x="1644675" y="3139026"/>
            <a:ext cx="364476" cy="364476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85" b="1" kern="1200" dirty="0">
                <a:solidFill>
                  <a:srgbClr val="FFFFFF"/>
                </a:solidFill>
                <a:effectLst/>
                <a:sym typeface="+mn-lt"/>
              </a:rPr>
              <a:t>04</a:t>
            </a:r>
          </a:p>
        </p:txBody>
      </p:sp>
      <p:sp>
        <p:nvSpPr>
          <p:cNvPr id="58" name="矩形 18"/>
          <p:cNvSpPr/>
          <p:nvPr>
            <p:custDataLst>
              <p:tags r:id="rId12"/>
            </p:custDataLst>
          </p:nvPr>
        </p:nvSpPr>
        <p:spPr bwMode="auto">
          <a:xfrm>
            <a:off x="2457084" y="3137611"/>
            <a:ext cx="5855185" cy="286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85" b="1" dirty="0">
                <a:solidFill>
                  <a:srgbClr val="5B9BD5"/>
                </a:solidFill>
                <a:uFillTx/>
                <a:latin typeface="+mj-lt"/>
                <a:sym typeface="+mn-ea"/>
              </a:rPr>
              <a:t>Đồng bộ AI với hệ thống quản lý</a:t>
            </a:r>
          </a:p>
        </p:txBody>
      </p:sp>
      <p:sp>
        <p:nvSpPr>
          <p:cNvPr id="59" name="矩形 29"/>
          <p:cNvSpPr/>
          <p:nvPr>
            <p:custDataLst>
              <p:tags r:id="rId13"/>
            </p:custDataLst>
          </p:nvPr>
        </p:nvSpPr>
        <p:spPr>
          <a:xfrm>
            <a:off x="2457084" y="3437961"/>
            <a:ext cx="5853300" cy="423414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1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Quản lý nhà hàng + AI + Gợi ý + Dashboard trên cùng một nền tảng.</a:t>
            </a:r>
          </a:p>
        </p:txBody>
      </p:sp>
      <p:sp>
        <p:nvSpPr>
          <p:cNvPr id="60" name="椭圆 41"/>
          <p:cNvSpPr/>
          <p:nvPr>
            <p:custDataLst>
              <p:tags r:id="rId14"/>
            </p:custDataLst>
          </p:nvPr>
        </p:nvSpPr>
        <p:spPr>
          <a:xfrm>
            <a:off x="1644675" y="3874106"/>
            <a:ext cx="364476" cy="36447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85" b="1" kern="1200">
                <a:solidFill>
                  <a:srgbClr val="FFFFFF"/>
                </a:solidFill>
                <a:effectLst/>
                <a:sym typeface="+mn-lt"/>
              </a:rPr>
              <a:t>05</a:t>
            </a:r>
          </a:p>
        </p:txBody>
      </p:sp>
      <p:sp>
        <p:nvSpPr>
          <p:cNvPr id="61" name="矩形 43"/>
          <p:cNvSpPr/>
          <p:nvPr>
            <p:custDataLst>
              <p:tags r:id="rId15"/>
            </p:custDataLst>
          </p:nvPr>
        </p:nvSpPr>
        <p:spPr bwMode="auto">
          <a:xfrm>
            <a:off x="2457084" y="3874106"/>
            <a:ext cx="5855185" cy="286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85" b="1">
                <a:solidFill>
                  <a:srgbClr val="FFC000"/>
                </a:solidFill>
                <a:uFillTx/>
                <a:latin typeface="+mj-lt"/>
                <a:sym typeface="+mn-ea"/>
              </a:rPr>
              <a:t>Khả năng mở rộng cao</a:t>
            </a:r>
          </a:p>
        </p:txBody>
      </p:sp>
      <p:sp>
        <p:nvSpPr>
          <p:cNvPr id="62" name="矩形 31"/>
          <p:cNvSpPr/>
          <p:nvPr>
            <p:custDataLst>
              <p:tags r:id="rId16"/>
            </p:custDataLst>
          </p:nvPr>
        </p:nvSpPr>
        <p:spPr>
          <a:xfrm>
            <a:off x="2457084" y="4173985"/>
            <a:ext cx="5853300" cy="41445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1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Dễ phát triển Mobile</a:t>
            </a:r>
            <a:r>
              <a:rPr lang="vi-VN" altLang="en-US" sz="131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</a:t>
            </a:r>
            <a:r>
              <a:rPr lang="en-US" altLang="en-US" sz="131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và AI trong tương lai.</a:t>
            </a:r>
          </a:p>
        </p:txBody>
      </p:sp>
      <p:cxnSp>
        <p:nvCxnSpPr>
          <p:cNvPr id="63" name="直接连接符 6"/>
          <p:cNvCxnSpPr/>
          <p:nvPr>
            <p:custDataLst>
              <p:tags r:id="rId17"/>
            </p:custDataLst>
          </p:nvPr>
        </p:nvCxnSpPr>
        <p:spPr>
          <a:xfrm>
            <a:off x="1827149" y="2104537"/>
            <a:ext cx="0" cy="229153"/>
          </a:xfrm>
          <a:prstGeom prst="line">
            <a:avLst/>
          </a:prstGeom>
          <a:solidFill>
            <a:srgbClr val="00993F">
              <a:alpha val="0"/>
            </a:srgbClr>
          </a:solidFill>
          <a:ln w="12700">
            <a:solidFill>
              <a:schemeClr val="tx1">
                <a:alpha val="3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64" name="直接连接符 19"/>
          <p:cNvCxnSpPr/>
          <p:nvPr>
            <p:custDataLst>
              <p:tags r:id="rId18"/>
            </p:custDataLst>
          </p:nvPr>
        </p:nvCxnSpPr>
        <p:spPr>
          <a:xfrm>
            <a:off x="1827149" y="2839618"/>
            <a:ext cx="0" cy="229153"/>
          </a:xfrm>
          <a:prstGeom prst="line">
            <a:avLst/>
          </a:prstGeom>
          <a:solidFill>
            <a:srgbClr val="00993F">
              <a:alpha val="0"/>
            </a:srgbClr>
          </a:solidFill>
          <a:ln w="12700">
            <a:solidFill>
              <a:schemeClr val="tx1">
                <a:alpha val="3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65" name="直接连接符 21"/>
          <p:cNvCxnSpPr/>
          <p:nvPr>
            <p:custDataLst>
              <p:tags r:id="rId19"/>
            </p:custDataLst>
          </p:nvPr>
        </p:nvCxnSpPr>
        <p:spPr>
          <a:xfrm>
            <a:off x="1827149" y="3574228"/>
            <a:ext cx="0" cy="229153"/>
          </a:xfrm>
          <a:prstGeom prst="line">
            <a:avLst/>
          </a:prstGeom>
          <a:solidFill>
            <a:srgbClr val="00993F">
              <a:alpha val="0"/>
            </a:srgbClr>
          </a:solidFill>
          <a:ln w="12700">
            <a:solidFill>
              <a:schemeClr val="tx1">
                <a:alpha val="3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6" name="Rounded Rectangle 65"/>
          <p:cNvSpPr/>
          <p:nvPr/>
        </p:nvSpPr>
        <p:spPr>
          <a:xfrm>
            <a:off x="184785" y="1586865"/>
            <a:ext cx="1184275" cy="1905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>
                <a:solidFill>
                  <a:schemeClr val="tx1"/>
                </a:solidFill>
              </a:rPr>
              <a:t>ĐIỂM MỚI VÀ GIÁ TRỊ CỦA ĐỀ TÀI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844550" y="41088"/>
            <a:ext cx="7858760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4. KẾT LUẬN VÀ HƯỚNG PHÁT TRIỂN</a:t>
            </a:r>
          </a:p>
        </p:txBody>
      </p:sp>
      <p:sp>
        <p:nvSpPr>
          <p:cNvPr id="14" name="Freeform 4"/>
          <p:cNvSpPr/>
          <p:nvPr/>
        </p:nvSpPr>
        <p:spPr>
          <a:xfrm>
            <a:off x="184785" y="65786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11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8473440" y="916940"/>
            <a:ext cx="2860675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2" name="任意多边形: 形状 43"/>
          <p:cNvSpPr/>
          <p:nvPr>
            <p:custDataLst>
              <p:tags r:id="rId1"/>
            </p:custDataLst>
          </p:nvPr>
        </p:nvSpPr>
        <p:spPr>
          <a:xfrm>
            <a:off x="291314" y="3241317"/>
            <a:ext cx="4012832" cy="148689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26853" tIns="0" rIns="344994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355">
                <a:solidFill>
                  <a:schemeClr val="tx1"/>
                </a:solidFill>
                <a:latin typeface="+mn-lt"/>
                <a:sym typeface="+mn-ea"/>
              </a:rPr>
              <a:t>Áp dụng Hybrid Recommendation để gợi ý món ăn cá nhân hóa.</a:t>
            </a:r>
          </a:p>
        </p:txBody>
      </p:sp>
      <p:sp>
        <p:nvSpPr>
          <p:cNvPr id="36" name="任意多边形: 形状 35"/>
          <p:cNvSpPr/>
          <p:nvPr>
            <p:custDataLst>
              <p:tags r:id="rId2"/>
            </p:custDataLst>
          </p:nvPr>
        </p:nvSpPr>
        <p:spPr>
          <a:xfrm>
            <a:off x="291314" y="1416559"/>
            <a:ext cx="4012832" cy="148689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26853" tIns="0" rIns="344994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355" dirty="0">
                <a:solidFill>
                  <a:schemeClr val="tx1"/>
                </a:solidFill>
                <a:latin typeface="+mn-lt"/>
                <a:sym typeface="+mn-ea"/>
              </a:rPr>
              <a:t>Xây dựng thành công hệ thống quản lý nhà hàng trên nền tảng web.</a:t>
            </a:r>
          </a:p>
        </p:txBody>
      </p:sp>
      <p:sp>
        <p:nvSpPr>
          <p:cNvPr id="41" name="任意多边形: 形状 40"/>
          <p:cNvSpPr/>
          <p:nvPr>
            <p:custDataLst>
              <p:tags r:id="rId3"/>
            </p:custDataLst>
          </p:nvPr>
        </p:nvSpPr>
        <p:spPr>
          <a:xfrm>
            <a:off x="4865418" y="1416559"/>
            <a:ext cx="4012832" cy="148689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26853" tIns="0" rIns="344994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355">
                <a:solidFill>
                  <a:schemeClr val="tx1"/>
                </a:solidFill>
                <a:latin typeface="+mn-lt"/>
                <a:sym typeface="+mn-ea"/>
              </a:rPr>
              <a:t>Tích hợp chatbot AI RAG hỗ trợ tư vấn và tra cứu thông tin.</a:t>
            </a:r>
          </a:p>
        </p:txBody>
      </p:sp>
      <p:sp>
        <p:nvSpPr>
          <p:cNvPr id="45" name="椭圆 44"/>
          <p:cNvSpPr/>
          <p:nvPr>
            <p:custDataLst>
              <p:tags r:id="rId4"/>
            </p:custDataLst>
          </p:nvPr>
        </p:nvSpPr>
        <p:spPr>
          <a:xfrm>
            <a:off x="43546" y="3719713"/>
            <a:ext cx="530153" cy="530153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525" b="1">
                <a:solidFill>
                  <a:schemeClr val="lt1"/>
                </a:solidFill>
                <a:sym typeface="+mn-lt"/>
              </a:rPr>
              <a:t>03</a:t>
            </a:r>
            <a:endParaRPr lang="en-US" sz="1525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7" name="椭圆 36"/>
          <p:cNvSpPr/>
          <p:nvPr>
            <p:custDataLst>
              <p:tags r:id="rId5"/>
            </p:custDataLst>
          </p:nvPr>
        </p:nvSpPr>
        <p:spPr>
          <a:xfrm>
            <a:off x="43546" y="1894434"/>
            <a:ext cx="530153" cy="530153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525" b="1" dirty="0">
                <a:solidFill>
                  <a:schemeClr val="lt1"/>
                </a:solidFill>
                <a:sym typeface="+mn-lt"/>
              </a:rPr>
              <a:t>01</a:t>
            </a:r>
          </a:p>
        </p:txBody>
      </p:sp>
      <p:sp>
        <p:nvSpPr>
          <p:cNvPr id="16" name="椭圆 41"/>
          <p:cNvSpPr/>
          <p:nvPr>
            <p:custDataLst>
              <p:tags r:id="rId6"/>
            </p:custDataLst>
          </p:nvPr>
        </p:nvSpPr>
        <p:spPr>
          <a:xfrm>
            <a:off x="4617131" y="1894434"/>
            <a:ext cx="530153" cy="530153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525" b="1">
                <a:solidFill>
                  <a:schemeClr val="lt1"/>
                </a:solidFill>
                <a:sym typeface="+mn-lt"/>
              </a:rPr>
              <a:t>02</a:t>
            </a:r>
            <a:endParaRPr lang="en-US" sz="1525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7" name="任意多边形: 形状 46"/>
          <p:cNvSpPr/>
          <p:nvPr>
            <p:custDataLst>
              <p:tags r:id="rId7"/>
            </p:custDataLst>
          </p:nvPr>
        </p:nvSpPr>
        <p:spPr>
          <a:xfrm>
            <a:off x="4865418" y="3241317"/>
            <a:ext cx="4012832" cy="148689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26853" tIns="0" rIns="344994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355">
                <a:solidFill>
                  <a:schemeClr val="tx1"/>
                </a:solidFill>
                <a:latin typeface="+mn-lt"/>
                <a:sym typeface="+mn-ea"/>
              </a:rPr>
              <a:t>Phát triển bằng Node.js, Express.js, Python và MySQL ổn định.</a:t>
            </a:r>
            <a:endParaRPr lang="en-US" sz="1355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8" name="椭圆 47"/>
          <p:cNvSpPr/>
          <p:nvPr>
            <p:custDataLst>
              <p:tags r:id="rId8"/>
            </p:custDataLst>
          </p:nvPr>
        </p:nvSpPr>
        <p:spPr>
          <a:xfrm>
            <a:off x="4617131" y="3719713"/>
            <a:ext cx="530153" cy="530153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525" b="1">
                <a:solidFill>
                  <a:schemeClr val="lt1"/>
                </a:solidFill>
                <a:sym typeface="+mn-lt"/>
              </a:rPr>
              <a:t>04</a:t>
            </a:r>
            <a:endParaRPr lang="en-US" sz="1525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2286000" y="84137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cap="all" dirty="0">
                <a:solidFill>
                  <a:srgbClr val="000000"/>
                </a:solidFill>
                <a:sym typeface="+mn-ea"/>
              </a:rPr>
              <a:t>KẾT QUẢ ĐẠT ĐƯỢC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844550" y="41088"/>
            <a:ext cx="7858760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4. KẾT LUẬN VÀ HƯỚNG PHÁT TRIỂN</a:t>
            </a:r>
          </a:p>
        </p:txBody>
      </p:sp>
      <p:sp>
        <p:nvSpPr>
          <p:cNvPr id="14" name="Freeform 4"/>
          <p:cNvSpPr/>
          <p:nvPr/>
        </p:nvSpPr>
        <p:spPr>
          <a:xfrm>
            <a:off x="185420" y="65278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19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8473440" y="916940"/>
            <a:ext cx="2860675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610" name="椭圆 609"/>
          <p:cNvSpPr/>
          <p:nvPr>
            <p:custDataLst>
              <p:tags r:id="rId1"/>
            </p:custDataLst>
          </p:nvPr>
        </p:nvSpPr>
        <p:spPr>
          <a:xfrm>
            <a:off x="2729447" y="1362212"/>
            <a:ext cx="2874085" cy="2874085"/>
          </a:xfrm>
          <a:prstGeom prst="ellipse">
            <a:avLst/>
          </a:prstGeom>
          <a:gradFill>
            <a:gsLst>
              <a:gs pos="0">
                <a:srgbClr val="70AD47">
                  <a:lumMod val="20000"/>
                  <a:lumOff val="80000"/>
                  <a:alpha val="0"/>
                </a:srgbClr>
              </a:gs>
              <a:gs pos="100000">
                <a:srgbClr val="70AD47">
                  <a:lumMod val="20000"/>
                  <a:lumOff val="80000"/>
                  <a:alpha val="51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520">
              <a:solidFill>
                <a:schemeClr val="lt1"/>
              </a:solidFill>
              <a:sym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C43F79-4A42-E085-440C-5D0C778EBF7F}"/>
              </a:ext>
            </a:extLst>
          </p:cNvPr>
          <p:cNvGrpSpPr/>
          <p:nvPr/>
        </p:nvGrpSpPr>
        <p:grpSpPr>
          <a:xfrm>
            <a:off x="699554" y="1372389"/>
            <a:ext cx="7249920" cy="2572679"/>
            <a:chOff x="699554" y="1372389"/>
            <a:chExt cx="7249920" cy="2572679"/>
          </a:xfrm>
        </p:grpSpPr>
        <p:sp>
          <p:nvSpPr>
            <p:cNvPr id="609" name="椭圆 608"/>
            <p:cNvSpPr/>
            <p:nvPr>
              <p:custDataLst>
                <p:tags r:id="rId2"/>
              </p:custDataLst>
            </p:nvPr>
          </p:nvSpPr>
          <p:spPr>
            <a:xfrm>
              <a:off x="3555947" y="1795420"/>
              <a:ext cx="1493141" cy="1493141"/>
            </a:xfrm>
            <a:prstGeom prst="ellipse">
              <a:avLst/>
            </a:prstGeom>
            <a:solidFill>
              <a:srgbClr val="70AD47">
                <a:alpha val="60000"/>
                <a:lumMod val="20000"/>
                <a:lumOff val="8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sz="1520">
                <a:solidFill>
                  <a:schemeClr val="lt1"/>
                </a:solidFill>
                <a:sym typeface="+mn-lt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3"/>
              </p:custDataLst>
            </p:nvPr>
          </p:nvSpPr>
          <p:spPr>
            <a:xfrm>
              <a:off x="3662660" y="1896650"/>
              <a:ext cx="1291279" cy="1291279"/>
            </a:xfrm>
            <a:prstGeom prst="ellipse">
              <a:avLst/>
            </a:prstGeom>
            <a:gradFill>
              <a:gsLst>
                <a:gs pos="100000">
                  <a:srgbClr val="70AD47">
                    <a:alpha val="100000"/>
                  </a:srgbClr>
                </a:gs>
                <a:gs pos="50000">
                  <a:srgbClr val="70AD47">
                    <a:lumMod val="80000"/>
                    <a:lumOff val="20000"/>
                    <a:alpha val="100000"/>
                  </a:srgbClr>
                </a:gs>
                <a:gs pos="0">
                  <a:srgbClr val="70AD47">
                    <a:lumMod val="60000"/>
                    <a:lumOff val="40000"/>
                    <a:alpha val="100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215900" dist="38100" dir="2700000" algn="tl" rotWithShape="0">
                <a:srgbClr val="70AD47">
                  <a:alpha val="20000"/>
                  <a:lumMod val="7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en-US" sz="1690" b="1">
                <a:solidFill>
                  <a:srgbClr val="FFFFFF"/>
                </a:solidFill>
                <a:latin typeface="+mj-lt"/>
                <a:sym typeface="+mn-lt"/>
              </a:endParaRPr>
            </a:p>
          </p:txBody>
        </p:sp>
        <p:sp>
          <p:nvSpPr>
            <p:cNvPr id="585" name="椭圆 584"/>
            <p:cNvSpPr/>
            <p:nvPr>
              <p:custDataLst>
                <p:tags r:id="rId4"/>
              </p:custDataLst>
            </p:nvPr>
          </p:nvSpPr>
          <p:spPr>
            <a:xfrm>
              <a:off x="3161150" y="1400623"/>
              <a:ext cx="2282734" cy="2283156"/>
            </a:xfrm>
            <a:prstGeom prst="ellipse">
              <a:avLst/>
            </a:prstGeom>
            <a:noFill/>
            <a:ln>
              <a:solidFill>
                <a:srgbClr val="70AD47"/>
              </a:solidFill>
            </a:ln>
            <a:effectLst>
              <a:outerShdw blurRad="50800" dist="38100" dir="2700000" algn="tl" rotWithShape="0">
                <a:srgbClr val="70AD47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20">
                <a:solidFill>
                  <a:schemeClr val="lt1"/>
                </a:solidFill>
              </a:endParaRPr>
            </a:p>
          </p:txBody>
        </p:sp>
        <p:sp>
          <p:nvSpPr>
            <p:cNvPr id="592" name="弧形 591"/>
            <p:cNvSpPr/>
            <p:nvPr>
              <p:custDataLst>
                <p:tags r:id="rId5"/>
              </p:custDataLst>
            </p:nvPr>
          </p:nvSpPr>
          <p:spPr>
            <a:xfrm rot="14400000">
              <a:off x="3383013" y="1622486"/>
              <a:ext cx="1839431" cy="1839431"/>
            </a:xfrm>
            <a:prstGeom prst="arc">
              <a:avLst>
                <a:gd name="adj1" fmla="val 18745312"/>
                <a:gd name="adj2" fmla="val 5566165"/>
              </a:avLst>
            </a:prstGeom>
            <a:ln w="6350">
              <a:gradFill>
                <a:gsLst>
                  <a:gs pos="0">
                    <a:srgbClr val="70AD47">
                      <a:alpha val="0"/>
                    </a:srgbClr>
                  </a:gs>
                  <a:gs pos="60000">
                    <a:srgbClr val="70AD47">
                      <a:alpha val="100000"/>
                    </a:srgbClr>
                  </a:gs>
                </a:gsLst>
                <a:lin ang="5400000" scaled="1"/>
              </a:gradFill>
              <a:prstDash val="dash"/>
              <a:tailEnd type="triangle"/>
            </a:ln>
            <a:effectLst>
              <a:outerShdw blurRad="50800" dist="38100" dir="2700000" algn="tl" rotWithShape="0">
                <a:srgbClr val="70AD47">
                  <a:alpha val="40000"/>
                  <a:lumMod val="75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endParaRPr lang="en-US" sz="152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6"/>
              </p:custDataLst>
            </p:nvPr>
          </p:nvSpPr>
          <p:spPr>
            <a:xfrm>
              <a:off x="699554" y="1380799"/>
              <a:ext cx="2011522" cy="41462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rmAutofit/>
            </a:bodyPr>
            <a:lstStyle/>
            <a:p>
              <a:pPr marL="342900" indent="-342900" algn="ctr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vi-VN" altLang="en-US" sz="2365" b="1" dirty="0">
                  <a:solidFill>
                    <a:srgbClr val="70AD47"/>
                  </a:solidFill>
                  <a:latin typeface="+mj-lt"/>
                </a:rPr>
                <a:t>Ưu điểm</a:t>
              </a:r>
            </a:p>
          </p:txBody>
        </p:sp>
        <p:sp>
          <p:nvSpPr>
            <p:cNvPr id="4" name="矩形 11"/>
            <p:cNvSpPr/>
            <p:nvPr>
              <p:custDataLst>
                <p:tags r:id="rId7"/>
              </p:custDataLst>
            </p:nvPr>
          </p:nvSpPr>
          <p:spPr>
            <a:xfrm>
              <a:off x="5840790" y="1372389"/>
              <a:ext cx="2011047" cy="41462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rmAutofit/>
            </a:bodyPr>
            <a:lstStyle/>
            <a:p>
              <a:pPr marL="342900" indent="-34290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vi-VN" altLang="en-US" sz="2365" b="1" dirty="0">
                  <a:solidFill>
                    <a:srgbClr val="70AD47"/>
                  </a:solidFill>
                  <a:latin typeface="+mj-lt"/>
                </a:rPr>
                <a:t>Hạn chế</a:t>
              </a:r>
            </a:p>
          </p:txBody>
        </p:sp>
        <p:sp>
          <p:nvSpPr>
            <p:cNvPr id="587" name="椭圆 586"/>
            <p:cNvSpPr/>
            <p:nvPr>
              <p:custDataLst>
                <p:tags r:id="rId8"/>
              </p:custDataLst>
            </p:nvPr>
          </p:nvSpPr>
          <p:spPr>
            <a:xfrm>
              <a:off x="2975562" y="2253907"/>
              <a:ext cx="411668" cy="411668"/>
            </a:xfrm>
            <a:prstGeom prst="ellipse">
              <a:avLst/>
            </a:prstGeom>
            <a:gradFill>
              <a:gsLst>
                <a:gs pos="50000">
                  <a:srgbClr val="70AD47">
                    <a:lumMod val="80000"/>
                    <a:lumOff val="20000"/>
                    <a:alpha val="100000"/>
                  </a:srgbClr>
                </a:gs>
                <a:gs pos="100000">
                  <a:srgbClr val="70AD47">
                    <a:alpha val="100000"/>
                  </a:srgbClr>
                </a:gs>
                <a:gs pos="0">
                  <a:srgbClr val="70AD47">
                    <a:lumMod val="60000"/>
                    <a:lumOff val="40000"/>
                    <a:alpha val="100000"/>
                  </a:srgbClr>
                </a:gs>
              </a:gsLst>
              <a:lin ang="18900000" scaled="0"/>
            </a:gradFill>
            <a:ln>
              <a:noFill/>
            </a:ln>
            <a:effectLst>
              <a:outerShdw blurRad="139700" dist="50800" dir="2700000" algn="tl" rotWithShape="0">
                <a:srgbClr val="70AD47">
                  <a:alpha val="20000"/>
                  <a:lumMod val="7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sz="1520">
                <a:solidFill>
                  <a:schemeClr val="lt1"/>
                </a:solidFill>
                <a:sym typeface="+mn-lt"/>
              </a:endParaRPr>
            </a:p>
          </p:txBody>
        </p:sp>
        <p:sp>
          <p:nvSpPr>
            <p:cNvPr id="588" name="椭圆 587"/>
            <p:cNvSpPr/>
            <p:nvPr>
              <p:custDataLst>
                <p:tags r:id="rId9"/>
              </p:custDataLst>
            </p:nvPr>
          </p:nvSpPr>
          <p:spPr>
            <a:xfrm>
              <a:off x="5224553" y="2274996"/>
              <a:ext cx="411668" cy="411668"/>
            </a:xfrm>
            <a:prstGeom prst="ellipse">
              <a:avLst/>
            </a:prstGeom>
            <a:gradFill>
              <a:gsLst>
                <a:gs pos="50000">
                  <a:srgbClr val="70AD47">
                    <a:lumMod val="80000"/>
                    <a:lumOff val="20000"/>
                    <a:alpha val="100000"/>
                  </a:srgbClr>
                </a:gs>
                <a:gs pos="100000">
                  <a:srgbClr val="70AD47">
                    <a:alpha val="100000"/>
                  </a:srgbClr>
                </a:gs>
                <a:gs pos="0">
                  <a:srgbClr val="70AD47">
                    <a:lumMod val="60000"/>
                    <a:lumOff val="40000"/>
                    <a:alpha val="100000"/>
                  </a:srgbClr>
                </a:gs>
              </a:gsLst>
              <a:lin ang="18900000" scaled="0"/>
            </a:gradFill>
            <a:ln>
              <a:noFill/>
            </a:ln>
            <a:effectLst>
              <a:outerShdw blurRad="139700" dist="50800" dir="2700000" algn="tl" rotWithShape="0">
                <a:srgbClr val="70AD47">
                  <a:alpha val="20000"/>
                  <a:lumMod val="7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sz="1520">
                <a:solidFill>
                  <a:schemeClr val="lt1"/>
                </a:solidFill>
                <a:sym typeface="+mn-lt"/>
              </a:endParaRPr>
            </a:p>
          </p:txBody>
        </p:sp>
        <p:sp>
          <p:nvSpPr>
            <p:cNvPr id="5" name="弧形 4"/>
            <p:cNvSpPr/>
            <p:nvPr>
              <p:custDataLst>
                <p:tags r:id="rId10"/>
              </p:custDataLst>
            </p:nvPr>
          </p:nvSpPr>
          <p:spPr>
            <a:xfrm rot="4080000">
              <a:off x="3383434" y="1622908"/>
              <a:ext cx="1839431" cy="1839431"/>
            </a:xfrm>
            <a:prstGeom prst="arc">
              <a:avLst>
                <a:gd name="adj1" fmla="val 18745312"/>
                <a:gd name="adj2" fmla="val 5566165"/>
              </a:avLst>
            </a:prstGeom>
            <a:ln w="6350">
              <a:gradFill>
                <a:gsLst>
                  <a:gs pos="0">
                    <a:srgbClr val="70AD47">
                      <a:alpha val="0"/>
                    </a:srgbClr>
                  </a:gs>
                  <a:gs pos="60000">
                    <a:srgbClr val="70AD47">
                      <a:alpha val="100000"/>
                    </a:srgbClr>
                  </a:gs>
                </a:gsLst>
                <a:lin ang="5400000" scaled="1"/>
              </a:gradFill>
              <a:prstDash val="dash"/>
              <a:tailEnd type="triangle"/>
            </a:ln>
            <a:effectLst>
              <a:outerShdw blurRad="50800" dist="38100" dir="2700000" algn="tl" rotWithShape="0">
                <a:srgbClr val="70AD47">
                  <a:alpha val="40000"/>
                  <a:lumMod val="75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endParaRPr lang="en-US" sz="152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11"/>
              </p:custDataLst>
            </p:nvPr>
          </p:nvSpPr>
          <p:spPr>
            <a:xfrm>
              <a:off x="3778387" y="2397671"/>
              <a:ext cx="1045210" cy="63246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fontScale="75000" lnSpcReduction="20000"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vi-VN" sz="2025" b="1" cap="all" dirty="0">
                  <a:solidFill>
                    <a:srgbClr val="000000"/>
                  </a:solidFill>
                  <a:sym typeface="+mn-ea"/>
                </a:rPr>
                <a:t>ưu điểm và hạn </a:t>
              </a:r>
              <a:r>
                <a:rPr lang="vi-VN" sz="2330" b="1" cap="all" dirty="0">
                  <a:solidFill>
                    <a:srgbClr val="000000"/>
                  </a:solidFill>
                  <a:sym typeface="+mn-ea"/>
                </a:rPr>
                <a:t>chế</a:t>
              </a:r>
              <a:r>
                <a:rPr lang="vi-VN" sz="2330" b="1" u="heavy" cap="all" dirty="0">
                  <a:solidFill>
                    <a:srgbClr val="000000"/>
                  </a:solidFill>
                  <a:sym typeface="+mn-ea"/>
                </a:rPr>
                <a:t> </a:t>
              </a:r>
              <a:endParaRPr lang="vi-VN" sz="2025" b="1" cap="all" dirty="0">
                <a:solidFill>
                  <a:srgbClr val="000000"/>
                </a:solidFill>
                <a:sym typeface="+mn-ea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endParaRPr lang="vi-VN" sz="2025" b="1" cap="all" dirty="0">
                <a:solidFill>
                  <a:srgbClr val="000000"/>
                </a:solidFill>
                <a:latin typeface="+mj-lt"/>
                <a:sym typeface="+mn-ea"/>
              </a:endParaRPr>
            </a:p>
          </p:txBody>
        </p:sp>
        <p:sp>
          <p:nvSpPr>
            <p:cNvPr id="7" name="矩形 13"/>
            <p:cNvSpPr/>
            <p:nvPr>
              <p:custDataLst>
                <p:tags r:id="rId12"/>
              </p:custDataLst>
            </p:nvPr>
          </p:nvSpPr>
          <p:spPr>
            <a:xfrm>
              <a:off x="806267" y="1787010"/>
              <a:ext cx="2011522" cy="215805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 </a:t>
              </a:r>
              <a:r>
                <a:rPr lang="en-US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Quản lý nhà hàng tập trung, thuận tiện.</a:t>
              </a:r>
            </a:p>
            <a:p>
              <a:pPr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 </a:t>
              </a:r>
              <a:r>
                <a:rPr lang="en-US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Gợi</a:t>
              </a:r>
              <a:r>
                <a:rPr lang="en-US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ý món ăn cá nhân hóa và chatbot hỗ trợ khách hàng.</a:t>
              </a:r>
            </a:p>
            <a:p>
              <a:pPr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 </a:t>
              </a:r>
              <a:r>
                <a:rPr lang="en-US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Thống</a:t>
              </a:r>
              <a:r>
                <a:rPr lang="en-US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kê, báo cáo hỗ trợ quản lý hiệu quả.</a:t>
              </a:r>
            </a:p>
          </p:txBody>
        </p:sp>
        <p:sp>
          <p:nvSpPr>
            <p:cNvPr id="9" name="矩形 14"/>
            <p:cNvSpPr/>
            <p:nvPr>
              <p:custDataLst>
                <p:tags r:id="rId13"/>
              </p:custDataLst>
            </p:nvPr>
          </p:nvSpPr>
          <p:spPr>
            <a:xfrm>
              <a:off x="5938427" y="1782227"/>
              <a:ext cx="2011047" cy="115768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 </a:t>
              </a:r>
              <a:r>
                <a:rPr lang="en-US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Mới</a:t>
              </a:r>
              <a:r>
                <a:rPr lang="en-US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hỗ trợ thanh toán qua MoMo.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 </a:t>
              </a:r>
              <a:r>
                <a:rPr lang="en-US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Chưa</a:t>
              </a:r>
              <a:r>
                <a:rPr lang="en-US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triển khai và đánh giá trong thực tế</a:t>
              </a:r>
            </a:p>
          </p:txBody>
        </p:sp>
        <p:sp>
          <p:nvSpPr>
            <p:cNvPr id="20" name="任意多边形: 形状 19"/>
            <p:cNvSpPr/>
            <p:nvPr>
              <p:custDataLst>
                <p:tags r:id="rId14"/>
              </p:custDataLst>
            </p:nvPr>
          </p:nvSpPr>
          <p:spPr>
            <a:xfrm>
              <a:off x="3093663" y="2372009"/>
              <a:ext cx="175504" cy="175174"/>
            </a:xfrm>
            <a:custGeom>
              <a:avLst/>
              <a:gdLst>
                <a:gd name="connsiteX0" fmla="*/ 152509 w 264219"/>
                <a:gd name="connsiteY0" fmla="*/ 149611 h 263722"/>
                <a:gd name="connsiteX1" fmla="*/ 230764 w 264219"/>
                <a:gd name="connsiteY1" fmla="*/ 149611 h 263722"/>
                <a:gd name="connsiteX2" fmla="*/ 249126 w 264219"/>
                <a:gd name="connsiteY2" fmla="*/ 167833 h 263722"/>
                <a:gd name="connsiteX3" fmla="*/ 249126 w 264219"/>
                <a:gd name="connsiteY3" fmla="*/ 245499 h 263722"/>
                <a:gd name="connsiteX4" fmla="*/ 230764 w 264219"/>
                <a:gd name="connsiteY4" fmla="*/ 263722 h 263722"/>
                <a:gd name="connsiteX5" fmla="*/ 152509 w 264219"/>
                <a:gd name="connsiteY5" fmla="*/ 263722 h 263722"/>
                <a:gd name="connsiteX6" fmla="*/ 134147 w 264219"/>
                <a:gd name="connsiteY6" fmla="*/ 245499 h 263722"/>
                <a:gd name="connsiteX7" fmla="*/ 134147 w 264219"/>
                <a:gd name="connsiteY7" fmla="*/ 167833 h 263722"/>
                <a:gd name="connsiteX8" fmla="*/ 152509 w 264219"/>
                <a:gd name="connsiteY8" fmla="*/ 149611 h 263722"/>
                <a:gd name="connsiteX9" fmla="*/ 18361 w 264219"/>
                <a:gd name="connsiteY9" fmla="*/ 149611 h 263722"/>
                <a:gd name="connsiteX10" fmla="*/ 96616 w 264219"/>
                <a:gd name="connsiteY10" fmla="*/ 149611 h 263722"/>
                <a:gd name="connsiteX11" fmla="*/ 114978 w 264219"/>
                <a:gd name="connsiteY11" fmla="*/ 167833 h 263722"/>
                <a:gd name="connsiteX12" fmla="*/ 114978 w 264219"/>
                <a:gd name="connsiteY12" fmla="*/ 245499 h 263722"/>
                <a:gd name="connsiteX13" fmla="*/ 96616 w 264219"/>
                <a:gd name="connsiteY13" fmla="*/ 263722 h 263722"/>
                <a:gd name="connsiteX14" fmla="*/ 18361 w 264219"/>
                <a:gd name="connsiteY14" fmla="*/ 263722 h 263722"/>
                <a:gd name="connsiteX15" fmla="*/ 0 w 264219"/>
                <a:gd name="connsiteY15" fmla="*/ 245499 h 263722"/>
                <a:gd name="connsiteX16" fmla="*/ 0 w 264219"/>
                <a:gd name="connsiteY16" fmla="*/ 167833 h 263722"/>
                <a:gd name="connsiteX17" fmla="*/ 18361 w 264219"/>
                <a:gd name="connsiteY17" fmla="*/ 149611 h 263722"/>
                <a:gd name="connsiteX18" fmla="*/ 193917 w 264219"/>
                <a:gd name="connsiteY18" fmla="*/ 43985 h 263722"/>
                <a:gd name="connsiteX19" fmla="*/ 167955 w 264219"/>
                <a:gd name="connsiteY19" fmla="*/ 69752 h 263722"/>
                <a:gd name="connsiteX20" fmla="*/ 193917 w 264219"/>
                <a:gd name="connsiteY20" fmla="*/ 95520 h 263722"/>
                <a:gd name="connsiteX21" fmla="*/ 219881 w 264219"/>
                <a:gd name="connsiteY21" fmla="*/ 69752 h 263722"/>
                <a:gd name="connsiteX22" fmla="*/ 18361 w 264219"/>
                <a:gd name="connsiteY22" fmla="*/ 16475 h 263722"/>
                <a:gd name="connsiteX23" fmla="*/ 96616 w 264219"/>
                <a:gd name="connsiteY23" fmla="*/ 16475 h 263722"/>
                <a:gd name="connsiteX24" fmla="*/ 114978 w 264219"/>
                <a:gd name="connsiteY24" fmla="*/ 34698 h 263722"/>
                <a:gd name="connsiteX25" fmla="*/ 114978 w 264219"/>
                <a:gd name="connsiteY25" fmla="*/ 112364 h 263722"/>
                <a:gd name="connsiteX26" fmla="*/ 96616 w 264219"/>
                <a:gd name="connsiteY26" fmla="*/ 130586 h 263722"/>
                <a:gd name="connsiteX27" fmla="*/ 18361 w 264219"/>
                <a:gd name="connsiteY27" fmla="*/ 130586 h 263722"/>
                <a:gd name="connsiteX28" fmla="*/ 0 w 264219"/>
                <a:gd name="connsiteY28" fmla="*/ 112364 h 263722"/>
                <a:gd name="connsiteX29" fmla="*/ 0 w 264219"/>
                <a:gd name="connsiteY29" fmla="*/ 34698 h 263722"/>
                <a:gd name="connsiteX30" fmla="*/ 18361 w 264219"/>
                <a:gd name="connsiteY30" fmla="*/ 16475 h 263722"/>
                <a:gd name="connsiteX31" fmla="*/ 193899 w 264219"/>
                <a:gd name="connsiteY31" fmla="*/ 0 h 263722"/>
                <a:gd name="connsiteX32" fmla="*/ 206880 w 264219"/>
                <a:gd name="connsiteY32" fmla="*/ 5335 h 263722"/>
                <a:gd name="connsiteX33" fmla="*/ 206898 w 264219"/>
                <a:gd name="connsiteY33" fmla="*/ 5335 h 263722"/>
                <a:gd name="connsiteX34" fmla="*/ 258843 w 264219"/>
                <a:gd name="connsiteY34" fmla="*/ 56869 h 263722"/>
                <a:gd name="connsiteX35" fmla="*/ 258843 w 264219"/>
                <a:gd name="connsiteY35" fmla="*/ 82636 h 263722"/>
                <a:gd name="connsiteX36" fmla="*/ 206898 w 264219"/>
                <a:gd name="connsiteY36" fmla="*/ 134188 h 263722"/>
                <a:gd name="connsiteX37" fmla="*/ 180936 w 264219"/>
                <a:gd name="connsiteY37" fmla="*/ 134188 h 263722"/>
                <a:gd name="connsiteX38" fmla="*/ 129010 w 264219"/>
                <a:gd name="connsiteY38" fmla="*/ 82636 h 263722"/>
                <a:gd name="connsiteX39" fmla="*/ 129010 w 264219"/>
                <a:gd name="connsiteY39" fmla="*/ 56869 h 263722"/>
                <a:gd name="connsiteX40" fmla="*/ 180918 w 264219"/>
                <a:gd name="connsiteY40" fmla="*/ 5335 h 263722"/>
                <a:gd name="connsiteX41" fmla="*/ 193899 w 264219"/>
                <a:gd name="connsiteY41" fmla="*/ 0 h 26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4219" h="263722">
                  <a:moveTo>
                    <a:pt x="152509" y="149611"/>
                  </a:moveTo>
                  <a:lnTo>
                    <a:pt x="230764" y="149611"/>
                  </a:lnTo>
                  <a:cubicBezTo>
                    <a:pt x="240905" y="149611"/>
                    <a:pt x="249126" y="157769"/>
                    <a:pt x="249126" y="167833"/>
                  </a:cubicBezTo>
                  <a:lnTo>
                    <a:pt x="249126" y="245499"/>
                  </a:lnTo>
                  <a:cubicBezTo>
                    <a:pt x="249126" y="255564"/>
                    <a:pt x="240905" y="263722"/>
                    <a:pt x="230764" y="263722"/>
                  </a:cubicBezTo>
                  <a:lnTo>
                    <a:pt x="152509" y="263722"/>
                  </a:lnTo>
                  <a:cubicBezTo>
                    <a:pt x="142368" y="263722"/>
                    <a:pt x="134147" y="255564"/>
                    <a:pt x="134147" y="245499"/>
                  </a:cubicBezTo>
                  <a:lnTo>
                    <a:pt x="134147" y="167833"/>
                  </a:lnTo>
                  <a:cubicBezTo>
                    <a:pt x="134147" y="157769"/>
                    <a:pt x="142368" y="149611"/>
                    <a:pt x="152509" y="149611"/>
                  </a:cubicBezTo>
                  <a:close/>
                  <a:moveTo>
                    <a:pt x="18361" y="149611"/>
                  </a:moveTo>
                  <a:lnTo>
                    <a:pt x="96616" y="149611"/>
                  </a:lnTo>
                  <a:cubicBezTo>
                    <a:pt x="106757" y="149611"/>
                    <a:pt x="114978" y="157769"/>
                    <a:pt x="114978" y="167833"/>
                  </a:cubicBezTo>
                  <a:lnTo>
                    <a:pt x="114978" y="245499"/>
                  </a:lnTo>
                  <a:cubicBezTo>
                    <a:pt x="114978" y="255564"/>
                    <a:pt x="106757" y="263722"/>
                    <a:pt x="96616" y="263722"/>
                  </a:cubicBezTo>
                  <a:lnTo>
                    <a:pt x="18361" y="263722"/>
                  </a:lnTo>
                  <a:cubicBezTo>
                    <a:pt x="8220" y="263722"/>
                    <a:pt x="0" y="255564"/>
                    <a:pt x="0" y="245499"/>
                  </a:cubicBezTo>
                  <a:lnTo>
                    <a:pt x="0" y="167833"/>
                  </a:lnTo>
                  <a:cubicBezTo>
                    <a:pt x="0" y="157769"/>
                    <a:pt x="8220" y="149611"/>
                    <a:pt x="18361" y="149611"/>
                  </a:cubicBezTo>
                  <a:close/>
                  <a:moveTo>
                    <a:pt x="193917" y="43985"/>
                  </a:moveTo>
                  <a:lnTo>
                    <a:pt x="167955" y="69752"/>
                  </a:lnTo>
                  <a:lnTo>
                    <a:pt x="193917" y="95520"/>
                  </a:lnTo>
                  <a:lnTo>
                    <a:pt x="219881" y="69752"/>
                  </a:lnTo>
                  <a:close/>
                  <a:moveTo>
                    <a:pt x="18361" y="16475"/>
                  </a:moveTo>
                  <a:lnTo>
                    <a:pt x="96616" y="16475"/>
                  </a:lnTo>
                  <a:cubicBezTo>
                    <a:pt x="106757" y="16475"/>
                    <a:pt x="114978" y="24634"/>
                    <a:pt x="114978" y="34698"/>
                  </a:cubicBezTo>
                  <a:lnTo>
                    <a:pt x="114978" y="112364"/>
                  </a:lnTo>
                  <a:cubicBezTo>
                    <a:pt x="114978" y="122427"/>
                    <a:pt x="106757" y="130586"/>
                    <a:pt x="96616" y="130586"/>
                  </a:cubicBezTo>
                  <a:lnTo>
                    <a:pt x="18361" y="130586"/>
                  </a:lnTo>
                  <a:cubicBezTo>
                    <a:pt x="8220" y="130586"/>
                    <a:pt x="0" y="122427"/>
                    <a:pt x="0" y="112364"/>
                  </a:cubicBezTo>
                  <a:lnTo>
                    <a:pt x="0" y="34698"/>
                  </a:lnTo>
                  <a:cubicBezTo>
                    <a:pt x="0" y="24634"/>
                    <a:pt x="8220" y="16475"/>
                    <a:pt x="18361" y="16475"/>
                  </a:cubicBezTo>
                  <a:close/>
                  <a:moveTo>
                    <a:pt x="193899" y="0"/>
                  </a:moveTo>
                  <a:cubicBezTo>
                    <a:pt x="198597" y="0"/>
                    <a:pt x="203295" y="1778"/>
                    <a:pt x="206880" y="5335"/>
                  </a:cubicBezTo>
                  <a:lnTo>
                    <a:pt x="206898" y="5335"/>
                  </a:lnTo>
                  <a:lnTo>
                    <a:pt x="258843" y="56869"/>
                  </a:lnTo>
                  <a:cubicBezTo>
                    <a:pt x="266011" y="63985"/>
                    <a:pt x="266011" y="75520"/>
                    <a:pt x="258843" y="82636"/>
                  </a:cubicBezTo>
                  <a:lnTo>
                    <a:pt x="206898" y="134188"/>
                  </a:lnTo>
                  <a:cubicBezTo>
                    <a:pt x="199728" y="141302"/>
                    <a:pt x="188106" y="141302"/>
                    <a:pt x="180936" y="134188"/>
                  </a:cubicBezTo>
                  <a:lnTo>
                    <a:pt x="129010" y="82636"/>
                  </a:lnTo>
                  <a:cubicBezTo>
                    <a:pt x="121843" y="75520"/>
                    <a:pt x="121843" y="63985"/>
                    <a:pt x="129010" y="56869"/>
                  </a:cubicBezTo>
                  <a:lnTo>
                    <a:pt x="180918" y="5335"/>
                  </a:lnTo>
                  <a:cubicBezTo>
                    <a:pt x="184503" y="1778"/>
                    <a:pt x="189201" y="0"/>
                    <a:pt x="193899" y="0"/>
                  </a:cubicBezTo>
                  <a:close/>
                </a:path>
              </a:pathLst>
            </a:custGeom>
            <a:solidFill>
              <a:srgbClr val="FFFFFF"/>
            </a:solidFill>
            <a:ln w="91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20">
                <a:solidFill>
                  <a:schemeClr val="tx1"/>
                </a:solidFill>
              </a:endParaRPr>
            </a:p>
          </p:txBody>
        </p:sp>
        <p:sp>
          <p:nvSpPr>
            <p:cNvPr id="19" name="图片 8" descr="343439383331313b343532303032303bb8f6c8cbd0c5cfa2"/>
            <p:cNvSpPr/>
            <p:nvPr>
              <p:custDataLst>
                <p:tags r:id="rId15"/>
              </p:custDataLst>
            </p:nvPr>
          </p:nvSpPr>
          <p:spPr>
            <a:xfrm>
              <a:off x="5347294" y="2397738"/>
              <a:ext cx="166541" cy="166607"/>
            </a:xfrm>
            <a:custGeom>
              <a:avLst/>
              <a:gdLst>
                <a:gd name="connsiteX0" fmla="*/ 227788 w 250724"/>
                <a:gd name="connsiteY0" fmla="*/ 114 h 250824"/>
                <a:gd name="connsiteX1" fmla="*/ 183305 w 250724"/>
                <a:gd name="connsiteY1" fmla="*/ 114 h 250824"/>
                <a:gd name="connsiteX2" fmla="*/ 182091 w 250724"/>
                <a:gd name="connsiteY2" fmla="*/ 114 h 250824"/>
                <a:gd name="connsiteX3" fmla="*/ 39340 w 250724"/>
                <a:gd name="connsiteY3" fmla="*/ 519 h 250824"/>
                <a:gd name="connsiteX4" fmla="*/ 16694 w 250724"/>
                <a:gd name="connsiteY4" fmla="*/ 23211 h 250824"/>
                <a:gd name="connsiteX5" fmla="*/ 16694 w 250724"/>
                <a:gd name="connsiteY5" fmla="*/ 57249 h 250824"/>
                <a:gd name="connsiteX6" fmla="*/ 42575 w 250724"/>
                <a:gd name="connsiteY6" fmla="*/ 57249 h 250824"/>
                <a:gd name="connsiteX7" fmla="*/ 51068 w 250724"/>
                <a:gd name="connsiteY7" fmla="*/ 65758 h 250824"/>
                <a:gd name="connsiteX8" fmla="*/ 51068 w 250724"/>
                <a:gd name="connsiteY8" fmla="*/ 71431 h 250824"/>
                <a:gd name="connsiteX9" fmla="*/ 42575 w 250724"/>
                <a:gd name="connsiteY9" fmla="*/ 79940 h 250824"/>
                <a:gd name="connsiteX10" fmla="*/ 39745 w 250724"/>
                <a:gd name="connsiteY10" fmla="*/ 79940 h 250824"/>
                <a:gd name="connsiteX11" fmla="*/ 39745 w 250724"/>
                <a:gd name="connsiteY11" fmla="*/ 77104 h 250824"/>
                <a:gd name="connsiteX12" fmla="*/ 31252 w 250724"/>
                <a:gd name="connsiteY12" fmla="*/ 68595 h 250824"/>
                <a:gd name="connsiteX13" fmla="*/ 7797 w 250724"/>
                <a:gd name="connsiteY13" fmla="*/ 68595 h 250824"/>
                <a:gd name="connsiteX14" fmla="*/ 518 w 250724"/>
                <a:gd name="connsiteY14" fmla="*/ 74268 h 250824"/>
                <a:gd name="connsiteX15" fmla="*/ 114 w 250724"/>
                <a:gd name="connsiteY15" fmla="*/ 77104 h 250824"/>
                <a:gd name="connsiteX16" fmla="*/ 114 w 250724"/>
                <a:gd name="connsiteY16" fmla="*/ 82777 h 250824"/>
                <a:gd name="connsiteX17" fmla="*/ 8606 w 250724"/>
                <a:gd name="connsiteY17" fmla="*/ 91286 h 250824"/>
                <a:gd name="connsiteX18" fmla="*/ 17099 w 250724"/>
                <a:gd name="connsiteY18" fmla="*/ 91286 h 250824"/>
                <a:gd name="connsiteX19" fmla="*/ 17099 w 250724"/>
                <a:gd name="connsiteY19" fmla="*/ 154094 h 250824"/>
                <a:gd name="connsiteX20" fmla="*/ 42980 w 250724"/>
                <a:gd name="connsiteY20" fmla="*/ 154094 h 250824"/>
                <a:gd name="connsiteX21" fmla="*/ 51472 w 250724"/>
                <a:gd name="connsiteY21" fmla="*/ 162604 h 250824"/>
                <a:gd name="connsiteX22" fmla="*/ 51472 w 250724"/>
                <a:gd name="connsiteY22" fmla="*/ 168276 h 250824"/>
                <a:gd name="connsiteX23" fmla="*/ 42980 w 250724"/>
                <a:gd name="connsiteY23" fmla="*/ 176786 h 250824"/>
                <a:gd name="connsiteX24" fmla="*/ 40149 w 250724"/>
                <a:gd name="connsiteY24" fmla="*/ 176786 h 250824"/>
                <a:gd name="connsiteX25" fmla="*/ 40149 w 250724"/>
                <a:gd name="connsiteY25" fmla="*/ 174355 h 250824"/>
                <a:gd name="connsiteX26" fmla="*/ 31657 w 250724"/>
                <a:gd name="connsiteY26" fmla="*/ 165845 h 250824"/>
                <a:gd name="connsiteX27" fmla="*/ 8202 w 250724"/>
                <a:gd name="connsiteY27" fmla="*/ 165845 h 250824"/>
                <a:gd name="connsiteX28" fmla="*/ 923 w 250724"/>
                <a:gd name="connsiteY28" fmla="*/ 171518 h 250824"/>
                <a:gd name="connsiteX29" fmla="*/ 518 w 250724"/>
                <a:gd name="connsiteY29" fmla="*/ 174355 h 250824"/>
                <a:gd name="connsiteX30" fmla="*/ 518 w 250724"/>
                <a:gd name="connsiteY30" fmla="*/ 180027 h 250824"/>
                <a:gd name="connsiteX31" fmla="*/ 9011 w 250724"/>
                <a:gd name="connsiteY31" fmla="*/ 188537 h 250824"/>
                <a:gd name="connsiteX32" fmla="*/ 17503 w 250724"/>
                <a:gd name="connsiteY32" fmla="*/ 188537 h 250824"/>
                <a:gd name="connsiteX33" fmla="*/ 17503 w 250724"/>
                <a:gd name="connsiteY33" fmla="*/ 228248 h 250824"/>
                <a:gd name="connsiteX34" fmla="*/ 40149 w 250724"/>
                <a:gd name="connsiteY34" fmla="*/ 250939 h 250824"/>
                <a:gd name="connsiteX35" fmla="*/ 228192 w 250724"/>
                <a:gd name="connsiteY35" fmla="*/ 250939 h 250824"/>
                <a:gd name="connsiteX36" fmla="*/ 250838 w 250724"/>
                <a:gd name="connsiteY36" fmla="*/ 228248 h 250824"/>
                <a:gd name="connsiteX37" fmla="*/ 250838 w 250724"/>
                <a:gd name="connsiteY37" fmla="*/ 22806 h 250824"/>
                <a:gd name="connsiteX38" fmla="*/ 227788 w 250724"/>
                <a:gd name="connsiteY38" fmla="*/ 114 h 250824"/>
                <a:gd name="connsiteX39" fmla="*/ 211208 w 250724"/>
                <a:gd name="connsiteY39" fmla="*/ 185700 h 250824"/>
                <a:gd name="connsiteX40" fmla="*/ 210804 w 250724"/>
                <a:gd name="connsiteY40" fmla="*/ 186916 h 250824"/>
                <a:gd name="connsiteX41" fmla="*/ 208377 w 250724"/>
                <a:gd name="connsiteY41" fmla="*/ 189752 h 250824"/>
                <a:gd name="connsiteX42" fmla="*/ 205951 w 250724"/>
                <a:gd name="connsiteY42" fmla="*/ 190968 h 250824"/>
                <a:gd name="connsiteX43" fmla="*/ 204333 w 250724"/>
                <a:gd name="connsiteY43" fmla="*/ 191373 h 250824"/>
                <a:gd name="connsiteX44" fmla="*/ 82206 w 250724"/>
                <a:gd name="connsiteY44" fmla="*/ 191373 h 250824"/>
                <a:gd name="connsiteX45" fmla="*/ 79375 w 250724"/>
                <a:gd name="connsiteY45" fmla="*/ 190157 h 250824"/>
                <a:gd name="connsiteX46" fmla="*/ 77353 w 250724"/>
                <a:gd name="connsiteY46" fmla="*/ 187321 h 250824"/>
                <a:gd name="connsiteX47" fmla="*/ 76949 w 250724"/>
                <a:gd name="connsiteY47" fmla="*/ 186105 h 250824"/>
                <a:gd name="connsiteX48" fmla="*/ 76949 w 250724"/>
                <a:gd name="connsiteY48" fmla="*/ 174760 h 250824"/>
                <a:gd name="connsiteX49" fmla="*/ 76949 w 250724"/>
                <a:gd name="connsiteY49" fmla="*/ 174355 h 250824"/>
                <a:gd name="connsiteX50" fmla="*/ 77353 w 250724"/>
                <a:gd name="connsiteY50" fmla="*/ 173949 h 250824"/>
                <a:gd name="connsiteX51" fmla="*/ 101617 w 250724"/>
                <a:gd name="connsiteY51" fmla="*/ 157336 h 250824"/>
                <a:gd name="connsiteX52" fmla="*/ 125476 w 250724"/>
                <a:gd name="connsiteY52" fmla="*/ 139912 h 250824"/>
                <a:gd name="connsiteX53" fmla="*/ 125476 w 250724"/>
                <a:gd name="connsiteY53" fmla="*/ 137480 h 250824"/>
                <a:gd name="connsiteX54" fmla="*/ 124263 w 250724"/>
                <a:gd name="connsiteY54" fmla="*/ 134644 h 250824"/>
                <a:gd name="connsiteX55" fmla="*/ 111323 w 250724"/>
                <a:gd name="connsiteY55" fmla="*/ 101822 h 250824"/>
                <a:gd name="connsiteX56" fmla="*/ 144078 w 250724"/>
                <a:gd name="connsiteY56" fmla="*/ 60490 h 250824"/>
                <a:gd name="connsiteX57" fmla="*/ 176834 w 250724"/>
                <a:gd name="connsiteY57" fmla="*/ 101822 h 250824"/>
                <a:gd name="connsiteX58" fmla="*/ 163893 w 250724"/>
                <a:gd name="connsiteY58" fmla="*/ 134644 h 250824"/>
                <a:gd name="connsiteX59" fmla="*/ 162681 w 250724"/>
                <a:gd name="connsiteY59" fmla="*/ 137480 h 250824"/>
                <a:gd name="connsiteX60" fmla="*/ 162681 w 250724"/>
                <a:gd name="connsiteY60" fmla="*/ 139912 h 250824"/>
                <a:gd name="connsiteX61" fmla="*/ 186540 w 250724"/>
                <a:gd name="connsiteY61" fmla="*/ 157336 h 250824"/>
                <a:gd name="connsiteX62" fmla="*/ 210804 w 250724"/>
                <a:gd name="connsiteY62" fmla="*/ 173949 h 250824"/>
                <a:gd name="connsiteX63" fmla="*/ 211208 w 250724"/>
                <a:gd name="connsiteY63" fmla="*/ 174355 h 250824"/>
                <a:gd name="connsiteX64" fmla="*/ 211208 w 250724"/>
                <a:gd name="connsiteY64" fmla="*/ 174760 h 250824"/>
                <a:gd name="connsiteX65" fmla="*/ 211208 w 250724"/>
                <a:gd name="connsiteY65" fmla="*/ 185700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50724" h="250824">
                  <a:moveTo>
                    <a:pt x="227788" y="114"/>
                  </a:moveTo>
                  <a:lnTo>
                    <a:pt x="183305" y="114"/>
                  </a:lnTo>
                  <a:lnTo>
                    <a:pt x="182091" y="114"/>
                  </a:lnTo>
                  <a:lnTo>
                    <a:pt x="39340" y="519"/>
                  </a:lnTo>
                  <a:cubicBezTo>
                    <a:pt x="26804" y="519"/>
                    <a:pt x="16694" y="10649"/>
                    <a:pt x="16694" y="23211"/>
                  </a:cubicBezTo>
                  <a:lnTo>
                    <a:pt x="16694" y="57249"/>
                  </a:lnTo>
                  <a:lnTo>
                    <a:pt x="42575" y="57249"/>
                  </a:lnTo>
                  <a:cubicBezTo>
                    <a:pt x="47428" y="57249"/>
                    <a:pt x="51068" y="60896"/>
                    <a:pt x="51068" y="65758"/>
                  </a:cubicBezTo>
                  <a:lnTo>
                    <a:pt x="51068" y="71431"/>
                  </a:lnTo>
                  <a:cubicBezTo>
                    <a:pt x="51068" y="76294"/>
                    <a:pt x="47428" y="79940"/>
                    <a:pt x="42575" y="79940"/>
                  </a:cubicBezTo>
                  <a:lnTo>
                    <a:pt x="39745" y="79940"/>
                  </a:lnTo>
                  <a:lnTo>
                    <a:pt x="39745" y="77104"/>
                  </a:lnTo>
                  <a:cubicBezTo>
                    <a:pt x="39745" y="72241"/>
                    <a:pt x="36105" y="68595"/>
                    <a:pt x="31252" y="68595"/>
                  </a:cubicBezTo>
                  <a:lnTo>
                    <a:pt x="7797" y="68595"/>
                  </a:lnTo>
                  <a:cubicBezTo>
                    <a:pt x="4562" y="69000"/>
                    <a:pt x="1732" y="71026"/>
                    <a:pt x="518" y="74268"/>
                  </a:cubicBezTo>
                  <a:cubicBezTo>
                    <a:pt x="114" y="75078"/>
                    <a:pt x="114" y="76294"/>
                    <a:pt x="114" y="77104"/>
                  </a:cubicBezTo>
                  <a:lnTo>
                    <a:pt x="114" y="82777"/>
                  </a:lnTo>
                  <a:cubicBezTo>
                    <a:pt x="114" y="87639"/>
                    <a:pt x="3754" y="91286"/>
                    <a:pt x="8606" y="91286"/>
                  </a:cubicBezTo>
                  <a:lnTo>
                    <a:pt x="17099" y="91286"/>
                  </a:lnTo>
                  <a:lnTo>
                    <a:pt x="17099" y="154094"/>
                  </a:lnTo>
                  <a:lnTo>
                    <a:pt x="42980" y="154094"/>
                  </a:lnTo>
                  <a:cubicBezTo>
                    <a:pt x="47832" y="154094"/>
                    <a:pt x="51472" y="157741"/>
                    <a:pt x="51472" y="162604"/>
                  </a:cubicBezTo>
                  <a:lnTo>
                    <a:pt x="51472" y="168276"/>
                  </a:lnTo>
                  <a:cubicBezTo>
                    <a:pt x="51472" y="173139"/>
                    <a:pt x="47832" y="176786"/>
                    <a:pt x="42980" y="176786"/>
                  </a:cubicBezTo>
                  <a:lnTo>
                    <a:pt x="40149" y="176786"/>
                  </a:lnTo>
                  <a:lnTo>
                    <a:pt x="40149" y="174355"/>
                  </a:lnTo>
                  <a:cubicBezTo>
                    <a:pt x="40149" y="169492"/>
                    <a:pt x="36509" y="165845"/>
                    <a:pt x="31657" y="165845"/>
                  </a:cubicBezTo>
                  <a:lnTo>
                    <a:pt x="8202" y="165845"/>
                  </a:lnTo>
                  <a:cubicBezTo>
                    <a:pt x="4967" y="166250"/>
                    <a:pt x="2136" y="168276"/>
                    <a:pt x="923" y="171518"/>
                  </a:cubicBezTo>
                  <a:cubicBezTo>
                    <a:pt x="518" y="172328"/>
                    <a:pt x="518" y="173544"/>
                    <a:pt x="518" y="174355"/>
                  </a:cubicBezTo>
                  <a:lnTo>
                    <a:pt x="518" y="180027"/>
                  </a:lnTo>
                  <a:cubicBezTo>
                    <a:pt x="518" y="184890"/>
                    <a:pt x="4158" y="188537"/>
                    <a:pt x="9011" y="188537"/>
                  </a:cubicBezTo>
                  <a:lnTo>
                    <a:pt x="17503" y="188537"/>
                  </a:lnTo>
                  <a:lnTo>
                    <a:pt x="17503" y="228248"/>
                  </a:lnTo>
                  <a:cubicBezTo>
                    <a:pt x="17503" y="240809"/>
                    <a:pt x="27613" y="250939"/>
                    <a:pt x="40149" y="250939"/>
                  </a:cubicBezTo>
                  <a:lnTo>
                    <a:pt x="228192" y="250939"/>
                  </a:lnTo>
                  <a:cubicBezTo>
                    <a:pt x="240728" y="250939"/>
                    <a:pt x="250838" y="240809"/>
                    <a:pt x="250838" y="228248"/>
                  </a:cubicBezTo>
                  <a:lnTo>
                    <a:pt x="250838" y="22806"/>
                  </a:lnTo>
                  <a:cubicBezTo>
                    <a:pt x="250434" y="10244"/>
                    <a:pt x="240324" y="114"/>
                    <a:pt x="227788" y="114"/>
                  </a:cubicBezTo>
                  <a:moveTo>
                    <a:pt x="211208" y="185700"/>
                  </a:moveTo>
                  <a:cubicBezTo>
                    <a:pt x="211208" y="185700"/>
                    <a:pt x="210804" y="186511"/>
                    <a:pt x="210804" y="186916"/>
                  </a:cubicBezTo>
                  <a:cubicBezTo>
                    <a:pt x="210399" y="187727"/>
                    <a:pt x="209186" y="188942"/>
                    <a:pt x="208377" y="189752"/>
                  </a:cubicBezTo>
                  <a:lnTo>
                    <a:pt x="205951" y="190968"/>
                  </a:lnTo>
                  <a:lnTo>
                    <a:pt x="204333" y="191373"/>
                  </a:lnTo>
                  <a:lnTo>
                    <a:pt x="82206" y="191373"/>
                  </a:lnTo>
                  <a:cubicBezTo>
                    <a:pt x="81397" y="190968"/>
                    <a:pt x="80184" y="190563"/>
                    <a:pt x="79375" y="190157"/>
                  </a:cubicBezTo>
                  <a:cubicBezTo>
                    <a:pt x="78566" y="189752"/>
                    <a:pt x="77758" y="188537"/>
                    <a:pt x="77353" y="187321"/>
                  </a:cubicBezTo>
                  <a:cubicBezTo>
                    <a:pt x="77353" y="186916"/>
                    <a:pt x="76949" y="186105"/>
                    <a:pt x="76949" y="186105"/>
                  </a:cubicBezTo>
                  <a:cubicBezTo>
                    <a:pt x="76545" y="185700"/>
                    <a:pt x="75331" y="180433"/>
                    <a:pt x="76949" y="174760"/>
                  </a:cubicBezTo>
                  <a:lnTo>
                    <a:pt x="76949" y="174355"/>
                  </a:lnTo>
                  <a:lnTo>
                    <a:pt x="77353" y="173949"/>
                  </a:lnTo>
                  <a:cubicBezTo>
                    <a:pt x="81397" y="168682"/>
                    <a:pt x="91103" y="163009"/>
                    <a:pt x="101617" y="157336"/>
                  </a:cubicBezTo>
                  <a:cubicBezTo>
                    <a:pt x="111323" y="152068"/>
                    <a:pt x="125476" y="143963"/>
                    <a:pt x="125476" y="139912"/>
                  </a:cubicBezTo>
                  <a:lnTo>
                    <a:pt x="125476" y="137480"/>
                  </a:lnTo>
                  <a:cubicBezTo>
                    <a:pt x="125476" y="136265"/>
                    <a:pt x="125072" y="135454"/>
                    <a:pt x="124263" y="134644"/>
                  </a:cubicBezTo>
                  <a:cubicBezTo>
                    <a:pt x="115770" y="126134"/>
                    <a:pt x="111323" y="114383"/>
                    <a:pt x="111323" y="101822"/>
                  </a:cubicBezTo>
                  <a:cubicBezTo>
                    <a:pt x="111323" y="81561"/>
                    <a:pt x="115366" y="60490"/>
                    <a:pt x="144078" y="60490"/>
                  </a:cubicBezTo>
                  <a:cubicBezTo>
                    <a:pt x="172791" y="60490"/>
                    <a:pt x="176834" y="81156"/>
                    <a:pt x="176834" y="101822"/>
                  </a:cubicBezTo>
                  <a:cubicBezTo>
                    <a:pt x="176834" y="114383"/>
                    <a:pt x="172386" y="126134"/>
                    <a:pt x="163893" y="134644"/>
                  </a:cubicBezTo>
                  <a:cubicBezTo>
                    <a:pt x="163085" y="135454"/>
                    <a:pt x="162681" y="136265"/>
                    <a:pt x="162681" y="137480"/>
                  </a:cubicBezTo>
                  <a:lnTo>
                    <a:pt x="162681" y="139912"/>
                  </a:lnTo>
                  <a:cubicBezTo>
                    <a:pt x="162681" y="143963"/>
                    <a:pt x="177238" y="152068"/>
                    <a:pt x="186540" y="157336"/>
                  </a:cubicBezTo>
                  <a:cubicBezTo>
                    <a:pt x="197054" y="163009"/>
                    <a:pt x="206759" y="168682"/>
                    <a:pt x="210804" y="173949"/>
                  </a:cubicBezTo>
                  <a:lnTo>
                    <a:pt x="211208" y="174355"/>
                  </a:lnTo>
                  <a:lnTo>
                    <a:pt x="211208" y="174760"/>
                  </a:lnTo>
                  <a:cubicBezTo>
                    <a:pt x="213230" y="180027"/>
                    <a:pt x="211612" y="185295"/>
                    <a:pt x="211208" y="185700"/>
                  </a:cubicBezTo>
                </a:path>
              </a:pathLst>
            </a:custGeom>
            <a:solidFill>
              <a:srgbClr val="FFFFFF"/>
            </a:solidFill>
            <a:ln w="88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20">
                <a:solidFill>
                  <a:schemeClr val="tx1"/>
                </a:solidFill>
              </a:endParaRPr>
            </a:p>
          </p:txBody>
        </p:sp>
        <p:sp>
          <p:nvSpPr>
            <p:cNvPr id="21" name="图片 1" descr="343439383331313b343532303032373bbfcdbba7b5b5b0b8"/>
            <p:cNvSpPr/>
            <p:nvPr>
              <p:custDataLst>
                <p:tags r:id="rId16"/>
              </p:custDataLst>
            </p:nvPr>
          </p:nvSpPr>
          <p:spPr>
            <a:xfrm>
              <a:off x="4157203" y="1987332"/>
              <a:ext cx="286557" cy="266741"/>
            </a:xfrm>
            <a:custGeom>
              <a:avLst/>
              <a:gdLst>
                <a:gd name="connsiteX0" fmla="*/ 377815 w 431406"/>
                <a:gd name="connsiteY0" fmla="*/ 112603 h 401575"/>
                <a:gd name="connsiteX1" fmla="*/ 377815 w 431406"/>
                <a:gd name="connsiteY1" fmla="*/ 84312 h 401575"/>
                <a:gd name="connsiteX2" fmla="*/ 370360 w 431406"/>
                <a:gd name="connsiteY2" fmla="*/ 64276 h 401575"/>
                <a:gd name="connsiteX3" fmla="*/ 350977 w 431406"/>
                <a:gd name="connsiteY3" fmla="*/ 55421 h 401575"/>
                <a:gd name="connsiteX4" fmla="*/ 189125 w 431406"/>
                <a:gd name="connsiteY4" fmla="*/ 55421 h 401575"/>
                <a:gd name="connsiteX5" fmla="*/ 189125 w 431406"/>
                <a:gd name="connsiteY5" fmla="*/ 29006 h 401575"/>
                <a:gd name="connsiteX6" fmla="*/ 181670 w 431406"/>
                <a:gd name="connsiteY6" fmla="*/ 8970 h 401575"/>
                <a:gd name="connsiteX7" fmla="*/ 162287 w 431406"/>
                <a:gd name="connsiteY7" fmla="*/ 115 h 401575"/>
                <a:gd name="connsiteX8" fmla="*/ 26975 w 431406"/>
                <a:gd name="connsiteY8" fmla="*/ 115 h 401575"/>
                <a:gd name="connsiteX9" fmla="*/ 7592 w 431406"/>
                <a:gd name="connsiteY9" fmla="*/ 8970 h 401575"/>
                <a:gd name="connsiteX10" fmla="*/ 137 w 431406"/>
                <a:gd name="connsiteY10" fmla="*/ 29006 h 401575"/>
                <a:gd name="connsiteX11" fmla="*/ 137 w 431406"/>
                <a:gd name="connsiteY11" fmla="*/ 377876 h 401575"/>
                <a:gd name="connsiteX12" fmla="*/ 1330 w 431406"/>
                <a:gd name="connsiteY12" fmla="*/ 372098 h 401575"/>
                <a:gd name="connsiteX13" fmla="*/ 4535 w 431406"/>
                <a:gd name="connsiteY13" fmla="*/ 356265 h 401575"/>
                <a:gd name="connsiteX14" fmla="*/ 9307 w 431406"/>
                <a:gd name="connsiteY14" fmla="*/ 332701 h 401575"/>
                <a:gd name="connsiteX15" fmla="*/ 15196 w 431406"/>
                <a:gd name="connsiteY15" fmla="*/ 303735 h 401575"/>
                <a:gd name="connsiteX16" fmla="*/ 21682 w 431406"/>
                <a:gd name="connsiteY16" fmla="*/ 271618 h 401575"/>
                <a:gd name="connsiteX17" fmla="*/ 28392 w 431406"/>
                <a:gd name="connsiteY17" fmla="*/ 238674 h 401575"/>
                <a:gd name="connsiteX18" fmla="*/ 34803 w 431406"/>
                <a:gd name="connsiteY18" fmla="*/ 207157 h 401575"/>
                <a:gd name="connsiteX19" fmla="*/ 40916 w 431406"/>
                <a:gd name="connsiteY19" fmla="*/ 177140 h 401575"/>
                <a:gd name="connsiteX20" fmla="*/ 46210 w 431406"/>
                <a:gd name="connsiteY20" fmla="*/ 148473 h 401575"/>
                <a:gd name="connsiteX21" fmla="*/ 54187 w 431406"/>
                <a:gd name="connsiteY21" fmla="*/ 124310 h 401575"/>
                <a:gd name="connsiteX22" fmla="*/ 75732 w 431406"/>
                <a:gd name="connsiteY22" fmla="*/ 112753 h 401575"/>
                <a:gd name="connsiteX23" fmla="*/ 102198 w 431406"/>
                <a:gd name="connsiteY23" fmla="*/ 112453 h 401575"/>
                <a:gd name="connsiteX24" fmla="*/ 163256 w 431406"/>
                <a:gd name="connsiteY24" fmla="*/ 112603 h 401575"/>
                <a:gd name="connsiteX25" fmla="*/ 377740 w 431406"/>
                <a:gd name="connsiteY25" fmla="*/ 112603 h 401575"/>
                <a:gd name="connsiteX26" fmla="*/ 377815 w 431406"/>
                <a:gd name="connsiteY26" fmla="*/ 112603 h 401575"/>
                <a:gd name="connsiteX27" fmla="*/ 357686 w 431406"/>
                <a:gd name="connsiteY27" fmla="*/ 401590 h 401575"/>
                <a:gd name="connsiteX28" fmla="*/ 347249 w 431406"/>
                <a:gd name="connsiteY28" fmla="*/ 401590 h 401575"/>
                <a:gd name="connsiteX29" fmla="*/ 331966 w 431406"/>
                <a:gd name="connsiteY29" fmla="*/ 401516 h 401575"/>
                <a:gd name="connsiteX30" fmla="*/ 319068 w 431406"/>
                <a:gd name="connsiteY30" fmla="*/ 401590 h 401575"/>
                <a:gd name="connsiteX31" fmla="*/ 21831 w 431406"/>
                <a:gd name="connsiteY31" fmla="*/ 401590 h 401575"/>
                <a:gd name="connsiteX32" fmla="*/ 22875 w 431406"/>
                <a:gd name="connsiteY32" fmla="*/ 396263 h 401575"/>
                <a:gd name="connsiteX33" fmla="*/ 25708 w 431406"/>
                <a:gd name="connsiteY33" fmla="*/ 381628 h 401575"/>
                <a:gd name="connsiteX34" fmla="*/ 29883 w 431406"/>
                <a:gd name="connsiteY34" fmla="*/ 359717 h 401575"/>
                <a:gd name="connsiteX35" fmla="*/ 35101 w 431406"/>
                <a:gd name="connsiteY35" fmla="*/ 332551 h 401575"/>
                <a:gd name="connsiteX36" fmla="*/ 40916 w 431406"/>
                <a:gd name="connsiteY36" fmla="*/ 302085 h 401575"/>
                <a:gd name="connsiteX37" fmla="*/ 47030 w 431406"/>
                <a:gd name="connsiteY37" fmla="*/ 270417 h 401575"/>
                <a:gd name="connsiteX38" fmla="*/ 52994 w 431406"/>
                <a:gd name="connsiteY38" fmla="*/ 239499 h 401575"/>
                <a:gd name="connsiteX39" fmla="*/ 64251 w 431406"/>
                <a:gd name="connsiteY39" fmla="*/ 179016 h 401575"/>
                <a:gd name="connsiteX40" fmla="*/ 74688 w 431406"/>
                <a:gd name="connsiteY40" fmla="*/ 143971 h 401575"/>
                <a:gd name="connsiteX41" fmla="*/ 112635 w 431406"/>
                <a:gd name="connsiteY41" fmla="*/ 134140 h 401575"/>
                <a:gd name="connsiteX42" fmla="*/ 164896 w 431406"/>
                <a:gd name="connsiteY42" fmla="*/ 134215 h 401575"/>
                <a:gd name="connsiteX43" fmla="*/ 374311 w 431406"/>
                <a:gd name="connsiteY43" fmla="*/ 134215 h 401575"/>
                <a:gd name="connsiteX44" fmla="*/ 403387 w 431406"/>
                <a:gd name="connsiteY44" fmla="*/ 134365 h 401575"/>
                <a:gd name="connsiteX45" fmla="*/ 425827 w 431406"/>
                <a:gd name="connsiteY45" fmla="*/ 144571 h 401575"/>
                <a:gd name="connsiteX46" fmla="*/ 431268 w 431406"/>
                <a:gd name="connsiteY46" fmla="*/ 165883 h 401575"/>
                <a:gd name="connsiteX47" fmla="*/ 424708 w 431406"/>
                <a:gd name="connsiteY47" fmla="*/ 194924 h 401575"/>
                <a:gd name="connsiteX48" fmla="*/ 417774 w 431406"/>
                <a:gd name="connsiteY48" fmla="*/ 225242 h 401575"/>
                <a:gd name="connsiteX49" fmla="*/ 408381 w 431406"/>
                <a:gd name="connsiteY49" fmla="*/ 266439 h 401575"/>
                <a:gd name="connsiteX50" fmla="*/ 400106 w 431406"/>
                <a:gd name="connsiteY50" fmla="*/ 302534 h 401575"/>
                <a:gd name="connsiteX51" fmla="*/ 386910 w 431406"/>
                <a:gd name="connsiteY51" fmla="*/ 362418 h 401575"/>
                <a:gd name="connsiteX52" fmla="*/ 379380 w 431406"/>
                <a:gd name="connsiteY52" fmla="*/ 386807 h 401575"/>
                <a:gd name="connsiteX53" fmla="*/ 362457 w 431406"/>
                <a:gd name="connsiteY53" fmla="*/ 400990 h 401575"/>
                <a:gd name="connsiteX54" fmla="*/ 357686 w 431406"/>
                <a:gd name="connsiteY54" fmla="*/ 401590 h 40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31406" h="401575">
                  <a:moveTo>
                    <a:pt x="377815" y="112603"/>
                  </a:moveTo>
                  <a:lnTo>
                    <a:pt x="377815" y="84312"/>
                  </a:lnTo>
                  <a:cubicBezTo>
                    <a:pt x="378039" y="76883"/>
                    <a:pt x="375355" y="69679"/>
                    <a:pt x="370360" y="64276"/>
                  </a:cubicBezTo>
                  <a:cubicBezTo>
                    <a:pt x="365291" y="58873"/>
                    <a:pt x="358357" y="55646"/>
                    <a:pt x="350977" y="55421"/>
                  </a:cubicBezTo>
                  <a:lnTo>
                    <a:pt x="189125" y="55421"/>
                  </a:lnTo>
                  <a:lnTo>
                    <a:pt x="189125" y="29006"/>
                  </a:lnTo>
                  <a:cubicBezTo>
                    <a:pt x="189349" y="21577"/>
                    <a:pt x="186665" y="14373"/>
                    <a:pt x="181670" y="8970"/>
                  </a:cubicBezTo>
                  <a:cubicBezTo>
                    <a:pt x="176600" y="3567"/>
                    <a:pt x="169666" y="340"/>
                    <a:pt x="162287" y="115"/>
                  </a:cubicBezTo>
                  <a:lnTo>
                    <a:pt x="26975" y="115"/>
                  </a:lnTo>
                  <a:cubicBezTo>
                    <a:pt x="19595" y="340"/>
                    <a:pt x="12661" y="3567"/>
                    <a:pt x="7592" y="8970"/>
                  </a:cubicBezTo>
                  <a:cubicBezTo>
                    <a:pt x="2524" y="14364"/>
                    <a:pt x="-164" y="21589"/>
                    <a:pt x="137" y="29006"/>
                  </a:cubicBezTo>
                  <a:lnTo>
                    <a:pt x="137" y="377876"/>
                  </a:lnTo>
                  <a:cubicBezTo>
                    <a:pt x="510" y="375926"/>
                    <a:pt x="957" y="374050"/>
                    <a:pt x="1330" y="372098"/>
                  </a:cubicBezTo>
                  <a:cubicBezTo>
                    <a:pt x="2373" y="366846"/>
                    <a:pt x="3492" y="361517"/>
                    <a:pt x="4535" y="356265"/>
                  </a:cubicBezTo>
                  <a:cubicBezTo>
                    <a:pt x="6101" y="348385"/>
                    <a:pt x="7741" y="340581"/>
                    <a:pt x="9307" y="332701"/>
                  </a:cubicBezTo>
                  <a:cubicBezTo>
                    <a:pt x="11245" y="323021"/>
                    <a:pt x="13258" y="313341"/>
                    <a:pt x="15196" y="303735"/>
                  </a:cubicBezTo>
                  <a:cubicBezTo>
                    <a:pt x="17358" y="293004"/>
                    <a:pt x="19520" y="282349"/>
                    <a:pt x="21682" y="271618"/>
                  </a:cubicBezTo>
                  <a:cubicBezTo>
                    <a:pt x="23919" y="260661"/>
                    <a:pt x="26155" y="249631"/>
                    <a:pt x="28392" y="238674"/>
                  </a:cubicBezTo>
                  <a:cubicBezTo>
                    <a:pt x="30554" y="228167"/>
                    <a:pt x="32641" y="217662"/>
                    <a:pt x="34803" y="207157"/>
                  </a:cubicBezTo>
                  <a:cubicBezTo>
                    <a:pt x="36816" y="197175"/>
                    <a:pt x="38904" y="187120"/>
                    <a:pt x="40916" y="177140"/>
                  </a:cubicBezTo>
                  <a:cubicBezTo>
                    <a:pt x="42780" y="167610"/>
                    <a:pt x="44495" y="158079"/>
                    <a:pt x="46210" y="148473"/>
                  </a:cubicBezTo>
                  <a:cubicBezTo>
                    <a:pt x="47701" y="140219"/>
                    <a:pt x="49341" y="131364"/>
                    <a:pt x="54187" y="124310"/>
                  </a:cubicBezTo>
                  <a:cubicBezTo>
                    <a:pt x="59033" y="117181"/>
                    <a:pt x="67382" y="113654"/>
                    <a:pt x="75732" y="112753"/>
                  </a:cubicBezTo>
                  <a:cubicBezTo>
                    <a:pt x="84529" y="111778"/>
                    <a:pt x="93401" y="112303"/>
                    <a:pt x="102198" y="112453"/>
                  </a:cubicBezTo>
                  <a:cubicBezTo>
                    <a:pt x="122550" y="112753"/>
                    <a:pt x="142903" y="112603"/>
                    <a:pt x="163256" y="112603"/>
                  </a:cubicBezTo>
                  <a:lnTo>
                    <a:pt x="377740" y="112603"/>
                  </a:lnTo>
                  <a:lnTo>
                    <a:pt x="377815" y="112603"/>
                  </a:lnTo>
                  <a:moveTo>
                    <a:pt x="357686" y="401590"/>
                  </a:moveTo>
                  <a:cubicBezTo>
                    <a:pt x="354182" y="401815"/>
                    <a:pt x="350530" y="401590"/>
                    <a:pt x="347249" y="401590"/>
                  </a:cubicBezTo>
                  <a:cubicBezTo>
                    <a:pt x="342179" y="401590"/>
                    <a:pt x="337036" y="401440"/>
                    <a:pt x="331966" y="401516"/>
                  </a:cubicBezTo>
                  <a:cubicBezTo>
                    <a:pt x="327642" y="401516"/>
                    <a:pt x="323392" y="401590"/>
                    <a:pt x="319068" y="401590"/>
                  </a:cubicBezTo>
                  <a:lnTo>
                    <a:pt x="21831" y="401590"/>
                  </a:lnTo>
                  <a:cubicBezTo>
                    <a:pt x="22204" y="399789"/>
                    <a:pt x="22502" y="398063"/>
                    <a:pt x="22875" y="396263"/>
                  </a:cubicBezTo>
                  <a:cubicBezTo>
                    <a:pt x="23844" y="391384"/>
                    <a:pt x="24739" y="386507"/>
                    <a:pt x="25708" y="381628"/>
                  </a:cubicBezTo>
                  <a:cubicBezTo>
                    <a:pt x="27124" y="374350"/>
                    <a:pt x="28541" y="366996"/>
                    <a:pt x="29883" y="359717"/>
                  </a:cubicBezTo>
                  <a:cubicBezTo>
                    <a:pt x="31598" y="350636"/>
                    <a:pt x="33387" y="341632"/>
                    <a:pt x="35101" y="332551"/>
                  </a:cubicBezTo>
                  <a:cubicBezTo>
                    <a:pt x="37040" y="322421"/>
                    <a:pt x="38978" y="312290"/>
                    <a:pt x="40916" y="302085"/>
                  </a:cubicBezTo>
                  <a:cubicBezTo>
                    <a:pt x="42929" y="291504"/>
                    <a:pt x="44942" y="280922"/>
                    <a:pt x="47030" y="270417"/>
                  </a:cubicBezTo>
                  <a:cubicBezTo>
                    <a:pt x="49043" y="260136"/>
                    <a:pt x="50981" y="249781"/>
                    <a:pt x="52994" y="239499"/>
                  </a:cubicBezTo>
                  <a:cubicBezTo>
                    <a:pt x="56870" y="219388"/>
                    <a:pt x="60598" y="199201"/>
                    <a:pt x="64251" y="179016"/>
                  </a:cubicBezTo>
                  <a:cubicBezTo>
                    <a:pt x="66413" y="167308"/>
                    <a:pt x="66786" y="153576"/>
                    <a:pt x="74688" y="143971"/>
                  </a:cubicBezTo>
                  <a:cubicBezTo>
                    <a:pt x="83709" y="132940"/>
                    <a:pt x="99738" y="133540"/>
                    <a:pt x="112635" y="134140"/>
                  </a:cubicBezTo>
                  <a:cubicBezTo>
                    <a:pt x="130006" y="134891"/>
                    <a:pt x="147525" y="134215"/>
                    <a:pt x="164896" y="134215"/>
                  </a:cubicBezTo>
                  <a:lnTo>
                    <a:pt x="374311" y="134215"/>
                  </a:lnTo>
                  <a:cubicBezTo>
                    <a:pt x="383928" y="134215"/>
                    <a:pt x="393769" y="133615"/>
                    <a:pt x="403387" y="134365"/>
                  </a:cubicBezTo>
                  <a:cubicBezTo>
                    <a:pt x="411661" y="135041"/>
                    <a:pt x="420310" y="138043"/>
                    <a:pt x="425827" y="144571"/>
                  </a:cubicBezTo>
                  <a:cubicBezTo>
                    <a:pt x="430747" y="150499"/>
                    <a:pt x="432163" y="158379"/>
                    <a:pt x="431268" y="165883"/>
                  </a:cubicBezTo>
                  <a:cubicBezTo>
                    <a:pt x="430075" y="175639"/>
                    <a:pt x="426944" y="185393"/>
                    <a:pt x="424708" y="194924"/>
                  </a:cubicBezTo>
                  <a:cubicBezTo>
                    <a:pt x="422322" y="204979"/>
                    <a:pt x="420012" y="215111"/>
                    <a:pt x="417774" y="225242"/>
                  </a:cubicBezTo>
                  <a:cubicBezTo>
                    <a:pt x="414719" y="238974"/>
                    <a:pt x="411512" y="252707"/>
                    <a:pt x="408381" y="266439"/>
                  </a:cubicBezTo>
                  <a:cubicBezTo>
                    <a:pt x="405623" y="278447"/>
                    <a:pt x="402865" y="290528"/>
                    <a:pt x="400106" y="302534"/>
                  </a:cubicBezTo>
                  <a:cubicBezTo>
                    <a:pt x="395558" y="322496"/>
                    <a:pt x="391234" y="342457"/>
                    <a:pt x="386910" y="362418"/>
                  </a:cubicBezTo>
                  <a:cubicBezTo>
                    <a:pt x="385121" y="370673"/>
                    <a:pt x="383183" y="379229"/>
                    <a:pt x="379380" y="386807"/>
                  </a:cubicBezTo>
                  <a:cubicBezTo>
                    <a:pt x="376025" y="393486"/>
                    <a:pt x="369763" y="399114"/>
                    <a:pt x="362457" y="400990"/>
                  </a:cubicBezTo>
                  <a:cubicBezTo>
                    <a:pt x="360817" y="401290"/>
                    <a:pt x="359252" y="401516"/>
                    <a:pt x="357686" y="401590"/>
                  </a:cubicBezTo>
                </a:path>
              </a:pathLst>
            </a:custGeom>
            <a:solidFill>
              <a:srgbClr val="FFFFFF"/>
            </a:solidFill>
            <a:ln w="15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2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844550" y="41088"/>
            <a:ext cx="7858760" cy="7067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 w="19050">
                  <a:solidFill>
                    <a:srgbClr val="062338"/>
                  </a:solidFill>
                </a:ln>
                <a:solidFill>
                  <a:srgbClr val="FEEB97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vi-VN" altLang="zh-CN" sz="4000" dirty="0">
                <a:ln w="19050">
                  <a:noFill/>
                </a:ln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4. KẾT LUẬN VÀ HƯỚNG PHÁT TRIỂN</a:t>
            </a:r>
          </a:p>
        </p:txBody>
      </p:sp>
      <p:sp>
        <p:nvSpPr>
          <p:cNvPr id="14" name="Freeform 4"/>
          <p:cNvSpPr/>
          <p:nvPr/>
        </p:nvSpPr>
        <p:spPr>
          <a:xfrm>
            <a:off x="185420" y="654050"/>
            <a:ext cx="8959215" cy="76200"/>
          </a:xfrm>
          <a:custGeom>
            <a:avLst/>
            <a:gdLst/>
            <a:ahLst/>
            <a:cxnLst/>
            <a:rect l="l" t="t" r="r" b="b"/>
            <a:pathLst>
              <a:path w="9753600" h="95869">
                <a:moveTo>
                  <a:pt x="0" y="95870"/>
                </a:moveTo>
                <a:lnTo>
                  <a:pt x="9753600" y="95870"/>
                </a:lnTo>
                <a:lnTo>
                  <a:pt x="9753600" y="0"/>
                </a:lnTo>
                <a:lnTo>
                  <a:pt x="0" y="0"/>
                </a:lnTo>
                <a:lnTo>
                  <a:pt x="0" y="95870"/>
                </a:lnTo>
                <a:close/>
              </a:path>
            </a:pathLst>
          </a:custGeom>
          <a:blipFill>
            <a:blip r:embed="rId24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0"/>
            <a:ext cx="958215" cy="95821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4747260"/>
            <a:ext cx="9144000" cy="396240"/>
          </a:xfrm>
          <a:custGeom>
            <a:avLst/>
            <a:gdLst/>
            <a:ahLst/>
            <a:cxnLst/>
            <a:rect l="l" t="t" r="r" b="b"/>
            <a:pathLst>
              <a:path w="9753600" h="609629">
                <a:moveTo>
                  <a:pt x="0" y="0"/>
                </a:moveTo>
                <a:lnTo>
                  <a:pt x="9753600" y="0"/>
                </a:lnTo>
                <a:lnTo>
                  <a:pt x="9753600" y="609629"/>
                </a:lnTo>
                <a:lnTo>
                  <a:pt x="0" y="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t="-10451" b="-104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8473440" y="916940"/>
            <a:ext cx="2860675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29" name="矩形 28"/>
          <p:cNvSpPr/>
          <p:nvPr>
            <p:custDataLst>
              <p:tags r:id="rId1"/>
            </p:custDataLst>
          </p:nvPr>
        </p:nvSpPr>
        <p:spPr>
          <a:xfrm>
            <a:off x="5539046" y="4059125"/>
            <a:ext cx="1776153" cy="6685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Phát triển phiên bản Android và iOS.</a:t>
            </a:r>
          </a:p>
        </p:txBody>
      </p:sp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5534660" y="3450590"/>
            <a:ext cx="1835785" cy="5200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5B9BD5"/>
                </a:solidFill>
                <a:latin typeface="+mj-lt"/>
              </a:rPr>
              <a:t>Ứng dụng di động</a:t>
            </a: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4197273" y="1551275"/>
            <a:ext cx="1734989" cy="6685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Cải thiện ngữ cảnh và nguồn tri thức.</a:t>
            </a: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4197350" y="824865"/>
            <a:ext cx="2067560" cy="63817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FFC000"/>
                </a:solidFill>
                <a:latin typeface="+mj-lt"/>
              </a:rPr>
              <a:t>Mở rộng chatbot AI</a:t>
            </a:r>
          </a:p>
        </p:txBody>
      </p:sp>
      <p:cxnSp>
        <p:nvCxnSpPr>
          <p:cNvPr id="2" name="直接连接符 18"/>
          <p:cNvCxnSpPr/>
          <p:nvPr>
            <p:custDataLst>
              <p:tags r:id="rId5"/>
            </p:custDataLst>
          </p:nvPr>
        </p:nvCxnSpPr>
        <p:spPr>
          <a:xfrm flipV="1">
            <a:off x="1318321" y="1223661"/>
            <a:ext cx="0" cy="1052427"/>
          </a:xfrm>
          <a:prstGeom prst="line">
            <a:avLst/>
          </a:prstGeom>
          <a:ln>
            <a:solidFill>
              <a:srgbClr val="FFC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9"/>
          <p:cNvCxnSpPr/>
          <p:nvPr>
            <p:custDataLst>
              <p:tags r:id="rId6"/>
            </p:custDataLst>
          </p:nvPr>
        </p:nvCxnSpPr>
        <p:spPr>
          <a:xfrm flipV="1">
            <a:off x="3990267" y="1195828"/>
            <a:ext cx="0" cy="1052427"/>
          </a:xfrm>
          <a:prstGeom prst="line">
            <a:avLst/>
          </a:prstGeom>
          <a:ln>
            <a:solidFill>
              <a:srgbClr val="FFC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7"/>
            </p:custDataLst>
          </p:nvPr>
        </p:nvCxnSpPr>
        <p:spPr>
          <a:xfrm rot="10800000" flipV="1">
            <a:off x="5326819" y="3396937"/>
            <a:ext cx="0" cy="1052427"/>
          </a:xfrm>
          <a:prstGeom prst="line">
            <a:avLst/>
          </a:prstGeom>
          <a:ln>
            <a:solidFill>
              <a:srgbClr val="5B9B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8"/>
            </p:custDataLst>
          </p:nvPr>
        </p:nvCxnSpPr>
        <p:spPr>
          <a:xfrm rot="10800000" flipV="1">
            <a:off x="2647336" y="3396937"/>
            <a:ext cx="0" cy="1052427"/>
          </a:xfrm>
          <a:prstGeom prst="line">
            <a:avLst/>
          </a:prstGeom>
          <a:ln>
            <a:solidFill>
              <a:srgbClr val="5B9B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2"/>
          <p:cNvSpPr/>
          <p:nvPr>
            <p:custDataLst>
              <p:tags r:id="rId9"/>
            </p:custDataLst>
          </p:nvPr>
        </p:nvSpPr>
        <p:spPr>
          <a:xfrm>
            <a:off x="1314841" y="2221580"/>
            <a:ext cx="886590" cy="115911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29" h="1999">
                <a:moveTo>
                  <a:pt x="0" y="0"/>
                </a:moveTo>
                <a:lnTo>
                  <a:pt x="1529" y="0"/>
                </a:lnTo>
                <a:lnTo>
                  <a:pt x="1529" y="1999"/>
                </a:lnTo>
                <a:lnTo>
                  <a:pt x="764" y="1514"/>
                </a:lnTo>
                <a:lnTo>
                  <a:pt x="0" y="19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C000">
                  <a:lumMod val="90000"/>
                  <a:lumOff val="10000"/>
                  <a:alpha val="100000"/>
                </a:srgbClr>
              </a:gs>
              <a:gs pos="70000">
                <a:srgbClr val="FFC000">
                  <a:lumMod val="70000"/>
                  <a:lumOff val="30000"/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240951" rIns="103178" bIns="29254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rgbClr val="FFC000">
                      <a:alpha val="50000"/>
                    </a:srgbClr>
                  </a:outerShdw>
                </a:effectLst>
                <a:latin typeface="+mn-lt"/>
                <a:sym typeface="+mn-lt"/>
              </a:rPr>
              <a:t>01</a:t>
            </a:r>
            <a:endParaRPr lang="en-US" sz="2675" b="1" dirty="0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rgbClr val="FFC000">
                    <a:alpha val="50000"/>
                  </a:srgb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17" name="矩形 3"/>
          <p:cNvSpPr/>
          <p:nvPr>
            <p:custDataLst>
              <p:tags r:id="rId10"/>
            </p:custDataLst>
          </p:nvPr>
        </p:nvSpPr>
        <p:spPr>
          <a:xfrm>
            <a:off x="2647336" y="2221580"/>
            <a:ext cx="886590" cy="1177095"/>
          </a:xfrm>
          <a:prstGeom prst="rect">
            <a:avLst/>
          </a:prstGeom>
          <a:gradFill>
            <a:gsLst>
              <a:gs pos="0">
                <a:srgbClr val="5B9BD5">
                  <a:lumMod val="90000"/>
                  <a:lumOff val="10000"/>
                  <a:alpha val="100000"/>
                </a:srgbClr>
              </a:gs>
              <a:gs pos="70000">
                <a:srgbClr val="5B9BD5">
                  <a:lumMod val="70000"/>
                  <a:lumOff val="30000"/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rgbClr val="5B9BD5">
                      <a:alpha val="50000"/>
                    </a:srgbClr>
                  </a:outerShdw>
                </a:effectLst>
                <a:latin typeface="+mn-lt"/>
                <a:sym typeface="+mn-lt"/>
              </a:rPr>
              <a:t>02</a:t>
            </a:r>
          </a:p>
        </p:txBody>
      </p:sp>
      <p:sp>
        <p:nvSpPr>
          <p:cNvPr id="18" name="矩形 4"/>
          <p:cNvSpPr/>
          <p:nvPr>
            <p:custDataLst>
              <p:tags r:id="rId11"/>
            </p:custDataLst>
          </p:nvPr>
        </p:nvSpPr>
        <p:spPr>
          <a:xfrm>
            <a:off x="3986788" y="2221580"/>
            <a:ext cx="886590" cy="1177095"/>
          </a:xfrm>
          <a:prstGeom prst="rect">
            <a:avLst/>
          </a:prstGeom>
          <a:gradFill>
            <a:gsLst>
              <a:gs pos="0">
                <a:srgbClr val="FFC000">
                  <a:lumMod val="90000"/>
                  <a:lumOff val="10000"/>
                  <a:alpha val="100000"/>
                </a:srgbClr>
              </a:gs>
              <a:gs pos="70000">
                <a:srgbClr val="FFC000">
                  <a:lumMod val="70000"/>
                  <a:lumOff val="30000"/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rgbClr val="FFC000">
                      <a:alpha val="50000"/>
                    </a:srgbClr>
                  </a:outerShdw>
                </a:effectLst>
                <a:latin typeface="+mn-lt"/>
                <a:sym typeface="+mn-lt"/>
              </a:rPr>
              <a:t>03</a:t>
            </a:r>
          </a:p>
        </p:txBody>
      </p:sp>
      <p:sp>
        <p:nvSpPr>
          <p:cNvPr id="22" name="矩形 5"/>
          <p:cNvSpPr/>
          <p:nvPr>
            <p:custDataLst>
              <p:tags r:id="rId12"/>
            </p:custDataLst>
          </p:nvPr>
        </p:nvSpPr>
        <p:spPr>
          <a:xfrm>
            <a:off x="5326239" y="2221580"/>
            <a:ext cx="886590" cy="1177095"/>
          </a:xfrm>
          <a:prstGeom prst="rect">
            <a:avLst/>
          </a:prstGeom>
          <a:gradFill>
            <a:gsLst>
              <a:gs pos="0">
                <a:srgbClr val="5B9BD5">
                  <a:lumMod val="90000"/>
                  <a:lumOff val="10000"/>
                  <a:alpha val="100000"/>
                </a:srgbClr>
              </a:gs>
              <a:gs pos="70000">
                <a:srgbClr val="5B9BD5">
                  <a:lumMod val="70000"/>
                  <a:lumOff val="30000"/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rgbClr val="5B9BD5">
                      <a:alpha val="50000"/>
                    </a:srgbClr>
                  </a:outerShdw>
                </a:effectLst>
                <a:latin typeface="+mn-lt"/>
                <a:sym typeface="+mn-lt"/>
              </a:rPr>
              <a:t>04</a:t>
            </a:r>
          </a:p>
        </p:txBody>
      </p:sp>
      <p:sp>
        <p:nvSpPr>
          <p:cNvPr id="25" name="平行四边形 10"/>
          <p:cNvSpPr/>
          <p:nvPr>
            <p:custDataLst>
              <p:tags r:id="rId13"/>
            </p:custDataLst>
          </p:nvPr>
        </p:nvSpPr>
        <p:spPr>
          <a:xfrm rot="5400000">
            <a:off x="1832067" y="2583407"/>
            <a:ext cx="1177675" cy="453442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rgbClr val="5B9BD5">
                  <a:alpha val="100000"/>
                </a:srgbClr>
              </a:gs>
              <a:gs pos="0">
                <a:srgbClr val="5B9BD5">
                  <a:lumMod val="90000"/>
                  <a:alpha val="10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8" name="平行四边形 11"/>
          <p:cNvSpPr/>
          <p:nvPr>
            <p:custDataLst>
              <p:tags r:id="rId14"/>
            </p:custDataLst>
          </p:nvPr>
        </p:nvSpPr>
        <p:spPr>
          <a:xfrm rot="5400000">
            <a:off x="3171519" y="2583407"/>
            <a:ext cx="1177675" cy="453442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rgbClr val="FFC000">
                  <a:alpha val="100000"/>
                </a:srgbClr>
              </a:gs>
              <a:gs pos="0">
                <a:srgbClr val="FFC000">
                  <a:lumMod val="90000"/>
                  <a:alpha val="10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1" name="平行四边形 12"/>
          <p:cNvSpPr/>
          <p:nvPr>
            <p:custDataLst>
              <p:tags r:id="rId15"/>
            </p:custDataLst>
          </p:nvPr>
        </p:nvSpPr>
        <p:spPr>
          <a:xfrm rot="5400000">
            <a:off x="4510971" y="2583407"/>
            <a:ext cx="1177675" cy="453442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rgbClr val="5B9BD5">
                  <a:alpha val="100000"/>
                </a:srgbClr>
              </a:gs>
              <a:gs pos="0">
                <a:srgbClr val="5B9BD5">
                  <a:lumMod val="90000"/>
                  <a:alpha val="10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2" name="平行四边形 15"/>
          <p:cNvSpPr/>
          <p:nvPr>
            <p:custDataLst>
              <p:tags r:id="rId16"/>
            </p:custDataLst>
          </p:nvPr>
        </p:nvSpPr>
        <p:spPr>
          <a:xfrm rot="5400000">
            <a:off x="5925225" y="2499909"/>
            <a:ext cx="931819" cy="375163"/>
          </a:xfrm>
          <a:prstGeom prst="parallelogram">
            <a:avLst>
              <a:gd name="adj" fmla="val 80370"/>
            </a:avLst>
          </a:prstGeom>
          <a:gradFill>
            <a:gsLst>
              <a:gs pos="100000">
                <a:srgbClr val="5B9BD5">
                  <a:alpha val="100000"/>
                </a:srgbClr>
              </a:gs>
              <a:gs pos="0">
                <a:srgbClr val="5B9BD5">
                  <a:lumMod val="90000"/>
                  <a:alpha val="10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3" name="右箭头 1"/>
          <p:cNvSpPr/>
          <p:nvPr>
            <p:custDataLst>
              <p:tags r:id="rId17"/>
            </p:custDataLst>
          </p:nvPr>
        </p:nvSpPr>
        <p:spPr>
          <a:xfrm>
            <a:off x="6578715" y="2397856"/>
            <a:ext cx="792074" cy="880791"/>
          </a:xfrm>
          <a:prstGeom prst="rightArrow">
            <a:avLst>
              <a:gd name="adj1" fmla="val 71222"/>
              <a:gd name="adj2" fmla="val 72076"/>
            </a:avLst>
          </a:prstGeom>
          <a:gradFill>
            <a:gsLst>
              <a:gs pos="0">
                <a:srgbClr val="5B9BD5">
                  <a:alpha val="100000"/>
                </a:srgbClr>
              </a:gs>
              <a:gs pos="100000">
                <a:srgbClr val="5B9BD5">
                  <a:lumMod val="90000"/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4" name="矩形 7"/>
          <p:cNvSpPr/>
          <p:nvPr>
            <p:custDataLst>
              <p:tags r:id="rId18"/>
            </p:custDataLst>
          </p:nvPr>
        </p:nvSpPr>
        <p:spPr>
          <a:xfrm>
            <a:off x="2862460" y="4059125"/>
            <a:ext cx="1577771" cy="6685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Tích điểm, phân hạng và ưu đãi.</a:t>
            </a:r>
          </a:p>
        </p:txBody>
      </p:sp>
      <p:sp>
        <p:nvSpPr>
          <p:cNvPr id="35" name="矩形 9"/>
          <p:cNvSpPr/>
          <p:nvPr>
            <p:custDataLst>
              <p:tags r:id="rId19"/>
            </p:custDataLst>
          </p:nvPr>
        </p:nvSpPr>
        <p:spPr>
          <a:xfrm>
            <a:off x="1526486" y="1553015"/>
            <a:ext cx="2304899" cy="6685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Bổ sung dữ liệu và tối ưu độ chính xác.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矩形 14"/>
          <p:cNvSpPr/>
          <p:nvPr>
            <p:custDataLst>
              <p:tags r:id="rId20"/>
            </p:custDataLst>
          </p:nvPr>
        </p:nvSpPr>
        <p:spPr>
          <a:xfrm>
            <a:off x="2858135" y="3450590"/>
            <a:ext cx="2319655" cy="5200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5B9BD5"/>
                </a:solidFill>
                <a:latin typeface="+mj-lt"/>
              </a:rPr>
              <a:t>Khách hàng thân thiết</a:t>
            </a:r>
          </a:p>
        </p:txBody>
      </p:sp>
      <p:sp>
        <p:nvSpPr>
          <p:cNvPr id="37" name="矩形 21"/>
          <p:cNvSpPr/>
          <p:nvPr>
            <p:custDataLst>
              <p:tags r:id="rId21"/>
            </p:custDataLst>
          </p:nvPr>
        </p:nvSpPr>
        <p:spPr>
          <a:xfrm>
            <a:off x="1526540" y="826770"/>
            <a:ext cx="2441575" cy="63817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FFC000"/>
                </a:solidFill>
                <a:latin typeface="+mj-lt"/>
              </a:rPr>
              <a:t>Nâng cao hệ thống gợi ý</a:t>
            </a:r>
          </a:p>
        </p:txBody>
      </p:sp>
      <p:sp>
        <p:nvSpPr>
          <p:cNvPr id="38" name="Text Box 37"/>
          <p:cNvSpPr txBox="1"/>
          <p:nvPr/>
        </p:nvSpPr>
        <p:spPr>
          <a:xfrm>
            <a:off x="2201545" y="75120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vi-VN" sz="2000" b="1" cap="all" dirty="0">
                <a:solidFill>
                  <a:srgbClr val="000000"/>
                </a:solidFill>
                <a:sym typeface="+mn-ea"/>
              </a:rPr>
              <a:t>hướng phát triển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4FA8-34A7-248F-4390-E140B34B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33E1D47-1D0B-8DD1-597D-92BD3739F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93" y="0"/>
            <a:ext cx="1363006" cy="11576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7B780B-6C83-5626-969C-3D1221572732}"/>
              </a:ext>
            </a:extLst>
          </p:cNvPr>
          <p:cNvSpPr txBox="1"/>
          <p:nvPr/>
        </p:nvSpPr>
        <p:spPr>
          <a:xfrm>
            <a:off x="223401" y="2366804"/>
            <a:ext cx="86971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effectLst/>
                <a:latin typeface="Roboto,Bold"/>
              </a:rPr>
              <a:t>XIN CÁM ƠN QUÝ THẦY, CÔ VÀ CÁC BẠN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965915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45c2f39-ea08-454f-b5b3-70971fafac75"/>
  <p:tag name="COMMONDATA" val="eyJoZGlkIjoiMmNmYmEwOWQ4Y2Q0M2IxMGZkNjI4ZjhkZDQyNzg1OTYifQ=="/>
  <p:tag name="RESOURCE_RECORD_KEY" val="{&quot;70&quot;:[3325351,3312351,3320039,3315871,3312479,3314121,3322089,3314086,332406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8424_1*l_h_i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38424_1*l_h_i*1_4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3"/>
  <p:tag name="KSO_WM_UNIT_ID" val="diagram20238424_1*l_h_i*1_4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8424_1*l_h_i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8424_1*l_h_i*1_2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30000001192092896,&quot;colorType&quot;:1,&quot;foreColorIndex&quot;:5,&quot;pos&quot;:1,&quot;transparency&quot;:0},{&quot;brightness&quot;:0.5,&quot;colorType&quot;:1,&quot;foreColorIndex&quot;:5,&quot;pos&quot;:0.54000002145767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8424_1*l_h_i*1_2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8424_1*l_h_i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.699999988079071,&quot;colorType&quot;:1,&quot;foreColorIndex&quot;:5,&quot;pos&quot;:0,&quot;transparency&quot;:0},{&quot;brightness&quot;:0.699999988079071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8424_1*l_h_i*1_1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8424_1*l_h_i*1_1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-0.05000000074505806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8424_1*l_h_i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8424_1*l_h_i*1_3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-0.10000000149011612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3"/>
  <p:tag name="KSO_WM_UNIT_ID" val="diagram20238424_1*l_h_i*1_3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9,10,9,10,9,10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4"/>
  <p:tag name="KSO_WM_UNIT_ID" val="diagram20238424_1*l_h_i*1_3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9,10,9,10,9,10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8424_1*l_h_i*1_1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9,10,9,10,9,10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4"/>
  <p:tag name="KSO_WM_UNIT_ID" val="diagram20238424_1*l_h_i*1_4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9,10,9,10,9,10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8424_1*l_h_i*1_2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9,10,9,10,9,10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24_1*l_h_f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24_1*l_h_f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24_1*l_h_f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1"/>
  <p:tag name="KSO_WM_DIAGRAM_GROUP_CODE" val="l1-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24_1*l_h_f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123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24_1*l_h_x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24_1*l_h_x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115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424_1*l_h_x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424_1*l_h_x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90.47795275590556,&quot;left&quot;:17.034488188976376,&quot;top&quot;:86.75,&quot;width&quot;:708.615511811023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3"/>
  <p:tag name="KSO_WM_DIAGRAM_MIN_ITEMCNT" val="2"/>
  <p:tag name="KSO_WM_DIAGRAM_VIRTUALLY_FRAME" val="{&quot;height&quot;:239.66349852190814,&quot;left&quot;:29.192362204724407,&quot;top&quot;:109.82429675368239,&quot;width&quot;:665.25763779527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14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14_2*l_h_i*1_1_2"/>
  <p:tag name="KSO_WM_TEMPLATE_CATEGORY" val="diagram"/>
  <p:tag name="KSO_WM_TEMPLATE_INDEX" val="20238314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3"/>
  <p:tag name="KSO_WM_DIAGRAM_MIN_ITEMCNT" val="2"/>
  <p:tag name="KSO_WM_DIAGRAM_VIRTUALLY_FRAME" val="{&quot;height&quot;:239.66349852190814,&quot;left&quot;:29.192362204724407,&quot;top&quot;:109.82429675368239,&quot;width&quot;:665.257637795275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25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14_2*l_h_i*1_1_1"/>
  <p:tag name="KSO_WM_TEMPLATE_CATEGORY" val="diagram"/>
  <p:tag name="KSO_WM_TEMPLATE_INDEX" val="20238314"/>
  <p:tag name="KSO_WM_UNIT_LAYERLEVEL" val="1_1_1"/>
  <p:tag name="KSO_WM_TAG_VERSION" val="3.0"/>
  <p:tag name="KSO_WM_BEAUTIFY_FLAG" val="#wm#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3"/>
  <p:tag name="KSO_WM_DIAGRAM_MIN_ITEMCNT" val="2"/>
  <p:tag name="KSO_WM_DIAGRAM_VIRTUALLY_FRAME" val="{&quot;height&quot;:239.66349852190814,&quot;left&quot;:29.192362204724407,&quot;top&quot;:109.82429675368239,&quot;width&quot;:665.25763779527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25,&quot;colorType&quot;:1,&quot;foreColorIndex&quot;:14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14_2*l_h_i*1_2_2"/>
  <p:tag name="KSO_WM_TEMPLATE_CATEGORY" val="diagram"/>
  <p:tag name="KSO_WM_TEMPLATE_INDEX" val="20238314"/>
  <p:tag name="KSO_WM_UNIT_LAYERLEVEL" val="1_1_1"/>
  <p:tag name="KSO_WM_TAG_VERSION" val="3.0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3"/>
  <p:tag name="KSO_WM_DIAGRAM_MIN_ITEMCNT" val="2"/>
  <p:tag name="KSO_WM_DIAGRAM_VIRTUALLY_FRAME" val="{&quot;height&quot;:239.66349852190814,&quot;left&quot;:29.192362204724407,&quot;top&quot;:109.82429675368239,&quot;width&quot;:665.257637795275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25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14_2*l_h_i*1_2_1"/>
  <p:tag name="KSO_WM_TEMPLATE_CATEGORY" val="diagram"/>
  <p:tag name="KSO_WM_TEMPLATE_INDEX" val="20238314"/>
  <p:tag name="KSO_WM_UNIT_LAYERLEVEL" val="1_1_1"/>
  <p:tag name="KSO_WM_TAG_VERSION" val="3.0"/>
  <p:tag name="KSO_WM_BEAUTIFY_FLAG" val="#wm#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3"/>
  <p:tag name="KSO_WM_DIAGRAM_MIN_ITEMCNT" val="2"/>
  <p:tag name="KSO_WM_DIAGRAM_VIRTUALLY_FRAME" val="{&quot;height&quot;:239.66349852190814,&quot;left&quot;:29.192362204724407,&quot;top&quot;:109.82429675368239,&quot;width&quot;:665.2576377952756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-0.25,&quot;colorType&quot;:1,&quot;foreColorIndex&quot;:14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14_2*l_h_i*1_3_2"/>
  <p:tag name="KSO_WM_TEMPLATE_CATEGORY" val="diagram"/>
  <p:tag name="KSO_WM_TEMPLATE_INDEX" val="20238314"/>
  <p:tag name="KSO_WM_UNIT_LAYERLEVEL" val="1_1_1"/>
  <p:tag name="KSO_WM_TAG_VERSION" val="3.0"/>
  <p:tag name="KSO_WM_BEAUTIFY_FLAG" val="#wm#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3"/>
  <p:tag name="KSO_WM_DIAGRAM_MIN_ITEMCNT" val="2"/>
  <p:tag name="KSO_WM_DIAGRAM_VIRTUALLY_FRAME" val="{&quot;height&quot;:239.66349852190814,&quot;left&quot;:29.192362204724407,&quot;top&quot;:109.82429675368239,&quot;width&quot;:665.257637795275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25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14_2*l_h_i*1_3_1"/>
  <p:tag name="KSO_WM_TEMPLATE_CATEGORY" val="diagram"/>
  <p:tag name="KSO_WM_TEMPLATE_INDEX" val="20238314"/>
  <p:tag name="KSO_WM_UNIT_LAYERLEVEL" val="1_1_1"/>
  <p:tag name="KSO_WM_TAG_VERSION" val="3.0"/>
  <p:tag name="KSO_WM_BEAUTIFY_FLAG" val="#wm#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78_4*l_h_i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287.6944881889764,&quot;left&quot;:129.45,&quot;top&quot;:73.6,&quot;width&quot;:553.6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8278_4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8_4*l_h_a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33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78_4*l_h_f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43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287.6944881889764,&quot;left&quot;:129.45,&quot;top&quot;:73.6,&quot;width&quot;:553.6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2"/>
  <p:tag name="KSO_WM_UNIT_ID" val="diagram20238278_4*l_h_i*1_2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8_4*l_h_a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33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78_4*l_h_f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43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287.6944881889764,&quot;left&quot;:129.45,&quot;top&quot;:73.6,&quot;width&quot;:553.6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3_2"/>
  <p:tag name="KSO_WM_UNIT_ID" val="diagram20238278_4*l_h_i*1_3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8_4*l_h_a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33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78_4*l_h_f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43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287.6944881889764,&quot;left&quot;:129.45,&quot;top&quot;:73.6,&quot;width&quot;:553.6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4_2"/>
  <p:tag name="KSO_WM_UNIT_ID" val="diagram20238278_4*l_h_i*1_4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78_4*l_h_a*1_4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33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78_4*l_h_f*1_4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43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287.6944881889764,&quot;left&quot;:129.45,&quot;top&quot;:73.6,&quot;width&quot;:553.6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5_2"/>
  <p:tag name="KSO_WM_UNIT_ID" val="diagram20238278_4*l_h_i*1_5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8278_4*l_h_a*1_5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33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278_4*l_h_f*1_5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43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78_4*l_h_i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78_4*l_h_i*1_4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278_4*l_h_i*1_5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287.6944881889764,&quot;left&quot;:129.45,&quot;top&quot;:73.6,&quot;width&quot;:553.6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3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3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3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3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3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3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3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3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6.8,&quot;left&quot;:3.4288188976377567,&quot;top&quot;:95.5,&quot;width&quot;:695.64598425196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theme_color_indexes&quot;:[9,9,9,9,9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8176_1*n_h_i*1_1_3"/>
  <p:tag name="KSO_WM_TEMPLATE_CATEGORY" val="diagram"/>
  <p:tag name="KSO_WM_TEMPLATE_INDEX" val="2023817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4900000095367431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176_1*n_h_i*1_1_1"/>
  <p:tag name="KSO_WM_TEMPLATE_CATEGORY" val="diagram"/>
  <p:tag name="KSO_WM_TEMPLATE_INDEX" val="2023817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solid&quot;:{&quot;brightness&quot;:0.800000011920929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8176_1*n_h_i*1_1_2"/>
  <p:tag name="KSO_WM_TEMPLATE_CATEGORY" val="diagram"/>
  <p:tag name="KSO_WM_TEMPLATE_INDEX" val="2023817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38176_1*n_h_i*1_1_4"/>
  <p:tag name="KSO_WM_TEMPLATE_CATEGORY" val="diagram"/>
  <p:tag name="KSO_WM_TEMPLATE_INDEX" val="2023817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8176_1*n_h_h_i*1_2_1_2"/>
  <p:tag name="KSO_WM_TEMPLATE_CATEGORY" val="diagram"/>
  <p:tag name="KSO_WM_TEMPLATE_INDEX" val="20238176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8176_1*n_h_h_a*1_2_1_1"/>
  <p:tag name="KSO_WM_TEMPLATE_CATEGORY" val="diagram"/>
  <p:tag name="KSO_WM_TEMPLATE_INDEX" val="20238176"/>
  <p:tag name="KSO_WM_UNIT_LAYERLEVEL" val="1_1_1_1"/>
  <p:tag name="KSO_WM_TAG_VERSION" val="3.0"/>
  <p:tag name="KSO_WM_DIAGRAM_GROUP_CODE" val="n1-1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8176_1*n_h_h_a*1_2_2_1"/>
  <p:tag name="KSO_WM_TEMPLATE_CATEGORY" val="diagram"/>
  <p:tag name="KSO_WM_TEMPLATE_INDEX" val="20238176"/>
  <p:tag name="KSO_WM_UNIT_LAYERLEVEL" val="1_1_1_1"/>
  <p:tag name="KSO_WM_TAG_VERSION" val="3.0"/>
  <p:tag name="KSO_WM_DIAGRAM_GROUP_CODE" val="n1-1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8176_1*n_h_h_i*1_2_1_1"/>
  <p:tag name="KSO_WM_TEMPLATE_CATEGORY" val="diagram"/>
  <p:tag name="KSO_WM_TEMPLATE_INDEX" val="20238176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8176_1*n_h_h_i*1_2_2_1"/>
  <p:tag name="KSO_WM_TEMPLATE_CATEGORY" val="diagram"/>
  <p:tag name="KSO_WM_TEMPLATE_INDEX" val="20238176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8176_1*n_h_h_i*1_2_2_2"/>
  <p:tag name="KSO_WM_TEMPLATE_CATEGORY" val="diagram"/>
  <p:tag name="KSO_WM_TEMPLATE_INDEX" val="20238176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8176_1*n_h_a*1_1_1"/>
  <p:tag name="KSO_WM_TEMPLATE_CATEGORY" val="diagram"/>
  <p:tag name="KSO_WM_TEMPLATE_INDEX" val="20238176"/>
  <p:tag name="KSO_WM_UNIT_LAYERLEVEL" val="1_1_1"/>
  <p:tag name="KSO_WM_TAG_VERSION" val="3.0"/>
  <p:tag name="KSO_WM_DIAGRAM_GROUP_CODE" val="n1-1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Title"/>
  <p:tag name="KSO_WM_UNIT_TEXT_FILL_FORE_SCHEMECOLOR_INDEX" val="1"/>
  <p:tag name="KSO_WM_UNIT_TEXT_FILL_TYPE" val="1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8176_1*n_h_h_f*1_2_1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8176_1*n_h_h_f*1_2_2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73*73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38176_1*n_h_h_x*1_2_1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70*7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38176_1*n_h_h_x*1_2_2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111*1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x"/>
  <p:tag name="KSO_WM_UNIT_INDEX" val="1_1_1"/>
  <p:tag name="KSO_WM_UNIT_ID" val="diagram20238176_1*n_h_x*1_1_1"/>
  <p:tag name="KSO_WM_TEMPLATE_CATEGORY" val="diagram"/>
  <p:tag name="KSO_WM_TEMPLATE_INDEX" val="2023817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50.0666884838215,&quot;left&quot;:48.29299212598425,&quot;top&quot;:83.5,&quot;width&quot;:623.500866141732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10,10,10,10,10,10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8196_3*m_h_f*1_4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8196_3*m_h_a*1_4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8196_3*m_h_f*1_3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8196_3*m_h_a*1_3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1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3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4_5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4_5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2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2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1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1_1"/>
  <p:tag name="KSO_WM_UNIT_SUBTYPE" val="d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FILL_TYPE" val="3"/>
  <p:tag name="KSO_WM_UNIT_TEX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2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1"/>
  <p:tag name="KSO_WM_UNIT_SUBTYPE" val="d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3"/>
  <p:tag name="KSO_WM_UNIT_TEX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3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1"/>
  <p:tag name="KSO_WM_UNIT_SUBTYPE" val="d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FILL_TYPE" val="3"/>
  <p:tag name="KSO_WM_UNIT_TEX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4_4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4_4"/>
  <p:tag name="KSO_WM_UNIT_SUBTYPE" val="d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4"/>
  <p:tag name="KSO_WM_UNIT_FILL_TYPE" val="3"/>
  <p:tag name="KSO_WM_UNIT_TEX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2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3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4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4_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4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4_2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3*m_h_i*1_4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4_1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gradient&quot;:[{&quot;brightness&quot;:0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8196_3*m_h_f*1_2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8196_3*m_h_f*1_1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8196_3*m_h_a*1_2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8196_3*m_h_a*1_1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08.4203149606311,&quot;left&quot;:65.88078740157479,&quot;top&quot;:63.83889763779528,&quot;width&quot;:667.38440944881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theme_color_indexes&quot;:[8,9,8,9,8,9],&quot;theme_colors&quot;:[&quot;#000000&quot;,&quot;#ffffff&quot;,&quot;#44546a&quot;,&quot;#e7e6e6&quot;,&quot;#feeb97&quot;,&quot;#ed7d31&quot;,&quot;#a5a5a5&quot;,&quot;#ffc000&quot;,&quot;#5b9bd5&quot;,&quot;#70ad47&quot;,&quot;#0563c1&quot;,&quot;#954f72&quot;]}"/>
</p:tagLst>
</file>

<file path=ppt/theme/theme1.xml><?xml version="1.0" encoding="utf-8"?>
<a:theme xmlns:a="http://schemas.openxmlformats.org/drawingml/2006/main" name="Office 主题​​">
  <a:themeElements>
    <a:clrScheme name="自定义 6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EB9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1新标准">
      <a:majorFont>
        <a:latin typeface="Inter"/>
        <a:ea typeface="G8321 Bold"/>
        <a:cs typeface=""/>
      </a:majorFont>
      <a:minorFont>
        <a:latin typeface="Inter"/>
        <a:ea typeface="Inte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Inter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Inter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904</Words>
  <Application>Microsoft Office PowerPoint</Application>
  <PresentationFormat>On-screen Show (16:9)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Inter</vt:lpstr>
      <vt:lpstr>Calibri</vt:lpstr>
      <vt:lpstr>Wingdings</vt:lpstr>
      <vt:lpstr>Calibri (MS) Bold</vt:lpstr>
      <vt:lpstr>Noto Sans Bold</vt:lpstr>
      <vt:lpstr>YAGyDvJ_4Ts_0</vt:lpstr>
      <vt:lpstr>Calibri (MS)</vt:lpstr>
      <vt:lpstr>Arial Bold</vt:lpstr>
      <vt:lpstr>汉仪旗黑-55S</vt:lpstr>
      <vt:lpstr>Roboto,Bold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Nguyen Thuat</cp:lastModifiedBy>
  <cp:revision>38</cp:revision>
  <dcterms:created xsi:type="dcterms:W3CDTF">2021-08-16T10:05:00Z</dcterms:created>
  <dcterms:modified xsi:type="dcterms:W3CDTF">2026-07-07T00:03:07Z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9264C2579D2A4EE6A7CEC9A6DDB87BD9_13</vt:lpwstr>
  </property>
  <property fmtid="{D5CDD505-2E9C-101B-9397-08002B2CF9AE}" pid="3" name="KSOProductBuildVer">
    <vt:lpwstr>1033-12.1.0.26880</vt:lpwstr>
  </property>
</Properties>
</file>